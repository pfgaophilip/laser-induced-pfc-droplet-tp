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6601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A-E02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Gg: polymer network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Tᵉrr: radial traction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Tᵉθθ: tangential stress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r₀ → r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λr, λθ, F, B, χ, I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Equal χ cancels in the stress difference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Tensile stress is positive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