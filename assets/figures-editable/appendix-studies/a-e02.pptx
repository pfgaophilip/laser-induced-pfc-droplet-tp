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-E02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A-E02 · Constitutive assumption and exact subtraction</a:t>
            </a:r>
          </a:p>
        </p:txBody>
      </p:sp>
      <p:cxnSp>
        <p:nvCxnSpPr>
          <p:cNvPr id="3" name="A-E02 line 1" descr="sci-ppt:o001"/>
          <p:cNvCxnSpPr/>
          <p:nvPr/>
        </p:nvCxnSpPr>
        <p:spPr>
          <a:xfrm>
            <a:off x="914400" y="5029200"/>
            <a:ext cx="585216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A-E02 line 2" descr="sci-ppt:o002"/>
          <p:cNvCxnSpPr/>
          <p:nvPr/>
        </p:nvCxnSpPr>
        <p:spPr>
          <a:xfrm>
            <a:off x="914400" y="1371600"/>
            <a:ext cx="0" cy="365760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A-E02 line 3" descr="sci-ppt:o003"/>
          <p:cNvCxnSpPr/>
          <p:nvPr/>
        </p:nvCxnSpPr>
        <p:spPr>
          <a:xfrm>
            <a:off x="91440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A-E02 line 4" descr="sci-ppt:o004"/>
          <p:cNvCxnSpPr/>
          <p:nvPr/>
        </p:nvCxnSpPr>
        <p:spPr>
          <a:xfrm>
            <a:off x="91440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A-E02 text 5" descr="sci-ppt:o005"/>
          <p:cNvSpPr txBox="1"/>
          <p:nvPr/>
        </p:nvSpPr>
        <p:spPr>
          <a:xfrm>
            <a:off x="45720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</a:t>
            </a:r>
          </a:p>
        </p:txBody>
      </p:sp>
      <p:cxnSp>
        <p:nvCxnSpPr>
          <p:cNvPr id="8" name="A-E02 line 6" descr="sci-ppt:o006"/>
          <p:cNvCxnSpPr/>
          <p:nvPr/>
        </p:nvCxnSpPr>
        <p:spPr>
          <a:xfrm>
            <a:off x="286512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A-E02 line 7" descr="sci-ppt:o007"/>
          <p:cNvCxnSpPr/>
          <p:nvPr/>
        </p:nvCxnSpPr>
        <p:spPr>
          <a:xfrm>
            <a:off x="286512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A-E02 text 8" descr="sci-ppt:o008"/>
          <p:cNvSpPr txBox="1"/>
          <p:nvPr/>
        </p:nvSpPr>
        <p:spPr>
          <a:xfrm>
            <a:off x="240792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</a:t>
            </a:r>
          </a:p>
        </p:txBody>
      </p:sp>
      <p:cxnSp>
        <p:nvCxnSpPr>
          <p:cNvPr id="11" name="A-E02 line 9" descr="sci-ppt:o009"/>
          <p:cNvCxnSpPr/>
          <p:nvPr/>
        </p:nvCxnSpPr>
        <p:spPr>
          <a:xfrm>
            <a:off x="481584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A-E02 line 10" descr="sci-ppt:o010"/>
          <p:cNvCxnSpPr/>
          <p:nvPr/>
        </p:nvCxnSpPr>
        <p:spPr>
          <a:xfrm>
            <a:off x="481584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A-E02 text 11" descr="sci-ppt:o011"/>
          <p:cNvSpPr txBox="1"/>
          <p:nvPr/>
        </p:nvSpPr>
        <p:spPr>
          <a:xfrm>
            <a:off x="435864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3</a:t>
            </a:r>
          </a:p>
        </p:txBody>
      </p:sp>
      <p:cxnSp>
        <p:nvCxnSpPr>
          <p:cNvPr id="14" name="A-E02 line 12" descr="sci-ppt:o012"/>
          <p:cNvCxnSpPr/>
          <p:nvPr/>
        </p:nvCxnSpPr>
        <p:spPr>
          <a:xfrm>
            <a:off x="676656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A-E02 line 13" descr="sci-ppt:o013"/>
          <p:cNvCxnSpPr/>
          <p:nvPr/>
        </p:nvCxnSpPr>
        <p:spPr>
          <a:xfrm>
            <a:off x="676656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6" name="A-E02 text 14" descr="sci-ppt:o014"/>
          <p:cNvSpPr txBox="1"/>
          <p:nvPr/>
        </p:nvSpPr>
        <p:spPr>
          <a:xfrm>
            <a:off x="630936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4</a:t>
            </a:r>
          </a:p>
        </p:txBody>
      </p:sp>
      <p:cxnSp>
        <p:nvCxnSpPr>
          <p:cNvPr id="17" name="A-E02 line 15" descr="sci-ppt:o015"/>
          <p:cNvCxnSpPr/>
          <p:nvPr/>
        </p:nvCxnSpPr>
        <p:spPr>
          <a:xfrm>
            <a:off x="850392" y="50292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A-E02 line 16" descr="sci-ppt:o016"/>
          <p:cNvCxnSpPr/>
          <p:nvPr/>
        </p:nvCxnSpPr>
        <p:spPr>
          <a:xfrm>
            <a:off x="850392" y="4061107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9" name="A-E02 line 17" descr="sci-ppt:o017"/>
          <p:cNvCxnSpPr/>
          <p:nvPr/>
        </p:nvCxnSpPr>
        <p:spPr>
          <a:xfrm>
            <a:off x="914400" y="4061107"/>
            <a:ext cx="58521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0" name="A-E02 text 18" descr="sci-ppt:o018"/>
          <p:cNvSpPr txBox="1"/>
          <p:nvPr/>
        </p:nvSpPr>
        <p:spPr>
          <a:xfrm>
            <a:off x="45720" y="3978811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0.1</a:t>
            </a:r>
          </a:p>
        </p:txBody>
      </p:sp>
      <p:cxnSp>
        <p:nvCxnSpPr>
          <p:cNvPr id="21" name="A-E02 line 19" descr="sci-ppt:o019"/>
          <p:cNvCxnSpPr/>
          <p:nvPr/>
        </p:nvCxnSpPr>
        <p:spPr>
          <a:xfrm>
            <a:off x="850392" y="3093014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2" name="A-E02 line 20" descr="sci-ppt:o020"/>
          <p:cNvCxnSpPr/>
          <p:nvPr/>
        </p:nvCxnSpPr>
        <p:spPr>
          <a:xfrm>
            <a:off x="914400" y="3093014"/>
            <a:ext cx="58521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3" name="A-E02 text 21" descr="sci-ppt:o021"/>
          <p:cNvSpPr txBox="1"/>
          <p:nvPr/>
        </p:nvSpPr>
        <p:spPr>
          <a:xfrm>
            <a:off x="45720" y="3010718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</a:t>
            </a:r>
          </a:p>
        </p:txBody>
      </p:sp>
      <p:cxnSp>
        <p:nvCxnSpPr>
          <p:cNvPr id="24" name="A-E02 line 22" descr="sci-ppt:o022"/>
          <p:cNvCxnSpPr/>
          <p:nvPr/>
        </p:nvCxnSpPr>
        <p:spPr>
          <a:xfrm>
            <a:off x="850392" y="2124922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5" name="A-E02 line 23" descr="sci-ppt:o023"/>
          <p:cNvCxnSpPr/>
          <p:nvPr/>
        </p:nvCxnSpPr>
        <p:spPr>
          <a:xfrm>
            <a:off x="914400" y="2124922"/>
            <a:ext cx="58521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6" name="A-E02 text 24" descr="sci-ppt:o024"/>
          <p:cNvSpPr txBox="1"/>
          <p:nvPr/>
        </p:nvSpPr>
        <p:spPr>
          <a:xfrm>
            <a:off x="45720" y="2042626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10</a:t>
            </a:r>
          </a:p>
        </p:txBody>
      </p:sp>
      <p:sp>
        <p:nvSpPr>
          <p:cNvPr id="27" name="A-E02 text 25" descr="sci-ppt:o025"/>
          <p:cNvSpPr txBox="1"/>
          <p:nvPr/>
        </p:nvSpPr>
        <p:spPr>
          <a:xfrm>
            <a:off x="914400" y="5312664"/>
            <a:ext cx="58521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distance from the wall r / R</a:t>
            </a:r>
          </a:p>
        </p:txBody>
      </p:sp>
      <p:sp>
        <p:nvSpPr>
          <p:cNvPr id="28" name="A-E02 text 26" descr="sci-ppt:o026"/>
          <p:cNvSpPr txBox="1"/>
          <p:nvPr/>
        </p:nvSpPr>
        <p:spPr>
          <a:xfrm>
            <a:off x="365760" y="1024128"/>
            <a:ext cx="58521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(T_θθ − Tᵣᵣ) / G_g</a:t>
            </a:r>
          </a:p>
        </p:txBody>
      </p:sp>
      <p:sp>
        <p:nvSpPr>
          <p:cNvPr id="29" name="A-E02 polygon 27" descr="sci-ppt:o027"/>
          <p:cNvSpPr/>
          <p:nvPr/>
        </p:nvSpPr>
        <p:spPr>
          <a:xfrm>
            <a:off x="914400" y="1586379"/>
            <a:ext cx="5852160" cy="3442821"/>
          </a:xfrm>
          <a:custGeom>
            <a:avLst/>
            <a:gdLst/>
            <a:ahLst/>
            <a:cxnLst/>
            <a:rect l="l" t="t" r="r" b="b"/>
            <a:pathLst>
              <a:path w="5852160" h="3442821">
                <a:moveTo>
                  <a:pt x="0" y="0"/>
                </a:moveTo>
                <a:lnTo>
                  <a:pt x="19572" y="559340"/>
                </a:lnTo>
                <a:lnTo>
                  <a:pt x="39144" y="729896"/>
                </a:lnTo>
                <a:lnTo>
                  <a:pt x="58717" y="833083"/>
                </a:lnTo>
                <a:lnTo>
                  <a:pt x="78289" y="907178"/>
                </a:lnTo>
                <a:lnTo>
                  <a:pt x="97862" y="965086"/>
                </a:lnTo>
                <a:lnTo>
                  <a:pt x="117434" y="1012734"/>
                </a:lnTo>
                <a:lnTo>
                  <a:pt x="137007" y="1053333"/>
                </a:lnTo>
                <a:lnTo>
                  <a:pt x="156579" y="1088814"/>
                </a:lnTo>
                <a:lnTo>
                  <a:pt x="176151" y="1120425"/>
                </a:lnTo>
                <a:lnTo>
                  <a:pt x="195724" y="1149017"/>
                </a:lnTo>
                <a:lnTo>
                  <a:pt x="215296" y="1175196"/>
                </a:lnTo>
                <a:lnTo>
                  <a:pt x="234869" y="1199405"/>
                </a:lnTo>
                <a:lnTo>
                  <a:pt x="254441" y="1221979"/>
                </a:lnTo>
                <a:lnTo>
                  <a:pt x="274014" y="1243178"/>
                </a:lnTo>
                <a:lnTo>
                  <a:pt x="293586" y="1263205"/>
                </a:lnTo>
                <a:lnTo>
                  <a:pt x="313159" y="1282222"/>
                </a:lnTo>
                <a:lnTo>
                  <a:pt x="332731" y="1300359"/>
                </a:lnTo>
                <a:lnTo>
                  <a:pt x="352303" y="1317726"/>
                </a:lnTo>
                <a:lnTo>
                  <a:pt x="371876" y="1334410"/>
                </a:lnTo>
                <a:lnTo>
                  <a:pt x="391448" y="1350488"/>
                </a:lnTo>
                <a:lnTo>
                  <a:pt x="411021" y="1366021"/>
                </a:lnTo>
                <a:lnTo>
                  <a:pt x="430593" y="1381064"/>
                </a:lnTo>
                <a:lnTo>
                  <a:pt x="450166" y="1395663"/>
                </a:lnTo>
                <a:lnTo>
                  <a:pt x="469738" y="1409856"/>
                </a:lnTo>
                <a:lnTo>
                  <a:pt x="489311" y="1423680"/>
                </a:lnTo>
                <a:lnTo>
                  <a:pt x="508883" y="1437163"/>
                </a:lnTo>
                <a:lnTo>
                  <a:pt x="528455" y="1450332"/>
                </a:lnTo>
                <a:lnTo>
                  <a:pt x="548028" y="1463210"/>
                </a:lnTo>
                <a:lnTo>
                  <a:pt x="567600" y="1475818"/>
                </a:lnTo>
                <a:lnTo>
                  <a:pt x="587173" y="1488174"/>
                </a:lnTo>
                <a:lnTo>
                  <a:pt x="606745" y="1500295"/>
                </a:lnTo>
                <a:lnTo>
                  <a:pt x="626318" y="1512195"/>
                </a:lnTo>
                <a:lnTo>
                  <a:pt x="645890" y="1523888"/>
                </a:lnTo>
                <a:lnTo>
                  <a:pt x="665463" y="1535385"/>
                </a:lnTo>
                <a:lnTo>
                  <a:pt x="685035" y="1546697"/>
                </a:lnTo>
                <a:lnTo>
                  <a:pt x="704607" y="1557834"/>
                </a:lnTo>
                <a:lnTo>
                  <a:pt x="724180" y="1568804"/>
                </a:lnTo>
                <a:lnTo>
                  <a:pt x="743752" y="1579617"/>
                </a:lnTo>
                <a:lnTo>
                  <a:pt x="763325" y="1590279"/>
                </a:lnTo>
                <a:lnTo>
                  <a:pt x="782897" y="1600798"/>
                </a:lnTo>
                <a:lnTo>
                  <a:pt x="802470" y="1611179"/>
                </a:lnTo>
                <a:lnTo>
                  <a:pt x="822042" y="1621428"/>
                </a:lnTo>
                <a:lnTo>
                  <a:pt x="841614" y="1631552"/>
                </a:lnTo>
                <a:lnTo>
                  <a:pt x="861187" y="1641554"/>
                </a:lnTo>
                <a:lnTo>
                  <a:pt x="880759" y="1651439"/>
                </a:lnTo>
                <a:lnTo>
                  <a:pt x="900332" y="1661213"/>
                </a:lnTo>
                <a:lnTo>
                  <a:pt x="919904" y="1670878"/>
                </a:lnTo>
                <a:lnTo>
                  <a:pt x="939477" y="1680439"/>
                </a:lnTo>
                <a:lnTo>
                  <a:pt x="959049" y="1689899"/>
                </a:lnTo>
                <a:lnTo>
                  <a:pt x="978622" y="1699261"/>
                </a:lnTo>
                <a:lnTo>
                  <a:pt x="998194" y="1708528"/>
                </a:lnTo>
                <a:lnTo>
                  <a:pt x="1017766" y="1717705"/>
                </a:lnTo>
                <a:lnTo>
                  <a:pt x="1037339" y="1726792"/>
                </a:lnTo>
                <a:lnTo>
                  <a:pt x="1056911" y="1735793"/>
                </a:lnTo>
                <a:lnTo>
                  <a:pt x="1076484" y="1744710"/>
                </a:lnTo>
                <a:lnTo>
                  <a:pt x="1096056" y="1753545"/>
                </a:lnTo>
                <a:lnTo>
                  <a:pt x="1115629" y="1762301"/>
                </a:lnTo>
                <a:lnTo>
                  <a:pt x="1135201" y="1770980"/>
                </a:lnTo>
                <a:lnTo>
                  <a:pt x="1154774" y="1779584"/>
                </a:lnTo>
                <a:lnTo>
                  <a:pt x="1174346" y="1788114"/>
                </a:lnTo>
                <a:lnTo>
                  <a:pt x="1193918" y="1796572"/>
                </a:lnTo>
                <a:lnTo>
                  <a:pt x="1213491" y="1804961"/>
                </a:lnTo>
                <a:lnTo>
                  <a:pt x="1233063" y="1813281"/>
                </a:lnTo>
                <a:lnTo>
                  <a:pt x="1252636" y="1821534"/>
                </a:lnTo>
                <a:lnTo>
                  <a:pt x="1272208" y="1829722"/>
                </a:lnTo>
                <a:lnTo>
                  <a:pt x="1291781" y="1837847"/>
                </a:lnTo>
                <a:lnTo>
                  <a:pt x="1311353" y="1845908"/>
                </a:lnTo>
                <a:lnTo>
                  <a:pt x="1330926" y="1853909"/>
                </a:lnTo>
                <a:lnTo>
                  <a:pt x="1350498" y="1861849"/>
                </a:lnTo>
                <a:lnTo>
                  <a:pt x="1370070" y="1869731"/>
                </a:lnTo>
                <a:lnTo>
                  <a:pt x="1389643" y="1877555"/>
                </a:lnTo>
                <a:lnTo>
                  <a:pt x="1409215" y="1885322"/>
                </a:lnTo>
                <a:lnTo>
                  <a:pt x="1428788" y="1893034"/>
                </a:lnTo>
                <a:lnTo>
                  <a:pt x="1448360" y="1900692"/>
                </a:lnTo>
                <a:lnTo>
                  <a:pt x="1467933" y="1908296"/>
                </a:lnTo>
                <a:lnTo>
                  <a:pt x="1487505" y="1915848"/>
                </a:lnTo>
                <a:lnTo>
                  <a:pt x="1507077" y="1923348"/>
                </a:lnTo>
                <a:lnTo>
                  <a:pt x="1526650" y="1930797"/>
                </a:lnTo>
                <a:lnTo>
                  <a:pt x="1546222" y="1938197"/>
                </a:lnTo>
                <a:lnTo>
                  <a:pt x="1565795" y="1945548"/>
                </a:lnTo>
                <a:lnTo>
                  <a:pt x="1585367" y="1952850"/>
                </a:lnTo>
                <a:lnTo>
                  <a:pt x="1604940" y="1960105"/>
                </a:lnTo>
                <a:lnTo>
                  <a:pt x="1624512" y="1967314"/>
                </a:lnTo>
                <a:lnTo>
                  <a:pt x="1644085" y="1974477"/>
                </a:lnTo>
                <a:lnTo>
                  <a:pt x="1663657" y="1981594"/>
                </a:lnTo>
                <a:lnTo>
                  <a:pt x="1683229" y="1988667"/>
                </a:lnTo>
                <a:lnTo>
                  <a:pt x="1702802" y="1995697"/>
                </a:lnTo>
                <a:lnTo>
                  <a:pt x="1722374" y="2002683"/>
                </a:lnTo>
                <a:lnTo>
                  <a:pt x="1741947" y="2009626"/>
                </a:lnTo>
                <a:lnTo>
                  <a:pt x="1761519" y="2016528"/>
                </a:lnTo>
                <a:lnTo>
                  <a:pt x="1781092" y="2023388"/>
                </a:lnTo>
                <a:lnTo>
                  <a:pt x="1800664" y="2030208"/>
                </a:lnTo>
                <a:lnTo>
                  <a:pt x="1820237" y="2036988"/>
                </a:lnTo>
                <a:lnTo>
                  <a:pt x="1839809" y="2043728"/>
                </a:lnTo>
                <a:lnTo>
                  <a:pt x="1859381" y="2050428"/>
                </a:lnTo>
                <a:lnTo>
                  <a:pt x="1878954" y="2057091"/>
                </a:lnTo>
                <a:lnTo>
                  <a:pt x="1898526" y="2063715"/>
                </a:lnTo>
                <a:lnTo>
                  <a:pt x="1918099" y="2070302"/>
                </a:lnTo>
                <a:lnTo>
                  <a:pt x="1937671" y="2076852"/>
                </a:lnTo>
                <a:lnTo>
                  <a:pt x="1957244" y="2083366"/>
                </a:lnTo>
                <a:lnTo>
                  <a:pt x="1976816" y="2089843"/>
                </a:lnTo>
                <a:lnTo>
                  <a:pt x="1996389" y="2096285"/>
                </a:lnTo>
                <a:lnTo>
                  <a:pt x="2015961" y="2102691"/>
                </a:lnTo>
                <a:lnTo>
                  <a:pt x="2035533" y="2109063"/>
                </a:lnTo>
                <a:lnTo>
                  <a:pt x="2055106" y="2115401"/>
                </a:lnTo>
                <a:lnTo>
                  <a:pt x="2074678" y="2121704"/>
                </a:lnTo>
                <a:lnTo>
                  <a:pt x="2094251" y="2127975"/>
                </a:lnTo>
                <a:lnTo>
                  <a:pt x="2113823" y="2134212"/>
                </a:lnTo>
                <a:lnTo>
                  <a:pt x="2133396" y="2140416"/>
                </a:lnTo>
                <a:lnTo>
                  <a:pt x="2152968" y="2146588"/>
                </a:lnTo>
                <a:lnTo>
                  <a:pt x="2172541" y="2152729"/>
                </a:lnTo>
                <a:lnTo>
                  <a:pt x="2192113" y="2158837"/>
                </a:lnTo>
                <a:lnTo>
                  <a:pt x="2211685" y="2164915"/>
                </a:lnTo>
                <a:lnTo>
                  <a:pt x="2231258" y="2170962"/>
                </a:lnTo>
                <a:lnTo>
                  <a:pt x="2250830" y="2176978"/>
                </a:lnTo>
                <a:lnTo>
                  <a:pt x="2270403" y="2182964"/>
                </a:lnTo>
                <a:lnTo>
                  <a:pt x="2289975" y="2188920"/>
                </a:lnTo>
                <a:lnTo>
                  <a:pt x="2309548" y="2194847"/>
                </a:lnTo>
                <a:lnTo>
                  <a:pt x="2329120" y="2200744"/>
                </a:lnTo>
                <a:lnTo>
                  <a:pt x="2348692" y="2206613"/>
                </a:lnTo>
                <a:lnTo>
                  <a:pt x="2368265" y="2212453"/>
                </a:lnTo>
                <a:lnTo>
                  <a:pt x="2387837" y="2218265"/>
                </a:lnTo>
                <a:lnTo>
                  <a:pt x="2407410" y="2224049"/>
                </a:lnTo>
                <a:lnTo>
                  <a:pt x="2426982" y="2229805"/>
                </a:lnTo>
                <a:lnTo>
                  <a:pt x="2446555" y="2235534"/>
                </a:lnTo>
                <a:lnTo>
                  <a:pt x="2466127" y="2241236"/>
                </a:lnTo>
                <a:lnTo>
                  <a:pt x="2485700" y="2246911"/>
                </a:lnTo>
                <a:lnTo>
                  <a:pt x="2505272" y="2252560"/>
                </a:lnTo>
                <a:lnTo>
                  <a:pt x="2524844" y="2258182"/>
                </a:lnTo>
                <a:lnTo>
                  <a:pt x="2544417" y="2263778"/>
                </a:lnTo>
                <a:lnTo>
                  <a:pt x="2563989" y="2269348"/>
                </a:lnTo>
                <a:lnTo>
                  <a:pt x="2583562" y="2274893"/>
                </a:lnTo>
                <a:lnTo>
                  <a:pt x="2603134" y="2280413"/>
                </a:lnTo>
                <a:lnTo>
                  <a:pt x="2622707" y="2285908"/>
                </a:lnTo>
                <a:lnTo>
                  <a:pt x="2642279" y="2291378"/>
                </a:lnTo>
                <a:lnTo>
                  <a:pt x="2661852" y="2296823"/>
                </a:lnTo>
                <a:lnTo>
                  <a:pt x="2681424" y="2302244"/>
                </a:lnTo>
                <a:lnTo>
                  <a:pt x="2700996" y="2307641"/>
                </a:lnTo>
                <a:lnTo>
                  <a:pt x="2720569" y="2313015"/>
                </a:lnTo>
                <a:lnTo>
                  <a:pt x="2740141" y="2318364"/>
                </a:lnTo>
                <a:lnTo>
                  <a:pt x="2759714" y="2323691"/>
                </a:lnTo>
                <a:lnTo>
                  <a:pt x="2779286" y="2328994"/>
                </a:lnTo>
                <a:lnTo>
                  <a:pt x="2798859" y="2334274"/>
                </a:lnTo>
                <a:lnTo>
                  <a:pt x="2818431" y="2339531"/>
                </a:lnTo>
                <a:lnTo>
                  <a:pt x="2838004" y="2344766"/>
                </a:lnTo>
                <a:lnTo>
                  <a:pt x="2857576" y="2349979"/>
                </a:lnTo>
                <a:lnTo>
                  <a:pt x="2877148" y="2355169"/>
                </a:lnTo>
                <a:lnTo>
                  <a:pt x="2896721" y="2360338"/>
                </a:lnTo>
                <a:lnTo>
                  <a:pt x="2916293" y="2365484"/>
                </a:lnTo>
                <a:lnTo>
                  <a:pt x="2935866" y="2370610"/>
                </a:lnTo>
                <a:lnTo>
                  <a:pt x="2955438" y="2375713"/>
                </a:lnTo>
                <a:lnTo>
                  <a:pt x="2975011" y="2380796"/>
                </a:lnTo>
                <a:lnTo>
                  <a:pt x="2994583" y="2385858"/>
                </a:lnTo>
                <a:lnTo>
                  <a:pt x="3014155" y="2390899"/>
                </a:lnTo>
                <a:lnTo>
                  <a:pt x="3033728" y="2395919"/>
                </a:lnTo>
                <a:lnTo>
                  <a:pt x="3053300" y="2400919"/>
                </a:lnTo>
                <a:lnTo>
                  <a:pt x="3072873" y="2405898"/>
                </a:lnTo>
                <a:lnTo>
                  <a:pt x="3092445" y="2410858"/>
                </a:lnTo>
                <a:lnTo>
                  <a:pt x="3112018" y="2415797"/>
                </a:lnTo>
                <a:lnTo>
                  <a:pt x="3131590" y="2420717"/>
                </a:lnTo>
                <a:lnTo>
                  <a:pt x="3151163" y="2425617"/>
                </a:lnTo>
                <a:lnTo>
                  <a:pt x="3170735" y="2430498"/>
                </a:lnTo>
                <a:lnTo>
                  <a:pt x="3190307" y="2435359"/>
                </a:lnTo>
                <a:lnTo>
                  <a:pt x="3209880" y="2440201"/>
                </a:lnTo>
                <a:lnTo>
                  <a:pt x="3229452" y="2445025"/>
                </a:lnTo>
                <a:lnTo>
                  <a:pt x="3249025" y="2449829"/>
                </a:lnTo>
                <a:lnTo>
                  <a:pt x="3268597" y="2454615"/>
                </a:lnTo>
                <a:lnTo>
                  <a:pt x="3288170" y="2459383"/>
                </a:lnTo>
                <a:lnTo>
                  <a:pt x="3307742" y="2464132"/>
                </a:lnTo>
                <a:lnTo>
                  <a:pt x="3327315" y="2468862"/>
                </a:lnTo>
                <a:lnTo>
                  <a:pt x="3346887" y="2473575"/>
                </a:lnTo>
                <a:lnTo>
                  <a:pt x="3366459" y="2478270"/>
                </a:lnTo>
                <a:lnTo>
                  <a:pt x="3386032" y="2482947"/>
                </a:lnTo>
                <a:lnTo>
                  <a:pt x="3405604" y="2487606"/>
                </a:lnTo>
                <a:lnTo>
                  <a:pt x="3425177" y="2492248"/>
                </a:lnTo>
                <a:lnTo>
                  <a:pt x="3444749" y="2496873"/>
                </a:lnTo>
                <a:lnTo>
                  <a:pt x="3464322" y="2501480"/>
                </a:lnTo>
                <a:lnTo>
                  <a:pt x="3483894" y="2506070"/>
                </a:lnTo>
                <a:lnTo>
                  <a:pt x="3503467" y="2510643"/>
                </a:lnTo>
                <a:lnTo>
                  <a:pt x="3523039" y="2515200"/>
                </a:lnTo>
                <a:lnTo>
                  <a:pt x="3542611" y="2519739"/>
                </a:lnTo>
                <a:lnTo>
                  <a:pt x="3562184" y="2524262"/>
                </a:lnTo>
                <a:lnTo>
                  <a:pt x="3581756" y="2528769"/>
                </a:lnTo>
                <a:lnTo>
                  <a:pt x="3601329" y="2533259"/>
                </a:lnTo>
                <a:lnTo>
                  <a:pt x="3620901" y="2537733"/>
                </a:lnTo>
                <a:lnTo>
                  <a:pt x="3640474" y="2542191"/>
                </a:lnTo>
                <a:lnTo>
                  <a:pt x="3660046" y="2546633"/>
                </a:lnTo>
                <a:lnTo>
                  <a:pt x="3679618" y="2551059"/>
                </a:lnTo>
                <a:lnTo>
                  <a:pt x="3699191" y="2555469"/>
                </a:lnTo>
                <a:lnTo>
                  <a:pt x="3718763" y="2559864"/>
                </a:lnTo>
                <a:lnTo>
                  <a:pt x="3738336" y="2564243"/>
                </a:lnTo>
                <a:lnTo>
                  <a:pt x="3757908" y="2568607"/>
                </a:lnTo>
                <a:lnTo>
                  <a:pt x="3777481" y="2572956"/>
                </a:lnTo>
                <a:lnTo>
                  <a:pt x="3797053" y="2577289"/>
                </a:lnTo>
                <a:lnTo>
                  <a:pt x="3816626" y="2581607"/>
                </a:lnTo>
                <a:lnTo>
                  <a:pt x="3836198" y="2585910"/>
                </a:lnTo>
                <a:lnTo>
                  <a:pt x="3855770" y="2590199"/>
                </a:lnTo>
                <a:lnTo>
                  <a:pt x="3875343" y="2594472"/>
                </a:lnTo>
                <a:lnTo>
                  <a:pt x="3894915" y="2598731"/>
                </a:lnTo>
                <a:lnTo>
                  <a:pt x="3914488" y="2602976"/>
                </a:lnTo>
                <a:lnTo>
                  <a:pt x="3934060" y="2607206"/>
                </a:lnTo>
                <a:lnTo>
                  <a:pt x="3953633" y="2611422"/>
                </a:lnTo>
                <a:lnTo>
                  <a:pt x="3973205" y="2615623"/>
                </a:lnTo>
                <a:lnTo>
                  <a:pt x="3992778" y="2619810"/>
                </a:lnTo>
                <a:lnTo>
                  <a:pt x="4012350" y="2623983"/>
                </a:lnTo>
                <a:lnTo>
                  <a:pt x="4031922" y="2628143"/>
                </a:lnTo>
                <a:lnTo>
                  <a:pt x="4051495" y="2632288"/>
                </a:lnTo>
                <a:lnTo>
                  <a:pt x="4071067" y="2636420"/>
                </a:lnTo>
                <a:lnTo>
                  <a:pt x="4090640" y="2640538"/>
                </a:lnTo>
                <a:lnTo>
                  <a:pt x="4110212" y="2644642"/>
                </a:lnTo>
                <a:lnTo>
                  <a:pt x="4129785" y="2648733"/>
                </a:lnTo>
                <a:lnTo>
                  <a:pt x="4149357" y="2652810"/>
                </a:lnTo>
                <a:lnTo>
                  <a:pt x="4168930" y="2656875"/>
                </a:lnTo>
                <a:lnTo>
                  <a:pt x="4188502" y="2660925"/>
                </a:lnTo>
                <a:lnTo>
                  <a:pt x="4208074" y="2664963"/>
                </a:lnTo>
                <a:lnTo>
                  <a:pt x="4227647" y="2668988"/>
                </a:lnTo>
                <a:lnTo>
                  <a:pt x="4247219" y="2673000"/>
                </a:lnTo>
                <a:lnTo>
                  <a:pt x="4266792" y="2676999"/>
                </a:lnTo>
                <a:lnTo>
                  <a:pt x="4286364" y="2680985"/>
                </a:lnTo>
                <a:lnTo>
                  <a:pt x="4305937" y="2684958"/>
                </a:lnTo>
                <a:lnTo>
                  <a:pt x="4325509" y="2688919"/>
                </a:lnTo>
                <a:lnTo>
                  <a:pt x="4345082" y="2692867"/>
                </a:lnTo>
                <a:lnTo>
                  <a:pt x="4364654" y="2696803"/>
                </a:lnTo>
                <a:lnTo>
                  <a:pt x="4384226" y="2700727"/>
                </a:lnTo>
                <a:lnTo>
                  <a:pt x="4403799" y="2704638"/>
                </a:lnTo>
                <a:lnTo>
                  <a:pt x="4423371" y="2708537"/>
                </a:lnTo>
                <a:lnTo>
                  <a:pt x="4442944" y="2712423"/>
                </a:lnTo>
                <a:lnTo>
                  <a:pt x="4462516" y="2716298"/>
                </a:lnTo>
                <a:lnTo>
                  <a:pt x="4482089" y="2720161"/>
                </a:lnTo>
                <a:lnTo>
                  <a:pt x="4501661" y="2724011"/>
                </a:lnTo>
                <a:lnTo>
                  <a:pt x="4521233" y="2727850"/>
                </a:lnTo>
                <a:lnTo>
                  <a:pt x="4540806" y="2731677"/>
                </a:lnTo>
                <a:lnTo>
                  <a:pt x="4560378" y="2735493"/>
                </a:lnTo>
                <a:lnTo>
                  <a:pt x="4579951" y="2739297"/>
                </a:lnTo>
                <a:lnTo>
                  <a:pt x="4599523" y="2743089"/>
                </a:lnTo>
                <a:lnTo>
                  <a:pt x="4619096" y="2746870"/>
                </a:lnTo>
                <a:lnTo>
                  <a:pt x="4638668" y="2750639"/>
                </a:lnTo>
                <a:lnTo>
                  <a:pt x="4658241" y="2754397"/>
                </a:lnTo>
                <a:lnTo>
                  <a:pt x="4677813" y="2758144"/>
                </a:lnTo>
                <a:lnTo>
                  <a:pt x="4697385" y="2761879"/>
                </a:lnTo>
                <a:lnTo>
                  <a:pt x="4716958" y="2765604"/>
                </a:lnTo>
                <a:lnTo>
                  <a:pt x="4736530" y="2769317"/>
                </a:lnTo>
                <a:lnTo>
                  <a:pt x="4756103" y="2773019"/>
                </a:lnTo>
                <a:lnTo>
                  <a:pt x="4775675" y="2776711"/>
                </a:lnTo>
                <a:lnTo>
                  <a:pt x="4795248" y="2780391"/>
                </a:lnTo>
                <a:lnTo>
                  <a:pt x="4814820" y="2784061"/>
                </a:lnTo>
                <a:lnTo>
                  <a:pt x="4834393" y="2787720"/>
                </a:lnTo>
                <a:lnTo>
                  <a:pt x="4853965" y="2791368"/>
                </a:lnTo>
                <a:lnTo>
                  <a:pt x="4873537" y="2795006"/>
                </a:lnTo>
                <a:lnTo>
                  <a:pt x="4893110" y="2798633"/>
                </a:lnTo>
                <a:lnTo>
                  <a:pt x="4912682" y="2802250"/>
                </a:lnTo>
                <a:lnTo>
                  <a:pt x="4932255" y="2805856"/>
                </a:lnTo>
                <a:lnTo>
                  <a:pt x="4951827" y="2809452"/>
                </a:lnTo>
                <a:lnTo>
                  <a:pt x="4971400" y="2813037"/>
                </a:lnTo>
                <a:lnTo>
                  <a:pt x="4990972" y="2816613"/>
                </a:lnTo>
                <a:lnTo>
                  <a:pt x="5010545" y="2820178"/>
                </a:lnTo>
                <a:lnTo>
                  <a:pt x="5030117" y="2823733"/>
                </a:lnTo>
                <a:lnTo>
                  <a:pt x="5049689" y="2827277"/>
                </a:lnTo>
                <a:lnTo>
                  <a:pt x="5069262" y="2830812"/>
                </a:lnTo>
                <a:lnTo>
                  <a:pt x="5088834" y="2834337"/>
                </a:lnTo>
                <a:lnTo>
                  <a:pt x="5108407" y="2837852"/>
                </a:lnTo>
                <a:lnTo>
                  <a:pt x="5127979" y="2841357"/>
                </a:lnTo>
                <a:lnTo>
                  <a:pt x="5147552" y="2844853"/>
                </a:lnTo>
                <a:lnTo>
                  <a:pt x="5167124" y="2848338"/>
                </a:lnTo>
                <a:lnTo>
                  <a:pt x="5186696" y="2851814"/>
                </a:lnTo>
                <a:lnTo>
                  <a:pt x="5206269" y="2855281"/>
                </a:lnTo>
                <a:lnTo>
                  <a:pt x="5225841" y="2858737"/>
                </a:lnTo>
                <a:lnTo>
                  <a:pt x="5245414" y="2862185"/>
                </a:lnTo>
                <a:lnTo>
                  <a:pt x="5264986" y="2865622"/>
                </a:lnTo>
                <a:lnTo>
                  <a:pt x="5284559" y="2869051"/>
                </a:lnTo>
                <a:lnTo>
                  <a:pt x="5304131" y="2872470"/>
                </a:lnTo>
                <a:lnTo>
                  <a:pt x="5323704" y="2875879"/>
                </a:lnTo>
                <a:lnTo>
                  <a:pt x="5343276" y="2879280"/>
                </a:lnTo>
                <a:lnTo>
                  <a:pt x="5362848" y="2882671"/>
                </a:lnTo>
                <a:lnTo>
                  <a:pt x="5382421" y="2886053"/>
                </a:lnTo>
                <a:lnTo>
                  <a:pt x="5401993" y="2889426"/>
                </a:lnTo>
                <a:lnTo>
                  <a:pt x="5421566" y="2892790"/>
                </a:lnTo>
                <a:lnTo>
                  <a:pt x="5441138" y="2896145"/>
                </a:lnTo>
                <a:lnTo>
                  <a:pt x="5460711" y="2899491"/>
                </a:lnTo>
                <a:lnTo>
                  <a:pt x="5480283" y="2902828"/>
                </a:lnTo>
                <a:lnTo>
                  <a:pt x="5499856" y="2906156"/>
                </a:lnTo>
                <a:lnTo>
                  <a:pt x="5519428" y="2909475"/>
                </a:lnTo>
                <a:lnTo>
                  <a:pt x="5539000" y="2912786"/>
                </a:lnTo>
                <a:lnTo>
                  <a:pt x="5558573" y="2916088"/>
                </a:lnTo>
                <a:lnTo>
                  <a:pt x="5578145" y="2919381"/>
                </a:lnTo>
                <a:lnTo>
                  <a:pt x="5597718" y="2922666"/>
                </a:lnTo>
                <a:lnTo>
                  <a:pt x="5617290" y="2925942"/>
                </a:lnTo>
                <a:lnTo>
                  <a:pt x="5636863" y="2929209"/>
                </a:lnTo>
                <a:lnTo>
                  <a:pt x="5656435" y="2932468"/>
                </a:lnTo>
                <a:lnTo>
                  <a:pt x="5676008" y="2935718"/>
                </a:lnTo>
                <a:lnTo>
                  <a:pt x="5695580" y="2938960"/>
                </a:lnTo>
                <a:lnTo>
                  <a:pt x="5715152" y="2942194"/>
                </a:lnTo>
                <a:lnTo>
                  <a:pt x="5734725" y="2945420"/>
                </a:lnTo>
                <a:lnTo>
                  <a:pt x="5754297" y="2948637"/>
                </a:lnTo>
                <a:lnTo>
                  <a:pt x="5773870" y="2951846"/>
                </a:lnTo>
                <a:lnTo>
                  <a:pt x="5793442" y="2955046"/>
                </a:lnTo>
                <a:lnTo>
                  <a:pt x="5813015" y="2958239"/>
                </a:lnTo>
                <a:lnTo>
                  <a:pt x="5832587" y="2961423"/>
                </a:lnTo>
                <a:lnTo>
                  <a:pt x="5852160" y="2964600"/>
                </a:lnTo>
                <a:lnTo>
                  <a:pt x="5852160" y="3442821"/>
                </a:lnTo>
                <a:lnTo>
                  <a:pt x="5832587" y="3442821"/>
                </a:lnTo>
                <a:lnTo>
                  <a:pt x="5813015" y="3442821"/>
                </a:lnTo>
                <a:lnTo>
                  <a:pt x="5793442" y="3442821"/>
                </a:lnTo>
                <a:lnTo>
                  <a:pt x="5773870" y="3442821"/>
                </a:lnTo>
                <a:lnTo>
                  <a:pt x="5754297" y="3442821"/>
                </a:lnTo>
                <a:lnTo>
                  <a:pt x="5734725" y="3442821"/>
                </a:lnTo>
                <a:lnTo>
                  <a:pt x="5715152" y="3442821"/>
                </a:lnTo>
                <a:lnTo>
                  <a:pt x="5695580" y="3442821"/>
                </a:lnTo>
                <a:lnTo>
                  <a:pt x="5676008" y="3442821"/>
                </a:lnTo>
                <a:lnTo>
                  <a:pt x="5656435" y="3442821"/>
                </a:lnTo>
                <a:lnTo>
                  <a:pt x="5636863" y="3442821"/>
                </a:lnTo>
                <a:lnTo>
                  <a:pt x="5617290" y="3442821"/>
                </a:lnTo>
                <a:lnTo>
                  <a:pt x="5597718" y="3442821"/>
                </a:lnTo>
                <a:lnTo>
                  <a:pt x="5578145" y="3442821"/>
                </a:lnTo>
                <a:lnTo>
                  <a:pt x="5558573" y="3442821"/>
                </a:lnTo>
                <a:lnTo>
                  <a:pt x="5539000" y="3442821"/>
                </a:lnTo>
                <a:lnTo>
                  <a:pt x="5519428" y="3442821"/>
                </a:lnTo>
                <a:lnTo>
                  <a:pt x="5499856" y="3442821"/>
                </a:lnTo>
                <a:lnTo>
                  <a:pt x="5480283" y="3442821"/>
                </a:lnTo>
                <a:lnTo>
                  <a:pt x="5460711" y="3442821"/>
                </a:lnTo>
                <a:lnTo>
                  <a:pt x="5441138" y="3442821"/>
                </a:lnTo>
                <a:lnTo>
                  <a:pt x="5421566" y="3442821"/>
                </a:lnTo>
                <a:lnTo>
                  <a:pt x="5401993" y="3442821"/>
                </a:lnTo>
                <a:lnTo>
                  <a:pt x="5382421" y="3442821"/>
                </a:lnTo>
                <a:lnTo>
                  <a:pt x="5362848" y="3442821"/>
                </a:lnTo>
                <a:lnTo>
                  <a:pt x="5343276" y="3442821"/>
                </a:lnTo>
                <a:lnTo>
                  <a:pt x="5323704" y="3442821"/>
                </a:lnTo>
                <a:lnTo>
                  <a:pt x="5304131" y="3442821"/>
                </a:lnTo>
                <a:lnTo>
                  <a:pt x="5284559" y="3442821"/>
                </a:lnTo>
                <a:lnTo>
                  <a:pt x="5264986" y="3442821"/>
                </a:lnTo>
                <a:lnTo>
                  <a:pt x="5245414" y="3442821"/>
                </a:lnTo>
                <a:lnTo>
                  <a:pt x="5225841" y="3442821"/>
                </a:lnTo>
                <a:lnTo>
                  <a:pt x="5206269" y="3442821"/>
                </a:lnTo>
                <a:lnTo>
                  <a:pt x="5186696" y="3442821"/>
                </a:lnTo>
                <a:lnTo>
                  <a:pt x="5167124" y="3442821"/>
                </a:lnTo>
                <a:lnTo>
                  <a:pt x="5147552" y="3442821"/>
                </a:lnTo>
                <a:lnTo>
                  <a:pt x="5127979" y="3442821"/>
                </a:lnTo>
                <a:lnTo>
                  <a:pt x="5108407" y="3442821"/>
                </a:lnTo>
                <a:lnTo>
                  <a:pt x="5088834" y="3442821"/>
                </a:lnTo>
                <a:lnTo>
                  <a:pt x="5069262" y="3442821"/>
                </a:lnTo>
                <a:lnTo>
                  <a:pt x="5049689" y="3442821"/>
                </a:lnTo>
                <a:lnTo>
                  <a:pt x="5030117" y="3442821"/>
                </a:lnTo>
                <a:lnTo>
                  <a:pt x="5010545" y="3442821"/>
                </a:lnTo>
                <a:lnTo>
                  <a:pt x="4990972" y="3442821"/>
                </a:lnTo>
                <a:lnTo>
                  <a:pt x="4971400" y="3442821"/>
                </a:lnTo>
                <a:lnTo>
                  <a:pt x="4951827" y="3442821"/>
                </a:lnTo>
                <a:lnTo>
                  <a:pt x="4932255" y="3442821"/>
                </a:lnTo>
                <a:lnTo>
                  <a:pt x="4912682" y="3442821"/>
                </a:lnTo>
                <a:lnTo>
                  <a:pt x="4893110" y="3442821"/>
                </a:lnTo>
                <a:lnTo>
                  <a:pt x="4873537" y="3442821"/>
                </a:lnTo>
                <a:lnTo>
                  <a:pt x="4853965" y="3442821"/>
                </a:lnTo>
                <a:lnTo>
                  <a:pt x="4834393" y="3442821"/>
                </a:lnTo>
                <a:lnTo>
                  <a:pt x="4814820" y="3442821"/>
                </a:lnTo>
                <a:lnTo>
                  <a:pt x="4795248" y="3442821"/>
                </a:lnTo>
                <a:lnTo>
                  <a:pt x="4775675" y="3442821"/>
                </a:lnTo>
                <a:lnTo>
                  <a:pt x="4756103" y="3442821"/>
                </a:lnTo>
                <a:lnTo>
                  <a:pt x="4736530" y="3442821"/>
                </a:lnTo>
                <a:lnTo>
                  <a:pt x="4716958" y="3442821"/>
                </a:lnTo>
                <a:lnTo>
                  <a:pt x="4697385" y="3442821"/>
                </a:lnTo>
                <a:lnTo>
                  <a:pt x="4677813" y="3442821"/>
                </a:lnTo>
                <a:lnTo>
                  <a:pt x="4658241" y="3442821"/>
                </a:lnTo>
                <a:lnTo>
                  <a:pt x="4638668" y="3442821"/>
                </a:lnTo>
                <a:lnTo>
                  <a:pt x="4619096" y="3442821"/>
                </a:lnTo>
                <a:lnTo>
                  <a:pt x="4599523" y="3442821"/>
                </a:lnTo>
                <a:lnTo>
                  <a:pt x="4579951" y="3442821"/>
                </a:lnTo>
                <a:lnTo>
                  <a:pt x="4560378" y="3442821"/>
                </a:lnTo>
                <a:lnTo>
                  <a:pt x="4540806" y="3442821"/>
                </a:lnTo>
                <a:lnTo>
                  <a:pt x="4521233" y="3442821"/>
                </a:lnTo>
                <a:lnTo>
                  <a:pt x="4501661" y="3442821"/>
                </a:lnTo>
                <a:lnTo>
                  <a:pt x="4482089" y="3442821"/>
                </a:lnTo>
                <a:lnTo>
                  <a:pt x="4462516" y="3442821"/>
                </a:lnTo>
                <a:lnTo>
                  <a:pt x="4442944" y="3442821"/>
                </a:lnTo>
                <a:lnTo>
                  <a:pt x="4423371" y="3442821"/>
                </a:lnTo>
                <a:lnTo>
                  <a:pt x="4403799" y="3442821"/>
                </a:lnTo>
                <a:lnTo>
                  <a:pt x="4384226" y="3442821"/>
                </a:lnTo>
                <a:lnTo>
                  <a:pt x="4364654" y="3442821"/>
                </a:lnTo>
                <a:lnTo>
                  <a:pt x="4345082" y="3442821"/>
                </a:lnTo>
                <a:lnTo>
                  <a:pt x="4325509" y="3442821"/>
                </a:lnTo>
                <a:lnTo>
                  <a:pt x="4305937" y="3442821"/>
                </a:lnTo>
                <a:lnTo>
                  <a:pt x="4286364" y="3442821"/>
                </a:lnTo>
                <a:lnTo>
                  <a:pt x="4266792" y="3442821"/>
                </a:lnTo>
                <a:lnTo>
                  <a:pt x="4247219" y="3442821"/>
                </a:lnTo>
                <a:lnTo>
                  <a:pt x="4227647" y="3442821"/>
                </a:lnTo>
                <a:lnTo>
                  <a:pt x="4208074" y="3442821"/>
                </a:lnTo>
                <a:lnTo>
                  <a:pt x="4188502" y="3442821"/>
                </a:lnTo>
                <a:lnTo>
                  <a:pt x="4168930" y="3442821"/>
                </a:lnTo>
                <a:lnTo>
                  <a:pt x="4149357" y="3442821"/>
                </a:lnTo>
                <a:lnTo>
                  <a:pt x="4129785" y="3442821"/>
                </a:lnTo>
                <a:lnTo>
                  <a:pt x="4110212" y="3442821"/>
                </a:lnTo>
                <a:lnTo>
                  <a:pt x="4090640" y="3442821"/>
                </a:lnTo>
                <a:lnTo>
                  <a:pt x="4071067" y="3442821"/>
                </a:lnTo>
                <a:lnTo>
                  <a:pt x="4051495" y="3442821"/>
                </a:lnTo>
                <a:lnTo>
                  <a:pt x="4031922" y="3442821"/>
                </a:lnTo>
                <a:lnTo>
                  <a:pt x="4012350" y="3442821"/>
                </a:lnTo>
                <a:lnTo>
                  <a:pt x="3992778" y="3442821"/>
                </a:lnTo>
                <a:lnTo>
                  <a:pt x="3973205" y="3442821"/>
                </a:lnTo>
                <a:lnTo>
                  <a:pt x="3953633" y="3442821"/>
                </a:lnTo>
                <a:lnTo>
                  <a:pt x="3934060" y="3442821"/>
                </a:lnTo>
                <a:lnTo>
                  <a:pt x="3914488" y="3442821"/>
                </a:lnTo>
                <a:lnTo>
                  <a:pt x="3894915" y="3442821"/>
                </a:lnTo>
                <a:lnTo>
                  <a:pt x="3875343" y="3442821"/>
                </a:lnTo>
                <a:lnTo>
                  <a:pt x="3855770" y="3442821"/>
                </a:lnTo>
                <a:lnTo>
                  <a:pt x="3836198" y="3442821"/>
                </a:lnTo>
                <a:lnTo>
                  <a:pt x="3816626" y="3442821"/>
                </a:lnTo>
                <a:lnTo>
                  <a:pt x="3797053" y="3442821"/>
                </a:lnTo>
                <a:lnTo>
                  <a:pt x="3777481" y="3442821"/>
                </a:lnTo>
                <a:lnTo>
                  <a:pt x="3757908" y="3442821"/>
                </a:lnTo>
                <a:lnTo>
                  <a:pt x="3738336" y="3442821"/>
                </a:lnTo>
                <a:lnTo>
                  <a:pt x="3718763" y="3442821"/>
                </a:lnTo>
                <a:lnTo>
                  <a:pt x="3699191" y="3442821"/>
                </a:lnTo>
                <a:lnTo>
                  <a:pt x="3679618" y="3442821"/>
                </a:lnTo>
                <a:lnTo>
                  <a:pt x="3660046" y="3442821"/>
                </a:lnTo>
                <a:lnTo>
                  <a:pt x="3640474" y="3442821"/>
                </a:lnTo>
                <a:lnTo>
                  <a:pt x="3620901" y="3442821"/>
                </a:lnTo>
                <a:lnTo>
                  <a:pt x="3601329" y="3442821"/>
                </a:lnTo>
                <a:lnTo>
                  <a:pt x="3581756" y="3442821"/>
                </a:lnTo>
                <a:lnTo>
                  <a:pt x="3562184" y="3442821"/>
                </a:lnTo>
                <a:lnTo>
                  <a:pt x="3542611" y="3442821"/>
                </a:lnTo>
                <a:lnTo>
                  <a:pt x="3523039" y="3442821"/>
                </a:lnTo>
                <a:lnTo>
                  <a:pt x="3503467" y="3442821"/>
                </a:lnTo>
                <a:lnTo>
                  <a:pt x="3483894" y="3442821"/>
                </a:lnTo>
                <a:lnTo>
                  <a:pt x="3464322" y="3442821"/>
                </a:lnTo>
                <a:lnTo>
                  <a:pt x="3444749" y="3442821"/>
                </a:lnTo>
                <a:lnTo>
                  <a:pt x="3425177" y="3442821"/>
                </a:lnTo>
                <a:lnTo>
                  <a:pt x="3405604" y="3442821"/>
                </a:lnTo>
                <a:lnTo>
                  <a:pt x="3386032" y="3442821"/>
                </a:lnTo>
                <a:lnTo>
                  <a:pt x="3366459" y="3442821"/>
                </a:lnTo>
                <a:lnTo>
                  <a:pt x="3346887" y="3442821"/>
                </a:lnTo>
                <a:lnTo>
                  <a:pt x="3327315" y="3442821"/>
                </a:lnTo>
                <a:lnTo>
                  <a:pt x="3307742" y="3442821"/>
                </a:lnTo>
                <a:lnTo>
                  <a:pt x="3288170" y="3442821"/>
                </a:lnTo>
                <a:lnTo>
                  <a:pt x="3268597" y="3442821"/>
                </a:lnTo>
                <a:lnTo>
                  <a:pt x="3249025" y="3442821"/>
                </a:lnTo>
                <a:lnTo>
                  <a:pt x="3229452" y="3442821"/>
                </a:lnTo>
                <a:lnTo>
                  <a:pt x="3209880" y="3442821"/>
                </a:lnTo>
                <a:lnTo>
                  <a:pt x="3190307" y="3442821"/>
                </a:lnTo>
                <a:lnTo>
                  <a:pt x="3170735" y="3442821"/>
                </a:lnTo>
                <a:lnTo>
                  <a:pt x="3151163" y="3442821"/>
                </a:lnTo>
                <a:lnTo>
                  <a:pt x="3131590" y="3442821"/>
                </a:lnTo>
                <a:lnTo>
                  <a:pt x="3112018" y="3442821"/>
                </a:lnTo>
                <a:lnTo>
                  <a:pt x="3092445" y="3442821"/>
                </a:lnTo>
                <a:lnTo>
                  <a:pt x="3072873" y="3442821"/>
                </a:lnTo>
                <a:lnTo>
                  <a:pt x="3053300" y="3442821"/>
                </a:lnTo>
                <a:lnTo>
                  <a:pt x="3033728" y="3442821"/>
                </a:lnTo>
                <a:lnTo>
                  <a:pt x="3014155" y="3442821"/>
                </a:lnTo>
                <a:lnTo>
                  <a:pt x="2994583" y="3442821"/>
                </a:lnTo>
                <a:lnTo>
                  <a:pt x="2975011" y="3442821"/>
                </a:lnTo>
                <a:lnTo>
                  <a:pt x="2955438" y="3442821"/>
                </a:lnTo>
                <a:lnTo>
                  <a:pt x="2935866" y="3442821"/>
                </a:lnTo>
                <a:lnTo>
                  <a:pt x="2916293" y="3442821"/>
                </a:lnTo>
                <a:lnTo>
                  <a:pt x="2896721" y="3442821"/>
                </a:lnTo>
                <a:lnTo>
                  <a:pt x="2877148" y="3442821"/>
                </a:lnTo>
                <a:lnTo>
                  <a:pt x="2857576" y="3442821"/>
                </a:lnTo>
                <a:lnTo>
                  <a:pt x="2838004" y="3442821"/>
                </a:lnTo>
                <a:lnTo>
                  <a:pt x="2818431" y="3442821"/>
                </a:lnTo>
                <a:lnTo>
                  <a:pt x="2798859" y="3442821"/>
                </a:lnTo>
                <a:lnTo>
                  <a:pt x="2779286" y="3442821"/>
                </a:lnTo>
                <a:lnTo>
                  <a:pt x="2759714" y="3442821"/>
                </a:lnTo>
                <a:lnTo>
                  <a:pt x="2740141" y="3442821"/>
                </a:lnTo>
                <a:lnTo>
                  <a:pt x="2720569" y="3442821"/>
                </a:lnTo>
                <a:lnTo>
                  <a:pt x="2700996" y="3442821"/>
                </a:lnTo>
                <a:lnTo>
                  <a:pt x="2681424" y="3442821"/>
                </a:lnTo>
                <a:lnTo>
                  <a:pt x="2661852" y="3442821"/>
                </a:lnTo>
                <a:lnTo>
                  <a:pt x="2642279" y="3442821"/>
                </a:lnTo>
                <a:lnTo>
                  <a:pt x="2622707" y="3442821"/>
                </a:lnTo>
                <a:lnTo>
                  <a:pt x="2603134" y="3442821"/>
                </a:lnTo>
                <a:lnTo>
                  <a:pt x="2583562" y="3442821"/>
                </a:lnTo>
                <a:lnTo>
                  <a:pt x="2563989" y="3442821"/>
                </a:lnTo>
                <a:lnTo>
                  <a:pt x="2544417" y="3442821"/>
                </a:lnTo>
                <a:lnTo>
                  <a:pt x="2524844" y="3442821"/>
                </a:lnTo>
                <a:lnTo>
                  <a:pt x="2505272" y="3442821"/>
                </a:lnTo>
                <a:lnTo>
                  <a:pt x="2485700" y="3442821"/>
                </a:lnTo>
                <a:lnTo>
                  <a:pt x="2466127" y="3442821"/>
                </a:lnTo>
                <a:lnTo>
                  <a:pt x="2446555" y="3442821"/>
                </a:lnTo>
                <a:lnTo>
                  <a:pt x="2426982" y="3442821"/>
                </a:lnTo>
                <a:lnTo>
                  <a:pt x="2407410" y="3442821"/>
                </a:lnTo>
                <a:lnTo>
                  <a:pt x="2387837" y="3442821"/>
                </a:lnTo>
                <a:lnTo>
                  <a:pt x="2368265" y="3442821"/>
                </a:lnTo>
                <a:lnTo>
                  <a:pt x="2348692" y="3442821"/>
                </a:lnTo>
                <a:lnTo>
                  <a:pt x="2329120" y="3442821"/>
                </a:lnTo>
                <a:lnTo>
                  <a:pt x="2309548" y="3442821"/>
                </a:lnTo>
                <a:lnTo>
                  <a:pt x="2289975" y="3442821"/>
                </a:lnTo>
                <a:lnTo>
                  <a:pt x="2270403" y="3442821"/>
                </a:lnTo>
                <a:lnTo>
                  <a:pt x="2250830" y="3442821"/>
                </a:lnTo>
                <a:lnTo>
                  <a:pt x="2231258" y="3442821"/>
                </a:lnTo>
                <a:lnTo>
                  <a:pt x="2211685" y="3442821"/>
                </a:lnTo>
                <a:lnTo>
                  <a:pt x="2192113" y="3442821"/>
                </a:lnTo>
                <a:lnTo>
                  <a:pt x="2172541" y="3442821"/>
                </a:lnTo>
                <a:lnTo>
                  <a:pt x="2152968" y="3442821"/>
                </a:lnTo>
                <a:lnTo>
                  <a:pt x="2133396" y="3442821"/>
                </a:lnTo>
                <a:lnTo>
                  <a:pt x="2113823" y="3442821"/>
                </a:lnTo>
                <a:lnTo>
                  <a:pt x="2094251" y="3442821"/>
                </a:lnTo>
                <a:lnTo>
                  <a:pt x="2074678" y="3442821"/>
                </a:lnTo>
                <a:lnTo>
                  <a:pt x="2055106" y="3442821"/>
                </a:lnTo>
                <a:lnTo>
                  <a:pt x="2035533" y="3442821"/>
                </a:lnTo>
                <a:lnTo>
                  <a:pt x="2015961" y="3442821"/>
                </a:lnTo>
                <a:lnTo>
                  <a:pt x="1996389" y="3442821"/>
                </a:lnTo>
                <a:lnTo>
                  <a:pt x="1976816" y="3442821"/>
                </a:lnTo>
                <a:lnTo>
                  <a:pt x="1957244" y="3442821"/>
                </a:lnTo>
                <a:lnTo>
                  <a:pt x="1937671" y="3442821"/>
                </a:lnTo>
                <a:lnTo>
                  <a:pt x="1918099" y="3442821"/>
                </a:lnTo>
                <a:lnTo>
                  <a:pt x="1898526" y="3442821"/>
                </a:lnTo>
                <a:lnTo>
                  <a:pt x="1878954" y="3442821"/>
                </a:lnTo>
                <a:lnTo>
                  <a:pt x="1859381" y="3442821"/>
                </a:lnTo>
                <a:lnTo>
                  <a:pt x="1839809" y="3442821"/>
                </a:lnTo>
                <a:lnTo>
                  <a:pt x="1820237" y="3442821"/>
                </a:lnTo>
                <a:lnTo>
                  <a:pt x="1800664" y="3442821"/>
                </a:lnTo>
                <a:lnTo>
                  <a:pt x="1781092" y="3442821"/>
                </a:lnTo>
                <a:lnTo>
                  <a:pt x="1761519" y="3442821"/>
                </a:lnTo>
                <a:lnTo>
                  <a:pt x="1741947" y="3442821"/>
                </a:lnTo>
                <a:lnTo>
                  <a:pt x="1722374" y="3442821"/>
                </a:lnTo>
                <a:lnTo>
                  <a:pt x="1702802" y="3442821"/>
                </a:lnTo>
                <a:lnTo>
                  <a:pt x="1683229" y="3442821"/>
                </a:lnTo>
                <a:lnTo>
                  <a:pt x="1663657" y="3442821"/>
                </a:lnTo>
                <a:lnTo>
                  <a:pt x="1644085" y="3442821"/>
                </a:lnTo>
                <a:lnTo>
                  <a:pt x="1624512" y="3442821"/>
                </a:lnTo>
                <a:lnTo>
                  <a:pt x="1604940" y="3442821"/>
                </a:lnTo>
                <a:lnTo>
                  <a:pt x="1585367" y="3442821"/>
                </a:lnTo>
                <a:lnTo>
                  <a:pt x="1565795" y="3442821"/>
                </a:lnTo>
                <a:lnTo>
                  <a:pt x="1546222" y="3442821"/>
                </a:lnTo>
                <a:lnTo>
                  <a:pt x="1526650" y="3442821"/>
                </a:lnTo>
                <a:lnTo>
                  <a:pt x="1507077" y="3442821"/>
                </a:lnTo>
                <a:lnTo>
                  <a:pt x="1487505" y="3442821"/>
                </a:lnTo>
                <a:lnTo>
                  <a:pt x="1467933" y="3442821"/>
                </a:lnTo>
                <a:lnTo>
                  <a:pt x="1448360" y="3442821"/>
                </a:lnTo>
                <a:lnTo>
                  <a:pt x="1428788" y="3442821"/>
                </a:lnTo>
                <a:lnTo>
                  <a:pt x="1409215" y="3442821"/>
                </a:lnTo>
                <a:lnTo>
                  <a:pt x="1389643" y="3442821"/>
                </a:lnTo>
                <a:lnTo>
                  <a:pt x="1370070" y="3442821"/>
                </a:lnTo>
                <a:lnTo>
                  <a:pt x="1350498" y="3442821"/>
                </a:lnTo>
                <a:lnTo>
                  <a:pt x="1330926" y="3442821"/>
                </a:lnTo>
                <a:lnTo>
                  <a:pt x="1311353" y="3442821"/>
                </a:lnTo>
                <a:lnTo>
                  <a:pt x="1291781" y="3442821"/>
                </a:lnTo>
                <a:lnTo>
                  <a:pt x="1272208" y="3442821"/>
                </a:lnTo>
                <a:lnTo>
                  <a:pt x="1252636" y="3442821"/>
                </a:lnTo>
                <a:lnTo>
                  <a:pt x="1233063" y="3442821"/>
                </a:lnTo>
                <a:lnTo>
                  <a:pt x="1213491" y="3442821"/>
                </a:lnTo>
                <a:lnTo>
                  <a:pt x="1193918" y="3442821"/>
                </a:lnTo>
                <a:lnTo>
                  <a:pt x="1174346" y="3442821"/>
                </a:lnTo>
                <a:lnTo>
                  <a:pt x="1154774" y="3442821"/>
                </a:lnTo>
                <a:lnTo>
                  <a:pt x="1135201" y="3442821"/>
                </a:lnTo>
                <a:lnTo>
                  <a:pt x="1115629" y="3442821"/>
                </a:lnTo>
                <a:lnTo>
                  <a:pt x="1096056" y="3442821"/>
                </a:lnTo>
                <a:lnTo>
                  <a:pt x="1076484" y="3442821"/>
                </a:lnTo>
                <a:lnTo>
                  <a:pt x="1056911" y="3442821"/>
                </a:lnTo>
                <a:lnTo>
                  <a:pt x="1037339" y="3442821"/>
                </a:lnTo>
                <a:lnTo>
                  <a:pt x="1017766" y="3442821"/>
                </a:lnTo>
                <a:lnTo>
                  <a:pt x="998194" y="3442821"/>
                </a:lnTo>
                <a:lnTo>
                  <a:pt x="978622" y="3442821"/>
                </a:lnTo>
                <a:lnTo>
                  <a:pt x="959049" y="3442821"/>
                </a:lnTo>
                <a:lnTo>
                  <a:pt x="939477" y="3442821"/>
                </a:lnTo>
                <a:lnTo>
                  <a:pt x="919904" y="3442821"/>
                </a:lnTo>
                <a:lnTo>
                  <a:pt x="900332" y="3442821"/>
                </a:lnTo>
                <a:lnTo>
                  <a:pt x="880759" y="3442821"/>
                </a:lnTo>
                <a:lnTo>
                  <a:pt x="861187" y="3442821"/>
                </a:lnTo>
                <a:lnTo>
                  <a:pt x="841614" y="3442821"/>
                </a:lnTo>
                <a:lnTo>
                  <a:pt x="822042" y="3442821"/>
                </a:lnTo>
                <a:lnTo>
                  <a:pt x="802470" y="3442821"/>
                </a:lnTo>
                <a:lnTo>
                  <a:pt x="782897" y="3442821"/>
                </a:lnTo>
                <a:lnTo>
                  <a:pt x="763325" y="3442821"/>
                </a:lnTo>
                <a:lnTo>
                  <a:pt x="743752" y="3442821"/>
                </a:lnTo>
                <a:lnTo>
                  <a:pt x="724180" y="3442821"/>
                </a:lnTo>
                <a:lnTo>
                  <a:pt x="704607" y="3442821"/>
                </a:lnTo>
                <a:lnTo>
                  <a:pt x="685035" y="3442821"/>
                </a:lnTo>
                <a:lnTo>
                  <a:pt x="665463" y="3442821"/>
                </a:lnTo>
                <a:lnTo>
                  <a:pt x="645890" y="3442821"/>
                </a:lnTo>
                <a:lnTo>
                  <a:pt x="626318" y="3442821"/>
                </a:lnTo>
                <a:lnTo>
                  <a:pt x="606745" y="3442821"/>
                </a:lnTo>
                <a:lnTo>
                  <a:pt x="587173" y="3442821"/>
                </a:lnTo>
                <a:lnTo>
                  <a:pt x="567600" y="3442821"/>
                </a:lnTo>
                <a:lnTo>
                  <a:pt x="548028" y="3442821"/>
                </a:lnTo>
                <a:lnTo>
                  <a:pt x="528455" y="3442821"/>
                </a:lnTo>
                <a:lnTo>
                  <a:pt x="508883" y="3442821"/>
                </a:lnTo>
                <a:lnTo>
                  <a:pt x="489311" y="3442821"/>
                </a:lnTo>
                <a:lnTo>
                  <a:pt x="469738" y="3442821"/>
                </a:lnTo>
                <a:lnTo>
                  <a:pt x="450166" y="3442821"/>
                </a:lnTo>
                <a:lnTo>
                  <a:pt x="430593" y="3442821"/>
                </a:lnTo>
                <a:lnTo>
                  <a:pt x="411021" y="3442821"/>
                </a:lnTo>
                <a:lnTo>
                  <a:pt x="391448" y="3442821"/>
                </a:lnTo>
                <a:lnTo>
                  <a:pt x="371876" y="3442821"/>
                </a:lnTo>
                <a:lnTo>
                  <a:pt x="352303" y="3442821"/>
                </a:lnTo>
                <a:lnTo>
                  <a:pt x="332731" y="3442821"/>
                </a:lnTo>
                <a:lnTo>
                  <a:pt x="313159" y="3442821"/>
                </a:lnTo>
                <a:lnTo>
                  <a:pt x="293586" y="3442821"/>
                </a:lnTo>
                <a:lnTo>
                  <a:pt x="274014" y="3442821"/>
                </a:lnTo>
                <a:lnTo>
                  <a:pt x="254441" y="3442821"/>
                </a:lnTo>
                <a:lnTo>
                  <a:pt x="234869" y="3442821"/>
                </a:lnTo>
                <a:lnTo>
                  <a:pt x="215296" y="3442821"/>
                </a:lnTo>
                <a:lnTo>
                  <a:pt x="195724" y="3442821"/>
                </a:lnTo>
                <a:lnTo>
                  <a:pt x="176151" y="3442821"/>
                </a:lnTo>
                <a:lnTo>
                  <a:pt x="156579" y="3442821"/>
                </a:lnTo>
                <a:lnTo>
                  <a:pt x="137007" y="3442821"/>
                </a:lnTo>
                <a:lnTo>
                  <a:pt x="117434" y="3442821"/>
                </a:lnTo>
                <a:lnTo>
                  <a:pt x="97862" y="3442821"/>
                </a:lnTo>
                <a:lnTo>
                  <a:pt x="78289" y="3442821"/>
                </a:lnTo>
                <a:lnTo>
                  <a:pt x="58717" y="3442821"/>
                </a:lnTo>
                <a:lnTo>
                  <a:pt x="39144" y="3442821"/>
                </a:lnTo>
                <a:lnTo>
                  <a:pt x="19572" y="3442821"/>
                </a:lnTo>
                <a:lnTo>
                  <a:pt x="0" y="3442821"/>
                </a:lnTo>
                <a:close/>
              </a:path>
            </a:pathLst>
          </a:custGeom>
          <a:solidFill>
            <a:srgbClr val="8EDBD4">
              <a:alpha val="22000"/>
            </a:srgbClr>
          </a:solidFill>
          <a:ln w="10160">
            <a:solidFill>
              <a:srgbClr val="8EDBD4">
                <a:alpha val="22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A-E02 polygon 28" descr="sci-ppt:o028"/>
          <p:cNvSpPr/>
          <p:nvPr/>
        </p:nvSpPr>
        <p:spPr>
          <a:xfrm>
            <a:off x="914400" y="1586379"/>
            <a:ext cx="5852160" cy="2964600"/>
          </a:xfrm>
          <a:custGeom>
            <a:avLst/>
            <a:gdLst/>
            <a:ahLst/>
            <a:cxnLst/>
            <a:rect l="l" t="t" r="r" b="b"/>
            <a:pathLst>
              <a:path w="5852160" h="2964600">
                <a:moveTo>
                  <a:pt x="0" y="0"/>
                </a:moveTo>
                <a:lnTo>
                  <a:pt x="39144" y="729896"/>
                </a:lnTo>
                <a:lnTo>
                  <a:pt x="78289" y="907178"/>
                </a:lnTo>
                <a:lnTo>
                  <a:pt x="117434" y="1012734"/>
                </a:lnTo>
                <a:lnTo>
                  <a:pt x="156579" y="1088814"/>
                </a:lnTo>
                <a:lnTo>
                  <a:pt x="195724" y="1149017"/>
                </a:lnTo>
                <a:lnTo>
                  <a:pt x="234869" y="1199405"/>
                </a:lnTo>
                <a:lnTo>
                  <a:pt x="274014" y="1243178"/>
                </a:lnTo>
                <a:lnTo>
                  <a:pt x="313159" y="1282222"/>
                </a:lnTo>
                <a:lnTo>
                  <a:pt x="352303" y="1317726"/>
                </a:lnTo>
                <a:lnTo>
                  <a:pt x="391448" y="1350488"/>
                </a:lnTo>
                <a:lnTo>
                  <a:pt x="430593" y="1381064"/>
                </a:lnTo>
                <a:lnTo>
                  <a:pt x="469738" y="1409856"/>
                </a:lnTo>
                <a:lnTo>
                  <a:pt x="508883" y="1437163"/>
                </a:lnTo>
                <a:lnTo>
                  <a:pt x="548028" y="1463210"/>
                </a:lnTo>
                <a:lnTo>
                  <a:pt x="587173" y="1488174"/>
                </a:lnTo>
                <a:lnTo>
                  <a:pt x="626318" y="1512195"/>
                </a:lnTo>
                <a:lnTo>
                  <a:pt x="665463" y="1535385"/>
                </a:lnTo>
                <a:lnTo>
                  <a:pt x="704607" y="1557834"/>
                </a:lnTo>
                <a:lnTo>
                  <a:pt x="743752" y="1579617"/>
                </a:lnTo>
                <a:lnTo>
                  <a:pt x="782897" y="1600798"/>
                </a:lnTo>
                <a:lnTo>
                  <a:pt x="822042" y="1621428"/>
                </a:lnTo>
                <a:lnTo>
                  <a:pt x="861187" y="1641554"/>
                </a:lnTo>
                <a:lnTo>
                  <a:pt x="900332" y="1661213"/>
                </a:lnTo>
                <a:lnTo>
                  <a:pt x="939477" y="1680439"/>
                </a:lnTo>
                <a:lnTo>
                  <a:pt x="978622" y="1699261"/>
                </a:lnTo>
                <a:lnTo>
                  <a:pt x="1017766" y="1717705"/>
                </a:lnTo>
                <a:lnTo>
                  <a:pt x="1056911" y="1735793"/>
                </a:lnTo>
                <a:lnTo>
                  <a:pt x="1096056" y="1753545"/>
                </a:lnTo>
                <a:lnTo>
                  <a:pt x="1135201" y="1770980"/>
                </a:lnTo>
                <a:lnTo>
                  <a:pt x="1174346" y="1788114"/>
                </a:lnTo>
                <a:lnTo>
                  <a:pt x="1213491" y="1804961"/>
                </a:lnTo>
                <a:lnTo>
                  <a:pt x="1252636" y="1821534"/>
                </a:lnTo>
                <a:lnTo>
                  <a:pt x="1291781" y="1837847"/>
                </a:lnTo>
                <a:lnTo>
                  <a:pt x="1330926" y="1853909"/>
                </a:lnTo>
                <a:lnTo>
                  <a:pt x="1370070" y="1869731"/>
                </a:lnTo>
                <a:lnTo>
                  <a:pt x="1409215" y="1885322"/>
                </a:lnTo>
                <a:lnTo>
                  <a:pt x="1448360" y="1900692"/>
                </a:lnTo>
                <a:lnTo>
                  <a:pt x="1487505" y="1915848"/>
                </a:lnTo>
                <a:lnTo>
                  <a:pt x="1526650" y="1930797"/>
                </a:lnTo>
                <a:lnTo>
                  <a:pt x="1565795" y="1945548"/>
                </a:lnTo>
                <a:lnTo>
                  <a:pt x="1604940" y="1960105"/>
                </a:lnTo>
                <a:lnTo>
                  <a:pt x="1644085" y="1974477"/>
                </a:lnTo>
                <a:lnTo>
                  <a:pt x="1683229" y="1988667"/>
                </a:lnTo>
                <a:lnTo>
                  <a:pt x="1722374" y="2002683"/>
                </a:lnTo>
                <a:lnTo>
                  <a:pt x="1761519" y="2016528"/>
                </a:lnTo>
                <a:lnTo>
                  <a:pt x="1800664" y="2030208"/>
                </a:lnTo>
                <a:lnTo>
                  <a:pt x="1839809" y="2043728"/>
                </a:lnTo>
                <a:lnTo>
                  <a:pt x="1878954" y="2057091"/>
                </a:lnTo>
                <a:lnTo>
                  <a:pt x="1918099" y="2070302"/>
                </a:lnTo>
                <a:lnTo>
                  <a:pt x="1957244" y="2083366"/>
                </a:lnTo>
                <a:lnTo>
                  <a:pt x="1996389" y="2096285"/>
                </a:lnTo>
                <a:lnTo>
                  <a:pt x="2035533" y="2109063"/>
                </a:lnTo>
                <a:lnTo>
                  <a:pt x="2074678" y="2121704"/>
                </a:lnTo>
                <a:lnTo>
                  <a:pt x="2113823" y="2134212"/>
                </a:lnTo>
                <a:lnTo>
                  <a:pt x="2152968" y="2146588"/>
                </a:lnTo>
                <a:lnTo>
                  <a:pt x="2192113" y="2158837"/>
                </a:lnTo>
                <a:lnTo>
                  <a:pt x="2231258" y="2170962"/>
                </a:lnTo>
                <a:lnTo>
                  <a:pt x="2270403" y="2182964"/>
                </a:lnTo>
                <a:lnTo>
                  <a:pt x="2309548" y="2194847"/>
                </a:lnTo>
                <a:lnTo>
                  <a:pt x="2348692" y="2206613"/>
                </a:lnTo>
                <a:lnTo>
                  <a:pt x="2387837" y="2218265"/>
                </a:lnTo>
                <a:lnTo>
                  <a:pt x="2426982" y="2229805"/>
                </a:lnTo>
                <a:lnTo>
                  <a:pt x="2466127" y="2241236"/>
                </a:lnTo>
                <a:lnTo>
                  <a:pt x="2505272" y="2252560"/>
                </a:lnTo>
                <a:lnTo>
                  <a:pt x="2544417" y="2263778"/>
                </a:lnTo>
                <a:lnTo>
                  <a:pt x="2583562" y="2274893"/>
                </a:lnTo>
                <a:lnTo>
                  <a:pt x="2622707" y="2285908"/>
                </a:lnTo>
                <a:lnTo>
                  <a:pt x="2661852" y="2296823"/>
                </a:lnTo>
                <a:lnTo>
                  <a:pt x="2700996" y="2307641"/>
                </a:lnTo>
                <a:lnTo>
                  <a:pt x="2740141" y="2318364"/>
                </a:lnTo>
                <a:lnTo>
                  <a:pt x="2779286" y="2328994"/>
                </a:lnTo>
                <a:lnTo>
                  <a:pt x="2818431" y="2339531"/>
                </a:lnTo>
                <a:lnTo>
                  <a:pt x="2857576" y="2349979"/>
                </a:lnTo>
                <a:lnTo>
                  <a:pt x="2896721" y="2360338"/>
                </a:lnTo>
                <a:lnTo>
                  <a:pt x="2935866" y="2370610"/>
                </a:lnTo>
                <a:lnTo>
                  <a:pt x="2975011" y="2380796"/>
                </a:lnTo>
                <a:lnTo>
                  <a:pt x="3014155" y="2390899"/>
                </a:lnTo>
                <a:lnTo>
                  <a:pt x="3053300" y="2400919"/>
                </a:lnTo>
                <a:lnTo>
                  <a:pt x="3092445" y="2410858"/>
                </a:lnTo>
                <a:lnTo>
                  <a:pt x="3131590" y="2420717"/>
                </a:lnTo>
                <a:lnTo>
                  <a:pt x="3170735" y="2430498"/>
                </a:lnTo>
                <a:lnTo>
                  <a:pt x="3209880" y="2440201"/>
                </a:lnTo>
                <a:lnTo>
                  <a:pt x="3249025" y="2449829"/>
                </a:lnTo>
                <a:lnTo>
                  <a:pt x="3288170" y="2459383"/>
                </a:lnTo>
                <a:lnTo>
                  <a:pt x="3327315" y="2468862"/>
                </a:lnTo>
                <a:lnTo>
                  <a:pt x="3366459" y="2478270"/>
                </a:lnTo>
                <a:lnTo>
                  <a:pt x="3405604" y="2487606"/>
                </a:lnTo>
                <a:lnTo>
                  <a:pt x="3444749" y="2496873"/>
                </a:lnTo>
                <a:lnTo>
                  <a:pt x="3483894" y="2506070"/>
                </a:lnTo>
                <a:lnTo>
                  <a:pt x="3523039" y="2515200"/>
                </a:lnTo>
                <a:lnTo>
                  <a:pt x="3562184" y="2524262"/>
                </a:lnTo>
                <a:lnTo>
                  <a:pt x="3601329" y="2533259"/>
                </a:lnTo>
                <a:lnTo>
                  <a:pt x="3640474" y="2542191"/>
                </a:lnTo>
                <a:lnTo>
                  <a:pt x="3679618" y="2551059"/>
                </a:lnTo>
                <a:lnTo>
                  <a:pt x="3718763" y="2559864"/>
                </a:lnTo>
                <a:lnTo>
                  <a:pt x="3757908" y="2568607"/>
                </a:lnTo>
                <a:lnTo>
                  <a:pt x="3797053" y="2577289"/>
                </a:lnTo>
                <a:lnTo>
                  <a:pt x="3836198" y="2585910"/>
                </a:lnTo>
                <a:lnTo>
                  <a:pt x="3875343" y="2594472"/>
                </a:lnTo>
                <a:lnTo>
                  <a:pt x="3914488" y="2602976"/>
                </a:lnTo>
                <a:lnTo>
                  <a:pt x="3953633" y="2611422"/>
                </a:lnTo>
                <a:lnTo>
                  <a:pt x="3992778" y="2619810"/>
                </a:lnTo>
                <a:lnTo>
                  <a:pt x="4031922" y="2628143"/>
                </a:lnTo>
                <a:lnTo>
                  <a:pt x="4071067" y="2636420"/>
                </a:lnTo>
                <a:lnTo>
                  <a:pt x="4110212" y="2644642"/>
                </a:lnTo>
                <a:lnTo>
                  <a:pt x="4149357" y="2652810"/>
                </a:lnTo>
                <a:lnTo>
                  <a:pt x="4188502" y="2660925"/>
                </a:lnTo>
                <a:lnTo>
                  <a:pt x="4227647" y="2668988"/>
                </a:lnTo>
                <a:lnTo>
                  <a:pt x="4266792" y="2676999"/>
                </a:lnTo>
                <a:lnTo>
                  <a:pt x="4305937" y="2684958"/>
                </a:lnTo>
                <a:lnTo>
                  <a:pt x="4345082" y="2692867"/>
                </a:lnTo>
                <a:lnTo>
                  <a:pt x="4384226" y="2700727"/>
                </a:lnTo>
                <a:lnTo>
                  <a:pt x="4423371" y="2708537"/>
                </a:lnTo>
                <a:lnTo>
                  <a:pt x="4462516" y="2716298"/>
                </a:lnTo>
                <a:lnTo>
                  <a:pt x="4501661" y="2724011"/>
                </a:lnTo>
                <a:lnTo>
                  <a:pt x="4540806" y="2731677"/>
                </a:lnTo>
                <a:lnTo>
                  <a:pt x="4579951" y="2739297"/>
                </a:lnTo>
                <a:lnTo>
                  <a:pt x="4619096" y="2746870"/>
                </a:lnTo>
                <a:lnTo>
                  <a:pt x="4658241" y="2754397"/>
                </a:lnTo>
                <a:lnTo>
                  <a:pt x="4697385" y="2761879"/>
                </a:lnTo>
                <a:lnTo>
                  <a:pt x="4736530" y="2769317"/>
                </a:lnTo>
                <a:lnTo>
                  <a:pt x="4775675" y="2776711"/>
                </a:lnTo>
                <a:lnTo>
                  <a:pt x="4814820" y="2784061"/>
                </a:lnTo>
                <a:lnTo>
                  <a:pt x="4853965" y="2791368"/>
                </a:lnTo>
                <a:lnTo>
                  <a:pt x="4893110" y="2798633"/>
                </a:lnTo>
                <a:lnTo>
                  <a:pt x="4932255" y="2805856"/>
                </a:lnTo>
                <a:lnTo>
                  <a:pt x="4971400" y="2813037"/>
                </a:lnTo>
                <a:lnTo>
                  <a:pt x="5010545" y="2820178"/>
                </a:lnTo>
                <a:lnTo>
                  <a:pt x="5049689" y="2827277"/>
                </a:lnTo>
                <a:lnTo>
                  <a:pt x="5088834" y="2834337"/>
                </a:lnTo>
                <a:lnTo>
                  <a:pt x="5127979" y="2841357"/>
                </a:lnTo>
                <a:lnTo>
                  <a:pt x="5167124" y="2848338"/>
                </a:lnTo>
                <a:lnTo>
                  <a:pt x="5206269" y="2855281"/>
                </a:lnTo>
                <a:lnTo>
                  <a:pt x="5245414" y="2862185"/>
                </a:lnTo>
                <a:lnTo>
                  <a:pt x="5284559" y="2869051"/>
                </a:lnTo>
                <a:lnTo>
                  <a:pt x="5323704" y="2875879"/>
                </a:lnTo>
                <a:lnTo>
                  <a:pt x="5362848" y="2882671"/>
                </a:lnTo>
                <a:lnTo>
                  <a:pt x="5401993" y="2889426"/>
                </a:lnTo>
                <a:lnTo>
                  <a:pt x="5441138" y="2896145"/>
                </a:lnTo>
                <a:lnTo>
                  <a:pt x="5480283" y="2902828"/>
                </a:lnTo>
                <a:lnTo>
                  <a:pt x="5519428" y="2909475"/>
                </a:lnTo>
                <a:lnTo>
                  <a:pt x="5558573" y="2916088"/>
                </a:lnTo>
                <a:lnTo>
                  <a:pt x="5597718" y="2922666"/>
                </a:lnTo>
                <a:lnTo>
                  <a:pt x="5636863" y="2929209"/>
                </a:lnTo>
                <a:lnTo>
                  <a:pt x="5676008" y="2935718"/>
                </a:lnTo>
                <a:lnTo>
                  <a:pt x="5715152" y="2942194"/>
                </a:lnTo>
                <a:lnTo>
                  <a:pt x="5754297" y="2948637"/>
                </a:lnTo>
                <a:lnTo>
                  <a:pt x="5793442" y="2955046"/>
                </a:lnTo>
                <a:lnTo>
                  <a:pt x="5832587" y="2961423"/>
                </a:lnTo>
                <a:lnTo>
                  <a:pt x="5852160" y="2964600"/>
                </a:lnTo>
              </a:path>
            </a:pathLst>
          </a:custGeom>
          <a:noFill/>
          <a:ln w="4318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A-E02 ellipse 29" descr="sci-ppt:o029"/>
          <p:cNvSpPr/>
          <p:nvPr/>
        </p:nvSpPr>
        <p:spPr>
          <a:xfrm>
            <a:off x="841248" y="1513227"/>
            <a:ext cx="146304" cy="146304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A-E02 text 30" descr="sci-ppt:o030"/>
          <p:cNvSpPr txBox="1"/>
          <p:nvPr/>
        </p:nvSpPr>
        <p:spPr>
          <a:xfrm>
            <a:off x="1051560" y="1860699"/>
            <a:ext cx="21945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B880"/>
                </a:solidFill>
                <a:latin typeface="Arial"/>
              </a:rPr>
              <a:t>at the wall: 36.00 G_g</a:t>
            </a:r>
          </a:p>
        </p:txBody>
      </p:sp>
      <p:sp>
        <p:nvSpPr>
          <p:cNvPr id="33" name="A-E02 text 31" descr="sci-ppt:o031"/>
          <p:cNvSpPr txBox="1"/>
          <p:nvPr/>
        </p:nvSpPr>
        <p:spPr>
          <a:xfrm>
            <a:off x="2938272" y="2418725"/>
            <a:ext cx="365760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stress difference dies off outward (log axis)</a:t>
            </a:r>
          </a:p>
        </p:txBody>
      </p:sp>
      <p:sp>
        <p:nvSpPr>
          <p:cNvPr id="34" name="A-E02 round_rect 32" descr="sci-ppt:o032"/>
          <p:cNvSpPr/>
          <p:nvPr/>
        </p:nvSpPr>
        <p:spPr>
          <a:xfrm>
            <a:off x="7040880" y="1371600"/>
            <a:ext cx="4800600" cy="365760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A-E02 text 33" descr="sci-ppt:o033"/>
          <p:cNvSpPr txBox="1"/>
          <p:nvPr/>
        </p:nvSpPr>
        <p:spPr>
          <a:xfrm>
            <a:off x="7150608" y="1426464"/>
            <a:ext cx="458114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Neo-Hookean network</a:t>
            </a:r>
          </a:p>
        </p:txBody>
      </p:sp>
      <p:sp>
        <p:nvSpPr>
          <p:cNvPr id="36" name="A-E02 text 34" descr="sci-ppt:o034"/>
          <p:cNvSpPr txBox="1"/>
          <p:nvPr/>
        </p:nvSpPr>
        <p:spPr>
          <a:xfrm>
            <a:off x="7178040" y="1828800"/>
            <a:ext cx="45720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E7F0F3"/>
                </a:solidFill>
                <a:latin typeface="Arial"/>
              </a:rPr>
              <a:t>T^e = −χI + G_g B,   B = F Fᵀ</a:t>
            </a:r>
          </a:p>
        </p:txBody>
      </p:sp>
      <p:sp>
        <p:nvSpPr>
          <p:cNvPr id="37" name="A-E02 text 35" descr="sci-ppt:o035"/>
          <p:cNvSpPr txBox="1"/>
          <p:nvPr/>
        </p:nvSpPr>
        <p:spPr>
          <a:xfrm>
            <a:off x="7178040" y="2331720"/>
            <a:ext cx="45720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E7F0F3"/>
                </a:solidFill>
                <a:latin typeface="Arial"/>
              </a:rPr>
              <a:t>Tᵣᵣ = −χ + G_g λᵣ²,   T_θθ = −χ + G_g λ_θ²</a:t>
            </a:r>
          </a:p>
        </p:txBody>
      </p:sp>
      <p:sp>
        <p:nvSpPr>
          <p:cNvPr id="38" name="A-E02 text 36" descr="sci-ppt:o036"/>
          <p:cNvSpPr txBox="1"/>
          <p:nvPr/>
        </p:nvSpPr>
        <p:spPr>
          <a:xfrm>
            <a:off x="7178040" y="2834640"/>
            <a:ext cx="45720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F2B880"/>
                </a:solidFill>
                <a:latin typeface="Arial"/>
              </a:rPr>
              <a:t>T_θθ − Tᵣᵣ = G_g[(r/r₀)² − (r₀/r)⁴]</a:t>
            </a:r>
          </a:p>
        </p:txBody>
      </p:sp>
      <p:sp>
        <p:nvSpPr>
          <p:cNvPr id="39" name="A-E02 text 37" descr="sci-ppt:o037"/>
          <p:cNvSpPr txBox="1"/>
          <p:nvPr/>
        </p:nvSpPr>
        <p:spPr>
          <a:xfrm>
            <a:off x="7178040" y="3429000"/>
            <a:ext cx="45720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The unknown pressure χ cancels in the difference.</a:t>
            </a:r>
          </a:p>
        </p:txBody>
      </p:sp>
      <p:sp>
        <p:nvSpPr>
          <p:cNvPr id="40" name="A-E02 text 38" descr="sci-ppt:o038"/>
          <p:cNvSpPr txBox="1"/>
          <p:nvPr/>
        </p:nvSpPr>
        <p:spPr>
          <a:xfrm>
            <a:off x="914400" y="5733288"/>
            <a:ext cx="109728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Only the difference of normal stresses enters the force balance, so χ never has to be found.</a:t>
            </a:r>
          </a:p>
        </p:txBody>
      </p:sp>
      <p:sp>
        <p:nvSpPr>
          <p:cNvPr id="41" name="A-E02 text 39" descr="sci-ppt:o039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Exact subtraction of Eq. A-E02 (R_ref = 5 µm, R = 30 µm).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