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6601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A-E13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Gg = 20 kPa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Rref = 5 µm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 = 30 µm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pel = 43.3256 kPa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Wg = 4.51604 nJ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Sixfold wall stretch: intactness is unverified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Values are not PFC formulation measurements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