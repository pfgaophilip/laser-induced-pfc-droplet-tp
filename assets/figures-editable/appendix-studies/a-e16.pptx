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61120" cy="52395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A-E16 · Physical variable map</a:t>
            </a:r>
          </a:p>
        </p:txBody>
      </p:sp>
      <p:sp>
        <p:nvSpPr>
          <p:cNvPr id="3" name="text 1" descr="sci-ppt:obj-001"/>
          <p:cNvSpPr txBox="1"/>
          <p:nvPr/>
        </p:nvSpPr>
        <p:spPr>
          <a:xfrm>
            <a:off x="905256" y="612648"/>
            <a:ext cx="749807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Response times and dimensionless comparisons</a:t>
            </a:r>
          </a:p>
        </p:txBody>
      </p:sp>
      <p:sp>
        <p:nvSpPr>
          <p:cNvPr id="4" name="rect 2" descr="sci-ppt:obj-002"/>
          <p:cNvSpPr/>
          <p:nvPr/>
        </p:nvSpPr>
        <p:spPr>
          <a:xfrm>
            <a:off x="996696" y="1069848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3" descr="sci-ppt:obj-003"/>
          <p:cNvSpPr txBox="1"/>
          <p:nvPr/>
        </p:nvSpPr>
        <p:spPr>
          <a:xfrm>
            <a:off x="1179576" y="1106424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τe: transient event duration</a:t>
            </a:r>
          </a:p>
        </p:txBody>
      </p:sp>
      <p:sp>
        <p:nvSpPr>
          <p:cNvPr id="6" name="rect 4" descr="sci-ppt:obj-004"/>
          <p:cNvSpPr/>
          <p:nvPr/>
        </p:nvSpPr>
        <p:spPr>
          <a:xfrm>
            <a:off x="996696" y="1645920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179576" y="1682496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τrel: material stress memory</a:t>
            </a:r>
          </a:p>
        </p:txBody>
      </p:sp>
      <p:sp>
        <p:nvSpPr>
          <p:cNvPr id="8" name="rect 6" descr="sci-ppt:obj-006"/>
          <p:cNvSpPr/>
          <p:nvPr/>
        </p:nvSpPr>
        <p:spPr>
          <a:xfrm>
            <a:off x="996696" y="2221992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7" descr="sci-ppt:obj-007"/>
          <p:cNvSpPr txBox="1"/>
          <p:nvPr/>
        </p:nvSpPr>
        <p:spPr>
          <a:xfrm>
            <a:off x="1179576" y="2258568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 = τrel / τe</a:t>
            </a:r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1005840" y="2862072"/>
            <a:ext cx="7680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Equal boxes list definitions; lengths do not encode time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2" name="text 10" descr="sci-ppt:obj-010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τe: cavity/jet duration</a:t>
            </a:r>
          </a:p>
        </p:txBody>
      </p:sp>
      <p:sp>
        <p:nvSpPr>
          <p:cNvPr id="13" name="text 11" descr="sci-ppt:obj-011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τrel: stress memory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De = τrel/τe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Memory persistence differs from stiffness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Use the actual transient 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