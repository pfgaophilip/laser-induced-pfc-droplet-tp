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A-E10 · Momentum law and explicitly evaluated integrals</a:t>
            </a:r>
          </a:p>
        </p:txBody>
      </p:sp>
      <p:cxnSp>
        <p:nvCxnSpPr>
          <p:cNvPr id="3" name="A-E10 line 1" descr="sci-ppt:o001"/>
          <p:cNvCxnSpPr/>
          <p:nvPr/>
        </p:nvCxnSpPr>
        <p:spPr>
          <a:xfrm>
            <a:off x="914400" y="5029200"/>
            <a:ext cx="56692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10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10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10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10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10 line 6" descr="sci-ppt:o006"/>
          <p:cNvCxnSpPr/>
          <p:nvPr/>
        </p:nvCxnSpPr>
        <p:spPr>
          <a:xfrm>
            <a:off x="204825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10 line 7" descr="sci-ppt:o007"/>
          <p:cNvCxnSpPr/>
          <p:nvPr/>
        </p:nvCxnSpPr>
        <p:spPr>
          <a:xfrm>
            <a:off x="204825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10 text 8" descr="sci-ppt:o008"/>
          <p:cNvSpPr txBox="1"/>
          <p:nvPr/>
        </p:nvSpPr>
        <p:spPr>
          <a:xfrm>
            <a:off x="159105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10 line 9" descr="sci-ppt:o009"/>
          <p:cNvCxnSpPr/>
          <p:nvPr/>
        </p:nvCxnSpPr>
        <p:spPr>
          <a:xfrm>
            <a:off x="318211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10 line 10" descr="sci-ppt:o010"/>
          <p:cNvCxnSpPr/>
          <p:nvPr/>
        </p:nvCxnSpPr>
        <p:spPr>
          <a:xfrm>
            <a:off x="318211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10 text 11" descr="sci-ppt:o011"/>
          <p:cNvSpPr txBox="1"/>
          <p:nvPr/>
        </p:nvSpPr>
        <p:spPr>
          <a:xfrm>
            <a:off x="272491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A-E10 line 12" descr="sci-ppt:o012"/>
          <p:cNvCxnSpPr/>
          <p:nvPr/>
        </p:nvCxnSpPr>
        <p:spPr>
          <a:xfrm>
            <a:off x="431596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10 line 13" descr="sci-ppt:o013"/>
          <p:cNvCxnSpPr/>
          <p:nvPr/>
        </p:nvCxnSpPr>
        <p:spPr>
          <a:xfrm>
            <a:off x="431596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10 text 14" descr="sci-ppt:o014"/>
          <p:cNvSpPr txBox="1"/>
          <p:nvPr/>
        </p:nvSpPr>
        <p:spPr>
          <a:xfrm>
            <a:off x="385876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A-E10 line 15" descr="sci-ppt:o015"/>
          <p:cNvCxnSpPr/>
          <p:nvPr/>
        </p:nvCxnSpPr>
        <p:spPr>
          <a:xfrm>
            <a:off x="544982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10 line 16" descr="sci-ppt:o016"/>
          <p:cNvCxnSpPr/>
          <p:nvPr/>
        </p:nvCxnSpPr>
        <p:spPr>
          <a:xfrm>
            <a:off x="544982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10 text 17" descr="sci-ppt:o017"/>
          <p:cNvSpPr txBox="1"/>
          <p:nvPr/>
        </p:nvSpPr>
        <p:spPr>
          <a:xfrm>
            <a:off x="499262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A-E10 line 18" descr="sci-ppt:o018"/>
          <p:cNvCxnSpPr/>
          <p:nvPr/>
        </p:nvCxnSpPr>
        <p:spPr>
          <a:xfrm>
            <a:off x="65836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10 line 19" descr="sci-ppt:o019"/>
          <p:cNvCxnSpPr/>
          <p:nvPr/>
        </p:nvCxnSpPr>
        <p:spPr>
          <a:xfrm>
            <a:off x="65836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10 text 20" descr="sci-ppt:o020"/>
          <p:cNvSpPr txBox="1"/>
          <p:nvPr/>
        </p:nvSpPr>
        <p:spPr>
          <a:xfrm>
            <a:off x="61264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23" name="A-E10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10 line 22" descr="sci-ppt:o022"/>
          <p:cNvCxnSpPr/>
          <p:nvPr/>
        </p:nvCxnSpPr>
        <p:spPr>
          <a:xfrm>
            <a:off x="850392" y="406667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10 line 23" descr="sci-ppt:o023"/>
          <p:cNvCxnSpPr/>
          <p:nvPr/>
        </p:nvCxnSpPr>
        <p:spPr>
          <a:xfrm>
            <a:off x="914400" y="4066673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10 text 24" descr="sci-ppt:o024"/>
          <p:cNvSpPr txBox="1"/>
          <p:nvPr/>
        </p:nvSpPr>
        <p:spPr>
          <a:xfrm>
            <a:off x="45720" y="398437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2500</a:t>
            </a:r>
          </a:p>
        </p:txBody>
      </p:sp>
      <p:cxnSp>
        <p:nvCxnSpPr>
          <p:cNvPr id="27" name="A-E10 line 25" descr="sci-ppt:o025"/>
          <p:cNvCxnSpPr/>
          <p:nvPr/>
        </p:nvCxnSpPr>
        <p:spPr>
          <a:xfrm>
            <a:off x="850392" y="310414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10 line 26" descr="sci-ppt:o026"/>
          <p:cNvCxnSpPr/>
          <p:nvPr/>
        </p:nvCxnSpPr>
        <p:spPr>
          <a:xfrm>
            <a:off x="914400" y="3104147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10 text 27" descr="sci-ppt:o027"/>
          <p:cNvSpPr txBox="1"/>
          <p:nvPr/>
        </p:nvSpPr>
        <p:spPr>
          <a:xfrm>
            <a:off x="45720" y="302185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5000</a:t>
            </a:r>
          </a:p>
        </p:txBody>
      </p:sp>
      <p:cxnSp>
        <p:nvCxnSpPr>
          <p:cNvPr id="30" name="A-E10 line 28" descr="sci-ppt:o028"/>
          <p:cNvCxnSpPr/>
          <p:nvPr/>
        </p:nvCxnSpPr>
        <p:spPr>
          <a:xfrm>
            <a:off x="850392" y="214162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10 line 29" descr="sci-ppt:o029"/>
          <p:cNvCxnSpPr/>
          <p:nvPr/>
        </p:nvCxnSpPr>
        <p:spPr>
          <a:xfrm>
            <a:off x="914400" y="2141621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10 text 30" descr="sci-ppt:o030"/>
          <p:cNvSpPr txBox="1"/>
          <p:nvPr/>
        </p:nvSpPr>
        <p:spPr>
          <a:xfrm>
            <a:off x="45720" y="205932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7500</a:t>
            </a:r>
          </a:p>
        </p:txBody>
      </p:sp>
      <p:sp>
        <p:nvSpPr>
          <p:cNvPr id="33" name="A-E10 text 31" descr="sci-ppt:o031"/>
          <p:cNvSpPr txBox="1"/>
          <p:nvPr/>
        </p:nvSpPr>
        <p:spPr>
          <a:xfrm>
            <a:off x="914400" y="5312664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4" name="A-E10 text 32" descr="sci-ppt:o032"/>
          <p:cNvSpPr txBox="1"/>
          <p:nvPr/>
        </p:nvSpPr>
        <p:spPr>
          <a:xfrm>
            <a:off x="365760" y="1024128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aᵣ  (10³ m/s²)</a:t>
            </a:r>
          </a:p>
        </p:txBody>
      </p:sp>
      <p:sp>
        <p:nvSpPr>
          <p:cNvPr id="35" name="A-E10 polygon 33" descr="sci-ppt:o033"/>
          <p:cNvSpPr/>
          <p:nvPr/>
        </p:nvSpPr>
        <p:spPr>
          <a:xfrm>
            <a:off x="914400" y="3734815"/>
            <a:ext cx="5669280" cy="1294385"/>
          </a:xfrm>
          <a:custGeom>
            <a:avLst/>
            <a:gdLst/>
            <a:ahLst/>
            <a:cxnLst/>
            <a:rect l="l" t="t" r="r" b="b"/>
            <a:pathLst>
              <a:path w="5669280" h="1294385">
                <a:moveTo>
                  <a:pt x="0" y="524363"/>
                </a:moveTo>
                <a:lnTo>
                  <a:pt x="28488" y="386420"/>
                </a:lnTo>
                <a:lnTo>
                  <a:pt x="56977" y="277996"/>
                </a:lnTo>
                <a:lnTo>
                  <a:pt x="85466" y="193755"/>
                </a:lnTo>
                <a:lnTo>
                  <a:pt x="113955" y="129357"/>
                </a:lnTo>
                <a:lnTo>
                  <a:pt x="142444" y="81262"/>
                </a:lnTo>
                <a:lnTo>
                  <a:pt x="170933" y="46568"/>
                </a:lnTo>
                <a:lnTo>
                  <a:pt x="199421" y="22893"/>
                </a:lnTo>
                <a:lnTo>
                  <a:pt x="227910" y="8273"/>
                </a:lnTo>
                <a:lnTo>
                  <a:pt x="256399" y="1089"/>
                </a:lnTo>
                <a:lnTo>
                  <a:pt x="284888" y="0"/>
                </a:lnTo>
                <a:lnTo>
                  <a:pt x="313377" y="3893"/>
                </a:lnTo>
                <a:lnTo>
                  <a:pt x="341866" y="11845"/>
                </a:lnTo>
                <a:lnTo>
                  <a:pt x="370354" y="23088"/>
                </a:lnTo>
                <a:lnTo>
                  <a:pt x="398843" y="36980"/>
                </a:lnTo>
                <a:lnTo>
                  <a:pt x="427332" y="52989"/>
                </a:lnTo>
                <a:lnTo>
                  <a:pt x="455821" y="70668"/>
                </a:lnTo>
                <a:lnTo>
                  <a:pt x="484310" y="89648"/>
                </a:lnTo>
                <a:lnTo>
                  <a:pt x="512799" y="109616"/>
                </a:lnTo>
                <a:lnTo>
                  <a:pt x="541288" y="130314"/>
                </a:lnTo>
                <a:lnTo>
                  <a:pt x="569776" y="151527"/>
                </a:lnTo>
                <a:lnTo>
                  <a:pt x="598265" y="173074"/>
                </a:lnTo>
                <a:lnTo>
                  <a:pt x="626754" y="194806"/>
                </a:lnTo>
                <a:lnTo>
                  <a:pt x="655243" y="216599"/>
                </a:lnTo>
                <a:lnTo>
                  <a:pt x="683732" y="238352"/>
                </a:lnTo>
                <a:lnTo>
                  <a:pt x="712221" y="259978"/>
                </a:lnTo>
                <a:lnTo>
                  <a:pt x="740709" y="281410"/>
                </a:lnTo>
                <a:lnTo>
                  <a:pt x="769198" y="302591"/>
                </a:lnTo>
                <a:lnTo>
                  <a:pt x="797687" y="323476"/>
                </a:lnTo>
                <a:lnTo>
                  <a:pt x="826176" y="344028"/>
                </a:lnTo>
                <a:lnTo>
                  <a:pt x="854665" y="364219"/>
                </a:lnTo>
                <a:lnTo>
                  <a:pt x="883154" y="384027"/>
                </a:lnTo>
                <a:lnTo>
                  <a:pt x="911643" y="403436"/>
                </a:lnTo>
                <a:lnTo>
                  <a:pt x="940131" y="422434"/>
                </a:lnTo>
                <a:lnTo>
                  <a:pt x="968620" y="441012"/>
                </a:lnTo>
                <a:lnTo>
                  <a:pt x="997109" y="459167"/>
                </a:lnTo>
                <a:lnTo>
                  <a:pt x="1025598" y="476895"/>
                </a:lnTo>
                <a:lnTo>
                  <a:pt x="1054087" y="494198"/>
                </a:lnTo>
                <a:lnTo>
                  <a:pt x="1082576" y="511077"/>
                </a:lnTo>
                <a:lnTo>
                  <a:pt x="1111064" y="527537"/>
                </a:lnTo>
                <a:lnTo>
                  <a:pt x="1139553" y="543582"/>
                </a:lnTo>
                <a:lnTo>
                  <a:pt x="1168042" y="559218"/>
                </a:lnTo>
                <a:lnTo>
                  <a:pt x="1196531" y="574452"/>
                </a:lnTo>
                <a:lnTo>
                  <a:pt x="1225020" y="589291"/>
                </a:lnTo>
                <a:lnTo>
                  <a:pt x="1253509" y="603744"/>
                </a:lnTo>
                <a:lnTo>
                  <a:pt x="1281997" y="617819"/>
                </a:lnTo>
                <a:lnTo>
                  <a:pt x="1310486" y="631525"/>
                </a:lnTo>
                <a:lnTo>
                  <a:pt x="1338975" y="644870"/>
                </a:lnTo>
                <a:lnTo>
                  <a:pt x="1367464" y="657863"/>
                </a:lnTo>
                <a:lnTo>
                  <a:pt x="1395953" y="670514"/>
                </a:lnTo>
                <a:lnTo>
                  <a:pt x="1424442" y="682832"/>
                </a:lnTo>
                <a:lnTo>
                  <a:pt x="1452931" y="694825"/>
                </a:lnTo>
                <a:lnTo>
                  <a:pt x="1481419" y="706503"/>
                </a:lnTo>
                <a:lnTo>
                  <a:pt x="1509908" y="717874"/>
                </a:lnTo>
                <a:lnTo>
                  <a:pt x="1538397" y="728947"/>
                </a:lnTo>
                <a:lnTo>
                  <a:pt x="1566886" y="739731"/>
                </a:lnTo>
                <a:lnTo>
                  <a:pt x="1595375" y="750234"/>
                </a:lnTo>
                <a:lnTo>
                  <a:pt x="1623864" y="760464"/>
                </a:lnTo>
                <a:lnTo>
                  <a:pt x="1652352" y="770430"/>
                </a:lnTo>
                <a:lnTo>
                  <a:pt x="1680841" y="780139"/>
                </a:lnTo>
                <a:lnTo>
                  <a:pt x="1709330" y="789599"/>
                </a:lnTo>
                <a:lnTo>
                  <a:pt x="1737819" y="798817"/>
                </a:lnTo>
                <a:lnTo>
                  <a:pt x="1766308" y="807800"/>
                </a:lnTo>
                <a:lnTo>
                  <a:pt x="1794797" y="816557"/>
                </a:lnTo>
                <a:lnTo>
                  <a:pt x="1823286" y="825092"/>
                </a:lnTo>
                <a:lnTo>
                  <a:pt x="1851774" y="833414"/>
                </a:lnTo>
                <a:lnTo>
                  <a:pt x="1880263" y="841528"/>
                </a:lnTo>
                <a:lnTo>
                  <a:pt x="1908752" y="849440"/>
                </a:lnTo>
                <a:lnTo>
                  <a:pt x="1937241" y="857158"/>
                </a:lnTo>
                <a:lnTo>
                  <a:pt x="1965730" y="864686"/>
                </a:lnTo>
                <a:lnTo>
                  <a:pt x="1994219" y="872030"/>
                </a:lnTo>
                <a:lnTo>
                  <a:pt x="2022707" y="879196"/>
                </a:lnTo>
                <a:lnTo>
                  <a:pt x="2051196" y="886189"/>
                </a:lnTo>
                <a:lnTo>
                  <a:pt x="2079685" y="893015"/>
                </a:lnTo>
                <a:lnTo>
                  <a:pt x="2108174" y="899677"/>
                </a:lnTo>
                <a:lnTo>
                  <a:pt x="2136663" y="906182"/>
                </a:lnTo>
                <a:lnTo>
                  <a:pt x="2165152" y="912533"/>
                </a:lnTo>
                <a:lnTo>
                  <a:pt x="2193641" y="918736"/>
                </a:lnTo>
                <a:lnTo>
                  <a:pt x="2222129" y="924794"/>
                </a:lnTo>
                <a:lnTo>
                  <a:pt x="2250618" y="930711"/>
                </a:lnTo>
                <a:lnTo>
                  <a:pt x="2279107" y="936493"/>
                </a:lnTo>
                <a:lnTo>
                  <a:pt x="2307596" y="942142"/>
                </a:lnTo>
                <a:lnTo>
                  <a:pt x="2336085" y="947663"/>
                </a:lnTo>
                <a:lnTo>
                  <a:pt x="2364574" y="953059"/>
                </a:lnTo>
                <a:lnTo>
                  <a:pt x="2393062" y="958334"/>
                </a:lnTo>
                <a:lnTo>
                  <a:pt x="2421551" y="963491"/>
                </a:lnTo>
                <a:lnTo>
                  <a:pt x="2450040" y="968533"/>
                </a:lnTo>
                <a:lnTo>
                  <a:pt x="2478529" y="973465"/>
                </a:lnTo>
                <a:lnTo>
                  <a:pt x="2507018" y="978288"/>
                </a:lnTo>
                <a:lnTo>
                  <a:pt x="2535507" y="983006"/>
                </a:lnTo>
                <a:lnTo>
                  <a:pt x="2563995" y="987622"/>
                </a:lnTo>
                <a:lnTo>
                  <a:pt x="2592484" y="992139"/>
                </a:lnTo>
                <a:lnTo>
                  <a:pt x="2620973" y="996559"/>
                </a:lnTo>
                <a:lnTo>
                  <a:pt x="2649462" y="1000885"/>
                </a:lnTo>
                <a:lnTo>
                  <a:pt x="2677951" y="1005120"/>
                </a:lnTo>
                <a:lnTo>
                  <a:pt x="2706440" y="1009265"/>
                </a:lnTo>
                <a:lnTo>
                  <a:pt x="2734929" y="1013325"/>
                </a:lnTo>
                <a:lnTo>
                  <a:pt x="2763417" y="1017300"/>
                </a:lnTo>
                <a:lnTo>
                  <a:pt x="2791906" y="1021193"/>
                </a:lnTo>
                <a:lnTo>
                  <a:pt x="2820395" y="1025006"/>
                </a:lnTo>
                <a:lnTo>
                  <a:pt x="2848884" y="1028741"/>
                </a:lnTo>
                <a:lnTo>
                  <a:pt x="2877373" y="1032401"/>
                </a:lnTo>
                <a:lnTo>
                  <a:pt x="2905862" y="1035987"/>
                </a:lnTo>
                <a:lnTo>
                  <a:pt x="2934350" y="1039502"/>
                </a:lnTo>
                <a:lnTo>
                  <a:pt x="2962839" y="1042946"/>
                </a:lnTo>
                <a:lnTo>
                  <a:pt x="2991328" y="1046322"/>
                </a:lnTo>
                <a:lnTo>
                  <a:pt x="3019817" y="1049632"/>
                </a:lnTo>
                <a:lnTo>
                  <a:pt x="3048306" y="1052878"/>
                </a:lnTo>
                <a:lnTo>
                  <a:pt x="3076795" y="1056060"/>
                </a:lnTo>
                <a:lnTo>
                  <a:pt x="3105284" y="1059180"/>
                </a:lnTo>
                <a:lnTo>
                  <a:pt x="3133772" y="1062241"/>
                </a:lnTo>
                <a:lnTo>
                  <a:pt x="3162261" y="1065244"/>
                </a:lnTo>
                <a:lnTo>
                  <a:pt x="3190750" y="1068189"/>
                </a:lnTo>
                <a:lnTo>
                  <a:pt x="3219239" y="1071079"/>
                </a:lnTo>
                <a:lnTo>
                  <a:pt x="3247728" y="1073914"/>
                </a:lnTo>
                <a:lnTo>
                  <a:pt x="3276217" y="1076697"/>
                </a:lnTo>
                <a:lnTo>
                  <a:pt x="3304705" y="1079428"/>
                </a:lnTo>
                <a:lnTo>
                  <a:pt x="3333194" y="1082109"/>
                </a:lnTo>
                <a:lnTo>
                  <a:pt x="3361683" y="1084740"/>
                </a:lnTo>
                <a:lnTo>
                  <a:pt x="3390172" y="1087323"/>
                </a:lnTo>
                <a:lnTo>
                  <a:pt x="3418661" y="1089860"/>
                </a:lnTo>
                <a:lnTo>
                  <a:pt x="3447150" y="1092351"/>
                </a:lnTo>
                <a:lnTo>
                  <a:pt x="3475638" y="1094797"/>
                </a:lnTo>
                <a:lnTo>
                  <a:pt x="3504127" y="1097200"/>
                </a:lnTo>
                <a:lnTo>
                  <a:pt x="3532616" y="1099560"/>
                </a:lnTo>
                <a:lnTo>
                  <a:pt x="3561105" y="1101878"/>
                </a:lnTo>
                <a:lnTo>
                  <a:pt x="3589594" y="1104156"/>
                </a:lnTo>
                <a:lnTo>
                  <a:pt x="3618083" y="1106394"/>
                </a:lnTo>
                <a:lnTo>
                  <a:pt x="3646572" y="1108593"/>
                </a:lnTo>
                <a:lnTo>
                  <a:pt x="3675060" y="1110754"/>
                </a:lnTo>
                <a:lnTo>
                  <a:pt x="3703549" y="1112878"/>
                </a:lnTo>
                <a:lnTo>
                  <a:pt x="3732038" y="1114966"/>
                </a:lnTo>
                <a:lnTo>
                  <a:pt x="3760527" y="1117018"/>
                </a:lnTo>
                <a:lnTo>
                  <a:pt x="3789016" y="1119036"/>
                </a:lnTo>
                <a:lnTo>
                  <a:pt x="3817505" y="1121020"/>
                </a:lnTo>
                <a:lnTo>
                  <a:pt x="3845993" y="1122970"/>
                </a:lnTo>
                <a:lnTo>
                  <a:pt x="3874482" y="1124889"/>
                </a:lnTo>
                <a:lnTo>
                  <a:pt x="3902971" y="1126775"/>
                </a:lnTo>
                <a:lnTo>
                  <a:pt x="3931460" y="1128631"/>
                </a:lnTo>
                <a:lnTo>
                  <a:pt x="3959949" y="1130456"/>
                </a:lnTo>
                <a:lnTo>
                  <a:pt x="3988438" y="1132251"/>
                </a:lnTo>
                <a:lnTo>
                  <a:pt x="4016927" y="1134017"/>
                </a:lnTo>
                <a:lnTo>
                  <a:pt x="4045415" y="1135755"/>
                </a:lnTo>
                <a:lnTo>
                  <a:pt x="4073904" y="1137465"/>
                </a:lnTo>
                <a:lnTo>
                  <a:pt x="4102393" y="1139148"/>
                </a:lnTo>
                <a:lnTo>
                  <a:pt x="4130882" y="1140804"/>
                </a:lnTo>
                <a:lnTo>
                  <a:pt x="4159371" y="1142434"/>
                </a:lnTo>
                <a:lnTo>
                  <a:pt x="4187860" y="1144038"/>
                </a:lnTo>
                <a:lnTo>
                  <a:pt x="4216348" y="1145617"/>
                </a:lnTo>
                <a:lnTo>
                  <a:pt x="4244837" y="1147172"/>
                </a:lnTo>
                <a:lnTo>
                  <a:pt x="4273326" y="1148702"/>
                </a:lnTo>
                <a:lnTo>
                  <a:pt x="4301815" y="1150209"/>
                </a:lnTo>
                <a:lnTo>
                  <a:pt x="4330304" y="1151693"/>
                </a:lnTo>
                <a:lnTo>
                  <a:pt x="4358793" y="1153154"/>
                </a:lnTo>
                <a:lnTo>
                  <a:pt x="4387282" y="1154593"/>
                </a:lnTo>
                <a:lnTo>
                  <a:pt x="4415770" y="1156011"/>
                </a:lnTo>
                <a:lnTo>
                  <a:pt x="4444259" y="1157407"/>
                </a:lnTo>
                <a:lnTo>
                  <a:pt x="4472748" y="1158782"/>
                </a:lnTo>
                <a:lnTo>
                  <a:pt x="4501237" y="1160136"/>
                </a:lnTo>
                <a:lnTo>
                  <a:pt x="4529726" y="1161471"/>
                </a:lnTo>
                <a:lnTo>
                  <a:pt x="4558215" y="1162786"/>
                </a:lnTo>
                <a:lnTo>
                  <a:pt x="4586703" y="1164082"/>
                </a:lnTo>
                <a:lnTo>
                  <a:pt x="4615192" y="1165358"/>
                </a:lnTo>
                <a:lnTo>
                  <a:pt x="4643681" y="1166616"/>
                </a:lnTo>
                <a:lnTo>
                  <a:pt x="4672170" y="1167856"/>
                </a:lnTo>
                <a:lnTo>
                  <a:pt x="4700659" y="1169078"/>
                </a:lnTo>
                <a:lnTo>
                  <a:pt x="4729148" y="1170283"/>
                </a:lnTo>
                <a:lnTo>
                  <a:pt x="4757636" y="1171470"/>
                </a:lnTo>
                <a:lnTo>
                  <a:pt x="4786125" y="1172641"/>
                </a:lnTo>
                <a:lnTo>
                  <a:pt x="4814614" y="1173795"/>
                </a:lnTo>
                <a:lnTo>
                  <a:pt x="4843103" y="1174933"/>
                </a:lnTo>
                <a:lnTo>
                  <a:pt x="4871592" y="1176054"/>
                </a:lnTo>
                <a:lnTo>
                  <a:pt x="4900081" y="1177161"/>
                </a:lnTo>
                <a:lnTo>
                  <a:pt x="4928570" y="1178251"/>
                </a:lnTo>
                <a:lnTo>
                  <a:pt x="4957058" y="1179327"/>
                </a:lnTo>
                <a:lnTo>
                  <a:pt x="4985547" y="1180388"/>
                </a:lnTo>
                <a:lnTo>
                  <a:pt x="5014036" y="1181434"/>
                </a:lnTo>
                <a:lnTo>
                  <a:pt x="5042525" y="1182466"/>
                </a:lnTo>
                <a:lnTo>
                  <a:pt x="5071014" y="1183484"/>
                </a:lnTo>
                <a:lnTo>
                  <a:pt x="5099503" y="1184489"/>
                </a:lnTo>
                <a:lnTo>
                  <a:pt x="5127991" y="1185480"/>
                </a:lnTo>
                <a:lnTo>
                  <a:pt x="5156480" y="1186457"/>
                </a:lnTo>
                <a:lnTo>
                  <a:pt x="5184969" y="1187422"/>
                </a:lnTo>
                <a:lnTo>
                  <a:pt x="5213458" y="1188373"/>
                </a:lnTo>
                <a:lnTo>
                  <a:pt x="5241947" y="1189312"/>
                </a:lnTo>
                <a:lnTo>
                  <a:pt x="5270436" y="1190239"/>
                </a:lnTo>
                <a:lnTo>
                  <a:pt x="5298925" y="1191154"/>
                </a:lnTo>
                <a:lnTo>
                  <a:pt x="5327413" y="1192056"/>
                </a:lnTo>
                <a:lnTo>
                  <a:pt x="5355902" y="1192947"/>
                </a:lnTo>
                <a:lnTo>
                  <a:pt x="5384391" y="1193826"/>
                </a:lnTo>
                <a:lnTo>
                  <a:pt x="5412880" y="1194694"/>
                </a:lnTo>
                <a:lnTo>
                  <a:pt x="5441369" y="1195551"/>
                </a:lnTo>
                <a:lnTo>
                  <a:pt x="5469858" y="1196397"/>
                </a:lnTo>
                <a:lnTo>
                  <a:pt x="5498346" y="1197232"/>
                </a:lnTo>
                <a:lnTo>
                  <a:pt x="5526835" y="1198057"/>
                </a:lnTo>
                <a:lnTo>
                  <a:pt x="5555324" y="1198871"/>
                </a:lnTo>
                <a:lnTo>
                  <a:pt x="5583813" y="1199675"/>
                </a:lnTo>
                <a:lnTo>
                  <a:pt x="5612302" y="1200469"/>
                </a:lnTo>
                <a:lnTo>
                  <a:pt x="5640791" y="1201253"/>
                </a:lnTo>
                <a:lnTo>
                  <a:pt x="5669280" y="1202027"/>
                </a:lnTo>
                <a:lnTo>
                  <a:pt x="5669280" y="1294385"/>
                </a:lnTo>
                <a:lnTo>
                  <a:pt x="5640791" y="1294385"/>
                </a:lnTo>
                <a:lnTo>
                  <a:pt x="5612302" y="1294385"/>
                </a:lnTo>
                <a:lnTo>
                  <a:pt x="5583813" y="1294385"/>
                </a:lnTo>
                <a:lnTo>
                  <a:pt x="5555324" y="1294385"/>
                </a:lnTo>
                <a:lnTo>
                  <a:pt x="5526835" y="1294385"/>
                </a:lnTo>
                <a:lnTo>
                  <a:pt x="5498346" y="1294385"/>
                </a:lnTo>
                <a:lnTo>
                  <a:pt x="5469858" y="1294385"/>
                </a:lnTo>
                <a:lnTo>
                  <a:pt x="5441369" y="1294385"/>
                </a:lnTo>
                <a:lnTo>
                  <a:pt x="5412880" y="1294385"/>
                </a:lnTo>
                <a:lnTo>
                  <a:pt x="5384391" y="1294385"/>
                </a:lnTo>
                <a:lnTo>
                  <a:pt x="5355902" y="1294385"/>
                </a:lnTo>
                <a:lnTo>
                  <a:pt x="5327413" y="1294385"/>
                </a:lnTo>
                <a:lnTo>
                  <a:pt x="5298925" y="1294385"/>
                </a:lnTo>
                <a:lnTo>
                  <a:pt x="5270436" y="1294385"/>
                </a:lnTo>
                <a:lnTo>
                  <a:pt x="5241947" y="1294385"/>
                </a:lnTo>
                <a:lnTo>
                  <a:pt x="5213458" y="1294385"/>
                </a:lnTo>
                <a:lnTo>
                  <a:pt x="5184969" y="1294385"/>
                </a:lnTo>
                <a:lnTo>
                  <a:pt x="5156480" y="1294385"/>
                </a:lnTo>
                <a:lnTo>
                  <a:pt x="5127991" y="1294385"/>
                </a:lnTo>
                <a:lnTo>
                  <a:pt x="5099503" y="1294385"/>
                </a:lnTo>
                <a:lnTo>
                  <a:pt x="5071014" y="1294385"/>
                </a:lnTo>
                <a:lnTo>
                  <a:pt x="5042525" y="1294385"/>
                </a:lnTo>
                <a:lnTo>
                  <a:pt x="5014036" y="1294385"/>
                </a:lnTo>
                <a:lnTo>
                  <a:pt x="4985547" y="1294385"/>
                </a:lnTo>
                <a:lnTo>
                  <a:pt x="4957058" y="1294385"/>
                </a:lnTo>
                <a:lnTo>
                  <a:pt x="4928570" y="1294385"/>
                </a:lnTo>
                <a:lnTo>
                  <a:pt x="4900081" y="1294385"/>
                </a:lnTo>
                <a:lnTo>
                  <a:pt x="4871592" y="1294385"/>
                </a:lnTo>
                <a:lnTo>
                  <a:pt x="4843103" y="1294385"/>
                </a:lnTo>
                <a:lnTo>
                  <a:pt x="4814614" y="1294385"/>
                </a:lnTo>
                <a:lnTo>
                  <a:pt x="4786125" y="1294385"/>
                </a:lnTo>
                <a:lnTo>
                  <a:pt x="4757636" y="1294385"/>
                </a:lnTo>
                <a:lnTo>
                  <a:pt x="4729148" y="1294385"/>
                </a:lnTo>
                <a:lnTo>
                  <a:pt x="4700659" y="1294385"/>
                </a:lnTo>
                <a:lnTo>
                  <a:pt x="4672170" y="1294385"/>
                </a:lnTo>
                <a:lnTo>
                  <a:pt x="4643681" y="1294385"/>
                </a:lnTo>
                <a:lnTo>
                  <a:pt x="4615192" y="1294385"/>
                </a:lnTo>
                <a:lnTo>
                  <a:pt x="4586703" y="1294385"/>
                </a:lnTo>
                <a:lnTo>
                  <a:pt x="4558215" y="1294385"/>
                </a:lnTo>
                <a:lnTo>
                  <a:pt x="4529726" y="1294385"/>
                </a:lnTo>
                <a:lnTo>
                  <a:pt x="4501237" y="1294385"/>
                </a:lnTo>
                <a:lnTo>
                  <a:pt x="4472748" y="1294385"/>
                </a:lnTo>
                <a:lnTo>
                  <a:pt x="4444259" y="1294385"/>
                </a:lnTo>
                <a:lnTo>
                  <a:pt x="4415770" y="1294385"/>
                </a:lnTo>
                <a:lnTo>
                  <a:pt x="4387282" y="1294385"/>
                </a:lnTo>
                <a:lnTo>
                  <a:pt x="4358793" y="1294385"/>
                </a:lnTo>
                <a:lnTo>
                  <a:pt x="4330304" y="1294385"/>
                </a:lnTo>
                <a:lnTo>
                  <a:pt x="4301815" y="1294385"/>
                </a:lnTo>
                <a:lnTo>
                  <a:pt x="4273326" y="1294385"/>
                </a:lnTo>
                <a:lnTo>
                  <a:pt x="4244837" y="1294385"/>
                </a:lnTo>
                <a:lnTo>
                  <a:pt x="4216348" y="1294385"/>
                </a:lnTo>
                <a:lnTo>
                  <a:pt x="4187860" y="1294385"/>
                </a:lnTo>
                <a:lnTo>
                  <a:pt x="4159371" y="1294385"/>
                </a:lnTo>
                <a:lnTo>
                  <a:pt x="4130882" y="1294385"/>
                </a:lnTo>
                <a:lnTo>
                  <a:pt x="4102393" y="1294385"/>
                </a:lnTo>
                <a:lnTo>
                  <a:pt x="4073904" y="1294385"/>
                </a:lnTo>
                <a:lnTo>
                  <a:pt x="4045415" y="1294385"/>
                </a:lnTo>
                <a:lnTo>
                  <a:pt x="4016927" y="1294385"/>
                </a:lnTo>
                <a:lnTo>
                  <a:pt x="3988438" y="1294385"/>
                </a:lnTo>
                <a:lnTo>
                  <a:pt x="3959949" y="1294385"/>
                </a:lnTo>
                <a:lnTo>
                  <a:pt x="3931460" y="1294385"/>
                </a:lnTo>
                <a:lnTo>
                  <a:pt x="3902971" y="1294385"/>
                </a:lnTo>
                <a:lnTo>
                  <a:pt x="3874482" y="1294385"/>
                </a:lnTo>
                <a:lnTo>
                  <a:pt x="3845993" y="1294385"/>
                </a:lnTo>
                <a:lnTo>
                  <a:pt x="3817505" y="1294385"/>
                </a:lnTo>
                <a:lnTo>
                  <a:pt x="3789016" y="1294385"/>
                </a:lnTo>
                <a:lnTo>
                  <a:pt x="3760527" y="1294385"/>
                </a:lnTo>
                <a:lnTo>
                  <a:pt x="3732038" y="1294385"/>
                </a:lnTo>
                <a:lnTo>
                  <a:pt x="3703549" y="1294385"/>
                </a:lnTo>
                <a:lnTo>
                  <a:pt x="3675060" y="1294385"/>
                </a:lnTo>
                <a:lnTo>
                  <a:pt x="3646572" y="1294385"/>
                </a:lnTo>
                <a:lnTo>
                  <a:pt x="3618083" y="1294385"/>
                </a:lnTo>
                <a:lnTo>
                  <a:pt x="3589594" y="1294385"/>
                </a:lnTo>
                <a:lnTo>
                  <a:pt x="3561105" y="1294385"/>
                </a:lnTo>
                <a:lnTo>
                  <a:pt x="3532616" y="1294385"/>
                </a:lnTo>
                <a:lnTo>
                  <a:pt x="3504127" y="1294385"/>
                </a:lnTo>
                <a:lnTo>
                  <a:pt x="3475638" y="1294385"/>
                </a:lnTo>
                <a:lnTo>
                  <a:pt x="3447150" y="1294385"/>
                </a:lnTo>
                <a:lnTo>
                  <a:pt x="3418661" y="1294385"/>
                </a:lnTo>
                <a:lnTo>
                  <a:pt x="3390172" y="1294385"/>
                </a:lnTo>
                <a:lnTo>
                  <a:pt x="3361683" y="1294385"/>
                </a:lnTo>
                <a:lnTo>
                  <a:pt x="3333194" y="1294385"/>
                </a:lnTo>
                <a:lnTo>
                  <a:pt x="3304705" y="1294385"/>
                </a:lnTo>
                <a:lnTo>
                  <a:pt x="3276217" y="1294385"/>
                </a:lnTo>
                <a:lnTo>
                  <a:pt x="3247728" y="1294385"/>
                </a:lnTo>
                <a:lnTo>
                  <a:pt x="3219239" y="1294385"/>
                </a:lnTo>
                <a:lnTo>
                  <a:pt x="3190750" y="1294385"/>
                </a:lnTo>
                <a:lnTo>
                  <a:pt x="3162261" y="1294385"/>
                </a:lnTo>
                <a:lnTo>
                  <a:pt x="3133772" y="1294385"/>
                </a:lnTo>
                <a:lnTo>
                  <a:pt x="3105284" y="1294385"/>
                </a:lnTo>
                <a:lnTo>
                  <a:pt x="3076795" y="1294385"/>
                </a:lnTo>
                <a:lnTo>
                  <a:pt x="3048306" y="1294385"/>
                </a:lnTo>
                <a:lnTo>
                  <a:pt x="3019817" y="1294385"/>
                </a:lnTo>
                <a:lnTo>
                  <a:pt x="2991328" y="1294385"/>
                </a:lnTo>
                <a:lnTo>
                  <a:pt x="2962839" y="1294385"/>
                </a:lnTo>
                <a:lnTo>
                  <a:pt x="2934350" y="1294385"/>
                </a:lnTo>
                <a:lnTo>
                  <a:pt x="2905862" y="1294385"/>
                </a:lnTo>
                <a:lnTo>
                  <a:pt x="2877373" y="1294385"/>
                </a:lnTo>
                <a:lnTo>
                  <a:pt x="2848884" y="1294385"/>
                </a:lnTo>
                <a:lnTo>
                  <a:pt x="2820395" y="1294385"/>
                </a:lnTo>
                <a:lnTo>
                  <a:pt x="2791906" y="1294385"/>
                </a:lnTo>
                <a:lnTo>
                  <a:pt x="2763417" y="1294385"/>
                </a:lnTo>
                <a:lnTo>
                  <a:pt x="2734929" y="1294385"/>
                </a:lnTo>
                <a:lnTo>
                  <a:pt x="2706440" y="1294385"/>
                </a:lnTo>
                <a:lnTo>
                  <a:pt x="2677951" y="1294385"/>
                </a:lnTo>
                <a:lnTo>
                  <a:pt x="2649462" y="1294385"/>
                </a:lnTo>
                <a:lnTo>
                  <a:pt x="2620973" y="1294385"/>
                </a:lnTo>
                <a:lnTo>
                  <a:pt x="2592484" y="1294385"/>
                </a:lnTo>
                <a:lnTo>
                  <a:pt x="2563995" y="1294385"/>
                </a:lnTo>
                <a:lnTo>
                  <a:pt x="2535507" y="1294385"/>
                </a:lnTo>
                <a:lnTo>
                  <a:pt x="2507018" y="1294385"/>
                </a:lnTo>
                <a:lnTo>
                  <a:pt x="2478529" y="1294385"/>
                </a:lnTo>
                <a:lnTo>
                  <a:pt x="2450040" y="1294385"/>
                </a:lnTo>
                <a:lnTo>
                  <a:pt x="2421551" y="1294385"/>
                </a:lnTo>
                <a:lnTo>
                  <a:pt x="2393062" y="1294385"/>
                </a:lnTo>
                <a:lnTo>
                  <a:pt x="2364574" y="1294385"/>
                </a:lnTo>
                <a:lnTo>
                  <a:pt x="2336085" y="1294385"/>
                </a:lnTo>
                <a:lnTo>
                  <a:pt x="2307596" y="1294385"/>
                </a:lnTo>
                <a:lnTo>
                  <a:pt x="2279107" y="1294385"/>
                </a:lnTo>
                <a:lnTo>
                  <a:pt x="2250618" y="1294385"/>
                </a:lnTo>
                <a:lnTo>
                  <a:pt x="2222129" y="1294385"/>
                </a:lnTo>
                <a:lnTo>
                  <a:pt x="2193641" y="1294385"/>
                </a:lnTo>
                <a:lnTo>
                  <a:pt x="2165152" y="1294385"/>
                </a:lnTo>
                <a:lnTo>
                  <a:pt x="2136663" y="1294385"/>
                </a:lnTo>
                <a:lnTo>
                  <a:pt x="2108174" y="1294385"/>
                </a:lnTo>
                <a:lnTo>
                  <a:pt x="2079685" y="1294385"/>
                </a:lnTo>
                <a:lnTo>
                  <a:pt x="2051196" y="1294385"/>
                </a:lnTo>
                <a:lnTo>
                  <a:pt x="2022707" y="1294385"/>
                </a:lnTo>
                <a:lnTo>
                  <a:pt x="1994219" y="1294385"/>
                </a:lnTo>
                <a:lnTo>
                  <a:pt x="1965730" y="1294385"/>
                </a:lnTo>
                <a:lnTo>
                  <a:pt x="1937241" y="1294385"/>
                </a:lnTo>
                <a:lnTo>
                  <a:pt x="1908752" y="1294385"/>
                </a:lnTo>
                <a:lnTo>
                  <a:pt x="1880263" y="1294385"/>
                </a:lnTo>
                <a:lnTo>
                  <a:pt x="1851774" y="1294385"/>
                </a:lnTo>
                <a:lnTo>
                  <a:pt x="1823286" y="1294385"/>
                </a:lnTo>
                <a:lnTo>
                  <a:pt x="1794797" y="1294385"/>
                </a:lnTo>
                <a:lnTo>
                  <a:pt x="1766308" y="1294385"/>
                </a:lnTo>
                <a:lnTo>
                  <a:pt x="1737819" y="1294385"/>
                </a:lnTo>
                <a:lnTo>
                  <a:pt x="1709330" y="1294385"/>
                </a:lnTo>
                <a:lnTo>
                  <a:pt x="1680841" y="1294385"/>
                </a:lnTo>
                <a:lnTo>
                  <a:pt x="1652352" y="1294385"/>
                </a:lnTo>
                <a:lnTo>
                  <a:pt x="1623864" y="1294385"/>
                </a:lnTo>
                <a:lnTo>
                  <a:pt x="1595375" y="1294385"/>
                </a:lnTo>
                <a:lnTo>
                  <a:pt x="1566886" y="1294385"/>
                </a:lnTo>
                <a:lnTo>
                  <a:pt x="1538397" y="1294385"/>
                </a:lnTo>
                <a:lnTo>
                  <a:pt x="1509908" y="1294385"/>
                </a:lnTo>
                <a:lnTo>
                  <a:pt x="1481419" y="1294385"/>
                </a:lnTo>
                <a:lnTo>
                  <a:pt x="1452931" y="1294385"/>
                </a:lnTo>
                <a:lnTo>
                  <a:pt x="1424442" y="1294385"/>
                </a:lnTo>
                <a:lnTo>
                  <a:pt x="1395953" y="1294385"/>
                </a:lnTo>
                <a:lnTo>
                  <a:pt x="1367464" y="1294385"/>
                </a:lnTo>
                <a:lnTo>
                  <a:pt x="1338975" y="1294385"/>
                </a:lnTo>
                <a:lnTo>
                  <a:pt x="1310486" y="1294385"/>
                </a:lnTo>
                <a:lnTo>
                  <a:pt x="1281997" y="1294385"/>
                </a:lnTo>
                <a:lnTo>
                  <a:pt x="1253509" y="1294385"/>
                </a:lnTo>
                <a:lnTo>
                  <a:pt x="1225020" y="1294385"/>
                </a:lnTo>
                <a:lnTo>
                  <a:pt x="1196531" y="1294385"/>
                </a:lnTo>
                <a:lnTo>
                  <a:pt x="1168042" y="1294385"/>
                </a:lnTo>
                <a:lnTo>
                  <a:pt x="1139553" y="1294385"/>
                </a:lnTo>
                <a:lnTo>
                  <a:pt x="1111064" y="1294385"/>
                </a:lnTo>
                <a:lnTo>
                  <a:pt x="1082576" y="1294385"/>
                </a:lnTo>
                <a:lnTo>
                  <a:pt x="1054087" y="1294385"/>
                </a:lnTo>
                <a:lnTo>
                  <a:pt x="1025598" y="1294385"/>
                </a:lnTo>
                <a:lnTo>
                  <a:pt x="997109" y="1294385"/>
                </a:lnTo>
                <a:lnTo>
                  <a:pt x="968620" y="1294385"/>
                </a:lnTo>
                <a:lnTo>
                  <a:pt x="940131" y="1294385"/>
                </a:lnTo>
                <a:lnTo>
                  <a:pt x="911643" y="1294385"/>
                </a:lnTo>
                <a:lnTo>
                  <a:pt x="883154" y="1294385"/>
                </a:lnTo>
                <a:lnTo>
                  <a:pt x="854665" y="1294385"/>
                </a:lnTo>
                <a:lnTo>
                  <a:pt x="826176" y="1294385"/>
                </a:lnTo>
                <a:lnTo>
                  <a:pt x="797687" y="1294385"/>
                </a:lnTo>
                <a:lnTo>
                  <a:pt x="769198" y="1294385"/>
                </a:lnTo>
                <a:lnTo>
                  <a:pt x="740709" y="1294385"/>
                </a:lnTo>
                <a:lnTo>
                  <a:pt x="712221" y="1294385"/>
                </a:lnTo>
                <a:lnTo>
                  <a:pt x="683732" y="1294385"/>
                </a:lnTo>
                <a:lnTo>
                  <a:pt x="655243" y="1294385"/>
                </a:lnTo>
                <a:lnTo>
                  <a:pt x="626754" y="1294385"/>
                </a:lnTo>
                <a:lnTo>
                  <a:pt x="598265" y="1294385"/>
                </a:lnTo>
                <a:lnTo>
                  <a:pt x="569776" y="1294385"/>
                </a:lnTo>
                <a:lnTo>
                  <a:pt x="541288" y="1294385"/>
                </a:lnTo>
                <a:lnTo>
                  <a:pt x="512799" y="1294385"/>
                </a:lnTo>
                <a:lnTo>
                  <a:pt x="484310" y="1294385"/>
                </a:lnTo>
                <a:lnTo>
                  <a:pt x="455821" y="1294385"/>
                </a:lnTo>
                <a:lnTo>
                  <a:pt x="427332" y="1294385"/>
                </a:lnTo>
                <a:lnTo>
                  <a:pt x="398843" y="1294385"/>
                </a:lnTo>
                <a:lnTo>
                  <a:pt x="370354" y="1294385"/>
                </a:lnTo>
                <a:lnTo>
                  <a:pt x="341866" y="1294385"/>
                </a:lnTo>
                <a:lnTo>
                  <a:pt x="313377" y="1294385"/>
                </a:lnTo>
                <a:lnTo>
                  <a:pt x="284888" y="1294385"/>
                </a:lnTo>
                <a:lnTo>
                  <a:pt x="256399" y="1294385"/>
                </a:lnTo>
                <a:lnTo>
                  <a:pt x="227910" y="1294385"/>
                </a:lnTo>
                <a:lnTo>
                  <a:pt x="199421" y="1294385"/>
                </a:lnTo>
                <a:lnTo>
                  <a:pt x="170933" y="1294385"/>
                </a:lnTo>
                <a:lnTo>
                  <a:pt x="142444" y="1294385"/>
                </a:lnTo>
                <a:lnTo>
                  <a:pt x="113955" y="1294385"/>
                </a:lnTo>
                <a:lnTo>
                  <a:pt x="85466" y="1294385"/>
                </a:lnTo>
                <a:lnTo>
                  <a:pt x="56977" y="1294385"/>
                </a:lnTo>
                <a:lnTo>
                  <a:pt x="28488" y="1294385"/>
                </a:lnTo>
                <a:lnTo>
                  <a:pt x="0" y="1294385"/>
                </a:lnTo>
                <a:close/>
              </a:path>
            </a:pathLst>
          </a:custGeom>
          <a:solidFill>
            <a:srgbClr val="8EDBD4">
              <a:alpha val="22000"/>
            </a:srgbClr>
          </a:solidFill>
          <a:ln w="10160">
            <a:solidFill>
              <a:srgbClr val="8EDBD4">
                <a:alpha val="2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A-E10 polygon 34" descr="sci-ppt:o034"/>
          <p:cNvSpPr/>
          <p:nvPr/>
        </p:nvSpPr>
        <p:spPr>
          <a:xfrm>
            <a:off x="914400" y="3734815"/>
            <a:ext cx="5669280" cy="1202027"/>
          </a:xfrm>
          <a:custGeom>
            <a:avLst/>
            <a:gdLst/>
            <a:ahLst/>
            <a:cxnLst/>
            <a:rect l="l" t="t" r="r" b="b"/>
            <a:pathLst>
              <a:path w="5669280" h="1202027">
                <a:moveTo>
                  <a:pt x="0" y="524363"/>
                </a:moveTo>
                <a:lnTo>
                  <a:pt x="28488" y="386420"/>
                </a:lnTo>
                <a:lnTo>
                  <a:pt x="56977" y="277996"/>
                </a:lnTo>
                <a:lnTo>
                  <a:pt x="85466" y="193755"/>
                </a:lnTo>
                <a:lnTo>
                  <a:pt x="113955" y="129357"/>
                </a:lnTo>
                <a:lnTo>
                  <a:pt x="142444" y="81262"/>
                </a:lnTo>
                <a:lnTo>
                  <a:pt x="170933" y="46568"/>
                </a:lnTo>
                <a:lnTo>
                  <a:pt x="199421" y="22893"/>
                </a:lnTo>
                <a:lnTo>
                  <a:pt x="227910" y="8273"/>
                </a:lnTo>
                <a:lnTo>
                  <a:pt x="256399" y="1089"/>
                </a:lnTo>
                <a:lnTo>
                  <a:pt x="284888" y="0"/>
                </a:lnTo>
                <a:lnTo>
                  <a:pt x="313377" y="3893"/>
                </a:lnTo>
                <a:lnTo>
                  <a:pt x="341866" y="11845"/>
                </a:lnTo>
                <a:lnTo>
                  <a:pt x="370354" y="23088"/>
                </a:lnTo>
                <a:lnTo>
                  <a:pt x="398843" y="36980"/>
                </a:lnTo>
                <a:lnTo>
                  <a:pt x="427332" y="52989"/>
                </a:lnTo>
                <a:lnTo>
                  <a:pt x="455821" y="70668"/>
                </a:lnTo>
                <a:lnTo>
                  <a:pt x="484310" y="89648"/>
                </a:lnTo>
                <a:lnTo>
                  <a:pt x="512799" y="109616"/>
                </a:lnTo>
                <a:lnTo>
                  <a:pt x="541288" y="130314"/>
                </a:lnTo>
                <a:lnTo>
                  <a:pt x="569776" y="151527"/>
                </a:lnTo>
                <a:lnTo>
                  <a:pt x="598265" y="173074"/>
                </a:lnTo>
                <a:lnTo>
                  <a:pt x="626754" y="194806"/>
                </a:lnTo>
                <a:lnTo>
                  <a:pt x="655243" y="216599"/>
                </a:lnTo>
                <a:lnTo>
                  <a:pt x="683732" y="238352"/>
                </a:lnTo>
                <a:lnTo>
                  <a:pt x="712221" y="259978"/>
                </a:lnTo>
                <a:lnTo>
                  <a:pt x="740709" y="281410"/>
                </a:lnTo>
                <a:lnTo>
                  <a:pt x="769198" y="302591"/>
                </a:lnTo>
                <a:lnTo>
                  <a:pt x="797687" y="323476"/>
                </a:lnTo>
                <a:lnTo>
                  <a:pt x="826176" y="344028"/>
                </a:lnTo>
                <a:lnTo>
                  <a:pt x="854665" y="364219"/>
                </a:lnTo>
                <a:lnTo>
                  <a:pt x="883154" y="384027"/>
                </a:lnTo>
                <a:lnTo>
                  <a:pt x="911643" y="403436"/>
                </a:lnTo>
                <a:lnTo>
                  <a:pt x="940131" y="422434"/>
                </a:lnTo>
                <a:lnTo>
                  <a:pt x="968620" y="441012"/>
                </a:lnTo>
                <a:lnTo>
                  <a:pt x="997109" y="459167"/>
                </a:lnTo>
                <a:lnTo>
                  <a:pt x="1025598" y="476895"/>
                </a:lnTo>
                <a:lnTo>
                  <a:pt x="1054087" y="494198"/>
                </a:lnTo>
                <a:lnTo>
                  <a:pt x="1082576" y="511077"/>
                </a:lnTo>
                <a:lnTo>
                  <a:pt x="1111064" y="527537"/>
                </a:lnTo>
                <a:lnTo>
                  <a:pt x="1139553" y="543582"/>
                </a:lnTo>
                <a:lnTo>
                  <a:pt x="1168042" y="559218"/>
                </a:lnTo>
                <a:lnTo>
                  <a:pt x="1196531" y="574452"/>
                </a:lnTo>
                <a:lnTo>
                  <a:pt x="1225020" y="589291"/>
                </a:lnTo>
                <a:lnTo>
                  <a:pt x="1253509" y="603744"/>
                </a:lnTo>
                <a:lnTo>
                  <a:pt x="1281997" y="617819"/>
                </a:lnTo>
                <a:lnTo>
                  <a:pt x="1310486" y="631525"/>
                </a:lnTo>
                <a:lnTo>
                  <a:pt x="1338975" y="644870"/>
                </a:lnTo>
                <a:lnTo>
                  <a:pt x="1367464" y="657863"/>
                </a:lnTo>
                <a:lnTo>
                  <a:pt x="1395953" y="670514"/>
                </a:lnTo>
                <a:lnTo>
                  <a:pt x="1424442" y="682832"/>
                </a:lnTo>
                <a:lnTo>
                  <a:pt x="1452931" y="694825"/>
                </a:lnTo>
                <a:lnTo>
                  <a:pt x="1481419" y="706503"/>
                </a:lnTo>
                <a:lnTo>
                  <a:pt x="1509908" y="717874"/>
                </a:lnTo>
                <a:lnTo>
                  <a:pt x="1538397" y="728947"/>
                </a:lnTo>
                <a:lnTo>
                  <a:pt x="1566886" y="739731"/>
                </a:lnTo>
                <a:lnTo>
                  <a:pt x="1595375" y="750234"/>
                </a:lnTo>
                <a:lnTo>
                  <a:pt x="1623864" y="760464"/>
                </a:lnTo>
                <a:lnTo>
                  <a:pt x="1652352" y="770430"/>
                </a:lnTo>
                <a:lnTo>
                  <a:pt x="1680841" y="780139"/>
                </a:lnTo>
                <a:lnTo>
                  <a:pt x="1709330" y="789599"/>
                </a:lnTo>
                <a:lnTo>
                  <a:pt x="1737819" y="798817"/>
                </a:lnTo>
                <a:lnTo>
                  <a:pt x="1766308" y="807800"/>
                </a:lnTo>
                <a:lnTo>
                  <a:pt x="1794797" y="816557"/>
                </a:lnTo>
                <a:lnTo>
                  <a:pt x="1823286" y="825092"/>
                </a:lnTo>
                <a:lnTo>
                  <a:pt x="1851774" y="833414"/>
                </a:lnTo>
                <a:lnTo>
                  <a:pt x="1880263" y="841528"/>
                </a:lnTo>
                <a:lnTo>
                  <a:pt x="1908752" y="849440"/>
                </a:lnTo>
                <a:lnTo>
                  <a:pt x="1937241" y="857158"/>
                </a:lnTo>
                <a:lnTo>
                  <a:pt x="1965730" y="864686"/>
                </a:lnTo>
                <a:lnTo>
                  <a:pt x="1994219" y="872030"/>
                </a:lnTo>
                <a:lnTo>
                  <a:pt x="2022707" y="879196"/>
                </a:lnTo>
                <a:lnTo>
                  <a:pt x="2051196" y="886189"/>
                </a:lnTo>
                <a:lnTo>
                  <a:pt x="2079685" y="893015"/>
                </a:lnTo>
                <a:lnTo>
                  <a:pt x="2108174" y="899677"/>
                </a:lnTo>
                <a:lnTo>
                  <a:pt x="2136663" y="906182"/>
                </a:lnTo>
                <a:lnTo>
                  <a:pt x="2165152" y="912533"/>
                </a:lnTo>
                <a:lnTo>
                  <a:pt x="2193641" y="918736"/>
                </a:lnTo>
                <a:lnTo>
                  <a:pt x="2222129" y="924794"/>
                </a:lnTo>
                <a:lnTo>
                  <a:pt x="2250618" y="930711"/>
                </a:lnTo>
                <a:lnTo>
                  <a:pt x="2279107" y="936493"/>
                </a:lnTo>
                <a:lnTo>
                  <a:pt x="2307596" y="942142"/>
                </a:lnTo>
                <a:lnTo>
                  <a:pt x="2336085" y="947663"/>
                </a:lnTo>
                <a:lnTo>
                  <a:pt x="2364574" y="953059"/>
                </a:lnTo>
                <a:lnTo>
                  <a:pt x="2393062" y="958334"/>
                </a:lnTo>
                <a:lnTo>
                  <a:pt x="2421551" y="963491"/>
                </a:lnTo>
                <a:lnTo>
                  <a:pt x="2450040" y="968533"/>
                </a:lnTo>
                <a:lnTo>
                  <a:pt x="2478529" y="973465"/>
                </a:lnTo>
                <a:lnTo>
                  <a:pt x="2507018" y="978288"/>
                </a:lnTo>
                <a:lnTo>
                  <a:pt x="2535507" y="983006"/>
                </a:lnTo>
                <a:lnTo>
                  <a:pt x="2563995" y="987622"/>
                </a:lnTo>
                <a:lnTo>
                  <a:pt x="2592484" y="992139"/>
                </a:lnTo>
                <a:lnTo>
                  <a:pt x="2620973" y="996559"/>
                </a:lnTo>
                <a:lnTo>
                  <a:pt x="2649462" y="1000885"/>
                </a:lnTo>
                <a:lnTo>
                  <a:pt x="2677951" y="1005120"/>
                </a:lnTo>
                <a:lnTo>
                  <a:pt x="2706440" y="1009265"/>
                </a:lnTo>
                <a:lnTo>
                  <a:pt x="2734929" y="1013325"/>
                </a:lnTo>
                <a:lnTo>
                  <a:pt x="2763417" y="1017300"/>
                </a:lnTo>
                <a:lnTo>
                  <a:pt x="2791906" y="1021193"/>
                </a:lnTo>
                <a:lnTo>
                  <a:pt x="2820395" y="1025006"/>
                </a:lnTo>
                <a:lnTo>
                  <a:pt x="2848884" y="1028741"/>
                </a:lnTo>
                <a:lnTo>
                  <a:pt x="2877373" y="1032401"/>
                </a:lnTo>
                <a:lnTo>
                  <a:pt x="2905862" y="1035987"/>
                </a:lnTo>
                <a:lnTo>
                  <a:pt x="2934350" y="1039502"/>
                </a:lnTo>
                <a:lnTo>
                  <a:pt x="2962839" y="1042946"/>
                </a:lnTo>
                <a:lnTo>
                  <a:pt x="2991328" y="1046322"/>
                </a:lnTo>
                <a:lnTo>
                  <a:pt x="3019817" y="1049632"/>
                </a:lnTo>
                <a:lnTo>
                  <a:pt x="3048306" y="1052878"/>
                </a:lnTo>
                <a:lnTo>
                  <a:pt x="3076795" y="1056060"/>
                </a:lnTo>
                <a:lnTo>
                  <a:pt x="3105284" y="1059180"/>
                </a:lnTo>
                <a:lnTo>
                  <a:pt x="3133772" y="1062241"/>
                </a:lnTo>
                <a:lnTo>
                  <a:pt x="3162261" y="1065244"/>
                </a:lnTo>
                <a:lnTo>
                  <a:pt x="3190750" y="1068189"/>
                </a:lnTo>
                <a:lnTo>
                  <a:pt x="3219239" y="1071079"/>
                </a:lnTo>
                <a:lnTo>
                  <a:pt x="3247728" y="1073914"/>
                </a:lnTo>
                <a:lnTo>
                  <a:pt x="3276217" y="1076697"/>
                </a:lnTo>
                <a:lnTo>
                  <a:pt x="3304705" y="1079428"/>
                </a:lnTo>
                <a:lnTo>
                  <a:pt x="3333194" y="1082109"/>
                </a:lnTo>
                <a:lnTo>
                  <a:pt x="3361683" y="1084740"/>
                </a:lnTo>
                <a:lnTo>
                  <a:pt x="3390172" y="1087323"/>
                </a:lnTo>
                <a:lnTo>
                  <a:pt x="3418661" y="1089860"/>
                </a:lnTo>
                <a:lnTo>
                  <a:pt x="3447150" y="1092351"/>
                </a:lnTo>
                <a:lnTo>
                  <a:pt x="3475638" y="1094797"/>
                </a:lnTo>
                <a:lnTo>
                  <a:pt x="3504127" y="1097200"/>
                </a:lnTo>
                <a:lnTo>
                  <a:pt x="3532616" y="1099560"/>
                </a:lnTo>
                <a:lnTo>
                  <a:pt x="3561105" y="1101878"/>
                </a:lnTo>
                <a:lnTo>
                  <a:pt x="3589594" y="1104156"/>
                </a:lnTo>
                <a:lnTo>
                  <a:pt x="3618083" y="1106394"/>
                </a:lnTo>
                <a:lnTo>
                  <a:pt x="3646572" y="1108593"/>
                </a:lnTo>
                <a:lnTo>
                  <a:pt x="3675060" y="1110754"/>
                </a:lnTo>
                <a:lnTo>
                  <a:pt x="3703549" y="1112878"/>
                </a:lnTo>
                <a:lnTo>
                  <a:pt x="3732038" y="1114966"/>
                </a:lnTo>
                <a:lnTo>
                  <a:pt x="3760527" y="1117018"/>
                </a:lnTo>
                <a:lnTo>
                  <a:pt x="3789016" y="1119036"/>
                </a:lnTo>
                <a:lnTo>
                  <a:pt x="3817505" y="1121020"/>
                </a:lnTo>
                <a:lnTo>
                  <a:pt x="3845993" y="1122970"/>
                </a:lnTo>
                <a:lnTo>
                  <a:pt x="3874482" y="1124889"/>
                </a:lnTo>
                <a:lnTo>
                  <a:pt x="3902971" y="1126775"/>
                </a:lnTo>
                <a:lnTo>
                  <a:pt x="3931460" y="1128631"/>
                </a:lnTo>
                <a:lnTo>
                  <a:pt x="3959949" y="1130456"/>
                </a:lnTo>
                <a:lnTo>
                  <a:pt x="3988438" y="1132251"/>
                </a:lnTo>
                <a:lnTo>
                  <a:pt x="4016927" y="1134017"/>
                </a:lnTo>
                <a:lnTo>
                  <a:pt x="4045415" y="1135755"/>
                </a:lnTo>
                <a:lnTo>
                  <a:pt x="4073904" y="1137465"/>
                </a:lnTo>
                <a:lnTo>
                  <a:pt x="4102393" y="1139148"/>
                </a:lnTo>
                <a:lnTo>
                  <a:pt x="4130882" y="1140804"/>
                </a:lnTo>
                <a:lnTo>
                  <a:pt x="4159371" y="1142434"/>
                </a:lnTo>
                <a:lnTo>
                  <a:pt x="4187860" y="1144038"/>
                </a:lnTo>
                <a:lnTo>
                  <a:pt x="4216348" y="1145617"/>
                </a:lnTo>
                <a:lnTo>
                  <a:pt x="4244837" y="1147172"/>
                </a:lnTo>
                <a:lnTo>
                  <a:pt x="4273326" y="1148702"/>
                </a:lnTo>
                <a:lnTo>
                  <a:pt x="4301815" y="1150209"/>
                </a:lnTo>
                <a:lnTo>
                  <a:pt x="4330304" y="1151693"/>
                </a:lnTo>
                <a:lnTo>
                  <a:pt x="4358793" y="1153154"/>
                </a:lnTo>
                <a:lnTo>
                  <a:pt x="4387282" y="1154593"/>
                </a:lnTo>
                <a:lnTo>
                  <a:pt x="4415770" y="1156011"/>
                </a:lnTo>
                <a:lnTo>
                  <a:pt x="4444259" y="1157407"/>
                </a:lnTo>
                <a:lnTo>
                  <a:pt x="4472748" y="1158782"/>
                </a:lnTo>
                <a:lnTo>
                  <a:pt x="4501237" y="1160136"/>
                </a:lnTo>
                <a:lnTo>
                  <a:pt x="4529726" y="1161471"/>
                </a:lnTo>
                <a:lnTo>
                  <a:pt x="4558215" y="1162786"/>
                </a:lnTo>
                <a:lnTo>
                  <a:pt x="4586703" y="1164082"/>
                </a:lnTo>
                <a:lnTo>
                  <a:pt x="4615192" y="1165358"/>
                </a:lnTo>
                <a:lnTo>
                  <a:pt x="4643681" y="1166616"/>
                </a:lnTo>
                <a:lnTo>
                  <a:pt x="4672170" y="1167856"/>
                </a:lnTo>
                <a:lnTo>
                  <a:pt x="4700659" y="1169078"/>
                </a:lnTo>
                <a:lnTo>
                  <a:pt x="4729148" y="1170283"/>
                </a:lnTo>
                <a:lnTo>
                  <a:pt x="4757636" y="1171470"/>
                </a:lnTo>
                <a:lnTo>
                  <a:pt x="4786125" y="1172641"/>
                </a:lnTo>
                <a:lnTo>
                  <a:pt x="4814614" y="1173795"/>
                </a:lnTo>
                <a:lnTo>
                  <a:pt x="4843103" y="1174933"/>
                </a:lnTo>
                <a:lnTo>
                  <a:pt x="4871592" y="1176054"/>
                </a:lnTo>
                <a:lnTo>
                  <a:pt x="4900081" y="1177161"/>
                </a:lnTo>
                <a:lnTo>
                  <a:pt x="4928570" y="1178251"/>
                </a:lnTo>
                <a:lnTo>
                  <a:pt x="4957058" y="1179327"/>
                </a:lnTo>
                <a:lnTo>
                  <a:pt x="4985547" y="1180388"/>
                </a:lnTo>
                <a:lnTo>
                  <a:pt x="5014036" y="1181434"/>
                </a:lnTo>
                <a:lnTo>
                  <a:pt x="5042525" y="1182466"/>
                </a:lnTo>
                <a:lnTo>
                  <a:pt x="5071014" y="1183484"/>
                </a:lnTo>
                <a:lnTo>
                  <a:pt x="5099503" y="1184489"/>
                </a:lnTo>
                <a:lnTo>
                  <a:pt x="5127991" y="1185480"/>
                </a:lnTo>
                <a:lnTo>
                  <a:pt x="5156480" y="1186457"/>
                </a:lnTo>
                <a:lnTo>
                  <a:pt x="5184969" y="1187422"/>
                </a:lnTo>
                <a:lnTo>
                  <a:pt x="5213458" y="1188373"/>
                </a:lnTo>
                <a:lnTo>
                  <a:pt x="5241947" y="1189312"/>
                </a:lnTo>
                <a:lnTo>
                  <a:pt x="5270436" y="1190239"/>
                </a:lnTo>
                <a:lnTo>
                  <a:pt x="5298925" y="1191154"/>
                </a:lnTo>
                <a:lnTo>
                  <a:pt x="5327413" y="1192056"/>
                </a:lnTo>
                <a:lnTo>
                  <a:pt x="5355902" y="1192947"/>
                </a:lnTo>
                <a:lnTo>
                  <a:pt x="5384391" y="1193826"/>
                </a:lnTo>
                <a:lnTo>
                  <a:pt x="5412880" y="1194694"/>
                </a:lnTo>
                <a:lnTo>
                  <a:pt x="5441369" y="1195551"/>
                </a:lnTo>
                <a:lnTo>
                  <a:pt x="5469858" y="1196397"/>
                </a:lnTo>
                <a:lnTo>
                  <a:pt x="5498346" y="1197232"/>
                </a:lnTo>
                <a:lnTo>
                  <a:pt x="5526835" y="1198057"/>
                </a:lnTo>
                <a:lnTo>
                  <a:pt x="5555324" y="1198871"/>
                </a:lnTo>
                <a:lnTo>
                  <a:pt x="5583813" y="1199675"/>
                </a:lnTo>
                <a:lnTo>
                  <a:pt x="5612302" y="1200469"/>
                </a:lnTo>
                <a:lnTo>
                  <a:pt x="5640791" y="1201253"/>
                </a:lnTo>
                <a:lnTo>
                  <a:pt x="5669280" y="1202027"/>
                </a:lnTo>
              </a:path>
            </a:pathLst>
          </a:custGeom>
          <a:noFill/>
          <a:ln w="406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A-E10 text 35" descr="sci-ppt:o035"/>
          <p:cNvSpPr txBox="1"/>
          <p:nvPr/>
        </p:nvSpPr>
        <p:spPr>
          <a:xfrm>
            <a:off x="2461564" y="2411128"/>
            <a:ext cx="34747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∫_R^∞ aᵣ dr = 210.0000 m²/s²</a:t>
            </a:r>
          </a:p>
        </p:txBody>
      </p:sp>
      <p:sp>
        <p:nvSpPr>
          <p:cNvPr id="38" name="A-E10 text 36" descr="sci-ppt:o036"/>
          <p:cNvSpPr txBox="1"/>
          <p:nvPr/>
        </p:nvSpPr>
        <p:spPr>
          <a:xfrm>
            <a:off x="2461564" y="2796138"/>
            <a:ext cx="34747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R R̈ + (3/2) Ṙ² = 210.0000 m²/s²</a:t>
            </a:r>
          </a:p>
        </p:txBody>
      </p:sp>
      <p:sp>
        <p:nvSpPr>
          <p:cNvPr id="39" name="A-E10 round_rect 37" descr="sci-ppt:o037"/>
          <p:cNvSpPr/>
          <p:nvPr/>
        </p:nvSpPr>
        <p:spPr>
          <a:xfrm>
            <a:off x="6858000" y="1371600"/>
            <a:ext cx="498348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10 text 38" descr="sci-ppt:o038"/>
          <p:cNvSpPr txBox="1"/>
          <p:nvPr/>
        </p:nvSpPr>
        <p:spPr>
          <a:xfrm>
            <a:off x="6967728" y="14264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Integrating the momentum law</a:t>
            </a:r>
          </a:p>
        </p:txBody>
      </p:sp>
      <p:sp>
        <p:nvSpPr>
          <p:cNvPr id="41" name="A-E10 text 39" descr="sci-ppt:o039"/>
          <p:cNvSpPr txBox="1"/>
          <p:nvPr/>
        </p:nvSpPr>
        <p:spPr>
          <a:xfrm>
            <a:off x="6995160" y="1828800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ρ_g aᵣ = ∂Tᵣᵣ/∂r + (2/r)(Tᵣᵣ − T_θθ)</a:t>
            </a:r>
          </a:p>
        </p:txBody>
      </p:sp>
      <p:sp>
        <p:nvSpPr>
          <p:cNvPr id="42" name="A-E10 text 40" descr="sci-ppt:o040"/>
          <p:cNvSpPr txBox="1"/>
          <p:nvPr/>
        </p:nvSpPr>
        <p:spPr>
          <a:xfrm>
            <a:off x="6995160" y="233172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ρ_g ∫aᵣ dr = ρ_g (R R̈ + 3Ṙ²/2)</a:t>
            </a:r>
          </a:p>
        </p:txBody>
      </p:sp>
      <p:sp>
        <p:nvSpPr>
          <p:cNvPr id="43" name="A-E10 text 41" descr="sci-ppt:o041"/>
          <p:cNvSpPr txBox="1"/>
          <p:nvPr/>
        </p:nvSpPr>
        <p:spPr>
          <a:xfrm>
            <a:off x="6995160" y="2834640"/>
            <a:ext cx="47548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viscous part: 2∫(…)(−6η_gR²Ṙ/r³)dr/r → −4η_g Ṙ/R</a:t>
            </a:r>
          </a:p>
        </p:txBody>
      </p:sp>
      <p:sp>
        <p:nvSpPr>
          <p:cNvPr id="44" name="A-E10 text 42" descr="sci-ppt:o042"/>
          <p:cNvSpPr txBox="1"/>
          <p:nvPr/>
        </p:nvSpPr>
        <p:spPr>
          <a:xfrm>
            <a:off x="6995160" y="3474720"/>
            <a:ext cx="47548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Acceleration and viscous stress give two distinct radial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contributions.</a:t>
            </a:r>
          </a:p>
        </p:txBody>
      </p:sp>
      <p:sp>
        <p:nvSpPr>
          <p:cNvPr id="45" name="A-E10 text 43" descr="sci-ppt:o043"/>
          <p:cNvSpPr txBox="1"/>
          <p:nvPr/>
        </p:nvSpPr>
        <p:spPr>
          <a:xfrm>
            <a:off x="914400" y="5733288"/>
            <a:ext cx="10972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Numerical check with R = 30 µm, Ṙ = −10 m/s, R̈ = 2×10⁶ m/s²: area under aᵣ agrees with R R̈ + 3Ṙ²/2 to 0.0000 %.</a:t>
            </a:r>
          </a:p>
        </p:txBody>
      </p:sp>
      <p:sp>
        <p:nvSpPr>
          <p:cNvPr id="46" name="A-E10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Evaluated integrals of Eq. A-E10 (quadrature to 400R plus the 1/r² tail beyond it, added analytically).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