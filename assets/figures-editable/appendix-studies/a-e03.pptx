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0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A-E03 · Static balance defining the elastic resistance</a:t>
            </a:r>
          </a:p>
        </p:txBody>
      </p:sp>
      <p:cxnSp>
        <p:nvCxnSpPr>
          <p:cNvPr id="3" name="A-E03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03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03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03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03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A-E03 line 6" descr="sci-ppt:o006"/>
          <p:cNvCxnSpPr/>
          <p:nvPr/>
        </p:nvCxnSpPr>
        <p:spPr>
          <a:xfrm>
            <a:off x="2084832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03 line 7" descr="sci-ppt:o007"/>
          <p:cNvCxnSpPr/>
          <p:nvPr/>
        </p:nvCxnSpPr>
        <p:spPr>
          <a:xfrm>
            <a:off x="2084832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03 text 8" descr="sci-ppt:o008"/>
          <p:cNvSpPr txBox="1"/>
          <p:nvPr/>
        </p:nvSpPr>
        <p:spPr>
          <a:xfrm>
            <a:off x="1627632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A-E03 line 9" descr="sci-ppt:o009"/>
          <p:cNvCxnSpPr/>
          <p:nvPr/>
        </p:nvCxnSpPr>
        <p:spPr>
          <a:xfrm>
            <a:off x="3255264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03 line 10" descr="sci-ppt:o010"/>
          <p:cNvCxnSpPr/>
          <p:nvPr/>
        </p:nvCxnSpPr>
        <p:spPr>
          <a:xfrm>
            <a:off x="3255264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03 text 11" descr="sci-ppt:o011"/>
          <p:cNvSpPr txBox="1"/>
          <p:nvPr/>
        </p:nvSpPr>
        <p:spPr>
          <a:xfrm>
            <a:off x="2798064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4" name="A-E03 line 12" descr="sci-ppt:o012"/>
          <p:cNvCxnSpPr/>
          <p:nvPr/>
        </p:nvCxnSpPr>
        <p:spPr>
          <a:xfrm>
            <a:off x="4425696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03 line 13" descr="sci-ppt:o013"/>
          <p:cNvCxnSpPr/>
          <p:nvPr/>
        </p:nvCxnSpPr>
        <p:spPr>
          <a:xfrm>
            <a:off x="4425696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03 text 14" descr="sci-ppt:o014"/>
          <p:cNvSpPr txBox="1"/>
          <p:nvPr/>
        </p:nvSpPr>
        <p:spPr>
          <a:xfrm>
            <a:off x="3968496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7" name="A-E03 line 15" descr="sci-ppt:o015"/>
          <p:cNvCxnSpPr/>
          <p:nvPr/>
        </p:nvCxnSpPr>
        <p:spPr>
          <a:xfrm>
            <a:off x="5596128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03 line 16" descr="sci-ppt:o016"/>
          <p:cNvCxnSpPr/>
          <p:nvPr/>
        </p:nvCxnSpPr>
        <p:spPr>
          <a:xfrm>
            <a:off x="5596128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A-E03 text 17" descr="sci-ppt:o017"/>
          <p:cNvSpPr txBox="1"/>
          <p:nvPr/>
        </p:nvSpPr>
        <p:spPr>
          <a:xfrm>
            <a:off x="5138928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20" name="A-E03 line 18" descr="sci-ppt:o018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03 line 19" descr="sci-ppt:o019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A-E03 text 20" descr="sci-ppt:o020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cxnSp>
        <p:nvCxnSpPr>
          <p:cNvPr id="23" name="A-E03 line 21" descr="sci-ppt:o021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A-E03 line 22" descr="sci-ppt:o022"/>
          <p:cNvCxnSpPr/>
          <p:nvPr/>
        </p:nvCxnSpPr>
        <p:spPr>
          <a:xfrm>
            <a:off x="850392" y="426371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03 line 23" descr="sci-ppt:o023"/>
          <p:cNvCxnSpPr/>
          <p:nvPr/>
        </p:nvCxnSpPr>
        <p:spPr>
          <a:xfrm>
            <a:off x="914400" y="4263715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03 text 24" descr="sci-ppt:o024"/>
          <p:cNvSpPr txBox="1"/>
          <p:nvPr/>
        </p:nvSpPr>
        <p:spPr>
          <a:xfrm>
            <a:off x="45720" y="418141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0.01</a:t>
            </a:r>
          </a:p>
        </p:txBody>
      </p:sp>
      <p:cxnSp>
        <p:nvCxnSpPr>
          <p:cNvPr id="27" name="A-E03 line 25" descr="sci-ppt:o025"/>
          <p:cNvCxnSpPr/>
          <p:nvPr/>
        </p:nvCxnSpPr>
        <p:spPr>
          <a:xfrm>
            <a:off x="850392" y="349823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A-E03 line 26" descr="sci-ppt:o026"/>
          <p:cNvCxnSpPr/>
          <p:nvPr/>
        </p:nvCxnSpPr>
        <p:spPr>
          <a:xfrm>
            <a:off x="914400" y="3498231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A-E03 text 27" descr="sci-ppt:o027"/>
          <p:cNvSpPr txBox="1"/>
          <p:nvPr/>
        </p:nvSpPr>
        <p:spPr>
          <a:xfrm>
            <a:off x="45720" y="341593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30" name="A-E03 line 28" descr="sci-ppt:o028"/>
          <p:cNvCxnSpPr/>
          <p:nvPr/>
        </p:nvCxnSpPr>
        <p:spPr>
          <a:xfrm>
            <a:off x="850392" y="273274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A-E03 line 29" descr="sci-ppt:o029"/>
          <p:cNvCxnSpPr/>
          <p:nvPr/>
        </p:nvCxnSpPr>
        <p:spPr>
          <a:xfrm>
            <a:off x="914400" y="2732746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A-E03 text 30" descr="sci-ppt:o030"/>
          <p:cNvSpPr txBox="1"/>
          <p:nvPr/>
        </p:nvSpPr>
        <p:spPr>
          <a:xfrm>
            <a:off x="45720" y="265045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33" name="A-E03 line 31" descr="sci-ppt:o031"/>
          <p:cNvCxnSpPr/>
          <p:nvPr/>
        </p:nvCxnSpPr>
        <p:spPr>
          <a:xfrm>
            <a:off x="850392" y="196726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A-E03 line 32" descr="sci-ppt:o032"/>
          <p:cNvCxnSpPr/>
          <p:nvPr/>
        </p:nvCxnSpPr>
        <p:spPr>
          <a:xfrm>
            <a:off x="914400" y="1967262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5" name="A-E03 text 33" descr="sci-ppt:o033"/>
          <p:cNvSpPr txBox="1"/>
          <p:nvPr/>
        </p:nvSpPr>
        <p:spPr>
          <a:xfrm>
            <a:off x="45720" y="188496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sp>
        <p:nvSpPr>
          <p:cNvPr id="36" name="A-E03 text 34" descr="sci-ppt:o034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</a:t>
            </a:r>
          </a:p>
        </p:txBody>
      </p:sp>
      <p:sp>
        <p:nvSpPr>
          <p:cNvPr id="37" name="A-E03 text 35" descr="sci-ppt:o035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integrand × R  (log axis)</a:t>
            </a:r>
          </a:p>
        </p:txBody>
      </p:sp>
      <p:sp>
        <p:nvSpPr>
          <p:cNvPr id="38" name="A-E03 polygon 36" descr="sci-ppt:o036"/>
          <p:cNvSpPr/>
          <p:nvPr/>
        </p:nvSpPr>
        <p:spPr>
          <a:xfrm>
            <a:off x="914400" y="1541428"/>
            <a:ext cx="5852160" cy="3487772"/>
          </a:xfrm>
          <a:custGeom>
            <a:avLst/>
            <a:gdLst/>
            <a:ahLst/>
            <a:cxnLst/>
            <a:rect l="l" t="t" r="r" b="b"/>
            <a:pathLst>
              <a:path w="5852160" h="3487772">
                <a:moveTo>
                  <a:pt x="0" y="0"/>
                </a:moveTo>
                <a:lnTo>
                  <a:pt x="29407" y="630464"/>
                </a:lnTo>
                <a:lnTo>
                  <a:pt x="58815" y="779752"/>
                </a:lnTo>
                <a:lnTo>
                  <a:pt x="88223" y="871860"/>
                </a:lnTo>
                <a:lnTo>
                  <a:pt x="117631" y="940743"/>
                </a:lnTo>
                <a:lnTo>
                  <a:pt x="147039" y="997175"/>
                </a:lnTo>
                <a:lnTo>
                  <a:pt x="176447" y="1045903"/>
                </a:lnTo>
                <a:lnTo>
                  <a:pt x="205854" y="1089414"/>
                </a:lnTo>
                <a:lnTo>
                  <a:pt x="235262" y="1129159"/>
                </a:lnTo>
                <a:lnTo>
                  <a:pt x="264670" y="1166049"/>
                </a:lnTo>
                <a:lnTo>
                  <a:pt x="294078" y="1200693"/>
                </a:lnTo>
                <a:lnTo>
                  <a:pt x="323486" y="1233513"/>
                </a:lnTo>
                <a:lnTo>
                  <a:pt x="352894" y="1264814"/>
                </a:lnTo>
                <a:lnTo>
                  <a:pt x="382301" y="1294824"/>
                </a:lnTo>
                <a:lnTo>
                  <a:pt x="411709" y="1323717"/>
                </a:lnTo>
                <a:lnTo>
                  <a:pt x="441117" y="1351627"/>
                </a:lnTo>
                <a:lnTo>
                  <a:pt x="470525" y="1378663"/>
                </a:lnTo>
                <a:lnTo>
                  <a:pt x="499933" y="1404912"/>
                </a:lnTo>
                <a:lnTo>
                  <a:pt x="529341" y="1430445"/>
                </a:lnTo>
                <a:lnTo>
                  <a:pt x="558748" y="1455324"/>
                </a:lnTo>
                <a:lnTo>
                  <a:pt x="588156" y="1479598"/>
                </a:lnTo>
                <a:lnTo>
                  <a:pt x="617564" y="1503312"/>
                </a:lnTo>
                <a:lnTo>
                  <a:pt x="646972" y="1526502"/>
                </a:lnTo>
                <a:lnTo>
                  <a:pt x="676380" y="1549201"/>
                </a:lnTo>
                <a:lnTo>
                  <a:pt x="705788" y="1571439"/>
                </a:lnTo>
                <a:lnTo>
                  <a:pt x="735195" y="1593240"/>
                </a:lnTo>
                <a:lnTo>
                  <a:pt x="764603" y="1614628"/>
                </a:lnTo>
                <a:lnTo>
                  <a:pt x="794011" y="1635622"/>
                </a:lnTo>
                <a:lnTo>
                  <a:pt x="823419" y="1656243"/>
                </a:lnTo>
                <a:lnTo>
                  <a:pt x="852827" y="1676506"/>
                </a:lnTo>
                <a:lnTo>
                  <a:pt x="882235" y="1696427"/>
                </a:lnTo>
                <a:lnTo>
                  <a:pt x="911643" y="1716019"/>
                </a:lnTo>
                <a:lnTo>
                  <a:pt x="941050" y="1735297"/>
                </a:lnTo>
                <a:lnTo>
                  <a:pt x="970458" y="1754272"/>
                </a:lnTo>
                <a:lnTo>
                  <a:pt x="999866" y="1772956"/>
                </a:lnTo>
                <a:lnTo>
                  <a:pt x="1029274" y="1791358"/>
                </a:lnTo>
                <a:lnTo>
                  <a:pt x="1058682" y="1809489"/>
                </a:lnTo>
                <a:lnTo>
                  <a:pt x="1088090" y="1827358"/>
                </a:lnTo>
                <a:lnTo>
                  <a:pt x="1117497" y="1844973"/>
                </a:lnTo>
                <a:lnTo>
                  <a:pt x="1146905" y="1862343"/>
                </a:lnTo>
                <a:lnTo>
                  <a:pt x="1176313" y="1879475"/>
                </a:lnTo>
                <a:lnTo>
                  <a:pt x="1205721" y="1896376"/>
                </a:lnTo>
                <a:lnTo>
                  <a:pt x="1235129" y="1913054"/>
                </a:lnTo>
                <a:lnTo>
                  <a:pt x="1264537" y="1929514"/>
                </a:lnTo>
                <a:lnTo>
                  <a:pt x="1293944" y="1945762"/>
                </a:lnTo>
                <a:lnTo>
                  <a:pt x="1323352" y="1961806"/>
                </a:lnTo>
                <a:lnTo>
                  <a:pt x="1352760" y="1977650"/>
                </a:lnTo>
                <a:lnTo>
                  <a:pt x="1382168" y="1993300"/>
                </a:lnTo>
                <a:lnTo>
                  <a:pt x="1411576" y="2008760"/>
                </a:lnTo>
                <a:lnTo>
                  <a:pt x="1440984" y="2024036"/>
                </a:lnTo>
                <a:lnTo>
                  <a:pt x="1470391" y="2039132"/>
                </a:lnTo>
                <a:lnTo>
                  <a:pt x="1499799" y="2054053"/>
                </a:lnTo>
                <a:lnTo>
                  <a:pt x="1529207" y="2068802"/>
                </a:lnTo>
                <a:lnTo>
                  <a:pt x="1558615" y="2083385"/>
                </a:lnTo>
                <a:lnTo>
                  <a:pt x="1588023" y="2097806"/>
                </a:lnTo>
                <a:lnTo>
                  <a:pt x="1617431" y="2112067"/>
                </a:lnTo>
                <a:lnTo>
                  <a:pt x="1646838" y="2126172"/>
                </a:lnTo>
                <a:lnTo>
                  <a:pt x="1676246" y="2140126"/>
                </a:lnTo>
                <a:lnTo>
                  <a:pt x="1705654" y="2153931"/>
                </a:lnTo>
                <a:lnTo>
                  <a:pt x="1735062" y="2167591"/>
                </a:lnTo>
                <a:lnTo>
                  <a:pt x="1764470" y="2181108"/>
                </a:lnTo>
                <a:lnTo>
                  <a:pt x="1793878" y="2194487"/>
                </a:lnTo>
                <a:lnTo>
                  <a:pt x="1823286" y="2207729"/>
                </a:lnTo>
                <a:lnTo>
                  <a:pt x="1852693" y="2220839"/>
                </a:lnTo>
                <a:lnTo>
                  <a:pt x="1882101" y="2233818"/>
                </a:lnTo>
                <a:lnTo>
                  <a:pt x="1911509" y="2246668"/>
                </a:lnTo>
                <a:lnTo>
                  <a:pt x="1940917" y="2259394"/>
                </a:lnTo>
                <a:lnTo>
                  <a:pt x="1970325" y="2271997"/>
                </a:lnTo>
                <a:lnTo>
                  <a:pt x="1999733" y="2284480"/>
                </a:lnTo>
                <a:lnTo>
                  <a:pt x="2029140" y="2296844"/>
                </a:lnTo>
                <a:lnTo>
                  <a:pt x="2058548" y="2309093"/>
                </a:lnTo>
                <a:lnTo>
                  <a:pt x="2087956" y="2321229"/>
                </a:lnTo>
                <a:lnTo>
                  <a:pt x="2117364" y="2333253"/>
                </a:lnTo>
                <a:lnTo>
                  <a:pt x="2146772" y="2345167"/>
                </a:lnTo>
                <a:lnTo>
                  <a:pt x="2176180" y="2356975"/>
                </a:lnTo>
                <a:lnTo>
                  <a:pt x="2205587" y="2368677"/>
                </a:lnTo>
                <a:lnTo>
                  <a:pt x="2234995" y="2380276"/>
                </a:lnTo>
                <a:lnTo>
                  <a:pt x="2264403" y="2391773"/>
                </a:lnTo>
                <a:lnTo>
                  <a:pt x="2293811" y="2403170"/>
                </a:lnTo>
                <a:lnTo>
                  <a:pt x="2323219" y="2414470"/>
                </a:lnTo>
                <a:lnTo>
                  <a:pt x="2352627" y="2425673"/>
                </a:lnTo>
                <a:lnTo>
                  <a:pt x="2382034" y="2436781"/>
                </a:lnTo>
                <a:lnTo>
                  <a:pt x="2411442" y="2447797"/>
                </a:lnTo>
                <a:lnTo>
                  <a:pt x="2440850" y="2458721"/>
                </a:lnTo>
                <a:lnTo>
                  <a:pt x="2470258" y="2469555"/>
                </a:lnTo>
                <a:lnTo>
                  <a:pt x="2499666" y="2480300"/>
                </a:lnTo>
                <a:lnTo>
                  <a:pt x="2529074" y="2490959"/>
                </a:lnTo>
                <a:lnTo>
                  <a:pt x="2558482" y="2501532"/>
                </a:lnTo>
                <a:lnTo>
                  <a:pt x="2587889" y="2512021"/>
                </a:lnTo>
                <a:lnTo>
                  <a:pt x="2617297" y="2522427"/>
                </a:lnTo>
                <a:lnTo>
                  <a:pt x="2646705" y="2532752"/>
                </a:lnTo>
                <a:lnTo>
                  <a:pt x="2676113" y="2542996"/>
                </a:lnTo>
                <a:lnTo>
                  <a:pt x="2705521" y="2553162"/>
                </a:lnTo>
                <a:lnTo>
                  <a:pt x="2734929" y="2563250"/>
                </a:lnTo>
                <a:lnTo>
                  <a:pt x="2764336" y="2573261"/>
                </a:lnTo>
                <a:lnTo>
                  <a:pt x="2793744" y="2583197"/>
                </a:lnTo>
                <a:lnTo>
                  <a:pt x="2823152" y="2593058"/>
                </a:lnTo>
                <a:lnTo>
                  <a:pt x="2852560" y="2602847"/>
                </a:lnTo>
                <a:lnTo>
                  <a:pt x="2881968" y="2612563"/>
                </a:lnTo>
                <a:lnTo>
                  <a:pt x="2911376" y="2622209"/>
                </a:lnTo>
                <a:lnTo>
                  <a:pt x="2940783" y="2631784"/>
                </a:lnTo>
                <a:lnTo>
                  <a:pt x="2970191" y="2641291"/>
                </a:lnTo>
                <a:lnTo>
                  <a:pt x="2999599" y="2650730"/>
                </a:lnTo>
                <a:lnTo>
                  <a:pt x="3029007" y="2660102"/>
                </a:lnTo>
                <a:lnTo>
                  <a:pt x="3058415" y="2669407"/>
                </a:lnTo>
                <a:lnTo>
                  <a:pt x="3087823" y="2678648"/>
                </a:lnTo>
                <a:lnTo>
                  <a:pt x="3117230" y="2687825"/>
                </a:lnTo>
                <a:lnTo>
                  <a:pt x="3146638" y="2696938"/>
                </a:lnTo>
                <a:lnTo>
                  <a:pt x="3176046" y="2705989"/>
                </a:lnTo>
                <a:lnTo>
                  <a:pt x="3205454" y="2714979"/>
                </a:lnTo>
                <a:lnTo>
                  <a:pt x="3234862" y="2723908"/>
                </a:lnTo>
                <a:lnTo>
                  <a:pt x="3264270" y="2732777"/>
                </a:lnTo>
                <a:lnTo>
                  <a:pt x="3293677" y="2741587"/>
                </a:lnTo>
                <a:lnTo>
                  <a:pt x="3323085" y="2750338"/>
                </a:lnTo>
                <a:lnTo>
                  <a:pt x="3352493" y="2759032"/>
                </a:lnTo>
                <a:lnTo>
                  <a:pt x="3381901" y="2767670"/>
                </a:lnTo>
                <a:lnTo>
                  <a:pt x="3411309" y="2776251"/>
                </a:lnTo>
                <a:lnTo>
                  <a:pt x="3440717" y="2784777"/>
                </a:lnTo>
                <a:lnTo>
                  <a:pt x="3470125" y="2793249"/>
                </a:lnTo>
                <a:lnTo>
                  <a:pt x="3499532" y="2801667"/>
                </a:lnTo>
                <a:lnTo>
                  <a:pt x="3528940" y="2810031"/>
                </a:lnTo>
                <a:lnTo>
                  <a:pt x="3558348" y="2818343"/>
                </a:lnTo>
                <a:lnTo>
                  <a:pt x="3587756" y="2826603"/>
                </a:lnTo>
                <a:lnTo>
                  <a:pt x="3617164" y="2834812"/>
                </a:lnTo>
                <a:lnTo>
                  <a:pt x="3646572" y="2842971"/>
                </a:lnTo>
                <a:lnTo>
                  <a:pt x="3675979" y="2851079"/>
                </a:lnTo>
                <a:lnTo>
                  <a:pt x="3705387" y="2859138"/>
                </a:lnTo>
                <a:lnTo>
                  <a:pt x="3734795" y="2867149"/>
                </a:lnTo>
                <a:lnTo>
                  <a:pt x="3764203" y="2875111"/>
                </a:lnTo>
                <a:lnTo>
                  <a:pt x="3793611" y="2883026"/>
                </a:lnTo>
                <a:lnTo>
                  <a:pt x="3823019" y="2890893"/>
                </a:lnTo>
                <a:lnTo>
                  <a:pt x="3852426" y="2898715"/>
                </a:lnTo>
                <a:lnTo>
                  <a:pt x="3881834" y="2906490"/>
                </a:lnTo>
                <a:lnTo>
                  <a:pt x="3911242" y="2914220"/>
                </a:lnTo>
                <a:lnTo>
                  <a:pt x="3940650" y="2921905"/>
                </a:lnTo>
                <a:lnTo>
                  <a:pt x="3970058" y="2929546"/>
                </a:lnTo>
                <a:lnTo>
                  <a:pt x="3999466" y="2937144"/>
                </a:lnTo>
                <a:lnTo>
                  <a:pt x="4028873" y="2944697"/>
                </a:lnTo>
                <a:lnTo>
                  <a:pt x="4058281" y="2952208"/>
                </a:lnTo>
                <a:lnTo>
                  <a:pt x="4087689" y="2959677"/>
                </a:lnTo>
                <a:lnTo>
                  <a:pt x="4117097" y="2967104"/>
                </a:lnTo>
                <a:lnTo>
                  <a:pt x="4146505" y="2974490"/>
                </a:lnTo>
                <a:lnTo>
                  <a:pt x="4175913" y="2981834"/>
                </a:lnTo>
                <a:lnTo>
                  <a:pt x="4205321" y="2989138"/>
                </a:lnTo>
                <a:lnTo>
                  <a:pt x="4234728" y="2996403"/>
                </a:lnTo>
                <a:lnTo>
                  <a:pt x="4264136" y="3003627"/>
                </a:lnTo>
                <a:lnTo>
                  <a:pt x="4293544" y="3010813"/>
                </a:lnTo>
                <a:lnTo>
                  <a:pt x="4322952" y="3017959"/>
                </a:lnTo>
                <a:lnTo>
                  <a:pt x="4352360" y="3025068"/>
                </a:lnTo>
                <a:lnTo>
                  <a:pt x="4381768" y="3032138"/>
                </a:lnTo>
                <a:lnTo>
                  <a:pt x="4411175" y="3039172"/>
                </a:lnTo>
                <a:lnTo>
                  <a:pt x="4440583" y="3046167"/>
                </a:lnTo>
                <a:lnTo>
                  <a:pt x="4469991" y="3053127"/>
                </a:lnTo>
                <a:lnTo>
                  <a:pt x="4499399" y="3060050"/>
                </a:lnTo>
                <a:lnTo>
                  <a:pt x="4528807" y="3066937"/>
                </a:lnTo>
                <a:lnTo>
                  <a:pt x="4558215" y="3073788"/>
                </a:lnTo>
                <a:lnTo>
                  <a:pt x="4587622" y="3080604"/>
                </a:lnTo>
                <a:lnTo>
                  <a:pt x="4617030" y="3087386"/>
                </a:lnTo>
                <a:lnTo>
                  <a:pt x="4646438" y="3094133"/>
                </a:lnTo>
                <a:lnTo>
                  <a:pt x="4675846" y="3100846"/>
                </a:lnTo>
                <a:lnTo>
                  <a:pt x="4705254" y="3107525"/>
                </a:lnTo>
                <a:lnTo>
                  <a:pt x="4734662" y="3114170"/>
                </a:lnTo>
                <a:lnTo>
                  <a:pt x="4764069" y="3120783"/>
                </a:lnTo>
                <a:lnTo>
                  <a:pt x="4793477" y="3127362"/>
                </a:lnTo>
                <a:lnTo>
                  <a:pt x="4822885" y="3133910"/>
                </a:lnTo>
                <a:lnTo>
                  <a:pt x="4852293" y="3140425"/>
                </a:lnTo>
                <a:lnTo>
                  <a:pt x="4881701" y="3146908"/>
                </a:lnTo>
                <a:lnTo>
                  <a:pt x="4911109" y="3153360"/>
                </a:lnTo>
                <a:lnTo>
                  <a:pt x="4940516" y="3159780"/>
                </a:lnTo>
                <a:lnTo>
                  <a:pt x="4969924" y="3166170"/>
                </a:lnTo>
                <a:lnTo>
                  <a:pt x="4999332" y="3172529"/>
                </a:lnTo>
                <a:lnTo>
                  <a:pt x="5028740" y="3178858"/>
                </a:lnTo>
                <a:lnTo>
                  <a:pt x="5058148" y="3185156"/>
                </a:lnTo>
                <a:lnTo>
                  <a:pt x="5087556" y="3191425"/>
                </a:lnTo>
                <a:lnTo>
                  <a:pt x="5116964" y="3197665"/>
                </a:lnTo>
                <a:lnTo>
                  <a:pt x="5146371" y="3203875"/>
                </a:lnTo>
                <a:lnTo>
                  <a:pt x="5175779" y="3210056"/>
                </a:lnTo>
                <a:lnTo>
                  <a:pt x="5205187" y="3216209"/>
                </a:lnTo>
                <a:lnTo>
                  <a:pt x="5234595" y="3222333"/>
                </a:lnTo>
                <a:lnTo>
                  <a:pt x="5264003" y="3228430"/>
                </a:lnTo>
                <a:lnTo>
                  <a:pt x="5293411" y="3234498"/>
                </a:lnTo>
                <a:lnTo>
                  <a:pt x="5322818" y="3240539"/>
                </a:lnTo>
                <a:lnTo>
                  <a:pt x="5352226" y="3246552"/>
                </a:lnTo>
                <a:lnTo>
                  <a:pt x="5381634" y="3252538"/>
                </a:lnTo>
                <a:lnTo>
                  <a:pt x="5411042" y="3258498"/>
                </a:lnTo>
                <a:lnTo>
                  <a:pt x="5440450" y="3264430"/>
                </a:lnTo>
                <a:lnTo>
                  <a:pt x="5469858" y="3270337"/>
                </a:lnTo>
                <a:lnTo>
                  <a:pt x="5499265" y="3276217"/>
                </a:lnTo>
                <a:lnTo>
                  <a:pt x="5528673" y="3282071"/>
                </a:lnTo>
                <a:lnTo>
                  <a:pt x="5558081" y="3287900"/>
                </a:lnTo>
                <a:lnTo>
                  <a:pt x="5587489" y="3293703"/>
                </a:lnTo>
                <a:lnTo>
                  <a:pt x="5616897" y="3299481"/>
                </a:lnTo>
                <a:lnTo>
                  <a:pt x="5646305" y="3305234"/>
                </a:lnTo>
                <a:lnTo>
                  <a:pt x="5675712" y="3310962"/>
                </a:lnTo>
                <a:lnTo>
                  <a:pt x="5705120" y="3316665"/>
                </a:lnTo>
                <a:lnTo>
                  <a:pt x="5734528" y="3322344"/>
                </a:lnTo>
                <a:lnTo>
                  <a:pt x="5763936" y="3327999"/>
                </a:lnTo>
                <a:lnTo>
                  <a:pt x="5793344" y="3333630"/>
                </a:lnTo>
                <a:lnTo>
                  <a:pt x="5822752" y="3339237"/>
                </a:lnTo>
                <a:lnTo>
                  <a:pt x="5852160" y="3344821"/>
                </a:lnTo>
                <a:lnTo>
                  <a:pt x="5852160" y="3487772"/>
                </a:lnTo>
                <a:lnTo>
                  <a:pt x="5822752" y="3487772"/>
                </a:lnTo>
                <a:lnTo>
                  <a:pt x="5793344" y="3487772"/>
                </a:lnTo>
                <a:lnTo>
                  <a:pt x="5763936" y="3487772"/>
                </a:lnTo>
                <a:lnTo>
                  <a:pt x="5734528" y="3487772"/>
                </a:lnTo>
                <a:lnTo>
                  <a:pt x="5705120" y="3487772"/>
                </a:lnTo>
                <a:lnTo>
                  <a:pt x="5675712" y="3487772"/>
                </a:lnTo>
                <a:lnTo>
                  <a:pt x="5646305" y="3487772"/>
                </a:lnTo>
                <a:lnTo>
                  <a:pt x="5616897" y="3487772"/>
                </a:lnTo>
                <a:lnTo>
                  <a:pt x="5587489" y="3487772"/>
                </a:lnTo>
                <a:lnTo>
                  <a:pt x="5558081" y="3487772"/>
                </a:lnTo>
                <a:lnTo>
                  <a:pt x="5528673" y="3487772"/>
                </a:lnTo>
                <a:lnTo>
                  <a:pt x="5499265" y="3487772"/>
                </a:lnTo>
                <a:lnTo>
                  <a:pt x="5469858" y="3487772"/>
                </a:lnTo>
                <a:lnTo>
                  <a:pt x="5440450" y="3487772"/>
                </a:lnTo>
                <a:lnTo>
                  <a:pt x="5411042" y="3487772"/>
                </a:lnTo>
                <a:lnTo>
                  <a:pt x="5381634" y="3487772"/>
                </a:lnTo>
                <a:lnTo>
                  <a:pt x="5352226" y="3487772"/>
                </a:lnTo>
                <a:lnTo>
                  <a:pt x="5322818" y="3487772"/>
                </a:lnTo>
                <a:lnTo>
                  <a:pt x="5293411" y="3487772"/>
                </a:lnTo>
                <a:lnTo>
                  <a:pt x="5264003" y="3487772"/>
                </a:lnTo>
                <a:lnTo>
                  <a:pt x="5234595" y="3487772"/>
                </a:lnTo>
                <a:lnTo>
                  <a:pt x="5205187" y="3487772"/>
                </a:lnTo>
                <a:lnTo>
                  <a:pt x="5175779" y="3487772"/>
                </a:lnTo>
                <a:lnTo>
                  <a:pt x="5146371" y="3487772"/>
                </a:lnTo>
                <a:lnTo>
                  <a:pt x="5116964" y="3487772"/>
                </a:lnTo>
                <a:lnTo>
                  <a:pt x="5087556" y="3487772"/>
                </a:lnTo>
                <a:lnTo>
                  <a:pt x="5058148" y="3487772"/>
                </a:lnTo>
                <a:lnTo>
                  <a:pt x="5028740" y="3487772"/>
                </a:lnTo>
                <a:lnTo>
                  <a:pt x="4999332" y="3487772"/>
                </a:lnTo>
                <a:lnTo>
                  <a:pt x="4969924" y="3487772"/>
                </a:lnTo>
                <a:lnTo>
                  <a:pt x="4940516" y="3487772"/>
                </a:lnTo>
                <a:lnTo>
                  <a:pt x="4911109" y="3487772"/>
                </a:lnTo>
                <a:lnTo>
                  <a:pt x="4881701" y="3487772"/>
                </a:lnTo>
                <a:lnTo>
                  <a:pt x="4852293" y="3487772"/>
                </a:lnTo>
                <a:lnTo>
                  <a:pt x="4822885" y="3487772"/>
                </a:lnTo>
                <a:lnTo>
                  <a:pt x="4793477" y="3487772"/>
                </a:lnTo>
                <a:lnTo>
                  <a:pt x="4764069" y="3487772"/>
                </a:lnTo>
                <a:lnTo>
                  <a:pt x="4734662" y="3487772"/>
                </a:lnTo>
                <a:lnTo>
                  <a:pt x="4705254" y="3487772"/>
                </a:lnTo>
                <a:lnTo>
                  <a:pt x="4675846" y="3487772"/>
                </a:lnTo>
                <a:lnTo>
                  <a:pt x="4646438" y="3487772"/>
                </a:lnTo>
                <a:lnTo>
                  <a:pt x="4617030" y="3487772"/>
                </a:lnTo>
                <a:lnTo>
                  <a:pt x="4587622" y="3487772"/>
                </a:lnTo>
                <a:lnTo>
                  <a:pt x="4558215" y="3487772"/>
                </a:lnTo>
                <a:lnTo>
                  <a:pt x="4528807" y="3487772"/>
                </a:lnTo>
                <a:lnTo>
                  <a:pt x="4499399" y="3487772"/>
                </a:lnTo>
                <a:lnTo>
                  <a:pt x="4469991" y="3487772"/>
                </a:lnTo>
                <a:lnTo>
                  <a:pt x="4440583" y="3487772"/>
                </a:lnTo>
                <a:lnTo>
                  <a:pt x="4411175" y="3487772"/>
                </a:lnTo>
                <a:lnTo>
                  <a:pt x="4381768" y="3487772"/>
                </a:lnTo>
                <a:lnTo>
                  <a:pt x="4352360" y="3487772"/>
                </a:lnTo>
                <a:lnTo>
                  <a:pt x="4322952" y="3487772"/>
                </a:lnTo>
                <a:lnTo>
                  <a:pt x="4293544" y="3487772"/>
                </a:lnTo>
                <a:lnTo>
                  <a:pt x="4264136" y="3487772"/>
                </a:lnTo>
                <a:lnTo>
                  <a:pt x="4234728" y="3487772"/>
                </a:lnTo>
                <a:lnTo>
                  <a:pt x="4205321" y="3487772"/>
                </a:lnTo>
                <a:lnTo>
                  <a:pt x="4175913" y="3487772"/>
                </a:lnTo>
                <a:lnTo>
                  <a:pt x="4146505" y="3487772"/>
                </a:lnTo>
                <a:lnTo>
                  <a:pt x="4117097" y="3487772"/>
                </a:lnTo>
                <a:lnTo>
                  <a:pt x="4087689" y="3487772"/>
                </a:lnTo>
                <a:lnTo>
                  <a:pt x="4058281" y="3487772"/>
                </a:lnTo>
                <a:lnTo>
                  <a:pt x="4028873" y="3487772"/>
                </a:lnTo>
                <a:lnTo>
                  <a:pt x="3999466" y="3487772"/>
                </a:lnTo>
                <a:lnTo>
                  <a:pt x="3970058" y="3487772"/>
                </a:lnTo>
                <a:lnTo>
                  <a:pt x="3940650" y="3487772"/>
                </a:lnTo>
                <a:lnTo>
                  <a:pt x="3911242" y="3487772"/>
                </a:lnTo>
                <a:lnTo>
                  <a:pt x="3881834" y="3487772"/>
                </a:lnTo>
                <a:lnTo>
                  <a:pt x="3852426" y="3487772"/>
                </a:lnTo>
                <a:lnTo>
                  <a:pt x="3823019" y="3487772"/>
                </a:lnTo>
                <a:lnTo>
                  <a:pt x="3793611" y="3487772"/>
                </a:lnTo>
                <a:lnTo>
                  <a:pt x="3764203" y="3487772"/>
                </a:lnTo>
                <a:lnTo>
                  <a:pt x="3734795" y="3487772"/>
                </a:lnTo>
                <a:lnTo>
                  <a:pt x="3705387" y="3487772"/>
                </a:lnTo>
                <a:lnTo>
                  <a:pt x="3675979" y="3487772"/>
                </a:lnTo>
                <a:lnTo>
                  <a:pt x="3646572" y="3487772"/>
                </a:lnTo>
                <a:lnTo>
                  <a:pt x="3617164" y="3487772"/>
                </a:lnTo>
                <a:lnTo>
                  <a:pt x="3587756" y="3487772"/>
                </a:lnTo>
                <a:lnTo>
                  <a:pt x="3558348" y="3487772"/>
                </a:lnTo>
                <a:lnTo>
                  <a:pt x="3528940" y="3487772"/>
                </a:lnTo>
                <a:lnTo>
                  <a:pt x="3499532" y="3487772"/>
                </a:lnTo>
                <a:lnTo>
                  <a:pt x="3470125" y="3487772"/>
                </a:lnTo>
                <a:lnTo>
                  <a:pt x="3440717" y="3487772"/>
                </a:lnTo>
                <a:lnTo>
                  <a:pt x="3411309" y="3487772"/>
                </a:lnTo>
                <a:lnTo>
                  <a:pt x="3381901" y="3487772"/>
                </a:lnTo>
                <a:lnTo>
                  <a:pt x="3352493" y="3487772"/>
                </a:lnTo>
                <a:lnTo>
                  <a:pt x="3323085" y="3487772"/>
                </a:lnTo>
                <a:lnTo>
                  <a:pt x="3293677" y="3487772"/>
                </a:lnTo>
                <a:lnTo>
                  <a:pt x="3264270" y="3487772"/>
                </a:lnTo>
                <a:lnTo>
                  <a:pt x="3234862" y="3487772"/>
                </a:lnTo>
                <a:lnTo>
                  <a:pt x="3205454" y="3487772"/>
                </a:lnTo>
                <a:lnTo>
                  <a:pt x="3176046" y="3487772"/>
                </a:lnTo>
                <a:lnTo>
                  <a:pt x="3146638" y="3487772"/>
                </a:lnTo>
                <a:lnTo>
                  <a:pt x="3117230" y="3487772"/>
                </a:lnTo>
                <a:lnTo>
                  <a:pt x="3087823" y="3487772"/>
                </a:lnTo>
                <a:lnTo>
                  <a:pt x="3058415" y="3487772"/>
                </a:lnTo>
                <a:lnTo>
                  <a:pt x="3029007" y="3487772"/>
                </a:lnTo>
                <a:lnTo>
                  <a:pt x="2999599" y="3487772"/>
                </a:lnTo>
                <a:lnTo>
                  <a:pt x="2970191" y="3487772"/>
                </a:lnTo>
                <a:lnTo>
                  <a:pt x="2940783" y="3487772"/>
                </a:lnTo>
                <a:lnTo>
                  <a:pt x="2911376" y="3487772"/>
                </a:lnTo>
                <a:lnTo>
                  <a:pt x="2881968" y="3487772"/>
                </a:lnTo>
                <a:lnTo>
                  <a:pt x="2852560" y="3487772"/>
                </a:lnTo>
                <a:lnTo>
                  <a:pt x="2823152" y="3487772"/>
                </a:lnTo>
                <a:lnTo>
                  <a:pt x="2793744" y="3487772"/>
                </a:lnTo>
                <a:lnTo>
                  <a:pt x="2764336" y="3487772"/>
                </a:lnTo>
                <a:lnTo>
                  <a:pt x="2734929" y="3487772"/>
                </a:lnTo>
                <a:lnTo>
                  <a:pt x="2705521" y="3487772"/>
                </a:lnTo>
                <a:lnTo>
                  <a:pt x="2676113" y="3487772"/>
                </a:lnTo>
                <a:lnTo>
                  <a:pt x="2646705" y="3487772"/>
                </a:lnTo>
                <a:lnTo>
                  <a:pt x="2617297" y="3487772"/>
                </a:lnTo>
                <a:lnTo>
                  <a:pt x="2587889" y="3487772"/>
                </a:lnTo>
                <a:lnTo>
                  <a:pt x="2558482" y="3487772"/>
                </a:lnTo>
                <a:lnTo>
                  <a:pt x="2529074" y="3487772"/>
                </a:lnTo>
                <a:lnTo>
                  <a:pt x="2499666" y="3487772"/>
                </a:lnTo>
                <a:lnTo>
                  <a:pt x="2470258" y="3487772"/>
                </a:lnTo>
                <a:lnTo>
                  <a:pt x="2440850" y="3487772"/>
                </a:lnTo>
                <a:lnTo>
                  <a:pt x="2411442" y="3487772"/>
                </a:lnTo>
                <a:lnTo>
                  <a:pt x="2382034" y="3487772"/>
                </a:lnTo>
                <a:lnTo>
                  <a:pt x="2352627" y="3487772"/>
                </a:lnTo>
                <a:lnTo>
                  <a:pt x="2323219" y="3487772"/>
                </a:lnTo>
                <a:lnTo>
                  <a:pt x="2293811" y="3487772"/>
                </a:lnTo>
                <a:lnTo>
                  <a:pt x="2264403" y="3487772"/>
                </a:lnTo>
                <a:lnTo>
                  <a:pt x="2234995" y="3487772"/>
                </a:lnTo>
                <a:lnTo>
                  <a:pt x="2205587" y="3487772"/>
                </a:lnTo>
                <a:lnTo>
                  <a:pt x="2176180" y="3487772"/>
                </a:lnTo>
                <a:lnTo>
                  <a:pt x="2146772" y="3487772"/>
                </a:lnTo>
                <a:lnTo>
                  <a:pt x="2117364" y="3487772"/>
                </a:lnTo>
                <a:lnTo>
                  <a:pt x="2087956" y="3487772"/>
                </a:lnTo>
                <a:lnTo>
                  <a:pt x="2058548" y="3487772"/>
                </a:lnTo>
                <a:lnTo>
                  <a:pt x="2029140" y="3487772"/>
                </a:lnTo>
                <a:lnTo>
                  <a:pt x="1999733" y="3487772"/>
                </a:lnTo>
                <a:lnTo>
                  <a:pt x="1970325" y="3487772"/>
                </a:lnTo>
                <a:lnTo>
                  <a:pt x="1940917" y="3487772"/>
                </a:lnTo>
                <a:lnTo>
                  <a:pt x="1911509" y="3487772"/>
                </a:lnTo>
                <a:lnTo>
                  <a:pt x="1882101" y="3487772"/>
                </a:lnTo>
                <a:lnTo>
                  <a:pt x="1852693" y="3487772"/>
                </a:lnTo>
                <a:lnTo>
                  <a:pt x="1823286" y="3487772"/>
                </a:lnTo>
                <a:lnTo>
                  <a:pt x="1793878" y="3487772"/>
                </a:lnTo>
                <a:lnTo>
                  <a:pt x="1764470" y="3487772"/>
                </a:lnTo>
                <a:lnTo>
                  <a:pt x="1735062" y="3487772"/>
                </a:lnTo>
                <a:lnTo>
                  <a:pt x="1705654" y="3487772"/>
                </a:lnTo>
                <a:lnTo>
                  <a:pt x="1676246" y="3487772"/>
                </a:lnTo>
                <a:lnTo>
                  <a:pt x="1646838" y="3487772"/>
                </a:lnTo>
                <a:lnTo>
                  <a:pt x="1617431" y="3487772"/>
                </a:lnTo>
                <a:lnTo>
                  <a:pt x="1588023" y="3487772"/>
                </a:lnTo>
                <a:lnTo>
                  <a:pt x="1558615" y="3487772"/>
                </a:lnTo>
                <a:lnTo>
                  <a:pt x="1529207" y="3487772"/>
                </a:lnTo>
                <a:lnTo>
                  <a:pt x="1499799" y="3487772"/>
                </a:lnTo>
                <a:lnTo>
                  <a:pt x="1470391" y="3487772"/>
                </a:lnTo>
                <a:lnTo>
                  <a:pt x="1440984" y="3487772"/>
                </a:lnTo>
                <a:lnTo>
                  <a:pt x="1411576" y="3487772"/>
                </a:lnTo>
                <a:lnTo>
                  <a:pt x="1382168" y="3487772"/>
                </a:lnTo>
                <a:lnTo>
                  <a:pt x="1352760" y="3487772"/>
                </a:lnTo>
                <a:lnTo>
                  <a:pt x="1323352" y="3487772"/>
                </a:lnTo>
                <a:lnTo>
                  <a:pt x="1293944" y="3487772"/>
                </a:lnTo>
                <a:lnTo>
                  <a:pt x="1264537" y="3487772"/>
                </a:lnTo>
                <a:lnTo>
                  <a:pt x="1235129" y="3487772"/>
                </a:lnTo>
                <a:lnTo>
                  <a:pt x="1205721" y="3487772"/>
                </a:lnTo>
                <a:lnTo>
                  <a:pt x="1176313" y="3487772"/>
                </a:lnTo>
                <a:lnTo>
                  <a:pt x="1146905" y="3487772"/>
                </a:lnTo>
                <a:lnTo>
                  <a:pt x="1117497" y="3487772"/>
                </a:lnTo>
                <a:lnTo>
                  <a:pt x="1088090" y="3487772"/>
                </a:lnTo>
                <a:lnTo>
                  <a:pt x="1058682" y="3487772"/>
                </a:lnTo>
                <a:lnTo>
                  <a:pt x="1029274" y="3487772"/>
                </a:lnTo>
                <a:lnTo>
                  <a:pt x="999866" y="3487772"/>
                </a:lnTo>
                <a:lnTo>
                  <a:pt x="970458" y="3487772"/>
                </a:lnTo>
                <a:lnTo>
                  <a:pt x="941050" y="3487772"/>
                </a:lnTo>
                <a:lnTo>
                  <a:pt x="911643" y="3487772"/>
                </a:lnTo>
                <a:lnTo>
                  <a:pt x="882235" y="3487772"/>
                </a:lnTo>
                <a:lnTo>
                  <a:pt x="852827" y="3487772"/>
                </a:lnTo>
                <a:lnTo>
                  <a:pt x="823419" y="3487772"/>
                </a:lnTo>
                <a:lnTo>
                  <a:pt x="794011" y="3487772"/>
                </a:lnTo>
                <a:lnTo>
                  <a:pt x="764603" y="3487772"/>
                </a:lnTo>
                <a:lnTo>
                  <a:pt x="735195" y="3487772"/>
                </a:lnTo>
                <a:lnTo>
                  <a:pt x="705788" y="3487772"/>
                </a:lnTo>
                <a:lnTo>
                  <a:pt x="676380" y="3487772"/>
                </a:lnTo>
                <a:lnTo>
                  <a:pt x="646972" y="3487772"/>
                </a:lnTo>
                <a:lnTo>
                  <a:pt x="617564" y="3487772"/>
                </a:lnTo>
                <a:lnTo>
                  <a:pt x="588156" y="3487772"/>
                </a:lnTo>
                <a:lnTo>
                  <a:pt x="558748" y="3487772"/>
                </a:lnTo>
                <a:lnTo>
                  <a:pt x="529341" y="3487772"/>
                </a:lnTo>
                <a:lnTo>
                  <a:pt x="499933" y="3487772"/>
                </a:lnTo>
                <a:lnTo>
                  <a:pt x="470525" y="3487772"/>
                </a:lnTo>
                <a:lnTo>
                  <a:pt x="441117" y="3487772"/>
                </a:lnTo>
                <a:lnTo>
                  <a:pt x="411709" y="3487772"/>
                </a:lnTo>
                <a:lnTo>
                  <a:pt x="382301" y="3487772"/>
                </a:lnTo>
                <a:lnTo>
                  <a:pt x="352894" y="3487772"/>
                </a:lnTo>
                <a:lnTo>
                  <a:pt x="323486" y="3487772"/>
                </a:lnTo>
                <a:lnTo>
                  <a:pt x="294078" y="3487772"/>
                </a:lnTo>
                <a:lnTo>
                  <a:pt x="264670" y="3487772"/>
                </a:lnTo>
                <a:lnTo>
                  <a:pt x="235262" y="3487772"/>
                </a:lnTo>
                <a:lnTo>
                  <a:pt x="205854" y="3487772"/>
                </a:lnTo>
                <a:lnTo>
                  <a:pt x="176447" y="3487772"/>
                </a:lnTo>
                <a:lnTo>
                  <a:pt x="147039" y="3487772"/>
                </a:lnTo>
                <a:lnTo>
                  <a:pt x="117631" y="3487772"/>
                </a:lnTo>
                <a:lnTo>
                  <a:pt x="88223" y="3487772"/>
                </a:lnTo>
                <a:lnTo>
                  <a:pt x="58815" y="3487772"/>
                </a:lnTo>
                <a:lnTo>
                  <a:pt x="29407" y="3487772"/>
                </a:lnTo>
                <a:lnTo>
                  <a:pt x="0" y="3487772"/>
                </a:lnTo>
                <a:close/>
              </a:path>
            </a:pathLst>
          </a:custGeom>
          <a:solidFill>
            <a:srgbClr val="8EDBD4">
              <a:alpha val="25000"/>
            </a:srgbClr>
          </a:solidFill>
          <a:ln w="10160">
            <a:solidFill>
              <a:srgbClr val="8EDBD4">
                <a:alpha val="2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A-E03 polygon 37" descr="sci-ppt:o037"/>
          <p:cNvSpPr/>
          <p:nvPr/>
        </p:nvSpPr>
        <p:spPr>
          <a:xfrm>
            <a:off x="914400" y="1541428"/>
            <a:ext cx="5852160" cy="3344821"/>
          </a:xfrm>
          <a:custGeom>
            <a:avLst/>
            <a:gdLst/>
            <a:ahLst/>
            <a:cxnLst/>
            <a:rect l="l" t="t" r="r" b="b"/>
            <a:pathLst>
              <a:path w="5852160" h="3344821">
                <a:moveTo>
                  <a:pt x="0" y="0"/>
                </a:moveTo>
                <a:lnTo>
                  <a:pt x="29407" y="630464"/>
                </a:lnTo>
                <a:lnTo>
                  <a:pt x="58815" y="779752"/>
                </a:lnTo>
                <a:lnTo>
                  <a:pt x="88223" y="871860"/>
                </a:lnTo>
                <a:lnTo>
                  <a:pt x="117631" y="940743"/>
                </a:lnTo>
                <a:lnTo>
                  <a:pt x="147039" y="997175"/>
                </a:lnTo>
                <a:lnTo>
                  <a:pt x="176447" y="1045903"/>
                </a:lnTo>
                <a:lnTo>
                  <a:pt x="205854" y="1089414"/>
                </a:lnTo>
                <a:lnTo>
                  <a:pt x="235262" y="1129159"/>
                </a:lnTo>
                <a:lnTo>
                  <a:pt x="264670" y="1166049"/>
                </a:lnTo>
                <a:lnTo>
                  <a:pt x="294078" y="1200693"/>
                </a:lnTo>
                <a:lnTo>
                  <a:pt x="323486" y="1233513"/>
                </a:lnTo>
                <a:lnTo>
                  <a:pt x="352894" y="1264814"/>
                </a:lnTo>
                <a:lnTo>
                  <a:pt x="382301" y="1294824"/>
                </a:lnTo>
                <a:lnTo>
                  <a:pt x="411709" y="1323717"/>
                </a:lnTo>
                <a:lnTo>
                  <a:pt x="441117" y="1351627"/>
                </a:lnTo>
                <a:lnTo>
                  <a:pt x="470525" y="1378663"/>
                </a:lnTo>
                <a:lnTo>
                  <a:pt x="499933" y="1404912"/>
                </a:lnTo>
                <a:lnTo>
                  <a:pt x="529341" y="1430445"/>
                </a:lnTo>
                <a:lnTo>
                  <a:pt x="558748" y="1455324"/>
                </a:lnTo>
                <a:lnTo>
                  <a:pt x="588156" y="1479598"/>
                </a:lnTo>
                <a:lnTo>
                  <a:pt x="617564" y="1503312"/>
                </a:lnTo>
                <a:lnTo>
                  <a:pt x="646972" y="1526502"/>
                </a:lnTo>
                <a:lnTo>
                  <a:pt x="676380" y="1549201"/>
                </a:lnTo>
                <a:lnTo>
                  <a:pt x="705788" y="1571439"/>
                </a:lnTo>
                <a:lnTo>
                  <a:pt x="735195" y="1593240"/>
                </a:lnTo>
                <a:lnTo>
                  <a:pt x="764603" y="1614628"/>
                </a:lnTo>
                <a:lnTo>
                  <a:pt x="794011" y="1635622"/>
                </a:lnTo>
                <a:lnTo>
                  <a:pt x="823419" y="1656243"/>
                </a:lnTo>
                <a:lnTo>
                  <a:pt x="852827" y="1676506"/>
                </a:lnTo>
                <a:lnTo>
                  <a:pt x="882235" y="1696427"/>
                </a:lnTo>
                <a:lnTo>
                  <a:pt x="911643" y="1716019"/>
                </a:lnTo>
                <a:lnTo>
                  <a:pt x="941050" y="1735297"/>
                </a:lnTo>
                <a:lnTo>
                  <a:pt x="970458" y="1754272"/>
                </a:lnTo>
                <a:lnTo>
                  <a:pt x="999866" y="1772956"/>
                </a:lnTo>
                <a:lnTo>
                  <a:pt x="1029274" y="1791358"/>
                </a:lnTo>
                <a:lnTo>
                  <a:pt x="1058682" y="1809489"/>
                </a:lnTo>
                <a:lnTo>
                  <a:pt x="1088090" y="1827358"/>
                </a:lnTo>
                <a:lnTo>
                  <a:pt x="1117497" y="1844973"/>
                </a:lnTo>
                <a:lnTo>
                  <a:pt x="1146905" y="1862343"/>
                </a:lnTo>
                <a:lnTo>
                  <a:pt x="1176313" y="1879475"/>
                </a:lnTo>
                <a:lnTo>
                  <a:pt x="1205721" y="1896376"/>
                </a:lnTo>
                <a:lnTo>
                  <a:pt x="1235129" y="1913054"/>
                </a:lnTo>
                <a:lnTo>
                  <a:pt x="1264537" y="1929514"/>
                </a:lnTo>
                <a:lnTo>
                  <a:pt x="1293944" y="1945762"/>
                </a:lnTo>
                <a:lnTo>
                  <a:pt x="1323352" y="1961806"/>
                </a:lnTo>
                <a:lnTo>
                  <a:pt x="1352760" y="1977650"/>
                </a:lnTo>
                <a:lnTo>
                  <a:pt x="1382168" y="1993300"/>
                </a:lnTo>
                <a:lnTo>
                  <a:pt x="1411576" y="2008760"/>
                </a:lnTo>
                <a:lnTo>
                  <a:pt x="1440984" y="2024036"/>
                </a:lnTo>
                <a:lnTo>
                  <a:pt x="1470391" y="2039132"/>
                </a:lnTo>
                <a:lnTo>
                  <a:pt x="1499799" y="2054053"/>
                </a:lnTo>
                <a:lnTo>
                  <a:pt x="1529207" y="2068802"/>
                </a:lnTo>
                <a:lnTo>
                  <a:pt x="1558615" y="2083385"/>
                </a:lnTo>
                <a:lnTo>
                  <a:pt x="1588023" y="2097806"/>
                </a:lnTo>
                <a:lnTo>
                  <a:pt x="1617431" y="2112067"/>
                </a:lnTo>
                <a:lnTo>
                  <a:pt x="1646838" y="2126172"/>
                </a:lnTo>
                <a:lnTo>
                  <a:pt x="1676246" y="2140126"/>
                </a:lnTo>
                <a:lnTo>
                  <a:pt x="1705654" y="2153931"/>
                </a:lnTo>
                <a:lnTo>
                  <a:pt x="1735062" y="2167591"/>
                </a:lnTo>
                <a:lnTo>
                  <a:pt x="1764470" y="2181108"/>
                </a:lnTo>
                <a:lnTo>
                  <a:pt x="1793878" y="2194487"/>
                </a:lnTo>
                <a:lnTo>
                  <a:pt x="1823286" y="2207729"/>
                </a:lnTo>
                <a:lnTo>
                  <a:pt x="1852693" y="2220839"/>
                </a:lnTo>
                <a:lnTo>
                  <a:pt x="1882101" y="2233818"/>
                </a:lnTo>
                <a:lnTo>
                  <a:pt x="1911509" y="2246668"/>
                </a:lnTo>
                <a:lnTo>
                  <a:pt x="1940917" y="2259394"/>
                </a:lnTo>
                <a:lnTo>
                  <a:pt x="1970325" y="2271997"/>
                </a:lnTo>
                <a:lnTo>
                  <a:pt x="1999733" y="2284480"/>
                </a:lnTo>
                <a:lnTo>
                  <a:pt x="2029140" y="2296844"/>
                </a:lnTo>
                <a:lnTo>
                  <a:pt x="2058548" y="2309093"/>
                </a:lnTo>
                <a:lnTo>
                  <a:pt x="2087956" y="2321229"/>
                </a:lnTo>
                <a:lnTo>
                  <a:pt x="2117364" y="2333253"/>
                </a:lnTo>
                <a:lnTo>
                  <a:pt x="2146772" y="2345167"/>
                </a:lnTo>
                <a:lnTo>
                  <a:pt x="2176180" y="2356975"/>
                </a:lnTo>
                <a:lnTo>
                  <a:pt x="2205587" y="2368677"/>
                </a:lnTo>
                <a:lnTo>
                  <a:pt x="2234995" y="2380276"/>
                </a:lnTo>
                <a:lnTo>
                  <a:pt x="2264403" y="2391773"/>
                </a:lnTo>
                <a:lnTo>
                  <a:pt x="2293811" y="2403170"/>
                </a:lnTo>
                <a:lnTo>
                  <a:pt x="2323219" y="2414470"/>
                </a:lnTo>
                <a:lnTo>
                  <a:pt x="2352627" y="2425673"/>
                </a:lnTo>
                <a:lnTo>
                  <a:pt x="2382034" y="2436781"/>
                </a:lnTo>
                <a:lnTo>
                  <a:pt x="2411442" y="2447797"/>
                </a:lnTo>
                <a:lnTo>
                  <a:pt x="2440850" y="2458721"/>
                </a:lnTo>
                <a:lnTo>
                  <a:pt x="2470258" y="2469555"/>
                </a:lnTo>
                <a:lnTo>
                  <a:pt x="2499666" y="2480300"/>
                </a:lnTo>
                <a:lnTo>
                  <a:pt x="2529074" y="2490959"/>
                </a:lnTo>
                <a:lnTo>
                  <a:pt x="2558482" y="2501532"/>
                </a:lnTo>
                <a:lnTo>
                  <a:pt x="2587889" y="2512021"/>
                </a:lnTo>
                <a:lnTo>
                  <a:pt x="2617297" y="2522427"/>
                </a:lnTo>
                <a:lnTo>
                  <a:pt x="2646705" y="2532752"/>
                </a:lnTo>
                <a:lnTo>
                  <a:pt x="2676113" y="2542996"/>
                </a:lnTo>
                <a:lnTo>
                  <a:pt x="2705521" y="2553162"/>
                </a:lnTo>
                <a:lnTo>
                  <a:pt x="2734929" y="2563250"/>
                </a:lnTo>
                <a:lnTo>
                  <a:pt x="2764336" y="2573261"/>
                </a:lnTo>
                <a:lnTo>
                  <a:pt x="2793744" y="2583197"/>
                </a:lnTo>
                <a:lnTo>
                  <a:pt x="2823152" y="2593058"/>
                </a:lnTo>
                <a:lnTo>
                  <a:pt x="2852560" y="2602847"/>
                </a:lnTo>
                <a:lnTo>
                  <a:pt x="2881968" y="2612563"/>
                </a:lnTo>
                <a:lnTo>
                  <a:pt x="2911376" y="2622209"/>
                </a:lnTo>
                <a:lnTo>
                  <a:pt x="2940783" y="2631784"/>
                </a:lnTo>
                <a:lnTo>
                  <a:pt x="2970191" y="2641291"/>
                </a:lnTo>
                <a:lnTo>
                  <a:pt x="2999599" y="2650730"/>
                </a:lnTo>
                <a:lnTo>
                  <a:pt x="3029007" y="2660102"/>
                </a:lnTo>
                <a:lnTo>
                  <a:pt x="3058415" y="2669407"/>
                </a:lnTo>
                <a:lnTo>
                  <a:pt x="3087823" y="2678648"/>
                </a:lnTo>
                <a:lnTo>
                  <a:pt x="3117230" y="2687825"/>
                </a:lnTo>
                <a:lnTo>
                  <a:pt x="3146638" y="2696938"/>
                </a:lnTo>
                <a:lnTo>
                  <a:pt x="3176046" y="2705989"/>
                </a:lnTo>
                <a:lnTo>
                  <a:pt x="3205454" y="2714979"/>
                </a:lnTo>
                <a:lnTo>
                  <a:pt x="3234862" y="2723908"/>
                </a:lnTo>
                <a:lnTo>
                  <a:pt x="3264270" y="2732777"/>
                </a:lnTo>
                <a:lnTo>
                  <a:pt x="3293677" y="2741587"/>
                </a:lnTo>
                <a:lnTo>
                  <a:pt x="3323085" y="2750338"/>
                </a:lnTo>
                <a:lnTo>
                  <a:pt x="3352493" y="2759032"/>
                </a:lnTo>
                <a:lnTo>
                  <a:pt x="3381901" y="2767670"/>
                </a:lnTo>
                <a:lnTo>
                  <a:pt x="3411309" y="2776251"/>
                </a:lnTo>
                <a:lnTo>
                  <a:pt x="3440717" y="2784777"/>
                </a:lnTo>
                <a:lnTo>
                  <a:pt x="3470125" y="2793249"/>
                </a:lnTo>
                <a:lnTo>
                  <a:pt x="3499532" y="2801667"/>
                </a:lnTo>
                <a:lnTo>
                  <a:pt x="3528940" y="2810031"/>
                </a:lnTo>
                <a:lnTo>
                  <a:pt x="3558348" y="2818343"/>
                </a:lnTo>
                <a:lnTo>
                  <a:pt x="3587756" y="2826603"/>
                </a:lnTo>
                <a:lnTo>
                  <a:pt x="3617164" y="2834812"/>
                </a:lnTo>
                <a:lnTo>
                  <a:pt x="3646572" y="2842971"/>
                </a:lnTo>
                <a:lnTo>
                  <a:pt x="3675979" y="2851079"/>
                </a:lnTo>
                <a:lnTo>
                  <a:pt x="3705387" y="2859138"/>
                </a:lnTo>
                <a:lnTo>
                  <a:pt x="3734795" y="2867149"/>
                </a:lnTo>
                <a:lnTo>
                  <a:pt x="3764203" y="2875111"/>
                </a:lnTo>
                <a:lnTo>
                  <a:pt x="3793611" y="2883026"/>
                </a:lnTo>
                <a:lnTo>
                  <a:pt x="3823019" y="2890893"/>
                </a:lnTo>
                <a:lnTo>
                  <a:pt x="3852426" y="2898715"/>
                </a:lnTo>
                <a:lnTo>
                  <a:pt x="3881834" y="2906490"/>
                </a:lnTo>
                <a:lnTo>
                  <a:pt x="3911242" y="2914220"/>
                </a:lnTo>
                <a:lnTo>
                  <a:pt x="3940650" y="2921905"/>
                </a:lnTo>
                <a:lnTo>
                  <a:pt x="3970058" y="2929546"/>
                </a:lnTo>
                <a:lnTo>
                  <a:pt x="3999466" y="2937144"/>
                </a:lnTo>
                <a:lnTo>
                  <a:pt x="4028873" y="2944697"/>
                </a:lnTo>
                <a:lnTo>
                  <a:pt x="4058281" y="2952208"/>
                </a:lnTo>
                <a:lnTo>
                  <a:pt x="4087689" y="2959677"/>
                </a:lnTo>
                <a:lnTo>
                  <a:pt x="4117097" y="2967104"/>
                </a:lnTo>
                <a:lnTo>
                  <a:pt x="4146505" y="2974490"/>
                </a:lnTo>
                <a:lnTo>
                  <a:pt x="4175913" y="2981834"/>
                </a:lnTo>
                <a:lnTo>
                  <a:pt x="4205321" y="2989138"/>
                </a:lnTo>
                <a:lnTo>
                  <a:pt x="4234728" y="2996403"/>
                </a:lnTo>
                <a:lnTo>
                  <a:pt x="4264136" y="3003627"/>
                </a:lnTo>
                <a:lnTo>
                  <a:pt x="4293544" y="3010813"/>
                </a:lnTo>
                <a:lnTo>
                  <a:pt x="4322952" y="3017959"/>
                </a:lnTo>
                <a:lnTo>
                  <a:pt x="4352360" y="3025068"/>
                </a:lnTo>
                <a:lnTo>
                  <a:pt x="4381768" y="3032138"/>
                </a:lnTo>
                <a:lnTo>
                  <a:pt x="4411175" y="3039172"/>
                </a:lnTo>
                <a:lnTo>
                  <a:pt x="4440583" y="3046167"/>
                </a:lnTo>
                <a:lnTo>
                  <a:pt x="4469991" y="3053127"/>
                </a:lnTo>
                <a:lnTo>
                  <a:pt x="4499399" y="3060050"/>
                </a:lnTo>
                <a:lnTo>
                  <a:pt x="4528807" y="3066937"/>
                </a:lnTo>
                <a:lnTo>
                  <a:pt x="4558215" y="3073788"/>
                </a:lnTo>
                <a:lnTo>
                  <a:pt x="4587622" y="3080604"/>
                </a:lnTo>
                <a:lnTo>
                  <a:pt x="4617030" y="3087386"/>
                </a:lnTo>
                <a:lnTo>
                  <a:pt x="4646438" y="3094133"/>
                </a:lnTo>
                <a:lnTo>
                  <a:pt x="4675846" y="3100846"/>
                </a:lnTo>
                <a:lnTo>
                  <a:pt x="4705254" y="3107525"/>
                </a:lnTo>
                <a:lnTo>
                  <a:pt x="4734662" y="3114170"/>
                </a:lnTo>
                <a:lnTo>
                  <a:pt x="4764069" y="3120783"/>
                </a:lnTo>
                <a:lnTo>
                  <a:pt x="4793477" y="3127362"/>
                </a:lnTo>
                <a:lnTo>
                  <a:pt x="4822885" y="3133910"/>
                </a:lnTo>
                <a:lnTo>
                  <a:pt x="4852293" y="3140425"/>
                </a:lnTo>
                <a:lnTo>
                  <a:pt x="4881701" y="3146908"/>
                </a:lnTo>
                <a:lnTo>
                  <a:pt x="4911109" y="3153360"/>
                </a:lnTo>
                <a:lnTo>
                  <a:pt x="4940516" y="3159780"/>
                </a:lnTo>
                <a:lnTo>
                  <a:pt x="4969924" y="3166170"/>
                </a:lnTo>
                <a:lnTo>
                  <a:pt x="4999332" y="3172529"/>
                </a:lnTo>
                <a:lnTo>
                  <a:pt x="5028740" y="3178858"/>
                </a:lnTo>
                <a:lnTo>
                  <a:pt x="5058148" y="3185156"/>
                </a:lnTo>
                <a:lnTo>
                  <a:pt x="5087556" y="3191425"/>
                </a:lnTo>
                <a:lnTo>
                  <a:pt x="5116964" y="3197665"/>
                </a:lnTo>
                <a:lnTo>
                  <a:pt x="5146371" y="3203875"/>
                </a:lnTo>
                <a:lnTo>
                  <a:pt x="5175779" y="3210056"/>
                </a:lnTo>
                <a:lnTo>
                  <a:pt x="5205187" y="3216209"/>
                </a:lnTo>
                <a:lnTo>
                  <a:pt x="5234595" y="3222333"/>
                </a:lnTo>
                <a:lnTo>
                  <a:pt x="5264003" y="3228430"/>
                </a:lnTo>
                <a:lnTo>
                  <a:pt x="5293411" y="3234498"/>
                </a:lnTo>
                <a:lnTo>
                  <a:pt x="5322818" y="3240539"/>
                </a:lnTo>
                <a:lnTo>
                  <a:pt x="5352226" y="3246552"/>
                </a:lnTo>
                <a:lnTo>
                  <a:pt x="5381634" y="3252538"/>
                </a:lnTo>
                <a:lnTo>
                  <a:pt x="5411042" y="3258498"/>
                </a:lnTo>
                <a:lnTo>
                  <a:pt x="5440450" y="3264430"/>
                </a:lnTo>
                <a:lnTo>
                  <a:pt x="5469858" y="3270337"/>
                </a:lnTo>
                <a:lnTo>
                  <a:pt x="5499265" y="3276217"/>
                </a:lnTo>
                <a:lnTo>
                  <a:pt x="5528673" y="3282071"/>
                </a:lnTo>
                <a:lnTo>
                  <a:pt x="5558081" y="3287900"/>
                </a:lnTo>
                <a:lnTo>
                  <a:pt x="5587489" y="3293703"/>
                </a:lnTo>
                <a:lnTo>
                  <a:pt x="5616897" y="3299481"/>
                </a:lnTo>
                <a:lnTo>
                  <a:pt x="5646305" y="3305234"/>
                </a:lnTo>
                <a:lnTo>
                  <a:pt x="5675712" y="3310962"/>
                </a:lnTo>
                <a:lnTo>
                  <a:pt x="5705120" y="3316665"/>
                </a:lnTo>
                <a:lnTo>
                  <a:pt x="5734528" y="3322344"/>
                </a:lnTo>
                <a:lnTo>
                  <a:pt x="5763936" y="3327999"/>
                </a:lnTo>
                <a:lnTo>
                  <a:pt x="5793344" y="3333630"/>
                </a:lnTo>
                <a:lnTo>
                  <a:pt x="5822752" y="3339237"/>
                </a:lnTo>
                <a:lnTo>
                  <a:pt x="5852160" y="3344821"/>
                </a:lnTo>
              </a:path>
            </a:pathLst>
          </a:custGeom>
          <a:noFill/>
          <a:ln w="4064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A-E03 text 38" descr="sci-ppt:o038"/>
          <p:cNvSpPr txBox="1"/>
          <p:nvPr/>
        </p:nvSpPr>
        <p:spPr>
          <a:xfrm>
            <a:off x="2157984" y="1736828"/>
            <a:ext cx="40233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area to ∞ = 1.0831  ⇒  pₑₗ = 2G_g·area = 43.326 kPa</a:t>
            </a:r>
          </a:p>
        </p:txBody>
      </p:sp>
      <p:sp>
        <p:nvSpPr>
          <p:cNvPr id="41" name="A-E03 round_rect 39" descr="sci-ppt:o039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A-E03 text 40" descr="sci-ppt:o040"/>
          <p:cNvSpPr txBox="1"/>
          <p:nvPr/>
        </p:nvSpPr>
        <p:spPr>
          <a:xfrm>
            <a:off x="7150608" y="142646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Radial force balance</a:t>
            </a:r>
          </a:p>
        </p:txBody>
      </p:sp>
      <p:sp>
        <p:nvSpPr>
          <p:cNvPr id="43" name="A-E03 text 41" descr="sci-ppt:o041"/>
          <p:cNvSpPr txBox="1"/>
          <p:nvPr/>
        </p:nvSpPr>
        <p:spPr>
          <a:xfrm>
            <a:off x="7178040" y="1828800"/>
            <a:ext cx="45720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dTᵣᵣ/dr = (2/r)(T_θθ − Tᵣᵣ)</a:t>
            </a:r>
          </a:p>
        </p:txBody>
      </p:sp>
      <p:sp>
        <p:nvSpPr>
          <p:cNvPr id="44" name="A-E03 text 42" descr="sci-ppt:o042"/>
          <p:cNvSpPr txBox="1"/>
          <p:nvPr/>
        </p:nvSpPr>
        <p:spPr>
          <a:xfrm>
            <a:off x="7178040" y="233172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Tᵣᵣ(∞) = −p_∞,   Tᵣᵣ(R) = −p_b + 2σ/R</a:t>
            </a:r>
          </a:p>
        </p:txBody>
      </p:sp>
      <p:sp>
        <p:nvSpPr>
          <p:cNvPr id="45" name="A-E03 text 43" descr="sci-ppt:o043"/>
          <p:cNvSpPr txBox="1"/>
          <p:nvPr/>
        </p:nvSpPr>
        <p:spPr>
          <a:xfrm>
            <a:off x="7178040" y="283464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pₑₗ = p_b − p_∞ − 2σ/R = 2G_g ∫_R^∞ [...] dr/r</a:t>
            </a:r>
          </a:p>
        </p:txBody>
      </p:sp>
      <p:sp>
        <p:nvSpPr>
          <p:cNvPr id="46" name="A-E03 text 44" descr="sci-ppt:o044"/>
          <p:cNvSpPr txBox="1"/>
          <p:nvPr/>
        </p:nvSpPr>
        <p:spPr>
          <a:xfrm>
            <a:off x="7178040" y="3520440"/>
            <a:ext cx="457200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Integrating the balance from the wall to infinity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collects all the elastic resistance.</a:t>
            </a:r>
          </a:p>
        </p:txBody>
      </p:sp>
      <p:sp>
        <p:nvSpPr>
          <p:cNvPr id="47" name="A-E03 text 45" descr="sci-ppt:o045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shaded area is the accumulated resistance; later figures evaluate it in closed form.</a:t>
            </a:r>
          </a:p>
        </p:txBody>
      </p:sp>
      <p:sp>
        <p:nvSpPr>
          <p:cNvPr id="48" name="A-E03 text 46" descr="sci-ppt:o04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Static balance of Eq. A-E03, integral evaluated numerically to 400R; closed form 43.326 kPa.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