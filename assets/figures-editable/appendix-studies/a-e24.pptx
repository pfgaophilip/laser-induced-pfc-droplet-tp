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8704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A-E24 · Physical variable map</a:t>
            </a:r>
          </a:p>
        </p:txBody>
      </p:sp>
      <p:sp>
        <p:nvSpPr>
          <p:cNvPr id="3" name="rect 1" descr="sci-ppt:obj-001"/>
          <p:cNvSpPr/>
          <p:nvPr/>
        </p:nvSpPr>
        <p:spPr>
          <a:xfrm>
            <a:off x="978408" y="2103120"/>
            <a:ext cx="6949440" cy="502920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 2" descr="sci-ppt:obj-002"/>
          <p:cNvSpPr/>
          <p:nvPr/>
        </p:nvSpPr>
        <p:spPr>
          <a:xfrm>
            <a:off x="978408" y="1371600"/>
            <a:ext cx="6949440" cy="146304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987552" y="7223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Target film: loaded footprint At</a:t>
            </a:r>
          </a:p>
        </p:txBody>
      </p:sp>
      <p:cxnSp>
        <p:nvCxnSpPr>
          <p:cNvPr id="6" name="arrow 4" descr="sci-ppt:obj-004"/>
          <p:cNvCxnSpPr/>
          <p:nvPr/>
        </p:nvCxnSpPr>
        <p:spPr>
          <a:xfrm flipV="1">
            <a:off x="2377440" y="1572768"/>
            <a:ext cx="0" cy="48463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arrow 5" descr="sci-ppt:obj-005"/>
          <p:cNvCxnSpPr/>
          <p:nvPr/>
        </p:nvCxnSpPr>
        <p:spPr>
          <a:xfrm flipV="1">
            <a:off x="4114800" y="1572768"/>
            <a:ext cx="0" cy="48463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 6" descr="sci-ppt:obj-006"/>
          <p:cNvCxnSpPr/>
          <p:nvPr/>
        </p:nvCxnSpPr>
        <p:spPr>
          <a:xfrm flipV="1">
            <a:off x="5852160" y="1572768"/>
            <a:ext cx="0" cy="48463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 7" descr="sci-ppt:obj-007"/>
          <p:cNvSpPr txBox="1"/>
          <p:nvPr/>
        </p:nvSpPr>
        <p:spPr>
          <a:xfrm>
            <a:off x="2743200" y="1728216"/>
            <a:ext cx="3931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tload ; t₀ → t₁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97280" y="2688336"/>
            <a:ext cx="2743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Donor / support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754880" y="2688336"/>
            <a:ext cx="374903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Release area Arel ; Γc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987552" y="303580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Impulse: Jtarget     Minimum separation work: Wsep,min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tload: target traction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At: loaded footprint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t₀ → t₁: observation interval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Jtarget: delivered impulse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Arel, Γc: intended release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Wsep,min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Observe the actual direct or PVC-transmitted load path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Release work is necessary, not sufficient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