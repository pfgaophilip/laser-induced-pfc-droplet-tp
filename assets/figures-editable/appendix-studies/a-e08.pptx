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6601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A-E08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δR = R−Rref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small δR: pel ∝ δR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Wg ∝ δR²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4πR²pel = dWg/dR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Gg, O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Zero reference work and zero initial slope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Elastic energy is nonnegative for expansion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