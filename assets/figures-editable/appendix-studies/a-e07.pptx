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6601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A-E07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Rref → R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pel(ξ): cavity work pressure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4πξ²dξ: volume increment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Wg: network energy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Gg, π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Use pressure times displaced volume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Elastic work can return during recoil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