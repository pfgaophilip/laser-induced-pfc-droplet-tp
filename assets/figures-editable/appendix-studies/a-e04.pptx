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961120" cy="56601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A-E04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qwall = Rref/R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q → 1 far away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r₀/r = q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R, Rref, r, r₀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dr/r ↔ q²dq/(1−q³)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Mapped limits retain the wall and infinity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Factorization removes the apparent endpoint singularity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