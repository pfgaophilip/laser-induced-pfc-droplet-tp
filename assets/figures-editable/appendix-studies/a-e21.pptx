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2395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A-E21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pb → radial cavity motion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Ṙ, R̈, ρg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p∞, 2σ/R, pel, ηg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Radial growth alone has no preferred jet direction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An outlet or a deforming solid supplies another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