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4498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A-E22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Gg, Rref, R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 → 5Gg/2 at large R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 grows with displaced volume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π: sphere geometry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Pressure plateau is not a fracture threshold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Stored work is not automatically lost heat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