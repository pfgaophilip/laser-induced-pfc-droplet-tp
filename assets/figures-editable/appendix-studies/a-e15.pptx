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6601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A-E15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Ṙ = −10 m/s: inward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 = 30 µm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ηg = 0.010 Pa s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pvisc,RHS = +13.3333 kPa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Pdis = +1.50796 mW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Viscosity opposes collapse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Dissipation is positive for either speed 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