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A-E01 · Exact kinematics under incompressibility</a:t>
            </a:r>
          </a:p>
        </p:txBody>
      </p:sp>
      <p:sp>
        <p:nvSpPr>
          <p:cNvPr id="3" name="A-E01 round_rect 1" descr="sci-ppt:o001"/>
          <p:cNvSpPr/>
          <p:nvPr/>
        </p:nvSpPr>
        <p:spPr>
          <a:xfrm>
            <a:off x="365760" y="914400"/>
            <a:ext cx="493776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A-E01 text 2" descr="sci-ppt:o002"/>
          <p:cNvSpPr txBox="1"/>
          <p:nvPr/>
        </p:nvSpPr>
        <p:spPr>
          <a:xfrm>
            <a:off x="475488" y="969264"/>
            <a:ext cx="47183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The same network shells before and after</a:t>
            </a:r>
          </a:p>
        </p:txBody>
      </p:sp>
      <p:sp>
        <p:nvSpPr>
          <p:cNvPr id="5" name="A-E01 ellipse 3" descr="sci-ppt:o003"/>
          <p:cNvSpPr/>
          <p:nvPr/>
        </p:nvSpPr>
        <p:spPr>
          <a:xfrm>
            <a:off x="1005840" y="2468880"/>
            <a:ext cx="731520" cy="731520"/>
          </a:xfrm>
          <a:prstGeom prst="ellipse">
            <a:avLst/>
          </a:prstGeom>
          <a:solidFill>
            <a:srgbClr val="0C1820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A-E01 text 4" descr="sci-ppt:o004"/>
          <p:cNvSpPr txBox="1"/>
          <p:nvPr/>
        </p:nvSpPr>
        <p:spPr>
          <a:xfrm>
            <a:off x="822960" y="2697480"/>
            <a:ext cx="109728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R_ref</a:t>
            </a:r>
          </a:p>
        </p:txBody>
      </p:sp>
      <p:sp>
        <p:nvSpPr>
          <p:cNvPr id="7" name="A-E01 ellipse 5" descr="sci-ppt:o005"/>
          <p:cNvSpPr/>
          <p:nvPr/>
        </p:nvSpPr>
        <p:spPr>
          <a:xfrm>
            <a:off x="777240" y="2240280"/>
            <a:ext cx="1188720" cy="118872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A-E01 ellipse 6" descr="sci-ppt:o006"/>
          <p:cNvSpPr/>
          <p:nvPr/>
        </p:nvSpPr>
        <p:spPr>
          <a:xfrm>
            <a:off x="548640" y="2011680"/>
            <a:ext cx="1645920" cy="164592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-E01 text 7" descr="sci-ppt:o007"/>
          <p:cNvSpPr txBox="1"/>
          <p:nvPr/>
        </p:nvSpPr>
        <p:spPr>
          <a:xfrm>
            <a:off x="548640" y="406908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reference state</a:t>
            </a:r>
          </a:p>
        </p:txBody>
      </p:sp>
      <p:sp>
        <p:nvSpPr>
          <p:cNvPr id="10" name="A-E01 ellipse 8" descr="sci-ppt:o008"/>
          <p:cNvSpPr/>
          <p:nvPr/>
        </p:nvSpPr>
        <p:spPr>
          <a:xfrm>
            <a:off x="3108960" y="2103120"/>
            <a:ext cx="1463040" cy="146304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-E01 ellipse 9" descr="sci-ppt:o009"/>
          <p:cNvSpPr/>
          <p:nvPr/>
        </p:nvSpPr>
        <p:spPr>
          <a:xfrm>
            <a:off x="2926080" y="1920240"/>
            <a:ext cx="1828800" cy="182880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-E01 ellipse 10" descr="sci-ppt:o010"/>
          <p:cNvSpPr/>
          <p:nvPr/>
        </p:nvSpPr>
        <p:spPr>
          <a:xfrm>
            <a:off x="2743200" y="1737360"/>
            <a:ext cx="2194560" cy="2194560"/>
          </a:xfrm>
          <a:prstGeom prst="ellipse">
            <a:avLst/>
          </a:prstGeom>
          <a:noFill/>
          <a:ln w="1397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A-E01 arrow 11" descr="sci-ppt:o011"/>
          <p:cNvCxnSpPr/>
          <p:nvPr/>
        </p:nvCxnSpPr>
        <p:spPr>
          <a:xfrm>
            <a:off x="2103120" y="2834640"/>
            <a:ext cx="64008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A-E01 text 12" descr="sci-ppt:o012"/>
          <p:cNvSpPr txBox="1"/>
          <p:nvPr/>
        </p:nvSpPr>
        <p:spPr>
          <a:xfrm>
            <a:off x="3383280" y="2697480"/>
            <a:ext cx="914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R</a:t>
            </a:r>
          </a:p>
        </p:txBody>
      </p:sp>
      <p:sp>
        <p:nvSpPr>
          <p:cNvPr id="15" name="A-E01 text 13" descr="sci-ppt:o013"/>
          <p:cNvSpPr txBox="1"/>
          <p:nvPr/>
        </p:nvSpPr>
        <p:spPr>
          <a:xfrm>
            <a:off x="2743200" y="406908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expanded to R</a:t>
            </a:r>
          </a:p>
        </p:txBody>
      </p:sp>
      <p:sp>
        <p:nvSpPr>
          <p:cNvPr id="16" name="A-E01 text 14" descr="sci-ppt:o014"/>
          <p:cNvSpPr txBox="1"/>
          <p:nvPr/>
        </p:nvSpPr>
        <p:spPr>
          <a:xfrm>
            <a:off x="548640" y="443484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shell volume conserved: r³ − R³ = r₀³ − R_ref³</a:t>
            </a:r>
          </a:p>
        </p:txBody>
      </p:sp>
      <p:sp>
        <p:nvSpPr>
          <p:cNvPr id="17" name="A-E01 text 15" descr="sci-ppt:o015"/>
          <p:cNvSpPr txBox="1"/>
          <p:nvPr/>
        </p:nvSpPr>
        <p:spPr>
          <a:xfrm>
            <a:off x="548640" y="4937760"/>
            <a:ext cx="45720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λᵣ = ∂r/∂r₀ = r₀²/r²,   λ_θ = λᵩ = r/r₀,   λ_rλ_θλᵩ = 1</a:t>
            </a:r>
          </a:p>
        </p:txBody>
      </p:sp>
      <p:cxnSp>
        <p:nvCxnSpPr>
          <p:cNvPr id="18" name="A-E01 line 16" descr="sci-ppt:o016"/>
          <p:cNvCxnSpPr/>
          <p:nvPr/>
        </p:nvCxnSpPr>
        <p:spPr>
          <a:xfrm>
            <a:off x="6126480" y="5029200"/>
            <a:ext cx="5577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9" name="A-E01 line 17" descr="sci-ppt:o017"/>
          <p:cNvCxnSpPr/>
          <p:nvPr/>
        </p:nvCxnSpPr>
        <p:spPr>
          <a:xfrm>
            <a:off x="612648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0" name="A-E01 line 18" descr="sci-ppt:o018"/>
          <p:cNvCxnSpPr/>
          <p:nvPr/>
        </p:nvCxnSpPr>
        <p:spPr>
          <a:xfrm>
            <a:off x="61264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1 line 19" descr="sci-ppt:o019"/>
          <p:cNvCxnSpPr/>
          <p:nvPr/>
        </p:nvCxnSpPr>
        <p:spPr>
          <a:xfrm>
            <a:off x="61264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1 text 20" descr="sci-ppt:o020"/>
          <p:cNvSpPr txBox="1"/>
          <p:nvPr/>
        </p:nvSpPr>
        <p:spPr>
          <a:xfrm>
            <a:off x="56692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3" name="A-E01 line 21" descr="sci-ppt:o021"/>
          <p:cNvCxnSpPr/>
          <p:nvPr/>
        </p:nvCxnSpPr>
        <p:spPr>
          <a:xfrm>
            <a:off x="724204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1 line 22" descr="sci-ppt:o022"/>
          <p:cNvCxnSpPr/>
          <p:nvPr/>
        </p:nvCxnSpPr>
        <p:spPr>
          <a:xfrm>
            <a:off x="724204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A-E01 text 23" descr="sci-ppt:o023"/>
          <p:cNvSpPr txBox="1"/>
          <p:nvPr/>
        </p:nvSpPr>
        <p:spPr>
          <a:xfrm>
            <a:off x="678484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6" name="A-E01 line 24" descr="sci-ppt:o024"/>
          <p:cNvCxnSpPr/>
          <p:nvPr/>
        </p:nvCxnSpPr>
        <p:spPr>
          <a:xfrm>
            <a:off x="835761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A-E01 line 25" descr="sci-ppt:o025"/>
          <p:cNvCxnSpPr/>
          <p:nvPr/>
        </p:nvCxnSpPr>
        <p:spPr>
          <a:xfrm>
            <a:off x="835761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A-E01 text 26" descr="sci-ppt:o026"/>
          <p:cNvSpPr txBox="1"/>
          <p:nvPr/>
        </p:nvSpPr>
        <p:spPr>
          <a:xfrm>
            <a:off x="790041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29" name="A-E01 line 27" descr="sci-ppt:o027"/>
          <p:cNvCxnSpPr/>
          <p:nvPr/>
        </p:nvCxnSpPr>
        <p:spPr>
          <a:xfrm>
            <a:off x="947318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A-E01 line 28" descr="sci-ppt:o028"/>
          <p:cNvCxnSpPr/>
          <p:nvPr/>
        </p:nvCxnSpPr>
        <p:spPr>
          <a:xfrm>
            <a:off x="947318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A-E01 text 29" descr="sci-ppt:o029"/>
          <p:cNvSpPr txBox="1"/>
          <p:nvPr/>
        </p:nvSpPr>
        <p:spPr>
          <a:xfrm>
            <a:off x="901598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32" name="A-E01 line 30" descr="sci-ppt:o030"/>
          <p:cNvCxnSpPr/>
          <p:nvPr/>
        </p:nvCxnSpPr>
        <p:spPr>
          <a:xfrm>
            <a:off x="1058875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A-E01 line 31" descr="sci-ppt:o031"/>
          <p:cNvCxnSpPr/>
          <p:nvPr/>
        </p:nvCxnSpPr>
        <p:spPr>
          <a:xfrm>
            <a:off x="1058875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A-E01 text 32" descr="sci-ppt:o032"/>
          <p:cNvSpPr txBox="1"/>
          <p:nvPr/>
        </p:nvSpPr>
        <p:spPr>
          <a:xfrm>
            <a:off x="1013155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35" name="A-E01 line 33" descr="sci-ppt:o033"/>
          <p:cNvCxnSpPr/>
          <p:nvPr/>
        </p:nvCxnSpPr>
        <p:spPr>
          <a:xfrm>
            <a:off x="117043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A-E01 line 34" descr="sci-ppt:o034"/>
          <p:cNvCxnSpPr/>
          <p:nvPr/>
        </p:nvCxnSpPr>
        <p:spPr>
          <a:xfrm>
            <a:off x="117043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A-E01 text 35" descr="sci-ppt:o035"/>
          <p:cNvSpPr txBox="1"/>
          <p:nvPr/>
        </p:nvSpPr>
        <p:spPr>
          <a:xfrm>
            <a:off x="112471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38" name="A-E01 line 36" descr="sci-ppt:o036"/>
          <p:cNvCxnSpPr/>
          <p:nvPr/>
        </p:nvCxnSpPr>
        <p:spPr>
          <a:xfrm>
            <a:off x="606247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A-E01 line 37" descr="sci-ppt:o037"/>
          <p:cNvCxnSpPr/>
          <p:nvPr/>
        </p:nvCxnSpPr>
        <p:spPr>
          <a:xfrm>
            <a:off x="6062472" y="4419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A-E01 line 38" descr="sci-ppt:o038"/>
          <p:cNvCxnSpPr/>
          <p:nvPr/>
        </p:nvCxnSpPr>
        <p:spPr>
          <a:xfrm>
            <a:off x="6126480" y="44196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A-E01 text 39" descr="sci-ppt:o039"/>
          <p:cNvSpPr txBox="1"/>
          <p:nvPr/>
        </p:nvSpPr>
        <p:spPr>
          <a:xfrm>
            <a:off x="5257800" y="4337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2" name="A-E01 line 40" descr="sci-ppt:o040"/>
          <p:cNvCxnSpPr/>
          <p:nvPr/>
        </p:nvCxnSpPr>
        <p:spPr>
          <a:xfrm>
            <a:off x="606247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A-E01 line 41" descr="sci-ppt:o041"/>
          <p:cNvCxnSpPr/>
          <p:nvPr/>
        </p:nvCxnSpPr>
        <p:spPr>
          <a:xfrm>
            <a:off x="6126480" y="38100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A-E01 text 42" descr="sci-ppt:o042"/>
          <p:cNvSpPr txBox="1"/>
          <p:nvPr/>
        </p:nvSpPr>
        <p:spPr>
          <a:xfrm>
            <a:off x="525780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5" name="A-E01 line 43" descr="sci-ppt:o043"/>
          <p:cNvCxnSpPr/>
          <p:nvPr/>
        </p:nvCxnSpPr>
        <p:spPr>
          <a:xfrm>
            <a:off x="606247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A-E01 line 44" descr="sci-ppt:o044"/>
          <p:cNvCxnSpPr/>
          <p:nvPr/>
        </p:nvCxnSpPr>
        <p:spPr>
          <a:xfrm>
            <a:off x="6126480" y="32004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A-E01 text 45" descr="sci-ppt:o045"/>
          <p:cNvSpPr txBox="1"/>
          <p:nvPr/>
        </p:nvSpPr>
        <p:spPr>
          <a:xfrm>
            <a:off x="525780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8" name="A-E01 line 46" descr="sci-ppt:o046"/>
          <p:cNvCxnSpPr/>
          <p:nvPr/>
        </p:nvCxnSpPr>
        <p:spPr>
          <a:xfrm>
            <a:off x="606247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A-E01 line 47" descr="sci-ppt:o047"/>
          <p:cNvCxnSpPr/>
          <p:nvPr/>
        </p:nvCxnSpPr>
        <p:spPr>
          <a:xfrm>
            <a:off x="6126480" y="25908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A-E01 text 48" descr="sci-ppt:o048"/>
          <p:cNvSpPr txBox="1"/>
          <p:nvPr/>
        </p:nvSpPr>
        <p:spPr>
          <a:xfrm>
            <a:off x="525780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51" name="A-E01 line 49" descr="sci-ppt:o049"/>
          <p:cNvCxnSpPr/>
          <p:nvPr/>
        </p:nvCxnSpPr>
        <p:spPr>
          <a:xfrm>
            <a:off x="6062472" y="198119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A-E01 line 50" descr="sci-ppt:o050"/>
          <p:cNvCxnSpPr/>
          <p:nvPr/>
        </p:nvCxnSpPr>
        <p:spPr>
          <a:xfrm>
            <a:off x="6126480" y="1981199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A-E01 text 51" descr="sci-ppt:o051"/>
          <p:cNvSpPr txBox="1"/>
          <p:nvPr/>
        </p:nvSpPr>
        <p:spPr>
          <a:xfrm>
            <a:off x="5257800" y="1898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54" name="A-E01 line 52" descr="sci-ppt:o052"/>
          <p:cNvCxnSpPr/>
          <p:nvPr/>
        </p:nvCxnSpPr>
        <p:spPr>
          <a:xfrm>
            <a:off x="606247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5" name="A-E01 line 53" descr="sci-ppt:o053"/>
          <p:cNvCxnSpPr/>
          <p:nvPr/>
        </p:nvCxnSpPr>
        <p:spPr>
          <a:xfrm>
            <a:off x="6126480" y="1371600"/>
            <a:ext cx="5577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6" name="A-E01 text 54" descr="sci-ppt:o054"/>
          <p:cNvSpPr txBox="1"/>
          <p:nvPr/>
        </p:nvSpPr>
        <p:spPr>
          <a:xfrm>
            <a:off x="525780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57" name="A-E01 text 55" descr="sci-ppt:o055"/>
          <p:cNvSpPr txBox="1"/>
          <p:nvPr/>
        </p:nvSpPr>
        <p:spPr>
          <a:xfrm>
            <a:off x="6126480" y="5312664"/>
            <a:ext cx="5577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reference radius r₀ / R_ref</a:t>
            </a:r>
          </a:p>
        </p:txBody>
      </p:sp>
      <p:sp>
        <p:nvSpPr>
          <p:cNvPr id="58" name="A-E01 text 56" descr="sci-ppt:o056"/>
          <p:cNvSpPr txBox="1"/>
          <p:nvPr/>
        </p:nvSpPr>
        <p:spPr>
          <a:xfrm>
            <a:off x="5577840" y="1024128"/>
            <a:ext cx="5577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stretch</a:t>
            </a:r>
          </a:p>
        </p:txBody>
      </p:sp>
      <p:sp>
        <p:nvSpPr>
          <p:cNvPr id="59" name="A-E01 polygon 57" descr="sci-ppt:o057"/>
          <p:cNvSpPr/>
          <p:nvPr/>
        </p:nvSpPr>
        <p:spPr>
          <a:xfrm>
            <a:off x="6154509" y="1460821"/>
            <a:ext cx="5549811" cy="2800924"/>
          </a:xfrm>
          <a:custGeom>
            <a:avLst/>
            <a:gdLst/>
            <a:ahLst/>
            <a:cxnLst/>
            <a:rect l="l" t="t" r="r" b="b"/>
            <a:pathLst>
              <a:path w="5549811" h="2800924">
                <a:moveTo>
                  <a:pt x="0" y="0"/>
                </a:moveTo>
                <a:lnTo>
                  <a:pt x="28029" y="84932"/>
                </a:lnTo>
                <a:lnTo>
                  <a:pt x="56059" y="165874"/>
                </a:lnTo>
                <a:lnTo>
                  <a:pt x="84088" y="243100"/>
                </a:lnTo>
                <a:lnTo>
                  <a:pt x="112117" y="316857"/>
                </a:lnTo>
                <a:lnTo>
                  <a:pt x="140147" y="387373"/>
                </a:lnTo>
                <a:lnTo>
                  <a:pt x="168176" y="454854"/>
                </a:lnTo>
                <a:lnTo>
                  <a:pt x="196205" y="519491"/>
                </a:lnTo>
                <a:lnTo>
                  <a:pt x="224235" y="581459"/>
                </a:lnTo>
                <a:lnTo>
                  <a:pt x="252264" y="640917"/>
                </a:lnTo>
                <a:lnTo>
                  <a:pt x="280293" y="698013"/>
                </a:lnTo>
                <a:lnTo>
                  <a:pt x="308323" y="752884"/>
                </a:lnTo>
                <a:lnTo>
                  <a:pt x="336352" y="805656"/>
                </a:lnTo>
                <a:lnTo>
                  <a:pt x="364381" y="856446"/>
                </a:lnTo>
                <a:lnTo>
                  <a:pt x="392411" y="905361"/>
                </a:lnTo>
                <a:lnTo>
                  <a:pt x="420440" y="952503"/>
                </a:lnTo>
                <a:lnTo>
                  <a:pt x="448469" y="997964"/>
                </a:lnTo>
                <a:lnTo>
                  <a:pt x="476499" y="1041831"/>
                </a:lnTo>
                <a:lnTo>
                  <a:pt x="504528" y="1084186"/>
                </a:lnTo>
                <a:lnTo>
                  <a:pt x="532557" y="1125103"/>
                </a:lnTo>
                <a:lnTo>
                  <a:pt x="560587" y="1164654"/>
                </a:lnTo>
                <a:lnTo>
                  <a:pt x="588616" y="1202905"/>
                </a:lnTo>
                <a:lnTo>
                  <a:pt x="616645" y="1239916"/>
                </a:lnTo>
                <a:lnTo>
                  <a:pt x="644675" y="1275747"/>
                </a:lnTo>
                <a:lnTo>
                  <a:pt x="672704" y="1310452"/>
                </a:lnTo>
                <a:lnTo>
                  <a:pt x="700734" y="1344082"/>
                </a:lnTo>
                <a:lnTo>
                  <a:pt x="728763" y="1376684"/>
                </a:lnTo>
                <a:lnTo>
                  <a:pt x="756792" y="1408304"/>
                </a:lnTo>
                <a:lnTo>
                  <a:pt x="784822" y="1438984"/>
                </a:lnTo>
                <a:lnTo>
                  <a:pt x="812851" y="1468766"/>
                </a:lnTo>
                <a:lnTo>
                  <a:pt x="840880" y="1497685"/>
                </a:lnTo>
                <a:lnTo>
                  <a:pt x="868910" y="1525779"/>
                </a:lnTo>
                <a:lnTo>
                  <a:pt x="896939" y="1553081"/>
                </a:lnTo>
                <a:lnTo>
                  <a:pt x="924968" y="1579622"/>
                </a:lnTo>
                <a:lnTo>
                  <a:pt x="952998" y="1605434"/>
                </a:lnTo>
                <a:lnTo>
                  <a:pt x="981027" y="1630545"/>
                </a:lnTo>
                <a:lnTo>
                  <a:pt x="1009056" y="1654981"/>
                </a:lnTo>
                <a:lnTo>
                  <a:pt x="1037086" y="1678770"/>
                </a:lnTo>
                <a:lnTo>
                  <a:pt x="1065115" y="1701934"/>
                </a:lnTo>
                <a:lnTo>
                  <a:pt x="1093144" y="1724498"/>
                </a:lnTo>
                <a:lnTo>
                  <a:pt x="1121174" y="1746484"/>
                </a:lnTo>
                <a:lnTo>
                  <a:pt x="1149203" y="1767912"/>
                </a:lnTo>
                <a:lnTo>
                  <a:pt x="1177232" y="1788803"/>
                </a:lnTo>
                <a:lnTo>
                  <a:pt x="1205262" y="1809176"/>
                </a:lnTo>
                <a:lnTo>
                  <a:pt x="1233291" y="1829048"/>
                </a:lnTo>
                <a:lnTo>
                  <a:pt x="1261320" y="1848437"/>
                </a:lnTo>
                <a:lnTo>
                  <a:pt x="1289350" y="1867360"/>
                </a:lnTo>
                <a:lnTo>
                  <a:pt x="1317379" y="1885832"/>
                </a:lnTo>
                <a:lnTo>
                  <a:pt x="1345408" y="1903869"/>
                </a:lnTo>
                <a:lnTo>
                  <a:pt x="1373438" y="1921484"/>
                </a:lnTo>
                <a:lnTo>
                  <a:pt x="1401467" y="1938692"/>
                </a:lnTo>
                <a:lnTo>
                  <a:pt x="1429497" y="1955506"/>
                </a:lnTo>
                <a:lnTo>
                  <a:pt x="1457526" y="1971938"/>
                </a:lnTo>
                <a:lnTo>
                  <a:pt x="1485555" y="1988000"/>
                </a:lnTo>
                <a:lnTo>
                  <a:pt x="1513585" y="2003705"/>
                </a:lnTo>
                <a:lnTo>
                  <a:pt x="1541614" y="2019062"/>
                </a:lnTo>
                <a:lnTo>
                  <a:pt x="1569643" y="2034083"/>
                </a:lnTo>
                <a:lnTo>
                  <a:pt x="1597673" y="2048777"/>
                </a:lnTo>
                <a:lnTo>
                  <a:pt x="1625702" y="2063155"/>
                </a:lnTo>
                <a:lnTo>
                  <a:pt x="1653731" y="2077227"/>
                </a:lnTo>
                <a:lnTo>
                  <a:pt x="1681761" y="2091000"/>
                </a:lnTo>
                <a:lnTo>
                  <a:pt x="1709790" y="2104483"/>
                </a:lnTo>
                <a:lnTo>
                  <a:pt x="1737819" y="2117686"/>
                </a:lnTo>
                <a:lnTo>
                  <a:pt x="1765849" y="2130615"/>
                </a:lnTo>
                <a:lnTo>
                  <a:pt x="1793878" y="2143279"/>
                </a:lnTo>
                <a:lnTo>
                  <a:pt x="1821907" y="2155685"/>
                </a:lnTo>
                <a:lnTo>
                  <a:pt x="1849937" y="2167841"/>
                </a:lnTo>
                <a:lnTo>
                  <a:pt x="1877966" y="2179752"/>
                </a:lnTo>
                <a:lnTo>
                  <a:pt x="1905995" y="2191426"/>
                </a:lnTo>
                <a:lnTo>
                  <a:pt x="1934025" y="2202870"/>
                </a:lnTo>
                <a:lnTo>
                  <a:pt x="1962054" y="2214088"/>
                </a:lnTo>
                <a:lnTo>
                  <a:pt x="1990083" y="2225088"/>
                </a:lnTo>
                <a:lnTo>
                  <a:pt x="2018113" y="2235874"/>
                </a:lnTo>
                <a:lnTo>
                  <a:pt x="2046142" y="2246453"/>
                </a:lnTo>
                <a:lnTo>
                  <a:pt x="2074172" y="2256830"/>
                </a:lnTo>
                <a:lnTo>
                  <a:pt x="2102201" y="2267010"/>
                </a:lnTo>
                <a:lnTo>
                  <a:pt x="2130230" y="2276998"/>
                </a:lnTo>
                <a:lnTo>
                  <a:pt x="2158260" y="2286798"/>
                </a:lnTo>
                <a:lnTo>
                  <a:pt x="2186289" y="2296416"/>
                </a:lnTo>
                <a:lnTo>
                  <a:pt x="2214318" y="2305856"/>
                </a:lnTo>
                <a:lnTo>
                  <a:pt x="2242348" y="2315122"/>
                </a:lnTo>
                <a:lnTo>
                  <a:pt x="2270377" y="2324219"/>
                </a:lnTo>
                <a:lnTo>
                  <a:pt x="2298406" y="2333150"/>
                </a:lnTo>
                <a:lnTo>
                  <a:pt x="2326436" y="2341920"/>
                </a:lnTo>
                <a:lnTo>
                  <a:pt x="2354465" y="2350532"/>
                </a:lnTo>
                <a:lnTo>
                  <a:pt x="2382494" y="2358990"/>
                </a:lnTo>
                <a:lnTo>
                  <a:pt x="2410524" y="2367298"/>
                </a:lnTo>
                <a:lnTo>
                  <a:pt x="2438553" y="2375459"/>
                </a:lnTo>
                <a:lnTo>
                  <a:pt x="2466582" y="2383476"/>
                </a:lnTo>
                <a:lnTo>
                  <a:pt x="2494612" y="2391353"/>
                </a:lnTo>
                <a:lnTo>
                  <a:pt x="2522641" y="2399094"/>
                </a:lnTo>
                <a:lnTo>
                  <a:pt x="2550670" y="2406700"/>
                </a:lnTo>
                <a:lnTo>
                  <a:pt x="2578700" y="2414175"/>
                </a:lnTo>
                <a:lnTo>
                  <a:pt x="2606729" y="2421523"/>
                </a:lnTo>
                <a:lnTo>
                  <a:pt x="2634758" y="2428745"/>
                </a:lnTo>
                <a:lnTo>
                  <a:pt x="2662788" y="2435844"/>
                </a:lnTo>
                <a:lnTo>
                  <a:pt x="2690817" y="2442824"/>
                </a:lnTo>
                <a:lnTo>
                  <a:pt x="2718846" y="2449686"/>
                </a:lnTo>
                <a:lnTo>
                  <a:pt x="2746876" y="2456434"/>
                </a:lnTo>
                <a:lnTo>
                  <a:pt x="2774905" y="2463069"/>
                </a:lnTo>
                <a:lnTo>
                  <a:pt x="2802935" y="2469595"/>
                </a:lnTo>
                <a:lnTo>
                  <a:pt x="2830964" y="2476012"/>
                </a:lnTo>
                <a:lnTo>
                  <a:pt x="2858993" y="2482325"/>
                </a:lnTo>
                <a:lnTo>
                  <a:pt x="2887023" y="2488534"/>
                </a:lnTo>
                <a:lnTo>
                  <a:pt x="2915052" y="2494642"/>
                </a:lnTo>
                <a:lnTo>
                  <a:pt x="2943081" y="2500651"/>
                </a:lnTo>
                <a:lnTo>
                  <a:pt x="2971111" y="2506564"/>
                </a:lnTo>
                <a:lnTo>
                  <a:pt x="2999140" y="2512381"/>
                </a:lnTo>
                <a:lnTo>
                  <a:pt x="3027169" y="2518105"/>
                </a:lnTo>
                <a:lnTo>
                  <a:pt x="3055199" y="2523738"/>
                </a:lnTo>
                <a:lnTo>
                  <a:pt x="3083228" y="2529281"/>
                </a:lnTo>
                <a:lnTo>
                  <a:pt x="3111257" y="2534737"/>
                </a:lnTo>
                <a:lnTo>
                  <a:pt x="3139287" y="2540107"/>
                </a:lnTo>
                <a:lnTo>
                  <a:pt x="3167316" y="2545392"/>
                </a:lnTo>
                <a:lnTo>
                  <a:pt x="3195345" y="2550595"/>
                </a:lnTo>
                <a:lnTo>
                  <a:pt x="3223375" y="2555717"/>
                </a:lnTo>
                <a:lnTo>
                  <a:pt x="3251404" y="2560759"/>
                </a:lnTo>
                <a:lnTo>
                  <a:pt x="3279433" y="2565724"/>
                </a:lnTo>
                <a:lnTo>
                  <a:pt x="3307463" y="2570612"/>
                </a:lnTo>
                <a:lnTo>
                  <a:pt x="3335492" y="2575425"/>
                </a:lnTo>
                <a:lnTo>
                  <a:pt x="3363521" y="2580164"/>
                </a:lnTo>
                <a:lnTo>
                  <a:pt x="3391551" y="2584831"/>
                </a:lnTo>
                <a:lnTo>
                  <a:pt x="3419580" y="2589427"/>
                </a:lnTo>
                <a:lnTo>
                  <a:pt x="3447609" y="2593954"/>
                </a:lnTo>
                <a:lnTo>
                  <a:pt x="3475639" y="2598412"/>
                </a:lnTo>
                <a:lnTo>
                  <a:pt x="3503668" y="2602804"/>
                </a:lnTo>
                <a:lnTo>
                  <a:pt x="3531698" y="2607129"/>
                </a:lnTo>
                <a:lnTo>
                  <a:pt x="3559727" y="2611390"/>
                </a:lnTo>
                <a:lnTo>
                  <a:pt x="3587756" y="2615588"/>
                </a:lnTo>
                <a:lnTo>
                  <a:pt x="3615786" y="2619723"/>
                </a:lnTo>
                <a:lnTo>
                  <a:pt x="3643815" y="2623797"/>
                </a:lnTo>
                <a:lnTo>
                  <a:pt x="3671844" y="2627811"/>
                </a:lnTo>
                <a:lnTo>
                  <a:pt x="3699874" y="2631766"/>
                </a:lnTo>
                <a:lnTo>
                  <a:pt x="3727903" y="2635663"/>
                </a:lnTo>
                <a:lnTo>
                  <a:pt x="3755932" y="2639503"/>
                </a:lnTo>
                <a:lnTo>
                  <a:pt x="3783962" y="2643287"/>
                </a:lnTo>
                <a:lnTo>
                  <a:pt x="3811991" y="2647016"/>
                </a:lnTo>
                <a:lnTo>
                  <a:pt x="3840020" y="2650691"/>
                </a:lnTo>
                <a:lnTo>
                  <a:pt x="3868050" y="2654313"/>
                </a:lnTo>
                <a:lnTo>
                  <a:pt x="3896079" y="2657883"/>
                </a:lnTo>
                <a:lnTo>
                  <a:pt x="3924108" y="2661402"/>
                </a:lnTo>
                <a:lnTo>
                  <a:pt x="3952138" y="2664870"/>
                </a:lnTo>
                <a:lnTo>
                  <a:pt x="3980167" y="2668289"/>
                </a:lnTo>
                <a:lnTo>
                  <a:pt x="4008196" y="2671659"/>
                </a:lnTo>
                <a:lnTo>
                  <a:pt x="4036226" y="2674981"/>
                </a:lnTo>
                <a:lnTo>
                  <a:pt x="4064255" y="2678256"/>
                </a:lnTo>
                <a:lnTo>
                  <a:pt x="4092284" y="2681485"/>
                </a:lnTo>
                <a:lnTo>
                  <a:pt x="4120314" y="2684669"/>
                </a:lnTo>
                <a:lnTo>
                  <a:pt x="4148343" y="2687808"/>
                </a:lnTo>
                <a:lnTo>
                  <a:pt x="4176373" y="2690902"/>
                </a:lnTo>
                <a:lnTo>
                  <a:pt x="4204402" y="2693954"/>
                </a:lnTo>
                <a:lnTo>
                  <a:pt x="4232431" y="2696963"/>
                </a:lnTo>
                <a:lnTo>
                  <a:pt x="4260461" y="2699930"/>
                </a:lnTo>
                <a:lnTo>
                  <a:pt x="4288490" y="2702856"/>
                </a:lnTo>
                <a:lnTo>
                  <a:pt x="4316519" y="2705742"/>
                </a:lnTo>
                <a:lnTo>
                  <a:pt x="4344549" y="2708587"/>
                </a:lnTo>
                <a:lnTo>
                  <a:pt x="4372578" y="2711394"/>
                </a:lnTo>
                <a:lnTo>
                  <a:pt x="4400607" y="2714162"/>
                </a:lnTo>
                <a:lnTo>
                  <a:pt x="4428637" y="2716892"/>
                </a:lnTo>
                <a:lnTo>
                  <a:pt x="4456666" y="2719585"/>
                </a:lnTo>
                <a:lnTo>
                  <a:pt x="4484695" y="2722242"/>
                </a:lnTo>
                <a:lnTo>
                  <a:pt x="4512725" y="2724862"/>
                </a:lnTo>
                <a:lnTo>
                  <a:pt x="4540754" y="2727446"/>
                </a:lnTo>
                <a:lnTo>
                  <a:pt x="4568783" y="2729996"/>
                </a:lnTo>
                <a:lnTo>
                  <a:pt x="4596813" y="2732511"/>
                </a:lnTo>
                <a:lnTo>
                  <a:pt x="4624842" y="2734992"/>
                </a:lnTo>
                <a:lnTo>
                  <a:pt x="4652871" y="2737440"/>
                </a:lnTo>
                <a:lnTo>
                  <a:pt x="4680901" y="2739856"/>
                </a:lnTo>
                <a:lnTo>
                  <a:pt x="4708930" y="2742239"/>
                </a:lnTo>
                <a:lnTo>
                  <a:pt x="4736959" y="2744590"/>
                </a:lnTo>
                <a:lnTo>
                  <a:pt x="4764989" y="2746910"/>
                </a:lnTo>
                <a:lnTo>
                  <a:pt x="4793018" y="2749199"/>
                </a:lnTo>
                <a:lnTo>
                  <a:pt x="4821047" y="2751458"/>
                </a:lnTo>
                <a:lnTo>
                  <a:pt x="4849077" y="2753686"/>
                </a:lnTo>
                <a:lnTo>
                  <a:pt x="4877106" y="2755886"/>
                </a:lnTo>
                <a:lnTo>
                  <a:pt x="4905136" y="2758057"/>
                </a:lnTo>
                <a:lnTo>
                  <a:pt x="4933165" y="2760199"/>
                </a:lnTo>
                <a:lnTo>
                  <a:pt x="4961194" y="2762313"/>
                </a:lnTo>
                <a:lnTo>
                  <a:pt x="4989224" y="2764399"/>
                </a:lnTo>
                <a:lnTo>
                  <a:pt x="5017253" y="2766458"/>
                </a:lnTo>
                <a:lnTo>
                  <a:pt x="5045282" y="2768491"/>
                </a:lnTo>
                <a:lnTo>
                  <a:pt x="5073312" y="2770497"/>
                </a:lnTo>
                <a:lnTo>
                  <a:pt x="5101341" y="2772477"/>
                </a:lnTo>
                <a:lnTo>
                  <a:pt x="5129370" y="2774431"/>
                </a:lnTo>
                <a:lnTo>
                  <a:pt x="5157400" y="2776360"/>
                </a:lnTo>
                <a:lnTo>
                  <a:pt x="5185429" y="2778265"/>
                </a:lnTo>
                <a:lnTo>
                  <a:pt x="5213458" y="2780145"/>
                </a:lnTo>
                <a:lnTo>
                  <a:pt x="5241488" y="2782001"/>
                </a:lnTo>
                <a:lnTo>
                  <a:pt x="5269517" y="2783833"/>
                </a:lnTo>
                <a:lnTo>
                  <a:pt x="5297546" y="2785642"/>
                </a:lnTo>
                <a:lnTo>
                  <a:pt x="5325576" y="2787427"/>
                </a:lnTo>
                <a:lnTo>
                  <a:pt x="5353605" y="2789190"/>
                </a:lnTo>
                <a:lnTo>
                  <a:pt x="5381634" y="2790931"/>
                </a:lnTo>
                <a:lnTo>
                  <a:pt x="5409664" y="2792650"/>
                </a:lnTo>
                <a:lnTo>
                  <a:pt x="5437693" y="2794347"/>
                </a:lnTo>
                <a:lnTo>
                  <a:pt x="5465722" y="2796022"/>
                </a:lnTo>
                <a:lnTo>
                  <a:pt x="5493752" y="2797677"/>
                </a:lnTo>
                <a:lnTo>
                  <a:pt x="5521781" y="2799310"/>
                </a:lnTo>
                <a:lnTo>
                  <a:pt x="5549811" y="2800924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A-E01 polygon 58" descr="sci-ppt:o058"/>
          <p:cNvSpPr/>
          <p:nvPr/>
        </p:nvSpPr>
        <p:spPr>
          <a:xfrm>
            <a:off x="6126480" y="4644582"/>
            <a:ext cx="5577840" cy="367684"/>
          </a:xfrm>
          <a:custGeom>
            <a:avLst/>
            <a:gdLst/>
            <a:ahLst/>
            <a:cxnLst/>
            <a:rect l="l" t="t" r="r" b="b"/>
            <a:pathLst>
              <a:path w="5577840" h="367684">
                <a:moveTo>
                  <a:pt x="0" y="367684"/>
                </a:moveTo>
                <a:lnTo>
                  <a:pt x="28029" y="366827"/>
                </a:lnTo>
                <a:lnTo>
                  <a:pt x="56058" y="365949"/>
                </a:lnTo>
                <a:lnTo>
                  <a:pt x="84088" y="365050"/>
                </a:lnTo>
                <a:lnTo>
                  <a:pt x="112117" y="364130"/>
                </a:lnTo>
                <a:lnTo>
                  <a:pt x="140146" y="363190"/>
                </a:lnTo>
                <a:lnTo>
                  <a:pt x="168176" y="362230"/>
                </a:lnTo>
                <a:lnTo>
                  <a:pt x="196205" y="361249"/>
                </a:lnTo>
                <a:lnTo>
                  <a:pt x="224234" y="360248"/>
                </a:lnTo>
                <a:lnTo>
                  <a:pt x="252264" y="359226"/>
                </a:lnTo>
                <a:lnTo>
                  <a:pt x="280293" y="358184"/>
                </a:lnTo>
                <a:lnTo>
                  <a:pt x="308322" y="357122"/>
                </a:lnTo>
                <a:lnTo>
                  <a:pt x="336352" y="356040"/>
                </a:lnTo>
                <a:lnTo>
                  <a:pt x="364381" y="354938"/>
                </a:lnTo>
                <a:lnTo>
                  <a:pt x="392410" y="353816"/>
                </a:lnTo>
                <a:lnTo>
                  <a:pt x="420440" y="352674"/>
                </a:lnTo>
                <a:lnTo>
                  <a:pt x="448469" y="351512"/>
                </a:lnTo>
                <a:lnTo>
                  <a:pt x="476498" y="350331"/>
                </a:lnTo>
                <a:lnTo>
                  <a:pt x="504528" y="349130"/>
                </a:lnTo>
                <a:lnTo>
                  <a:pt x="532557" y="347909"/>
                </a:lnTo>
                <a:lnTo>
                  <a:pt x="560586" y="346669"/>
                </a:lnTo>
                <a:lnTo>
                  <a:pt x="588616" y="345410"/>
                </a:lnTo>
                <a:lnTo>
                  <a:pt x="616645" y="344132"/>
                </a:lnTo>
                <a:lnTo>
                  <a:pt x="644674" y="342835"/>
                </a:lnTo>
                <a:lnTo>
                  <a:pt x="672704" y="341519"/>
                </a:lnTo>
                <a:lnTo>
                  <a:pt x="700733" y="340184"/>
                </a:lnTo>
                <a:lnTo>
                  <a:pt x="728763" y="338830"/>
                </a:lnTo>
                <a:lnTo>
                  <a:pt x="756792" y="337457"/>
                </a:lnTo>
                <a:lnTo>
                  <a:pt x="784821" y="336067"/>
                </a:lnTo>
                <a:lnTo>
                  <a:pt x="812851" y="334657"/>
                </a:lnTo>
                <a:lnTo>
                  <a:pt x="840880" y="333230"/>
                </a:lnTo>
                <a:lnTo>
                  <a:pt x="868909" y="331785"/>
                </a:lnTo>
                <a:lnTo>
                  <a:pt x="896939" y="330321"/>
                </a:lnTo>
                <a:lnTo>
                  <a:pt x="924968" y="328840"/>
                </a:lnTo>
                <a:lnTo>
                  <a:pt x="952997" y="327342"/>
                </a:lnTo>
                <a:lnTo>
                  <a:pt x="981027" y="325825"/>
                </a:lnTo>
                <a:lnTo>
                  <a:pt x="1009056" y="324292"/>
                </a:lnTo>
                <a:lnTo>
                  <a:pt x="1037085" y="322741"/>
                </a:lnTo>
                <a:lnTo>
                  <a:pt x="1065115" y="321173"/>
                </a:lnTo>
                <a:lnTo>
                  <a:pt x="1093144" y="319589"/>
                </a:lnTo>
                <a:lnTo>
                  <a:pt x="1121173" y="317988"/>
                </a:lnTo>
                <a:lnTo>
                  <a:pt x="1149203" y="316370"/>
                </a:lnTo>
                <a:lnTo>
                  <a:pt x="1177232" y="314736"/>
                </a:lnTo>
                <a:lnTo>
                  <a:pt x="1205261" y="313085"/>
                </a:lnTo>
                <a:lnTo>
                  <a:pt x="1233291" y="311419"/>
                </a:lnTo>
                <a:lnTo>
                  <a:pt x="1261320" y="309737"/>
                </a:lnTo>
                <a:lnTo>
                  <a:pt x="1289349" y="308039"/>
                </a:lnTo>
                <a:lnTo>
                  <a:pt x="1317379" y="306326"/>
                </a:lnTo>
                <a:lnTo>
                  <a:pt x="1345408" y="304597"/>
                </a:lnTo>
                <a:lnTo>
                  <a:pt x="1373437" y="302853"/>
                </a:lnTo>
                <a:lnTo>
                  <a:pt x="1401467" y="301095"/>
                </a:lnTo>
                <a:lnTo>
                  <a:pt x="1429496" y="299322"/>
                </a:lnTo>
                <a:lnTo>
                  <a:pt x="1457526" y="297534"/>
                </a:lnTo>
                <a:lnTo>
                  <a:pt x="1485555" y="295732"/>
                </a:lnTo>
                <a:lnTo>
                  <a:pt x="1513584" y="293916"/>
                </a:lnTo>
                <a:lnTo>
                  <a:pt x="1541614" y="292086"/>
                </a:lnTo>
                <a:lnTo>
                  <a:pt x="1569643" y="290243"/>
                </a:lnTo>
                <a:lnTo>
                  <a:pt x="1597672" y="288386"/>
                </a:lnTo>
                <a:lnTo>
                  <a:pt x="1625702" y="286516"/>
                </a:lnTo>
                <a:lnTo>
                  <a:pt x="1653731" y="284633"/>
                </a:lnTo>
                <a:lnTo>
                  <a:pt x="1681760" y="282737"/>
                </a:lnTo>
                <a:lnTo>
                  <a:pt x="1709790" y="280829"/>
                </a:lnTo>
                <a:lnTo>
                  <a:pt x="1737819" y="278908"/>
                </a:lnTo>
                <a:lnTo>
                  <a:pt x="1765848" y="276975"/>
                </a:lnTo>
                <a:lnTo>
                  <a:pt x="1793878" y="275030"/>
                </a:lnTo>
                <a:lnTo>
                  <a:pt x="1821907" y="273074"/>
                </a:lnTo>
                <a:lnTo>
                  <a:pt x="1849936" y="271106"/>
                </a:lnTo>
                <a:lnTo>
                  <a:pt x="1877966" y="269127"/>
                </a:lnTo>
                <a:lnTo>
                  <a:pt x="1905995" y="267137"/>
                </a:lnTo>
                <a:lnTo>
                  <a:pt x="1934024" y="265137"/>
                </a:lnTo>
                <a:lnTo>
                  <a:pt x="1962054" y="263126"/>
                </a:lnTo>
                <a:lnTo>
                  <a:pt x="1990083" y="261105"/>
                </a:lnTo>
                <a:lnTo>
                  <a:pt x="2018112" y="259074"/>
                </a:lnTo>
                <a:lnTo>
                  <a:pt x="2046142" y="257033"/>
                </a:lnTo>
                <a:lnTo>
                  <a:pt x="2074171" y="254983"/>
                </a:lnTo>
                <a:lnTo>
                  <a:pt x="2102201" y="252923"/>
                </a:lnTo>
                <a:lnTo>
                  <a:pt x="2130230" y="250855"/>
                </a:lnTo>
                <a:lnTo>
                  <a:pt x="2158259" y="248778"/>
                </a:lnTo>
                <a:lnTo>
                  <a:pt x="2186289" y="246692"/>
                </a:lnTo>
                <a:lnTo>
                  <a:pt x="2214318" y="244599"/>
                </a:lnTo>
                <a:lnTo>
                  <a:pt x="2242347" y="242497"/>
                </a:lnTo>
                <a:lnTo>
                  <a:pt x="2270377" y="240388"/>
                </a:lnTo>
                <a:lnTo>
                  <a:pt x="2298406" y="238271"/>
                </a:lnTo>
                <a:lnTo>
                  <a:pt x="2326435" y="236147"/>
                </a:lnTo>
                <a:lnTo>
                  <a:pt x="2354465" y="234016"/>
                </a:lnTo>
                <a:lnTo>
                  <a:pt x="2382494" y="231879"/>
                </a:lnTo>
                <a:lnTo>
                  <a:pt x="2410523" y="229735"/>
                </a:lnTo>
                <a:lnTo>
                  <a:pt x="2438553" y="227585"/>
                </a:lnTo>
                <a:lnTo>
                  <a:pt x="2466582" y="225429"/>
                </a:lnTo>
                <a:lnTo>
                  <a:pt x="2494611" y="223267"/>
                </a:lnTo>
                <a:lnTo>
                  <a:pt x="2522641" y="221100"/>
                </a:lnTo>
                <a:lnTo>
                  <a:pt x="2550670" y="218928"/>
                </a:lnTo>
                <a:lnTo>
                  <a:pt x="2578699" y="216751"/>
                </a:lnTo>
                <a:lnTo>
                  <a:pt x="2606729" y="214570"/>
                </a:lnTo>
                <a:lnTo>
                  <a:pt x="2634758" y="212384"/>
                </a:lnTo>
                <a:lnTo>
                  <a:pt x="2662787" y="210194"/>
                </a:lnTo>
                <a:lnTo>
                  <a:pt x="2690817" y="208001"/>
                </a:lnTo>
                <a:lnTo>
                  <a:pt x="2718846" y="205803"/>
                </a:lnTo>
                <a:lnTo>
                  <a:pt x="2746875" y="203603"/>
                </a:lnTo>
                <a:lnTo>
                  <a:pt x="2774905" y="201399"/>
                </a:lnTo>
                <a:lnTo>
                  <a:pt x="2802934" y="199193"/>
                </a:lnTo>
                <a:lnTo>
                  <a:pt x="2830964" y="196984"/>
                </a:lnTo>
                <a:lnTo>
                  <a:pt x="2858993" y="194773"/>
                </a:lnTo>
                <a:lnTo>
                  <a:pt x="2887022" y="192560"/>
                </a:lnTo>
                <a:lnTo>
                  <a:pt x="2915052" y="190344"/>
                </a:lnTo>
                <a:lnTo>
                  <a:pt x="2943081" y="188128"/>
                </a:lnTo>
                <a:lnTo>
                  <a:pt x="2971110" y="185910"/>
                </a:lnTo>
                <a:lnTo>
                  <a:pt x="2999140" y="183691"/>
                </a:lnTo>
                <a:lnTo>
                  <a:pt x="3027169" y="181471"/>
                </a:lnTo>
                <a:lnTo>
                  <a:pt x="3055198" y="179251"/>
                </a:lnTo>
                <a:lnTo>
                  <a:pt x="3083228" y="177030"/>
                </a:lnTo>
                <a:lnTo>
                  <a:pt x="3111257" y="174809"/>
                </a:lnTo>
                <a:lnTo>
                  <a:pt x="3139286" y="172589"/>
                </a:lnTo>
                <a:lnTo>
                  <a:pt x="3167316" y="170368"/>
                </a:lnTo>
                <a:lnTo>
                  <a:pt x="3195345" y="168149"/>
                </a:lnTo>
                <a:lnTo>
                  <a:pt x="3223374" y="165930"/>
                </a:lnTo>
                <a:lnTo>
                  <a:pt x="3251404" y="163712"/>
                </a:lnTo>
                <a:lnTo>
                  <a:pt x="3279433" y="161496"/>
                </a:lnTo>
                <a:lnTo>
                  <a:pt x="3307462" y="159281"/>
                </a:lnTo>
                <a:lnTo>
                  <a:pt x="3335492" y="157068"/>
                </a:lnTo>
                <a:lnTo>
                  <a:pt x="3363521" y="154856"/>
                </a:lnTo>
                <a:lnTo>
                  <a:pt x="3391550" y="152647"/>
                </a:lnTo>
                <a:lnTo>
                  <a:pt x="3419580" y="150440"/>
                </a:lnTo>
                <a:lnTo>
                  <a:pt x="3447609" y="148236"/>
                </a:lnTo>
                <a:lnTo>
                  <a:pt x="3475638" y="146035"/>
                </a:lnTo>
                <a:lnTo>
                  <a:pt x="3503668" y="143837"/>
                </a:lnTo>
                <a:lnTo>
                  <a:pt x="3531697" y="141642"/>
                </a:lnTo>
                <a:lnTo>
                  <a:pt x="3559727" y="139450"/>
                </a:lnTo>
                <a:lnTo>
                  <a:pt x="3587756" y="137262"/>
                </a:lnTo>
                <a:lnTo>
                  <a:pt x="3615785" y="135078"/>
                </a:lnTo>
                <a:lnTo>
                  <a:pt x="3643815" y="132897"/>
                </a:lnTo>
                <a:lnTo>
                  <a:pt x="3671844" y="130721"/>
                </a:lnTo>
                <a:lnTo>
                  <a:pt x="3699873" y="128550"/>
                </a:lnTo>
                <a:lnTo>
                  <a:pt x="3727903" y="126383"/>
                </a:lnTo>
                <a:lnTo>
                  <a:pt x="3755932" y="124220"/>
                </a:lnTo>
                <a:lnTo>
                  <a:pt x="3783961" y="122063"/>
                </a:lnTo>
                <a:lnTo>
                  <a:pt x="3811991" y="119910"/>
                </a:lnTo>
                <a:lnTo>
                  <a:pt x="3840020" y="117763"/>
                </a:lnTo>
                <a:lnTo>
                  <a:pt x="3868049" y="115622"/>
                </a:lnTo>
                <a:lnTo>
                  <a:pt x="3896079" y="113486"/>
                </a:lnTo>
                <a:lnTo>
                  <a:pt x="3924108" y="111355"/>
                </a:lnTo>
                <a:lnTo>
                  <a:pt x="3952137" y="109231"/>
                </a:lnTo>
                <a:lnTo>
                  <a:pt x="3980167" y="107113"/>
                </a:lnTo>
                <a:lnTo>
                  <a:pt x="4008196" y="105001"/>
                </a:lnTo>
                <a:lnTo>
                  <a:pt x="4036225" y="102895"/>
                </a:lnTo>
                <a:lnTo>
                  <a:pt x="4064255" y="100796"/>
                </a:lnTo>
                <a:lnTo>
                  <a:pt x="4092284" y="98703"/>
                </a:lnTo>
                <a:lnTo>
                  <a:pt x="4120313" y="96618"/>
                </a:lnTo>
                <a:lnTo>
                  <a:pt x="4148343" y="94539"/>
                </a:lnTo>
                <a:lnTo>
                  <a:pt x="4176372" y="92467"/>
                </a:lnTo>
                <a:lnTo>
                  <a:pt x="4204402" y="90403"/>
                </a:lnTo>
                <a:lnTo>
                  <a:pt x="4232431" y="88346"/>
                </a:lnTo>
                <a:lnTo>
                  <a:pt x="4260460" y="86296"/>
                </a:lnTo>
                <a:lnTo>
                  <a:pt x="4288490" y="84254"/>
                </a:lnTo>
                <a:lnTo>
                  <a:pt x="4316519" y="82220"/>
                </a:lnTo>
                <a:lnTo>
                  <a:pt x="4344548" y="80193"/>
                </a:lnTo>
                <a:lnTo>
                  <a:pt x="4372578" y="78175"/>
                </a:lnTo>
                <a:lnTo>
                  <a:pt x="4400607" y="76164"/>
                </a:lnTo>
                <a:lnTo>
                  <a:pt x="4428636" y="74162"/>
                </a:lnTo>
                <a:lnTo>
                  <a:pt x="4456666" y="72168"/>
                </a:lnTo>
                <a:lnTo>
                  <a:pt x="4484695" y="70182"/>
                </a:lnTo>
                <a:lnTo>
                  <a:pt x="4512724" y="68205"/>
                </a:lnTo>
                <a:lnTo>
                  <a:pt x="4540754" y="66236"/>
                </a:lnTo>
                <a:lnTo>
                  <a:pt x="4568783" y="64276"/>
                </a:lnTo>
                <a:lnTo>
                  <a:pt x="4596812" y="62325"/>
                </a:lnTo>
                <a:lnTo>
                  <a:pt x="4624842" y="60382"/>
                </a:lnTo>
                <a:lnTo>
                  <a:pt x="4652871" y="58449"/>
                </a:lnTo>
                <a:lnTo>
                  <a:pt x="4680900" y="56524"/>
                </a:lnTo>
                <a:lnTo>
                  <a:pt x="4708930" y="54608"/>
                </a:lnTo>
                <a:lnTo>
                  <a:pt x="4736959" y="52702"/>
                </a:lnTo>
                <a:lnTo>
                  <a:pt x="4764988" y="50804"/>
                </a:lnTo>
                <a:lnTo>
                  <a:pt x="4793018" y="48916"/>
                </a:lnTo>
                <a:lnTo>
                  <a:pt x="4821047" y="47038"/>
                </a:lnTo>
                <a:lnTo>
                  <a:pt x="4849076" y="45168"/>
                </a:lnTo>
                <a:lnTo>
                  <a:pt x="4877106" y="43308"/>
                </a:lnTo>
                <a:lnTo>
                  <a:pt x="4905135" y="41458"/>
                </a:lnTo>
                <a:lnTo>
                  <a:pt x="4933165" y="39617"/>
                </a:lnTo>
                <a:lnTo>
                  <a:pt x="4961194" y="37786"/>
                </a:lnTo>
                <a:lnTo>
                  <a:pt x="4989223" y="35964"/>
                </a:lnTo>
                <a:lnTo>
                  <a:pt x="5017253" y="34152"/>
                </a:lnTo>
                <a:lnTo>
                  <a:pt x="5045282" y="32350"/>
                </a:lnTo>
                <a:lnTo>
                  <a:pt x="5073311" y="30558"/>
                </a:lnTo>
                <a:lnTo>
                  <a:pt x="5101341" y="28775"/>
                </a:lnTo>
                <a:lnTo>
                  <a:pt x="5129370" y="27002"/>
                </a:lnTo>
                <a:lnTo>
                  <a:pt x="5157399" y="25239"/>
                </a:lnTo>
                <a:lnTo>
                  <a:pt x="5185429" y="23487"/>
                </a:lnTo>
                <a:lnTo>
                  <a:pt x="5213458" y="21744"/>
                </a:lnTo>
                <a:lnTo>
                  <a:pt x="5241487" y="20011"/>
                </a:lnTo>
                <a:lnTo>
                  <a:pt x="5269517" y="18288"/>
                </a:lnTo>
                <a:lnTo>
                  <a:pt x="5297546" y="16575"/>
                </a:lnTo>
                <a:lnTo>
                  <a:pt x="5325575" y="14872"/>
                </a:lnTo>
                <a:lnTo>
                  <a:pt x="5353605" y="13179"/>
                </a:lnTo>
                <a:lnTo>
                  <a:pt x="5381634" y="11496"/>
                </a:lnTo>
                <a:lnTo>
                  <a:pt x="5409663" y="9823"/>
                </a:lnTo>
                <a:lnTo>
                  <a:pt x="5437693" y="8161"/>
                </a:lnTo>
                <a:lnTo>
                  <a:pt x="5465722" y="6508"/>
                </a:lnTo>
                <a:lnTo>
                  <a:pt x="5493751" y="4866"/>
                </a:lnTo>
                <a:lnTo>
                  <a:pt x="5521781" y="3234"/>
                </a:lnTo>
                <a:lnTo>
                  <a:pt x="5549810" y="1612"/>
                </a:lnTo>
                <a:lnTo>
                  <a:pt x="5577840" y="0"/>
                </a:lnTo>
              </a:path>
            </a:pathLst>
          </a:custGeom>
          <a:noFill/>
          <a:ln w="381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A-E01 polygon 59" descr="sci-ppt:o059"/>
          <p:cNvSpPr/>
          <p:nvPr/>
        </p:nvSpPr>
        <p:spPr>
          <a:xfrm>
            <a:off x="6126480" y="4419600"/>
            <a:ext cx="5577840" cy="0"/>
          </a:xfrm>
          <a:custGeom>
            <a:avLst/>
            <a:gdLst/>
            <a:ahLst/>
            <a:cxnLst/>
            <a:rect l="l" t="t" r="r" b="b"/>
            <a:pathLst>
              <a:path w="5577840" h="0">
                <a:moveTo>
                  <a:pt x="0" y="0"/>
                </a:moveTo>
                <a:lnTo>
                  <a:pt x="28029" y="0"/>
                </a:lnTo>
                <a:lnTo>
                  <a:pt x="56058" y="0"/>
                </a:lnTo>
                <a:lnTo>
                  <a:pt x="84088" y="0"/>
                </a:lnTo>
                <a:lnTo>
                  <a:pt x="112117" y="0"/>
                </a:lnTo>
                <a:lnTo>
                  <a:pt x="140146" y="0"/>
                </a:lnTo>
                <a:lnTo>
                  <a:pt x="168176" y="0"/>
                </a:lnTo>
                <a:lnTo>
                  <a:pt x="196205" y="0"/>
                </a:lnTo>
                <a:lnTo>
                  <a:pt x="224234" y="0"/>
                </a:lnTo>
                <a:lnTo>
                  <a:pt x="252264" y="0"/>
                </a:lnTo>
                <a:lnTo>
                  <a:pt x="280293" y="0"/>
                </a:lnTo>
                <a:lnTo>
                  <a:pt x="308322" y="0"/>
                </a:lnTo>
                <a:lnTo>
                  <a:pt x="336352" y="0"/>
                </a:lnTo>
                <a:lnTo>
                  <a:pt x="364381" y="0"/>
                </a:lnTo>
                <a:lnTo>
                  <a:pt x="392410" y="0"/>
                </a:lnTo>
                <a:lnTo>
                  <a:pt x="420440" y="0"/>
                </a:lnTo>
                <a:lnTo>
                  <a:pt x="448469" y="0"/>
                </a:lnTo>
                <a:lnTo>
                  <a:pt x="476498" y="0"/>
                </a:lnTo>
                <a:lnTo>
                  <a:pt x="504528" y="0"/>
                </a:lnTo>
                <a:lnTo>
                  <a:pt x="532557" y="0"/>
                </a:lnTo>
                <a:lnTo>
                  <a:pt x="560586" y="0"/>
                </a:lnTo>
                <a:lnTo>
                  <a:pt x="588616" y="0"/>
                </a:lnTo>
                <a:lnTo>
                  <a:pt x="616645" y="0"/>
                </a:lnTo>
                <a:lnTo>
                  <a:pt x="644674" y="0"/>
                </a:lnTo>
                <a:lnTo>
                  <a:pt x="672704" y="0"/>
                </a:lnTo>
                <a:lnTo>
                  <a:pt x="700733" y="0"/>
                </a:lnTo>
                <a:lnTo>
                  <a:pt x="728763" y="0"/>
                </a:lnTo>
                <a:lnTo>
                  <a:pt x="756792" y="0"/>
                </a:lnTo>
                <a:lnTo>
                  <a:pt x="784821" y="0"/>
                </a:lnTo>
                <a:lnTo>
                  <a:pt x="812851" y="0"/>
                </a:lnTo>
                <a:lnTo>
                  <a:pt x="840880" y="0"/>
                </a:lnTo>
                <a:lnTo>
                  <a:pt x="868909" y="0"/>
                </a:lnTo>
                <a:lnTo>
                  <a:pt x="896939" y="0"/>
                </a:lnTo>
                <a:lnTo>
                  <a:pt x="924968" y="0"/>
                </a:lnTo>
                <a:lnTo>
                  <a:pt x="952997" y="0"/>
                </a:lnTo>
                <a:lnTo>
                  <a:pt x="981027" y="0"/>
                </a:lnTo>
                <a:lnTo>
                  <a:pt x="1009056" y="0"/>
                </a:lnTo>
                <a:lnTo>
                  <a:pt x="1037085" y="0"/>
                </a:lnTo>
                <a:lnTo>
                  <a:pt x="1065115" y="0"/>
                </a:lnTo>
                <a:lnTo>
                  <a:pt x="1093144" y="0"/>
                </a:lnTo>
                <a:lnTo>
                  <a:pt x="1121173" y="0"/>
                </a:lnTo>
                <a:lnTo>
                  <a:pt x="1149203" y="0"/>
                </a:lnTo>
                <a:lnTo>
                  <a:pt x="1177232" y="0"/>
                </a:lnTo>
                <a:lnTo>
                  <a:pt x="1205261" y="0"/>
                </a:lnTo>
                <a:lnTo>
                  <a:pt x="1233291" y="0"/>
                </a:lnTo>
                <a:lnTo>
                  <a:pt x="1261320" y="0"/>
                </a:lnTo>
                <a:lnTo>
                  <a:pt x="1289349" y="0"/>
                </a:lnTo>
                <a:lnTo>
                  <a:pt x="1317379" y="0"/>
                </a:lnTo>
                <a:lnTo>
                  <a:pt x="1345408" y="0"/>
                </a:lnTo>
                <a:lnTo>
                  <a:pt x="1373437" y="0"/>
                </a:lnTo>
                <a:lnTo>
                  <a:pt x="1401467" y="0"/>
                </a:lnTo>
                <a:lnTo>
                  <a:pt x="1429496" y="0"/>
                </a:lnTo>
                <a:lnTo>
                  <a:pt x="1457526" y="0"/>
                </a:lnTo>
                <a:lnTo>
                  <a:pt x="1485555" y="0"/>
                </a:lnTo>
                <a:lnTo>
                  <a:pt x="1513584" y="0"/>
                </a:lnTo>
                <a:lnTo>
                  <a:pt x="1541614" y="0"/>
                </a:lnTo>
                <a:lnTo>
                  <a:pt x="1569643" y="0"/>
                </a:lnTo>
                <a:lnTo>
                  <a:pt x="1597672" y="0"/>
                </a:lnTo>
                <a:lnTo>
                  <a:pt x="1625702" y="0"/>
                </a:lnTo>
                <a:lnTo>
                  <a:pt x="1653731" y="0"/>
                </a:lnTo>
                <a:lnTo>
                  <a:pt x="1681760" y="0"/>
                </a:lnTo>
                <a:lnTo>
                  <a:pt x="1709790" y="0"/>
                </a:lnTo>
                <a:lnTo>
                  <a:pt x="1737819" y="0"/>
                </a:lnTo>
                <a:lnTo>
                  <a:pt x="1765848" y="0"/>
                </a:lnTo>
                <a:lnTo>
                  <a:pt x="1793878" y="0"/>
                </a:lnTo>
                <a:lnTo>
                  <a:pt x="1821907" y="0"/>
                </a:lnTo>
                <a:lnTo>
                  <a:pt x="1849936" y="0"/>
                </a:lnTo>
                <a:lnTo>
                  <a:pt x="1877966" y="0"/>
                </a:lnTo>
                <a:lnTo>
                  <a:pt x="1905995" y="0"/>
                </a:lnTo>
                <a:lnTo>
                  <a:pt x="1934024" y="0"/>
                </a:lnTo>
                <a:lnTo>
                  <a:pt x="1962054" y="0"/>
                </a:lnTo>
                <a:lnTo>
                  <a:pt x="1990083" y="0"/>
                </a:lnTo>
                <a:lnTo>
                  <a:pt x="2018112" y="0"/>
                </a:lnTo>
                <a:lnTo>
                  <a:pt x="2046142" y="0"/>
                </a:lnTo>
                <a:lnTo>
                  <a:pt x="2074171" y="0"/>
                </a:lnTo>
                <a:lnTo>
                  <a:pt x="2102201" y="0"/>
                </a:lnTo>
                <a:lnTo>
                  <a:pt x="2130230" y="0"/>
                </a:lnTo>
                <a:lnTo>
                  <a:pt x="2158259" y="0"/>
                </a:lnTo>
                <a:lnTo>
                  <a:pt x="2186289" y="0"/>
                </a:lnTo>
                <a:lnTo>
                  <a:pt x="2214318" y="0"/>
                </a:lnTo>
                <a:lnTo>
                  <a:pt x="2242347" y="0"/>
                </a:lnTo>
                <a:lnTo>
                  <a:pt x="2270377" y="0"/>
                </a:lnTo>
                <a:lnTo>
                  <a:pt x="2298406" y="0"/>
                </a:lnTo>
                <a:lnTo>
                  <a:pt x="2326435" y="0"/>
                </a:lnTo>
                <a:lnTo>
                  <a:pt x="2354465" y="0"/>
                </a:lnTo>
                <a:lnTo>
                  <a:pt x="2382494" y="0"/>
                </a:lnTo>
                <a:lnTo>
                  <a:pt x="2410523" y="0"/>
                </a:lnTo>
                <a:lnTo>
                  <a:pt x="2438553" y="0"/>
                </a:lnTo>
                <a:lnTo>
                  <a:pt x="2466582" y="0"/>
                </a:lnTo>
                <a:lnTo>
                  <a:pt x="2494611" y="0"/>
                </a:lnTo>
                <a:lnTo>
                  <a:pt x="2522641" y="0"/>
                </a:lnTo>
                <a:lnTo>
                  <a:pt x="2550670" y="0"/>
                </a:lnTo>
                <a:lnTo>
                  <a:pt x="2578699" y="0"/>
                </a:lnTo>
                <a:lnTo>
                  <a:pt x="2606729" y="0"/>
                </a:lnTo>
                <a:lnTo>
                  <a:pt x="2634758" y="0"/>
                </a:lnTo>
                <a:lnTo>
                  <a:pt x="2662787" y="0"/>
                </a:lnTo>
                <a:lnTo>
                  <a:pt x="2690817" y="0"/>
                </a:lnTo>
                <a:lnTo>
                  <a:pt x="2718846" y="0"/>
                </a:lnTo>
                <a:lnTo>
                  <a:pt x="2746875" y="0"/>
                </a:lnTo>
                <a:lnTo>
                  <a:pt x="2774905" y="0"/>
                </a:lnTo>
                <a:lnTo>
                  <a:pt x="2802934" y="0"/>
                </a:lnTo>
                <a:lnTo>
                  <a:pt x="2830964" y="0"/>
                </a:lnTo>
                <a:lnTo>
                  <a:pt x="2858993" y="0"/>
                </a:lnTo>
                <a:lnTo>
                  <a:pt x="2887022" y="0"/>
                </a:lnTo>
                <a:lnTo>
                  <a:pt x="2915052" y="0"/>
                </a:lnTo>
                <a:lnTo>
                  <a:pt x="2943081" y="0"/>
                </a:lnTo>
                <a:lnTo>
                  <a:pt x="2971110" y="0"/>
                </a:lnTo>
                <a:lnTo>
                  <a:pt x="2999140" y="0"/>
                </a:lnTo>
                <a:lnTo>
                  <a:pt x="3027169" y="0"/>
                </a:lnTo>
                <a:lnTo>
                  <a:pt x="3055198" y="0"/>
                </a:lnTo>
                <a:lnTo>
                  <a:pt x="3083228" y="0"/>
                </a:lnTo>
                <a:lnTo>
                  <a:pt x="3111257" y="0"/>
                </a:lnTo>
                <a:lnTo>
                  <a:pt x="3139286" y="0"/>
                </a:lnTo>
                <a:lnTo>
                  <a:pt x="3167316" y="0"/>
                </a:lnTo>
                <a:lnTo>
                  <a:pt x="3195345" y="0"/>
                </a:lnTo>
                <a:lnTo>
                  <a:pt x="3223374" y="0"/>
                </a:lnTo>
                <a:lnTo>
                  <a:pt x="3251404" y="0"/>
                </a:lnTo>
                <a:lnTo>
                  <a:pt x="3279433" y="0"/>
                </a:lnTo>
                <a:lnTo>
                  <a:pt x="3307462" y="0"/>
                </a:lnTo>
                <a:lnTo>
                  <a:pt x="3335492" y="0"/>
                </a:lnTo>
                <a:lnTo>
                  <a:pt x="3363521" y="0"/>
                </a:lnTo>
                <a:lnTo>
                  <a:pt x="3391550" y="0"/>
                </a:lnTo>
                <a:lnTo>
                  <a:pt x="3419580" y="0"/>
                </a:lnTo>
                <a:lnTo>
                  <a:pt x="3447609" y="0"/>
                </a:lnTo>
                <a:lnTo>
                  <a:pt x="3475638" y="0"/>
                </a:lnTo>
                <a:lnTo>
                  <a:pt x="3503668" y="0"/>
                </a:lnTo>
                <a:lnTo>
                  <a:pt x="3531697" y="0"/>
                </a:lnTo>
                <a:lnTo>
                  <a:pt x="3559727" y="0"/>
                </a:lnTo>
                <a:lnTo>
                  <a:pt x="3587756" y="0"/>
                </a:lnTo>
                <a:lnTo>
                  <a:pt x="3615785" y="0"/>
                </a:lnTo>
                <a:lnTo>
                  <a:pt x="3643815" y="0"/>
                </a:lnTo>
                <a:lnTo>
                  <a:pt x="3671844" y="0"/>
                </a:lnTo>
                <a:lnTo>
                  <a:pt x="3699873" y="0"/>
                </a:lnTo>
                <a:lnTo>
                  <a:pt x="3727903" y="0"/>
                </a:lnTo>
                <a:lnTo>
                  <a:pt x="3755932" y="0"/>
                </a:lnTo>
                <a:lnTo>
                  <a:pt x="3783961" y="0"/>
                </a:lnTo>
                <a:lnTo>
                  <a:pt x="3811991" y="0"/>
                </a:lnTo>
                <a:lnTo>
                  <a:pt x="3840020" y="0"/>
                </a:lnTo>
                <a:lnTo>
                  <a:pt x="3868049" y="0"/>
                </a:lnTo>
                <a:lnTo>
                  <a:pt x="3896079" y="0"/>
                </a:lnTo>
                <a:lnTo>
                  <a:pt x="3924108" y="0"/>
                </a:lnTo>
                <a:lnTo>
                  <a:pt x="3952137" y="0"/>
                </a:lnTo>
                <a:lnTo>
                  <a:pt x="3980167" y="0"/>
                </a:lnTo>
                <a:lnTo>
                  <a:pt x="4008196" y="0"/>
                </a:lnTo>
                <a:lnTo>
                  <a:pt x="4036225" y="0"/>
                </a:lnTo>
                <a:lnTo>
                  <a:pt x="4064255" y="0"/>
                </a:lnTo>
                <a:lnTo>
                  <a:pt x="4092284" y="0"/>
                </a:lnTo>
                <a:lnTo>
                  <a:pt x="4120313" y="0"/>
                </a:lnTo>
                <a:lnTo>
                  <a:pt x="4148343" y="0"/>
                </a:lnTo>
                <a:lnTo>
                  <a:pt x="4176372" y="0"/>
                </a:lnTo>
                <a:lnTo>
                  <a:pt x="4204402" y="0"/>
                </a:lnTo>
                <a:lnTo>
                  <a:pt x="4232431" y="0"/>
                </a:lnTo>
                <a:lnTo>
                  <a:pt x="4260460" y="0"/>
                </a:lnTo>
                <a:lnTo>
                  <a:pt x="4288490" y="0"/>
                </a:lnTo>
                <a:lnTo>
                  <a:pt x="4316519" y="0"/>
                </a:lnTo>
                <a:lnTo>
                  <a:pt x="4344548" y="0"/>
                </a:lnTo>
                <a:lnTo>
                  <a:pt x="4372578" y="0"/>
                </a:lnTo>
                <a:lnTo>
                  <a:pt x="4400607" y="0"/>
                </a:lnTo>
                <a:lnTo>
                  <a:pt x="4428636" y="0"/>
                </a:lnTo>
                <a:lnTo>
                  <a:pt x="4456666" y="0"/>
                </a:lnTo>
                <a:lnTo>
                  <a:pt x="4484695" y="0"/>
                </a:lnTo>
                <a:lnTo>
                  <a:pt x="4512724" y="0"/>
                </a:lnTo>
                <a:lnTo>
                  <a:pt x="4540754" y="0"/>
                </a:lnTo>
                <a:lnTo>
                  <a:pt x="4568783" y="0"/>
                </a:lnTo>
                <a:lnTo>
                  <a:pt x="4596812" y="0"/>
                </a:lnTo>
                <a:lnTo>
                  <a:pt x="4624842" y="0"/>
                </a:lnTo>
                <a:lnTo>
                  <a:pt x="4652871" y="0"/>
                </a:lnTo>
                <a:lnTo>
                  <a:pt x="4680900" y="0"/>
                </a:lnTo>
                <a:lnTo>
                  <a:pt x="4708930" y="0"/>
                </a:lnTo>
                <a:lnTo>
                  <a:pt x="4736959" y="0"/>
                </a:lnTo>
                <a:lnTo>
                  <a:pt x="4764988" y="0"/>
                </a:lnTo>
                <a:lnTo>
                  <a:pt x="4793018" y="0"/>
                </a:lnTo>
                <a:lnTo>
                  <a:pt x="4821047" y="0"/>
                </a:lnTo>
                <a:lnTo>
                  <a:pt x="4849076" y="0"/>
                </a:lnTo>
                <a:lnTo>
                  <a:pt x="4877106" y="0"/>
                </a:lnTo>
                <a:lnTo>
                  <a:pt x="4905135" y="0"/>
                </a:lnTo>
                <a:lnTo>
                  <a:pt x="4933165" y="0"/>
                </a:lnTo>
                <a:lnTo>
                  <a:pt x="4961194" y="0"/>
                </a:lnTo>
                <a:lnTo>
                  <a:pt x="4989223" y="0"/>
                </a:lnTo>
                <a:lnTo>
                  <a:pt x="5017253" y="0"/>
                </a:lnTo>
                <a:lnTo>
                  <a:pt x="5045282" y="0"/>
                </a:lnTo>
                <a:lnTo>
                  <a:pt x="5073311" y="0"/>
                </a:lnTo>
                <a:lnTo>
                  <a:pt x="5101341" y="0"/>
                </a:lnTo>
                <a:lnTo>
                  <a:pt x="5129370" y="0"/>
                </a:lnTo>
                <a:lnTo>
                  <a:pt x="5157399" y="0"/>
                </a:lnTo>
                <a:lnTo>
                  <a:pt x="5185429" y="0"/>
                </a:lnTo>
                <a:lnTo>
                  <a:pt x="5213458" y="0"/>
                </a:lnTo>
                <a:lnTo>
                  <a:pt x="5241487" y="0"/>
                </a:lnTo>
                <a:lnTo>
                  <a:pt x="5269517" y="0"/>
                </a:lnTo>
                <a:lnTo>
                  <a:pt x="5297546" y="0"/>
                </a:lnTo>
                <a:lnTo>
                  <a:pt x="5325575" y="0"/>
                </a:lnTo>
                <a:lnTo>
                  <a:pt x="5353605" y="0"/>
                </a:lnTo>
                <a:lnTo>
                  <a:pt x="5381634" y="0"/>
                </a:lnTo>
                <a:lnTo>
                  <a:pt x="5409663" y="0"/>
                </a:lnTo>
                <a:lnTo>
                  <a:pt x="5437693" y="0"/>
                </a:lnTo>
                <a:lnTo>
                  <a:pt x="5465722" y="0"/>
                </a:lnTo>
                <a:lnTo>
                  <a:pt x="5493751" y="0"/>
                </a:lnTo>
                <a:lnTo>
                  <a:pt x="5521781" y="0"/>
                </a:lnTo>
                <a:lnTo>
                  <a:pt x="5549810" y="0"/>
                </a:lnTo>
                <a:lnTo>
                  <a:pt x="5577840" y="0"/>
                </a:lnTo>
              </a:path>
            </a:pathLst>
          </a:custGeom>
          <a:noFill/>
          <a:ln w="25400">
            <a:solidFill>
              <a:srgbClr val="E7F0F3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A-E01 text 60" descr="sci-ppt:o060"/>
          <p:cNvSpPr txBox="1"/>
          <p:nvPr/>
        </p:nvSpPr>
        <p:spPr>
          <a:xfrm>
            <a:off x="7538313" y="1981199"/>
            <a:ext cx="3108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λ_θ = λᵩ (tangential): stretched</a:t>
            </a:r>
          </a:p>
        </p:txBody>
      </p:sp>
      <p:sp>
        <p:nvSpPr>
          <p:cNvPr id="63" name="A-E01 text 61" descr="sci-ppt:o061"/>
          <p:cNvSpPr txBox="1"/>
          <p:nvPr/>
        </p:nvSpPr>
        <p:spPr>
          <a:xfrm>
            <a:off x="8653881" y="368808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FC8F8"/>
                </a:solidFill>
                <a:latin typeface="Arial"/>
              </a:rPr>
              <a:t>λᵣ (radial): thinned</a:t>
            </a:r>
          </a:p>
        </p:txBody>
      </p:sp>
      <p:sp>
        <p:nvSpPr>
          <p:cNvPr id="64" name="A-E01 text 62" descr="sci-ppt:o062"/>
          <p:cNvSpPr txBox="1"/>
          <p:nvPr/>
        </p:nvSpPr>
        <p:spPr>
          <a:xfrm>
            <a:off x="8430768" y="4572000"/>
            <a:ext cx="27432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product = 1 (incompressible)</a:t>
            </a:r>
          </a:p>
        </p:txBody>
      </p:sp>
      <p:sp>
        <p:nvSpPr>
          <p:cNvPr id="65" name="A-E01 text 63" descr="sci-ppt:o063"/>
          <p:cNvSpPr txBox="1"/>
          <p:nvPr/>
        </p:nvSpPr>
        <p:spPr>
          <a:xfrm>
            <a:off x="6126480" y="5852160"/>
            <a:ext cx="5577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Check: λ_rλ_θ² = 1.000000 … 1.000000.   Cavity grown from 5 to 30 µm.</a:t>
            </a:r>
          </a:p>
        </p:txBody>
      </p:sp>
      <p:sp>
        <p:nvSpPr>
          <p:cNvPr id="66" name="A-E01 text 64" descr="sci-ppt:o06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Exact incompressible kinematics of Eq. A-E01 for R_ref = 5 µm, R = 30 µm.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