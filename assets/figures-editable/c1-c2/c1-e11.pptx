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11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C1-E11 · Derived mechanical-energy balance</a:t>
            </a:r>
          </a:p>
        </p:txBody>
      </p:sp>
      <p:cxnSp>
        <p:nvCxnSpPr>
          <p:cNvPr id="3" name="C1-E11 line 1" descr="sci-ppt:o001"/>
          <p:cNvCxnSpPr/>
          <p:nvPr/>
        </p:nvCxnSpPr>
        <p:spPr>
          <a:xfrm>
            <a:off x="914400" y="5212080"/>
            <a:ext cx="6583679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1-E11 line 2" descr="sci-ppt:o002"/>
          <p:cNvCxnSpPr/>
          <p:nvPr/>
        </p:nvCxnSpPr>
        <p:spPr>
          <a:xfrm>
            <a:off x="914400" y="1371600"/>
            <a:ext cx="0" cy="384048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1-E11 line 3" descr="sci-ppt:o003"/>
          <p:cNvCxnSpPr/>
          <p:nvPr/>
        </p:nvCxnSpPr>
        <p:spPr>
          <a:xfrm>
            <a:off x="914400" y="52120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1-E11 line 4" descr="sci-ppt:o004"/>
          <p:cNvCxnSpPr/>
          <p:nvPr/>
        </p:nvCxnSpPr>
        <p:spPr>
          <a:xfrm>
            <a:off x="914400" y="1371600"/>
            <a:ext cx="0" cy="384048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1-E11 text 5" descr="sci-ppt:o005"/>
          <p:cNvSpPr txBox="1"/>
          <p:nvPr/>
        </p:nvSpPr>
        <p:spPr>
          <a:xfrm>
            <a:off x="457200" y="52943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</a:t>
            </a:r>
          </a:p>
        </p:txBody>
      </p:sp>
      <p:cxnSp>
        <p:nvCxnSpPr>
          <p:cNvPr id="8" name="C1-E11 line 6" descr="sci-ppt:o006"/>
          <p:cNvCxnSpPr/>
          <p:nvPr/>
        </p:nvCxnSpPr>
        <p:spPr>
          <a:xfrm>
            <a:off x="3108960" y="52120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1-E11 line 7" descr="sci-ppt:o007"/>
          <p:cNvCxnSpPr/>
          <p:nvPr/>
        </p:nvCxnSpPr>
        <p:spPr>
          <a:xfrm>
            <a:off x="3108960" y="1371600"/>
            <a:ext cx="0" cy="384048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1-E11 text 8" descr="sci-ppt:o008"/>
          <p:cNvSpPr txBox="1"/>
          <p:nvPr/>
        </p:nvSpPr>
        <p:spPr>
          <a:xfrm>
            <a:off x="2651760" y="52943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11" name="C1-E11 line 9" descr="sci-ppt:o009"/>
          <p:cNvCxnSpPr/>
          <p:nvPr/>
        </p:nvCxnSpPr>
        <p:spPr>
          <a:xfrm>
            <a:off x="5303520" y="52120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1-E11 line 10" descr="sci-ppt:o010"/>
          <p:cNvCxnSpPr/>
          <p:nvPr/>
        </p:nvCxnSpPr>
        <p:spPr>
          <a:xfrm>
            <a:off x="5303520" y="1371600"/>
            <a:ext cx="0" cy="384048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1-E11 text 11" descr="sci-ppt:o011"/>
          <p:cNvSpPr txBox="1"/>
          <p:nvPr/>
        </p:nvSpPr>
        <p:spPr>
          <a:xfrm>
            <a:off x="4846320" y="52943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</a:t>
            </a:r>
          </a:p>
        </p:txBody>
      </p:sp>
      <p:cxnSp>
        <p:nvCxnSpPr>
          <p:cNvPr id="14" name="C1-E11 line 12" descr="sci-ppt:o012"/>
          <p:cNvCxnSpPr/>
          <p:nvPr/>
        </p:nvCxnSpPr>
        <p:spPr>
          <a:xfrm>
            <a:off x="7498079" y="52120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1-E11 line 13" descr="sci-ppt:o013"/>
          <p:cNvCxnSpPr/>
          <p:nvPr/>
        </p:nvCxnSpPr>
        <p:spPr>
          <a:xfrm>
            <a:off x="7498079" y="1371600"/>
            <a:ext cx="0" cy="384048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1-E11 text 14" descr="sci-ppt:o014"/>
          <p:cNvSpPr txBox="1"/>
          <p:nvPr/>
        </p:nvSpPr>
        <p:spPr>
          <a:xfrm>
            <a:off x="7040879" y="52943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1.5</a:t>
            </a:r>
          </a:p>
        </p:txBody>
      </p:sp>
      <p:cxnSp>
        <p:nvCxnSpPr>
          <p:cNvPr id="17" name="C1-E11 line 15" descr="sci-ppt:o015"/>
          <p:cNvCxnSpPr/>
          <p:nvPr/>
        </p:nvCxnSpPr>
        <p:spPr>
          <a:xfrm>
            <a:off x="850392" y="52120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1-E11 line 16" descr="sci-ppt:o016"/>
          <p:cNvCxnSpPr/>
          <p:nvPr/>
        </p:nvCxnSpPr>
        <p:spPr>
          <a:xfrm>
            <a:off x="850392" y="4443984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C1-E11 line 17" descr="sci-ppt:o017"/>
          <p:cNvCxnSpPr/>
          <p:nvPr/>
        </p:nvCxnSpPr>
        <p:spPr>
          <a:xfrm>
            <a:off x="914400" y="4443984"/>
            <a:ext cx="6583679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C1-E11 text 18" descr="sci-ppt:o018"/>
          <p:cNvSpPr txBox="1"/>
          <p:nvPr/>
        </p:nvSpPr>
        <p:spPr>
          <a:xfrm>
            <a:off x="45720" y="4361688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0.10</a:t>
            </a:r>
          </a:p>
        </p:txBody>
      </p:sp>
      <p:cxnSp>
        <p:nvCxnSpPr>
          <p:cNvPr id="21" name="C1-E11 line 19" descr="sci-ppt:o019"/>
          <p:cNvCxnSpPr/>
          <p:nvPr/>
        </p:nvCxnSpPr>
        <p:spPr>
          <a:xfrm>
            <a:off x="850392" y="3675887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1-E11 line 20" descr="sci-ppt:o020"/>
          <p:cNvCxnSpPr/>
          <p:nvPr/>
        </p:nvCxnSpPr>
        <p:spPr>
          <a:xfrm>
            <a:off x="914400" y="3675887"/>
            <a:ext cx="6583679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1-E11 text 21" descr="sci-ppt:o021"/>
          <p:cNvSpPr txBox="1"/>
          <p:nvPr/>
        </p:nvSpPr>
        <p:spPr>
          <a:xfrm>
            <a:off x="45720" y="3593591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0.20</a:t>
            </a:r>
          </a:p>
        </p:txBody>
      </p:sp>
      <p:cxnSp>
        <p:nvCxnSpPr>
          <p:cNvPr id="24" name="C1-E11 line 22" descr="sci-ppt:o022"/>
          <p:cNvCxnSpPr/>
          <p:nvPr/>
        </p:nvCxnSpPr>
        <p:spPr>
          <a:xfrm>
            <a:off x="850392" y="2907792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1-E11 line 23" descr="sci-ppt:o023"/>
          <p:cNvCxnSpPr/>
          <p:nvPr/>
        </p:nvCxnSpPr>
        <p:spPr>
          <a:xfrm>
            <a:off x="914400" y="2907792"/>
            <a:ext cx="6583679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1-E11 text 24" descr="sci-ppt:o024"/>
          <p:cNvSpPr txBox="1"/>
          <p:nvPr/>
        </p:nvSpPr>
        <p:spPr>
          <a:xfrm>
            <a:off x="45720" y="282549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0.30</a:t>
            </a:r>
          </a:p>
        </p:txBody>
      </p:sp>
      <p:cxnSp>
        <p:nvCxnSpPr>
          <p:cNvPr id="27" name="C1-E11 line 25" descr="sci-ppt:o025"/>
          <p:cNvCxnSpPr/>
          <p:nvPr/>
        </p:nvCxnSpPr>
        <p:spPr>
          <a:xfrm>
            <a:off x="850392" y="2139696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1-E11 line 26" descr="sci-ppt:o026"/>
          <p:cNvCxnSpPr/>
          <p:nvPr/>
        </p:nvCxnSpPr>
        <p:spPr>
          <a:xfrm>
            <a:off x="914400" y="2139696"/>
            <a:ext cx="6583679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1-E11 text 27" descr="sci-ppt:o027"/>
          <p:cNvSpPr txBox="1"/>
          <p:nvPr/>
        </p:nvSpPr>
        <p:spPr>
          <a:xfrm>
            <a:off x="45720" y="2057400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0.40</a:t>
            </a:r>
          </a:p>
        </p:txBody>
      </p:sp>
      <p:cxnSp>
        <p:nvCxnSpPr>
          <p:cNvPr id="30" name="C1-E11 line 28" descr="sci-ppt:o028"/>
          <p:cNvCxnSpPr/>
          <p:nvPr/>
        </p:nvCxnSpPr>
        <p:spPr>
          <a:xfrm>
            <a:off x="85039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C1-E11 line 29" descr="sci-ppt:o029"/>
          <p:cNvCxnSpPr/>
          <p:nvPr/>
        </p:nvCxnSpPr>
        <p:spPr>
          <a:xfrm>
            <a:off x="914400" y="1371600"/>
            <a:ext cx="6583679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2" name="C1-E11 text 30" descr="sci-ppt:o030"/>
          <p:cNvSpPr txBox="1"/>
          <p:nvPr/>
        </p:nvSpPr>
        <p:spPr>
          <a:xfrm>
            <a:off x="4572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0.50</a:t>
            </a:r>
          </a:p>
        </p:txBody>
      </p:sp>
      <p:sp>
        <p:nvSpPr>
          <p:cNvPr id="33" name="C1-E11 text 31" descr="sci-ppt:o031"/>
          <p:cNvSpPr txBox="1"/>
          <p:nvPr/>
        </p:nvSpPr>
        <p:spPr>
          <a:xfrm>
            <a:off x="914400" y="5495544"/>
            <a:ext cx="65836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  (µs)</a:t>
            </a:r>
          </a:p>
        </p:txBody>
      </p:sp>
      <p:sp>
        <p:nvSpPr>
          <p:cNvPr id="34" name="C1-E11 text 32" descr="sci-ppt:o032"/>
          <p:cNvSpPr txBox="1"/>
          <p:nvPr/>
        </p:nvSpPr>
        <p:spPr>
          <a:xfrm>
            <a:off x="365760" y="1024128"/>
            <a:ext cx="65836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cumulative energy (nJ)</a:t>
            </a:r>
          </a:p>
        </p:txBody>
      </p:sp>
      <p:sp>
        <p:nvSpPr>
          <p:cNvPr id="35" name="C1-E11 polygon 33" descr="sci-ppt:o033"/>
          <p:cNvSpPr/>
          <p:nvPr/>
        </p:nvSpPr>
        <p:spPr>
          <a:xfrm>
            <a:off x="914400" y="3155378"/>
            <a:ext cx="6583679" cy="2056702"/>
          </a:xfrm>
          <a:custGeom>
            <a:avLst/>
            <a:gdLst/>
            <a:ahLst/>
            <a:cxnLst/>
            <a:rect l="l" t="t" r="r" b="b"/>
            <a:pathLst>
              <a:path w="6583679" h="2056702">
                <a:moveTo>
                  <a:pt x="0" y="2056702"/>
                </a:moveTo>
                <a:lnTo>
                  <a:pt x="1646" y="2056676"/>
                </a:lnTo>
                <a:lnTo>
                  <a:pt x="3292" y="2056599"/>
                </a:lnTo>
                <a:lnTo>
                  <a:pt x="4938" y="2056471"/>
                </a:lnTo>
                <a:lnTo>
                  <a:pt x="6585" y="2056291"/>
                </a:lnTo>
                <a:lnTo>
                  <a:pt x="8231" y="2056061"/>
                </a:lnTo>
                <a:lnTo>
                  <a:pt x="9877" y="2055780"/>
                </a:lnTo>
                <a:lnTo>
                  <a:pt x="11524" y="2055448"/>
                </a:lnTo>
                <a:lnTo>
                  <a:pt x="13170" y="2055066"/>
                </a:lnTo>
                <a:lnTo>
                  <a:pt x="14816" y="2054633"/>
                </a:lnTo>
                <a:lnTo>
                  <a:pt x="16463" y="2054150"/>
                </a:lnTo>
                <a:lnTo>
                  <a:pt x="18109" y="2053616"/>
                </a:lnTo>
                <a:lnTo>
                  <a:pt x="19755" y="2053032"/>
                </a:lnTo>
                <a:lnTo>
                  <a:pt x="21402" y="2052399"/>
                </a:lnTo>
                <a:lnTo>
                  <a:pt x="23048" y="2051715"/>
                </a:lnTo>
                <a:lnTo>
                  <a:pt x="24694" y="2050982"/>
                </a:lnTo>
                <a:lnTo>
                  <a:pt x="26341" y="2050199"/>
                </a:lnTo>
                <a:lnTo>
                  <a:pt x="27987" y="2049367"/>
                </a:lnTo>
                <a:lnTo>
                  <a:pt x="29633" y="2048486"/>
                </a:lnTo>
                <a:lnTo>
                  <a:pt x="31280" y="2047556"/>
                </a:lnTo>
                <a:lnTo>
                  <a:pt x="32926" y="2046576"/>
                </a:lnTo>
                <a:lnTo>
                  <a:pt x="34572" y="2045548"/>
                </a:lnTo>
                <a:lnTo>
                  <a:pt x="36219" y="2044472"/>
                </a:lnTo>
                <a:lnTo>
                  <a:pt x="37865" y="2043347"/>
                </a:lnTo>
                <a:lnTo>
                  <a:pt x="39511" y="2042174"/>
                </a:lnTo>
                <a:lnTo>
                  <a:pt x="41158" y="2040953"/>
                </a:lnTo>
                <a:lnTo>
                  <a:pt x="42804" y="2039684"/>
                </a:lnTo>
                <a:lnTo>
                  <a:pt x="44450" y="2038367"/>
                </a:lnTo>
                <a:lnTo>
                  <a:pt x="46097" y="2037004"/>
                </a:lnTo>
                <a:lnTo>
                  <a:pt x="47743" y="2035592"/>
                </a:lnTo>
                <a:lnTo>
                  <a:pt x="49389" y="2034134"/>
                </a:lnTo>
                <a:lnTo>
                  <a:pt x="51036" y="2032629"/>
                </a:lnTo>
                <a:lnTo>
                  <a:pt x="52682" y="2031077"/>
                </a:lnTo>
                <a:lnTo>
                  <a:pt x="54328" y="2029479"/>
                </a:lnTo>
                <a:lnTo>
                  <a:pt x="55975" y="2027835"/>
                </a:lnTo>
                <a:lnTo>
                  <a:pt x="57621" y="2026145"/>
                </a:lnTo>
                <a:lnTo>
                  <a:pt x="59267" y="2024409"/>
                </a:lnTo>
                <a:lnTo>
                  <a:pt x="60914" y="2022628"/>
                </a:lnTo>
                <a:lnTo>
                  <a:pt x="62560" y="2020801"/>
                </a:lnTo>
                <a:lnTo>
                  <a:pt x="64206" y="2018929"/>
                </a:lnTo>
                <a:lnTo>
                  <a:pt x="65853" y="2017012"/>
                </a:lnTo>
                <a:lnTo>
                  <a:pt x="67499" y="2015051"/>
                </a:lnTo>
                <a:lnTo>
                  <a:pt x="69145" y="2013045"/>
                </a:lnTo>
                <a:lnTo>
                  <a:pt x="70792" y="2010996"/>
                </a:lnTo>
                <a:lnTo>
                  <a:pt x="72438" y="2008902"/>
                </a:lnTo>
                <a:lnTo>
                  <a:pt x="74084" y="2006765"/>
                </a:lnTo>
                <a:lnTo>
                  <a:pt x="75731" y="2004584"/>
                </a:lnTo>
                <a:lnTo>
                  <a:pt x="77377" y="2002360"/>
                </a:lnTo>
                <a:lnTo>
                  <a:pt x="79023" y="2000094"/>
                </a:lnTo>
                <a:lnTo>
                  <a:pt x="80670" y="1997784"/>
                </a:lnTo>
                <a:lnTo>
                  <a:pt x="82316" y="1995433"/>
                </a:lnTo>
                <a:lnTo>
                  <a:pt x="83962" y="1993039"/>
                </a:lnTo>
                <a:lnTo>
                  <a:pt x="85609" y="1990604"/>
                </a:lnTo>
                <a:lnTo>
                  <a:pt x="87255" y="1988127"/>
                </a:lnTo>
                <a:lnTo>
                  <a:pt x="88901" y="1985608"/>
                </a:lnTo>
                <a:lnTo>
                  <a:pt x="90548" y="1983049"/>
                </a:lnTo>
                <a:lnTo>
                  <a:pt x="92194" y="1980449"/>
                </a:lnTo>
                <a:lnTo>
                  <a:pt x="93840" y="1977808"/>
                </a:lnTo>
                <a:lnTo>
                  <a:pt x="95487" y="1975128"/>
                </a:lnTo>
                <a:lnTo>
                  <a:pt x="97133" y="1972407"/>
                </a:lnTo>
                <a:lnTo>
                  <a:pt x="98779" y="1969647"/>
                </a:lnTo>
                <a:lnTo>
                  <a:pt x="100426" y="1966847"/>
                </a:lnTo>
                <a:lnTo>
                  <a:pt x="102072" y="1964009"/>
                </a:lnTo>
                <a:lnTo>
                  <a:pt x="103718" y="1961131"/>
                </a:lnTo>
                <a:lnTo>
                  <a:pt x="105365" y="1958216"/>
                </a:lnTo>
                <a:lnTo>
                  <a:pt x="107011" y="1955262"/>
                </a:lnTo>
                <a:lnTo>
                  <a:pt x="108657" y="1952270"/>
                </a:lnTo>
                <a:lnTo>
                  <a:pt x="110304" y="1949240"/>
                </a:lnTo>
                <a:lnTo>
                  <a:pt x="111950" y="1946174"/>
                </a:lnTo>
                <a:lnTo>
                  <a:pt x="113596" y="1943070"/>
                </a:lnTo>
                <a:lnTo>
                  <a:pt x="115243" y="1939930"/>
                </a:lnTo>
                <a:lnTo>
                  <a:pt x="116889" y="1936753"/>
                </a:lnTo>
                <a:lnTo>
                  <a:pt x="118535" y="1933540"/>
                </a:lnTo>
                <a:lnTo>
                  <a:pt x="120182" y="1930291"/>
                </a:lnTo>
                <a:lnTo>
                  <a:pt x="121828" y="1927007"/>
                </a:lnTo>
                <a:lnTo>
                  <a:pt x="123474" y="1923688"/>
                </a:lnTo>
                <a:lnTo>
                  <a:pt x="125121" y="1920334"/>
                </a:lnTo>
                <a:lnTo>
                  <a:pt x="126767" y="1916945"/>
                </a:lnTo>
                <a:lnTo>
                  <a:pt x="128413" y="1913522"/>
                </a:lnTo>
                <a:lnTo>
                  <a:pt x="130060" y="1910066"/>
                </a:lnTo>
                <a:lnTo>
                  <a:pt x="131706" y="1906575"/>
                </a:lnTo>
                <a:lnTo>
                  <a:pt x="133352" y="1903052"/>
                </a:lnTo>
                <a:lnTo>
                  <a:pt x="134999" y="1899495"/>
                </a:lnTo>
                <a:lnTo>
                  <a:pt x="136645" y="1895906"/>
                </a:lnTo>
                <a:lnTo>
                  <a:pt x="138291" y="1892284"/>
                </a:lnTo>
                <a:lnTo>
                  <a:pt x="139938" y="1888630"/>
                </a:lnTo>
                <a:lnTo>
                  <a:pt x="141584" y="1884945"/>
                </a:lnTo>
                <a:lnTo>
                  <a:pt x="143230" y="1881228"/>
                </a:lnTo>
                <a:lnTo>
                  <a:pt x="144877" y="1877480"/>
                </a:lnTo>
                <a:lnTo>
                  <a:pt x="146523" y="1873702"/>
                </a:lnTo>
                <a:lnTo>
                  <a:pt x="148169" y="1869893"/>
                </a:lnTo>
                <a:lnTo>
                  <a:pt x="149816" y="1866054"/>
                </a:lnTo>
                <a:lnTo>
                  <a:pt x="151462" y="1862185"/>
                </a:lnTo>
                <a:lnTo>
                  <a:pt x="153108" y="1858286"/>
                </a:lnTo>
                <a:lnTo>
                  <a:pt x="154755" y="1854359"/>
                </a:lnTo>
                <a:lnTo>
                  <a:pt x="156401" y="1850403"/>
                </a:lnTo>
                <a:lnTo>
                  <a:pt x="158047" y="1846418"/>
                </a:lnTo>
                <a:lnTo>
                  <a:pt x="159694" y="1842405"/>
                </a:lnTo>
                <a:lnTo>
                  <a:pt x="161340" y="1838364"/>
                </a:lnTo>
                <a:lnTo>
                  <a:pt x="162986" y="1834296"/>
                </a:lnTo>
                <a:lnTo>
                  <a:pt x="164633" y="1830200"/>
                </a:lnTo>
                <a:lnTo>
                  <a:pt x="166279" y="1826078"/>
                </a:lnTo>
                <a:lnTo>
                  <a:pt x="167925" y="1821929"/>
                </a:lnTo>
                <a:lnTo>
                  <a:pt x="169572" y="1817754"/>
                </a:lnTo>
                <a:lnTo>
                  <a:pt x="171218" y="1813553"/>
                </a:lnTo>
                <a:lnTo>
                  <a:pt x="172864" y="1809326"/>
                </a:lnTo>
                <a:lnTo>
                  <a:pt x="174511" y="1805074"/>
                </a:lnTo>
                <a:lnTo>
                  <a:pt x="176157" y="1800798"/>
                </a:lnTo>
                <a:lnTo>
                  <a:pt x="177803" y="1796496"/>
                </a:lnTo>
                <a:lnTo>
                  <a:pt x="179450" y="1792171"/>
                </a:lnTo>
                <a:lnTo>
                  <a:pt x="181096" y="1787821"/>
                </a:lnTo>
                <a:lnTo>
                  <a:pt x="182742" y="1783448"/>
                </a:lnTo>
                <a:lnTo>
                  <a:pt x="184389" y="1779051"/>
                </a:lnTo>
                <a:lnTo>
                  <a:pt x="186035" y="1774632"/>
                </a:lnTo>
                <a:lnTo>
                  <a:pt x="187681" y="1770190"/>
                </a:lnTo>
                <a:lnTo>
                  <a:pt x="189328" y="1765725"/>
                </a:lnTo>
                <a:lnTo>
                  <a:pt x="190974" y="1761238"/>
                </a:lnTo>
                <a:lnTo>
                  <a:pt x="192620" y="1756730"/>
                </a:lnTo>
                <a:lnTo>
                  <a:pt x="194267" y="1752201"/>
                </a:lnTo>
                <a:lnTo>
                  <a:pt x="195913" y="1747650"/>
                </a:lnTo>
                <a:lnTo>
                  <a:pt x="197559" y="1743078"/>
                </a:lnTo>
                <a:lnTo>
                  <a:pt x="199206" y="1738487"/>
                </a:lnTo>
                <a:lnTo>
                  <a:pt x="200852" y="1733875"/>
                </a:lnTo>
                <a:lnTo>
                  <a:pt x="202498" y="1729243"/>
                </a:lnTo>
                <a:lnTo>
                  <a:pt x="204145" y="1724592"/>
                </a:lnTo>
                <a:lnTo>
                  <a:pt x="205791" y="1719921"/>
                </a:lnTo>
                <a:lnTo>
                  <a:pt x="207437" y="1715232"/>
                </a:lnTo>
                <a:lnTo>
                  <a:pt x="209084" y="1710524"/>
                </a:lnTo>
                <a:lnTo>
                  <a:pt x="210730" y="1705798"/>
                </a:lnTo>
                <a:lnTo>
                  <a:pt x="212376" y="1701054"/>
                </a:lnTo>
                <a:lnTo>
                  <a:pt x="214023" y="1696293"/>
                </a:lnTo>
                <a:lnTo>
                  <a:pt x="215669" y="1691514"/>
                </a:lnTo>
                <a:lnTo>
                  <a:pt x="217315" y="1686718"/>
                </a:lnTo>
                <a:lnTo>
                  <a:pt x="218962" y="1681905"/>
                </a:lnTo>
                <a:lnTo>
                  <a:pt x="220608" y="1677076"/>
                </a:lnTo>
                <a:lnTo>
                  <a:pt x="222254" y="1672231"/>
                </a:lnTo>
                <a:lnTo>
                  <a:pt x="223901" y="1667371"/>
                </a:lnTo>
                <a:lnTo>
                  <a:pt x="225547" y="1662495"/>
                </a:lnTo>
                <a:lnTo>
                  <a:pt x="227193" y="1657603"/>
                </a:lnTo>
                <a:lnTo>
                  <a:pt x="228840" y="1652697"/>
                </a:lnTo>
                <a:lnTo>
                  <a:pt x="230486" y="1647776"/>
                </a:lnTo>
                <a:lnTo>
                  <a:pt x="232132" y="1642841"/>
                </a:lnTo>
                <a:lnTo>
                  <a:pt x="233779" y="1637892"/>
                </a:lnTo>
                <a:lnTo>
                  <a:pt x="235425" y="1632930"/>
                </a:lnTo>
                <a:lnTo>
                  <a:pt x="237071" y="1627953"/>
                </a:lnTo>
                <a:lnTo>
                  <a:pt x="238718" y="1622964"/>
                </a:lnTo>
                <a:lnTo>
                  <a:pt x="240364" y="1617962"/>
                </a:lnTo>
                <a:lnTo>
                  <a:pt x="242010" y="1612948"/>
                </a:lnTo>
                <a:lnTo>
                  <a:pt x="243657" y="1607921"/>
                </a:lnTo>
                <a:lnTo>
                  <a:pt x="245303" y="1602883"/>
                </a:lnTo>
                <a:lnTo>
                  <a:pt x="246949" y="1597832"/>
                </a:lnTo>
                <a:lnTo>
                  <a:pt x="248596" y="1592771"/>
                </a:lnTo>
                <a:lnTo>
                  <a:pt x="250242" y="1587698"/>
                </a:lnTo>
                <a:lnTo>
                  <a:pt x="251888" y="1582615"/>
                </a:lnTo>
                <a:lnTo>
                  <a:pt x="253535" y="1577521"/>
                </a:lnTo>
                <a:lnTo>
                  <a:pt x="255181" y="1572417"/>
                </a:lnTo>
                <a:lnTo>
                  <a:pt x="256827" y="1567302"/>
                </a:lnTo>
                <a:lnTo>
                  <a:pt x="258474" y="1562178"/>
                </a:lnTo>
                <a:lnTo>
                  <a:pt x="260120" y="1557045"/>
                </a:lnTo>
                <a:lnTo>
                  <a:pt x="261766" y="1551903"/>
                </a:lnTo>
                <a:lnTo>
                  <a:pt x="263413" y="1546752"/>
                </a:lnTo>
                <a:lnTo>
                  <a:pt x="265059" y="1541592"/>
                </a:lnTo>
                <a:lnTo>
                  <a:pt x="266705" y="1536423"/>
                </a:lnTo>
                <a:lnTo>
                  <a:pt x="268352" y="1531247"/>
                </a:lnTo>
                <a:lnTo>
                  <a:pt x="269998" y="1526063"/>
                </a:lnTo>
                <a:lnTo>
                  <a:pt x="271644" y="1520871"/>
                </a:lnTo>
                <a:lnTo>
                  <a:pt x="273291" y="1515672"/>
                </a:lnTo>
                <a:lnTo>
                  <a:pt x="274937" y="1510467"/>
                </a:lnTo>
                <a:lnTo>
                  <a:pt x="276583" y="1505254"/>
                </a:lnTo>
                <a:lnTo>
                  <a:pt x="278230" y="1500035"/>
                </a:lnTo>
                <a:lnTo>
                  <a:pt x="279876" y="1494809"/>
                </a:lnTo>
                <a:lnTo>
                  <a:pt x="281522" y="1489578"/>
                </a:lnTo>
                <a:lnTo>
                  <a:pt x="283169" y="1484340"/>
                </a:lnTo>
                <a:lnTo>
                  <a:pt x="284815" y="1479098"/>
                </a:lnTo>
                <a:lnTo>
                  <a:pt x="286461" y="1473850"/>
                </a:lnTo>
                <a:lnTo>
                  <a:pt x="288108" y="1468597"/>
                </a:lnTo>
                <a:lnTo>
                  <a:pt x="289754" y="1463339"/>
                </a:lnTo>
                <a:lnTo>
                  <a:pt x="291400" y="1458077"/>
                </a:lnTo>
                <a:lnTo>
                  <a:pt x="293047" y="1452810"/>
                </a:lnTo>
                <a:lnTo>
                  <a:pt x="294693" y="1447539"/>
                </a:lnTo>
                <a:lnTo>
                  <a:pt x="296339" y="1442265"/>
                </a:lnTo>
                <a:lnTo>
                  <a:pt x="297986" y="1436987"/>
                </a:lnTo>
                <a:lnTo>
                  <a:pt x="299632" y="1431705"/>
                </a:lnTo>
                <a:lnTo>
                  <a:pt x="301278" y="1426421"/>
                </a:lnTo>
                <a:lnTo>
                  <a:pt x="302925" y="1421134"/>
                </a:lnTo>
                <a:lnTo>
                  <a:pt x="304571" y="1415844"/>
                </a:lnTo>
                <a:lnTo>
                  <a:pt x="306217" y="1410551"/>
                </a:lnTo>
                <a:lnTo>
                  <a:pt x="307864" y="1405256"/>
                </a:lnTo>
                <a:lnTo>
                  <a:pt x="309510" y="1399960"/>
                </a:lnTo>
                <a:lnTo>
                  <a:pt x="311156" y="1394661"/>
                </a:lnTo>
                <a:lnTo>
                  <a:pt x="312803" y="1389361"/>
                </a:lnTo>
                <a:lnTo>
                  <a:pt x="314449" y="1384060"/>
                </a:lnTo>
                <a:lnTo>
                  <a:pt x="316095" y="1378757"/>
                </a:lnTo>
                <a:lnTo>
                  <a:pt x="317741" y="1373454"/>
                </a:lnTo>
                <a:lnTo>
                  <a:pt x="319388" y="1368150"/>
                </a:lnTo>
                <a:lnTo>
                  <a:pt x="321034" y="1362845"/>
                </a:lnTo>
                <a:lnTo>
                  <a:pt x="322680" y="1357541"/>
                </a:lnTo>
                <a:lnTo>
                  <a:pt x="324327" y="1352236"/>
                </a:lnTo>
                <a:lnTo>
                  <a:pt x="325973" y="1346931"/>
                </a:lnTo>
                <a:lnTo>
                  <a:pt x="327619" y="1341627"/>
                </a:lnTo>
                <a:lnTo>
                  <a:pt x="329266" y="1336323"/>
                </a:lnTo>
                <a:lnTo>
                  <a:pt x="330912" y="1331019"/>
                </a:lnTo>
                <a:lnTo>
                  <a:pt x="332558" y="1325717"/>
                </a:lnTo>
                <a:lnTo>
                  <a:pt x="334205" y="1320416"/>
                </a:lnTo>
                <a:lnTo>
                  <a:pt x="335851" y="1315116"/>
                </a:lnTo>
                <a:lnTo>
                  <a:pt x="337497" y="1309818"/>
                </a:lnTo>
                <a:lnTo>
                  <a:pt x="339144" y="1304521"/>
                </a:lnTo>
                <a:lnTo>
                  <a:pt x="340790" y="1299227"/>
                </a:lnTo>
                <a:lnTo>
                  <a:pt x="342436" y="1293934"/>
                </a:lnTo>
                <a:lnTo>
                  <a:pt x="344083" y="1288644"/>
                </a:lnTo>
                <a:lnTo>
                  <a:pt x="345729" y="1283356"/>
                </a:lnTo>
                <a:lnTo>
                  <a:pt x="347375" y="1278070"/>
                </a:lnTo>
                <a:lnTo>
                  <a:pt x="349022" y="1272788"/>
                </a:lnTo>
                <a:lnTo>
                  <a:pt x="350668" y="1267508"/>
                </a:lnTo>
                <a:lnTo>
                  <a:pt x="352314" y="1262232"/>
                </a:lnTo>
                <a:lnTo>
                  <a:pt x="353961" y="1256958"/>
                </a:lnTo>
                <a:lnTo>
                  <a:pt x="355607" y="1251689"/>
                </a:lnTo>
                <a:lnTo>
                  <a:pt x="357253" y="1246423"/>
                </a:lnTo>
                <a:lnTo>
                  <a:pt x="358900" y="1241160"/>
                </a:lnTo>
                <a:lnTo>
                  <a:pt x="360546" y="1235902"/>
                </a:lnTo>
                <a:lnTo>
                  <a:pt x="362192" y="1230648"/>
                </a:lnTo>
                <a:lnTo>
                  <a:pt x="363839" y="1225398"/>
                </a:lnTo>
                <a:lnTo>
                  <a:pt x="365485" y="1220153"/>
                </a:lnTo>
                <a:lnTo>
                  <a:pt x="367131" y="1214913"/>
                </a:lnTo>
                <a:lnTo>
                  <a:pt x="368778" y="1209677"/>
                </a:lnTo>
                <a:lnTo>
                  <a:pt x="370424" y="1204446"/>
                </a:lnTo>
                <a:lnTo>
                  <a:pt x="372070" y="1199220"/>
                </a:lnTo>
                <a:lnTo>
                  <a:pt x="373717" y="1193999"/>
                </a:lnTo>
                <a:lnTo>
                  <a:pt x="375363" y="1188784"/>
                </a:lnTo>
                <a:lnTo>
                  <a:pt x="377009" y="1183575"/>
                </a:lnTo>
                <a:lnTo>
                  <a:pt x="378656" y="1178371"/>
                </a:lnTo>
                <a:lnTo>
                  <a:pt x="380302" y="1173173"/>
                </a:lnTo>
                <a:lnTo>
                  <a:pt x="381948" y="1167981"/>
                </a:lnTo>
                <a:lnTo>
                  <a:pt x="383595" y="1162795"/>
                </a:lnTo>
                <a:lnTo>
                  <a:pt x="385241" y="1157615"/>
                </a:lnTo>
                <a:lnTo>
                  <a:pt x="386887" y="1152442"/>
                </a:lnTo>
                <a:lnTo>
                  <a:pt x="388534" y="1147275"/>
                </a:lnTo>
                <a:lnTo>
                  <a:pt x="390180" y="1142115"/>
                </a:lnTo>
                <a:lnTo>
                  <a:pt x="391826" y="1136962"/>
                </a:lnTo>
                <a:lnTo>
                  <a:pt x="393473" y="1131816"/>
                </a:lnTo>
                <a:lnTo>
                  <a:pt x="395119" y="1126676"/>
                </a:lnTo>
                <a:lnTo>
                  <a:pt x="396765" y="1121544"/>
                </a:lnTo>
                <a:lnTo>
                  <a:pt x="398412" y="1116420"/>
                </a:lnTo>
                <a:lnTo>
                  <a:pt x="400058" y="1111302"/>
                </a:lnTo>
                <a:lnTo>
                  <a:pt x="401704" y="1106193"/>
                </a:lnTo>
                <a:lnTo>
                  <a:pt x="403351" y="1101091"/>
                </a:lnTo>
                <a:lnTo>
                  <a:pt x="404997" y="1095997"/>
                </a:lnTo>
                <a:lnTo>
                  <a:pt x="406643" y="1090911"/>
                </a:lnTo>
                <a:lnTo>
                  <a:pt x="408290" y="1085833"/>
                </a:lnTo>
                <a:lnTo>
                  <a:pt x="409936" y="1080763"/>
                </a:lnTo>
                <a:lnTo>
                  <a:pt x="411582" y="1075701"/>
                </a:lnTo>
                <a:lnTo>
                  <a:pt x="413229" y="1070648"/>
                </a:lnTo>
                <a:lnTo>
                  <a:pt x="414875" y="1065603"/>
                </a:lnTo>
                <a:lnTo>
                  <a:pt x="416521" y="1060567"/>
                </a:lnTo>
                <a:lnTo>
                  <a:pt x="418168" y="1055540"/>
                </a:lnTo>
                <a:lnTo>
                  <a:pt x="419814" y="1050521"/>
                </a:lnTo>
                <a:lnTo>
                  <a:pt x="421460" y="1045512"/>
                </a:lnTo>
                <a:lnTo>
                  <a:pt x="423107" y="1040511"/>
                </a:lnTo>
                <a:lnTo>
                  <a:pt x="424753" y="1035520"/>
                </a:lnTo>
                <a:lnTo>
                  <a:pt x="426399" y="1030538"/>
                </a:lnTo>
                <a:lnTo>
                  <a:pt x="428046" y="1025565"/>
                </a:lnTo>
                <a:lnTo>
                  <a:pt x="429692" y="1020602"/>
                </a:lnTo>
                <a:lnTo>
                  <a:pt x="431338" y="1015648"/>
                </a:lnTo>
                <a:lnTo>
                  <a:pt x="432985" y="1010704"/>
                </a:lnTo>
                <a:lnTo>
                  <a:pt x="434631" y="1005770"/>
                </a:lnTo>
                <a:lnTo>
                  <a:pt x="436277" y="1000845"/>
                </a:lnTo>
                <a:lnTo>
                  <a:pt x="437924" y="995931"/>
                </a:lnTo>
                <a:lnTo>
                  <a:pt x="439570" y="991026"/>
                </a:lnTo>
                <a:lnTo>
                  <a:pt x="441216" y="986132"/>
                </a:lnTo>
                <a:lnTo>
                  <a:pt x="442863" y="981247"/>
                </a:lnTo>
                <a:lnTo>
                  <a:pt x="444509" y="976373"/>
                </a:lnTo>
                <a:lnTo>
                  <a:pt x="446155" y="971510"/>
                </a:lnTo>
                <a:lnTo>
                  <a:pt x="447802" y="966657"/>
                </a:lnTo>
                <a:lnTo>
                  <a:pt x="449448" y="961814"/>
                </a:lnTo>
                <a:lnTo>
                  <a:pt x="451094" y="956982"/>
                </a:lnTo>
                <a:lnTo>
                  <a:pt x="452741" y="952161"/>
                </a:lnTo>
                <a:lnTo>
                  <a:pt x="454387" y="947350"/>
                </a:lnTo>
                <a:lnTo>
                  <a:pt x="456033" y="942551"/>
                </a:lnTo>
                <a:lnTo>
                  <a:pt x="457680" y="937762"/>
                </a:lnTo>
                <a:lnTo>
                  <a:pt x="459326" y="932984"/>
                </a:lnTo>
                <a:lnTo>
                  <a:pt x="460972" y="928217"/>
                </a:lnTo>
                <a:lnTo>
                  <a:pt x="462619" y="923462"/>
                </a:lnTo>
                <a:lnTo>
                  <a:pt x="464265" y="918718"/>
                </a:lnTo>
                <a:lnTo>
                  <a:pt x="465911" y="913985"/>
                </a:lnTo>
                <a:lnTo>
                  <a:pt x="467558" y="909263"/>
                </a:lnTo>
                <a:lnTo>
                  <a:pt x="469204" y="904553"/>
                </a:lnTo>
                <a:lnTo>
                  <a:pt x="470850" y="899854"/>
                </a:lnTo>
                <a:lnTo>
                  <a:pt x="472497" y="895167"/>
                </a:lnTo>
                <a:lnTo>
                  <a:pt x="474143" y="890491"/>
                </a:lnTo>
                <a:lnTo>
                  <a:pt x="475789" y="885827"/>
                </a:lnTo>
                <a:lnTo>
                  <a:pt x="477436" y="881175"/>
                </a:lnTo>
                <a:lnTo>
                  <a:pt x="479082" y="876534"/>
                </a:lnTo>
                <a:lnTo>
                  <a:pt x="480728" y="871906"/>
                </a:lnTo>
                <a:lnTo>
                  <a:pt x="482375" y="867289"/>
                </a:lnTo>
                <a:lnTo>
                  <a:pt x="484021" y="862685"/>
                </a:lnTo>
                <a:lnTo>
                  <a:pt x="485667" y="858092"/>
                </a:lnTo>
                <a:lnTo>
                  <a:pt x="487314" y="853512"/>
                </a:lnTo>
                <a:lnTo>
                  <a:pt x="488960" y="848943"/>
                </a:lnTo>
                <a:lnTo>
                  <a:pt x="490606" y="844387"/>
                </a:lnTo>
                <a:lnTo>
                  <a:pt x="492253" y="839843"/>
                </a:lnTo>
                <a:lnTo>
                  <a:pt x="493899" y="835311"/>
                </a:lnTo>
                <a:lnTo>
                  <a:pt x="495545" y="830792"/>
                </a:lnTo>
                <a:lnTo>
                  <a:pt x="497192" y="826285"/>
                </a:lnTo>
                <a:lnTo>
                  <a:pt x="498838" y="821791"/>
                </a:lnTo>
                <a:lnTo>
                  <a:pt x="500484" y="817309"/>
                </a:lnTo>
                <a:lnTo>
                  <a:pt x="502131" y="812839"/>
                </a:lnTo>
                <a:lnTo>
                  <a:pt x="503777" y="808382"/>
                </a:lnTo>
                <a:lnTo>
                  <a:pt x="505423" y="803938"/>
                </a:lnTo>
                <a:lnTo>
                  <a:pt x="507070" y="799507"/>
                </a:lnTo>
                <a:lnTo>
                  <a:pt x="508716" y="795088"/>
                </a:lnTo>
                <a:lnTo>
                  <a:pt x="510362" y="790682"/>
                </a:lnTo>
                <a:lnTo>
                  <a:pt x="512009" y="786288"/>
                </a:lnTo>
                <a:lnTo>
                  <a:pt x="513655" y="781908"/>
                </a:lnTo>
                <a:lnTo>
                  <a:pt x="515301" y="777540"/>
                </a:lnTo>
                <a:lnTo>
                  <a:pt x="516948" y="773186"/>
                </a:lnTo>
                <a:lnTo>
                  <a:pt x="518594" y="768844"/>
                </a:lnTo>
                <a:lnTo>
                  <a:pt x="520240" y="764515"/>
                </a:lnTo>
                <a:lnTo>
                  <a:pt x="521887" y="760199"/>
                </a:lnTo>
                <a:lnTo>
                  <a:pt x="523533" y="755896"/>
                </a:lnTo>
                <a:lnTo>
                  <a:pt x="525179" y="751607"/>
                </a:lnTo>
                <a:lnTo>
                  <a:pt x="526826" y="747330"/>
                </a:lnTo>
                <a:lnTo>
                  <a:pt x="528472" y="743067"/>
                </a:lnTo>
                <a:lnTo>
                  <a:pt x="530118" y="738816"/>
                </a:lnTo>
                <a:lnTo>
                  <a:pt x="531765" y="734579"/>
                </a:lnTo>
                <a:lnTo>
                  <a:pt x="533411" y="730356"/>
                </a:lnTo>
                <a:lnTo>
                  <a:pt x="535057" y="726145"/>
                </a:lnTo>
                <a:lnTo>
                  <a:pt x="536704" y="721948"/>
                </a:lnTo>
                <a:lnTo>
                  <a:pt x="538350" y="717764"/>
                </a:lnTo>
                <a:lnTo>
                  <a:pt x="539996" y="713593"/>
                </a:lnTo>
                <a:lnTo>
                  <a:pt x="541643" y="709436"/>
                </a:lnTo>
                <a:lnTo>
                  <a:pt x="543289" y="705292"/>
                </a:lnTo>
                <a:lnTo>
                  <a:pt x="544935" y="701161"/>
                </a:lnTo>
                <a:lnTo>
                  <a:pt x="546582" y="697044"/>
                </a:lnTo>
                <a:lnTo>
                  <a:pt x="548228" y="692941"/>
                </a:lnTo>
                <a:lnTo>
                  <a:pt x="549874" y="688850"/>
                </a:lnTo>
                <a:lnTo>
                  <a:pt x="551521" y="684774"/>
                </a:lnTo>
                <a:lnTo>
                  <a:pt x="553167" y="680711"/>
                </a:lnTo>
                <a:lnTo>
                  <a:pt x="554813" y="676661"/>
                </a:lnTo>
                <a:lnTo>
                  <a:pt x="556460" y="672625"/>
                </a:lnTo>
                <a:lnTo>
                  <a:pt x="558106" y="668602"/>
                </a:lnTo>
                <a:lnTo>
                  <a:pt x="559752" y="664594"/>
                </a:lnTo>
                <a:lnTo>
                  <a:pt x="561399" y="660598"/>
                </a:lnTo>
                <a:lnTo>
                  <a:pt x="563045" y="656616"/>
                </a:lnTo>
                <a:lnTo>
                  <a:pt x="564691" y="652648"/>
                </a:lnTo>
                <a:lnTo>
                  <a:pt x="566338" y="648694"/>
                </a:lnTo>
                <a:lnTo>
                  <a:pt x="567984" y="644753"/>
                </a:lnTo>
                <a:lnTo>
                  <a:pt x="569630" y="640826"/>
                </a:lnTo>
                <a:lnTo>
                  <a:pt x="571277" y="636913"/>
                </a:lnTo>
                <a:lnTo>
                  <a:pt x="572923" y="633013"/>
                </a:lnTo>
                <a:lnTo>
                  <a:pt x="574569" y="629127"/>
                </a:lnTo>
                <a:lnTo>
                  <a:pt x="576216" y="625254"/>
                </a:lnTo>
                <a:lnTo>
                  <a:pt x="577862" y="621396"/>
                </a:lnTo>
                <a:lnTo>
                  <a:pt x="579508" y="617551"/>
                </a:lnTo>
                <a:lnTo>
                  <a:pt x="581155" y="613720"/>
                </a:lnTo>
                <a:lnTo>
                  <a:pt x="582801" y="609902"/>
                </a:lnTo>
                <a:lnTo>
                  <a:pt x="584447" y="606099"/>
                </a:lnTo>
                <a:lnTo>
                  <a:pt x="586094" y="602309"/>
                </a:lnTo>
                <a:lnTo>
                  <a:pt x="587740" y="598533"/>
                </a:lnTo>
                <a:lnTo>
                  <a:pt x="589386" y="594770"/>
                </a:lnTo>
                <a:lnTo>
                  <a:pt x="591033" y="591022"/>
                </a:lnTo>
                <a:lnTo>
                  <a:pt x="592679" y="587287"/>
                </a:lnTo>
                <a:lnTo>
                  <a:pt x="594325" y="583566"/>
                </a:lnTo>
                <a:lnTo>
                  <a:pt x="595972" y="579859"/>
                </a:lnTo>
                <a:lnTo>
                  <a:pt x="597618" y="576165"/>
                </a:lnTo>
                <a:lnTo>
                  <a:pt x="599264" y="572485"/>
                </a:lnTo>
                <a:lnTo>
                  <a:pt x="600911" y="568820"/>
                </a:lnTo>
                <a:lnTo>
                  <a:pt x="602557" y="565168"/>
                </a:lnTo>
                <a:lnTo>
                  <a:pt x="604203" y="561529"/>
                </a:lnTo>
                <a:lnTo>
                  <a:pt x="605850" y="557905"/>
                </a:lnTo>
                <a:lnTo>
                  <a:pt x="607496" y="554294"/>
                </a:lnTo>
                <a:lnTo>
                  <a:pt x="609142" y="550697"/>
                </a:lnTo>
                <a:lnTo>
                  <a:pt x="610789" y="547114"/>
                </a:lnTo>
                <a:lnTo>
                  <a:pt x="612435" y="543545"/>
                </a:lnTo>
                <a:lnTo>
                  <a:pt x="614081" y="539990"/>
                </a:lnTo>
                <a:lnTo>
                  <a:pt x="615728" y="536448"/>
                </a:lnTo>
                <a:lnTo>
                  <a:pt x="617374" y="532920"/>
                </a:lnTo>
                <a:lnTo>
                  <a:pt x="619020" y="529406"/>
                </a:lnTo>
                <a:lnTo>
                  <a:pt x="620667" y="525906"/>
                </a:lnTo>
                <a:lnTo>
                  <a:pt x="622313" y="522419"/>
                </a:lnTo>
                <a:lnTo>
                  <a:pt x="623959" y="518946"/>
                </a:lnTo>
                <a:lnTo>
                  <a:pt x="625606" y="515487"/>
                </a:lnTo>
                <a:lnTo>
                  <a:pt x="627252" y="512042"/>
                </a:lnTo>
                <a:lnTo>
                  <a:pt x="628898" y="508610"/>
                </a:lnTo>
                <a:lnTo>
                  <a:pt x="630544" y="505193"/>
                </a:lnTo>
                <a:lnTo>
                  <a:pt x="632191" y="501789"/>
                </a:lnTo>
                <a:lnTo>
                  <a:pt x="633837" y="498398"/>
                </a:lnTo>
                <a:lnTo>
                  <a:pt x="635483" y="495022"/>
                </a:lnTo>
                <a:lnTo>
                  <a:pt x="637130" y="491659"/>
                </a:lnTo>
                <a:lnTo>
                  <a:pt x="638776" y="488310"/>
                </a:lnTo>
                <a:lnTo>
                  <a:pt x="640422" y="484974"/>
                </a:lnTo>
                <a:lnTo>
                  <a:pt x="642069" y="481653"/>
                </a:lnTo>
                <a:lnTo>
                  <a:pt x="643715" y="478345"/>
                </a:lnTo>
                <a:lnTo>
                  <a:pt x="645361" y="475050"/>
                </a:lnTo>
                <a:lnTo>
                  <a:pt x="647008" y="471769"/>
                </a:lnTo>
                <a:lnTo>
                  <a:pt x="648654" y="468502"/>
                </a:lnTo>
                <a:lnTo>
                  <a:pt x="650300" y="465249"/>
                </a:lnTo>
                <a:lnTo>
                  <a:pt x="651947" y="462009"/>
                </a:lnTo>
                <a:lnTo>
                  <a:pt x="653593" y="458783"/>
                </a:lnTo>
                <a:lnTo>
                  <a:pt x="655239" y="455570"/>
                </a:lnTo>
                <a:lnTo>
                  <a:pt x="656886" y="452371"/>
                </a:lnTo>
                <a:lnTo>
                  <a:pt x="658532" y="449186"/>
                </a:lnTo>
                <a:lnTo>
                  <a:pt x="660178" y="446014"/>
                </a:lnTo>
                <a:lnTo>
                  <a:pt x="661825" y="442856"/>
                </a:lnTo>
                <a:lnTo>
                  <a:pt x="663471" y="439711"/>
                </a:lnTo>
                <a:lnTo>
                  <a:pt x="665117" y="436580"/>
                </a:lnTo>
                <a:lnTo>
                  <a:pt x="666764" y="433462"/>
                </a:lnTo>
                <a:lnTo>
                  <a:pt x="668410" y="430358"/>
                </a:lnTo>
                <a:lnTo>
                  <a:pt x="670056" y="427268"/>
                </a:lnTo>
                <a:lnTo>
                  <a:pt x="671703" y="424190"/>
                </a:lnTo>
                <a:lnTo>
                  <a:pt x="673349" y="421127"/>
                </a:lnTo>
                <a:lnTo>
                  <a:pt x="674995" y="418076"/>
                </a:lnTo>
                <a:lnTo>
                  <a:pt x="676642" y="415039"/>
                </a:lnTo>
                <a:lnTo>
                  <a:pt x="678288" y="412016"/>
                </a:lnTo>
                <a:lnTo>
                  <a:pt x="679934" y="409006"/>
                </a:lnTo>
                <a:lnTo>
                  <a:pt x="681581" y="406009"/>
                </a:lnTo>
                <a:lnTo>
                  <a:pt x="683227" y="403026"/>
                </a:lnTo>
                <a:lnTo>
                  <a:pt x="684873" y="400056"/>
                </a:lnTo>
                <a:lnTo>
                  <a:pt x="686520" y="397099"/>
                </a:lnTo>
                <a:lnTo>
                  <a:pt x="688166" y="394156"/>
                </a:lnTo>
                <a:lnTo>
                  <a:pt x="689812" y="391226"/>
                </a:lnTo>
                <a:lnTo>
                  <a:pt x="691459" y="388309"/>
                </a:lnTo>
                <a:lnTo>
                  <a:pt x="693105" y="385405"/>
                </a:lnTo>
                <a:lnTo>
                  <a:pt x="694751" y="382515"/>
                </a:lnTo>
                <a:lnTo>
                  <a:pt x="696398" y="379638"/>
                </a:lnTo>
                <a:lnTo>
                  <a:pt x="698044" y="376774"/>
                </a:lnTo>
                <a:lnTo>
                  <a:pt x="699690" y="373923"/>
                </a:lnTo>
                <a:lnTo>
                  <a:pt x="701337" y="371086"/>
                </a:lnTo>
                <a:lnTo>
                  <a:pt x="702983" y="368262"/>
                </a:lnTo>
                <a:lnTo>
                  <a:pt x="704629" y="365450"/>
                </a:lnTo>
                <a:lnTo>
                  <a:pt x="706276" y="362652"/>
                </a:lnTo>
                <a:lnTo>
                  <a:pt x="707922" y="359867"/>
                </a:lnTo>
                <a:lnTo>
                  <a:pt x="709568" y="357095"/>
                </a:lnTo>
                <a:lnTo>
                  <a:pt x="711215" y="354336"/>
                </a:lnTo>
                <a:lnTo>
                  <a:pt x="712861" y="351590"/>
                </a:lnTo>
                <a:lnTo>
                  <a:pt x="714507" y="348857"/>
                </a:lnTo>
                <a:lnTo>
                  <a:pt x="716154" y="346137"/>
                </a:lnTo>
                <a:lnTo>
                  <a:pt x="717800" y="343430"/>
                </a:lnTo>
                <a:lnTo>
                  <a:pt x="719446" y="340736"/>
                </a:lnTo>
                <a:lnTo>
                  <a:pt x="721093" y="338055"/>
                </a:lnTo>
                <a:lnTo>
                  <a:pt x="722739" y="335387"/>
                </a:lnTo>
                <a:lnTo>
                  <a:pt x="724385" y="332731"/>
                </a:lnTo>
                <a:lnTo>
                  <a:pt x="726032" y="330089"/>
                </a:lnTo>
                <a:lnTo>
                  <a:pt x="727678" y="327459"/>
                </a:lnTo>
                <a:lnTo>
                  <a:pt x="729324" y="324842"/>
                </a:lnTo>
                <a:lnTo>
                  <a:pt x="730971" y="322238"/>
                </a:lnTo>
                <a:lnTo>
                  <a:pt x="732617" y="319647"/>
                </a:lnTo>
                <a:lnTo>
                  <a:pt x="734263" y="317068"/>
                </a:lnTo>
                <a:lnTo>
                  <a:pt x="735910" y="314502"/>
                </a:lnTo>
                <a:lnTo>
                  <a:pt x="737556" y="311949"/>
                </a:lnTo>
                <a:lnTo>
                  <a:pt x="739202" y="309409"/>
                </a:lnTo>
                <a:lnTo>
                  <a:pt x="740849" y="306881"/>
                </a:lnTo>
                <a:lnTo>
                  <a:pt x="742495" y="304366"/>
                </a:lnTo>
                <a:lnTo>
                  <a:pt x="744141" y="301863"/>
                </a:lnTo>
                <a:lnTo>
                  <a:pt x="745788" y="299373"/>
                </a:lnTo>
                <a:lnTo>
                  <a:pt x="747434" y="296895"/>
                </a:lnTo>
                <a:lnTo>
                  <a:pt x="749080" y="294430"/>
                </a:lnTo>
                <a:lnTo>
                  <a:pt x="750727" y="291978"/>
                </a:lnTo>
                <a:lnTo>
                  <a:pt x="752373" y="289538"/>
                </a:lnTo>
                <a:lnTo>
                  <a:pt x="754019" y="287110"/>
                </a:lnTo>
                <a:lnTo>
                  <a:pt x="755666" y="284695"/>
                </a:lnTo>
                <a:lnTo>
                  <a:pt x="757312" y="282292"/>
                </a:lnTo>
                <a:lnTo>
                  <a:pt x="758958" y="279902"/>
                </a:lnTo>
                <a:lnTo>
                  <a:pt x="760605" y="277524"/>
                </a:lnTo>
                <a:lnTo>
                  <a:pt x="762251" y="275159"/>
                </a:lnTo>
                <a:lnTo>
                  <a:pt x="763897" y="272805"/>
                </a:lnTo>
                <a:lnTo>
                  <a:pt x="765544" y="270464"/>
                </a:lnTo>
                <a:lnTo>
                  <a:pt x="767190" y="268135"/>
                </a:lnTo>
                <a:lnTo>
                  <a:pt x="768836" y="265819"/>
                </a:lnTo>
                <a:lnTo>
                  <a:pt x="770483" y="263515"/>
                </a:lnTo>
                <a:lnTo>
                  <a:pt x="772129" y="261222"/>
                </a:lnTo>
                <a:lnTo>
                  <a:pt x="773775" y="258942"/>
                </a:lnTo>
                <a:lnTo>
                  <a:pt x="775422" y="256675"/>
                </a:lnTo>
                <a:lnTo>
                  <a:pt x="777068" y="254419"/>
                </a:lnTo>
                <a:lnTo>
                  <a:pt x="778714" y="252175"/>
                </a:lnTo>
                <a:lnTo>
                  <a:pt x="780361" y="249943"/>
                </a:lnTo>
                <a:lnTo>
                  <a:pt x="782007" y="247724"/>
                </a:lnTo>
                <a:lnTo>
                  <a:pt x="783653" y="245516"/>
                </a:lnTo>
                <a:lnTo>
                  <a:pt x="785300" y="243321"/>
                </a:lnTo>
                <a:lnTo>
                  <a:pt x="786946" y="241137"/>
                </a:lnTo>
                <a:lnTo>
                  <a:pt x="788592" y="238965"/>
                </a:lnTo>
                <a:lnTo>
                  <a:pt x="790239" y="236805"/>
                </a:lnTo>
                <a:lnTo>
                  <a:pt x="791885" y="234657"/>
                </a:lnTo>
                <a:lnTo>
                  <a:pt x="793531" y="232521"/>
                </a:lnTo>
                <a:lnTo>
                  <a:pt x="795178" y="230397"/>
                </a:lnTo>
                <a:lnTo>
                  <a:pt x="796824" y="228285"/>
                </a:lnTo>
                <a:lnTo>
                  <a:pt x="798470" y="226184"/>
                </a:lnTo>
                <a:lnTo>
                  <a:pt x="800117" y="224095"/>
                </a:lnTo>
                <a:lnTo>
                  <a:pt x="801763" y="222017"/>
                </a:lnTo>
                <a:lnTo>
                  <a:pt x="803409" y="219952"/>
                </a:lnTo>
                <a:lnTo>
                  <a:pt x="805056" y="217898"/>
                </a:lnTo>
                <a:lnTo>
                  <a:pt x="806702" y="215856"/>
                </a:lnTo>
                <a:lnTo>
                  <a:pt x="808348" y="213825"/>
                </a:lnTo>
                <a:lnTo>
                  <a:pt x="809995" y="211806"/>
                </a:lnTo>
                <a:lnTo>
                  <a:pt x="811641" y="209798"/>
                </a:lnTo>
                <a:lnTo>
                  <a:pt x="813287" y="207802"/>
                </a:lnTo>
                <a:lnTo>
                  <a:pt x="814934" y="205818"/>
                </a:lnTo>
                <a:lnTo>
                  <a:pt x="816580" y="203845"/>
                </a:lnTo>
                <a:lnTo>
                  <a:pt x="818226" y="201883"/>
                </a:lnTo>
                <a:lnTo>
                  <a:pt x="819873" y="199933"/>
                </a:lnTo>
                <a:lnTo>
                  <a:pt x="821519" y="197994"/>
                </a:lnTo>
                <a:lnTo>
                  <a:pt x="823165" y="196066"/>
                </a:lnTo>
                <a:lnTo>
                  <a:pt x="824812" y="194150"/>
                </a:lnTo>
                <a:lnTo>
                  <a:pt x="826458" y="192245"/>
                </a:lnTo>
                <a:lnTo>
                  <a:pt x="828104" y="190352"/>
                </a:lnTo>
                <a:lnTo>
                  <a:pt x="829751" y="188470"/>
                </a:lnTo>
                <a:lnTo>
                  <a:pt x="831397" y="186599"/>
                </a:lnTo>
                <a:lnTo>
                  <a:pt x="833043" y="184739"/>
                </a:lnTo>
                <a:lnTo>
                  <a:pt x="834690" y="182890"/>
                </a:lnTo>
                <a:lnTo>
                  <a:pt x="836336" y="181052"/>
                </a:lnTo>
                <a:lnTo>
                  <a:pt x="837982" y="179226"/>
                </a:lnTo>
                <a:lnTo>
                  <a:pt x="839629" y="177411"/>
                </a:lnTo>
                <a:lnTo>
                  <a:pt x="841275" y="175606"/>
                </a:lnTo>
                <a:lnTo>
                  <a:pt x="842921" y="173813"/>
                </a:lnTo>
                <a:lnTo>
                  <a:pt x="844568" y="172031"/>
                </a:lnTo>
                <a:lnTo>
                  <a:pt x="846214" y="170260"/>
                </a:lnTo>
                <a:lnTo>
                  <a:pt x="847860" y="168499"/>
                </a:lnTo>
                <a:lnTo>
                  <a:pt x="849507" y="166750"/>
                </a:lnTo>
                <a:lnTo>
                  <a:pt x="851153" y="165012"/>
                </a:lnTo>
                <a:lnTo>
                  <a:pt x="852799" y="163284"/>
                </a:lnTo>
                <a:lnTo>
                  <a:pt x="854446" y="161567"/>
                </a:lnTo>
                <a:lnTo>
                  <a:pt x="856092" y="159861"/>
                </a:lnTo>
                <a:lnTo>
                  <a:pt x="857738" y="158166"/>
                </a:lnTo>
                <a:lnTo>
                  <a:pt x="859385" y="156482"/>
                </a:lnTo>
                <a:lnTo>
                  <a:pt x="861031" y="154808"/>
                </a:lnTo>
                <a:lnTo>
                  <a:pt x="862677" y="153145"/>
                </a:lnTo>
                <a:lnTo>
                  <a:pt x="864324" y="151493"/>
                </a:lnTo>
                <a:lnTo>
                  <a:pt x="865970" y="149851"/>
                </a:lnTo>
                <a:lnTo>
                  <a:pt x="867616" y="148220"/>
                </a:lnTo>
                <a:lnTo>
                  <a:pt x="869263" y="146600"/>
                </a:lnTo>
                <a:lnTo>
                  <a:pt x="870909" y="144990"/>
                </a:lnTo>
                <a:lnTo>
                  <a:pt x="872555" y="143390"/>
                </a:lnTo>
                <a:lnTo>
                  <a:pt x="874202" y="141802"/>
                </a:lnTo>
                <a:lnTo>
                  <a:pt x="875848" y="140223"/>
                </a:lnTo>
                <a:lnTo>
                  <a:pt x="877494" y="138655"/>
                </a:lnTo>
                <a:lnTo>
                  <a:pt x="879141" y="137098"/>
                </a:lnTo>
                <a:lnTo>
                  <a:pt x="880787" y="135551"/>
                </a:lnTo>
                <a:lnTo>
                  <a:pt x="882433" y="134014"/>
                </a:lnTo>
                <a:lnTo>
                  <a:pt x="884080" y="132488"/>
                </a:lnTo>
                <a:lnTo>
                  <a:pt x="885726" y="130972"/>
                </a:lnTo>
                <a:lnTo>
                  <a:pt x="887372" y="129466"/>
                </a:lnTo>
                <a:lnTo>
                  <a:pt x="889019" y="127971"/>
                </a:lnTo>
                <a:lnTo>
                  <a:pt x="890665" y="126486"/>
                </a:lnTo>
                <a:lnTo>
                  <a:pt x="892311" y="125011"/>
                </a:lnTo>
                <a:lnTo>
                  <a:pt x="893958" y="123546"/>
                </a:lnTo>
                <a:lnTo>
                  <a:pt x="895604" y="122091"/>
                </a:lnTo>
                <a:lnTo>
                  <a:pt x="897250" y="120646"/>
                </a:lnTo>
                <a:lnTo>
                  <a:pt x="898897" y="119212"/>
                </a:lnTo>
                <a:lnTo>
                  <a:pt x="900543" y="117788"/>
                </a:lnTo>
                <a:lnTo>
                  <a:pt x="902189" y="116373"/>
                </a:lnTo>
                <a:lnTo>
                  <a:pt x="903836" y="114969"/>
                </a:lnTo>
                <a:lnTo>
                  <a:pt x="905482" y="113575"/>
                </a:lnTo>
                <a:lnTo>
                  <a:pt x="907128" y="112190"/>
                </a:lnTo>
                <a:lnTo>
                  <a:pt x="908775" y="110816"/>
                </a:lnTo>
                <a:lnTo>
                  <a:pt x="910421" y="109451"/>
                </a:lnTo>
                <a:lnTo>
                  <a:pt x="912067" y="108097"/>
                </a:lnTo>
                <a:lnTo>
                  <a:pt x="913714" y="106752"/>
                </a:lnTo>
                <a:lnTo>
                  <a:pt x="915360" y="105417"/>
                </a:lnTo>
                <a:lnTo>
                  <a:pt x="917006" y="104092"/>
                </a:lnTo>
                <a:lnTo>
                  <a:pt x="918653" y="102776"/>
                </a:lnTo>
                <a:lnTo>
                  <a:pt x="920299" y="101471"/>
                </a:lnTo>
                <a:lnTo>
                  <a:pt x="921945" y="100175"/>
                </a:lnTo>
                <a:lnTo>
                  <a:pt x="923592" y="98889"/>
                </a:lnTo>
                <a:lnTo>
                  <a:pt x="925238" y="97612"/>
                </a:lnTo>
                <a:lnTo>
                  <a:pt x="926884" y="96345"/>
                </a:lnTo>
                <a:lnTo>
                  <a:pt x="928531" y="95088"/>
                </a:lnTo>
                <a:lnTo>
                  <a:pt x="930177" y="93840"/>
                </a:lnTo>
                <a:lnTo>
                  <a:pt x="931823" y="92602"/>
                </a:lnTo>
                <a:lnTo>
                  <a:pt x="933470" y="91373"/>
                </a:lnTo>
                <a:lnTo>
                  <a:pt x="935116" y="90154"/>
                </a:lnTo>
                <a:lnTo>
                  <a:pt x="936762" y="88944"/>
                </a:lnTo>
                <a:lnTo>
                  <a:pt x="938409" y="87744"/>
                </a:lnTo>
                <a:lnTo>
                  <a:pt x="940055" y="86553"/>
                </a:lnTo>
                <a:lnTo>
                  <a:pt x="941701" y="85372"/>
                </a:lnTo>
                <a:lnTo>
                  <a:pt x="943347" y="84200"/>
                </a:lnTo>
                <a:lnTo>
                  <a:pt x="944994" y="83037"/>
                </a:lnTo>
                <a:lnTo>
                  <a:pt x="946640" y="81883"/>
                </a:lnTo>
                <a:lnTo>
                  <a:pt x="948286" y="80739"/>
                </a:lnTo>
                <a:lnTo>
                  <a:pt x="949933" y="79605"/>
                </a:lnTo>
                <a:lnTo>
                  <a:pt x="951579" y="78479"/>
                </a:lnTo>
                <a:lnTo>
                  <a:pt x="953225" y="77362"/>
                </a:lnTo>
                <a:lnTo>
                  <a:pt x="954872" y="76255"/>
                </a:lnTo>
                <a:lnTo>
                  <a:pt x="956518" y="75157"/>
                </a:lnTo>
                <a:lnTo>
                  <a:pt x="958164" y="74068"/>
                </a:lnTo>
                <a:lnTo>
                  <a:pt x="959811" y="72988"/>
                </a:lnTo>
                <a:lnTo>
                  <a:pt x="961457" y="71918"/>
                </a:lnTo>
                <a:lnTo>
                  <a:pt x="963103" y="70856"/>
                </a:lnTo>
                <a:lnTo>
                  <a:pt x="964750" y="69803"/>
                </a:lnTo>
                <a:lnTo>
                  <a:pt x="966396" y="68760"/>
                </a:lnTo>
                <a:lnTo>
                  <a:pt x="968042" y="67725"/>
                </a:lnTo>
                <a:lnTo>
                  <a:pt x="969689" y="66699"/>
                </a:lnTo>
                <a:lnTo>
                  <a:pt x="971335" y="65682"/>
                </a:lnTo>
                <a:lnTo>
                  <a:pt x="972981" y="64674"/>
                </a:lnTo>
                <a:lnTo>
                  <a:pt x="974628" y="63675"/>
                </a:lnTo>
                <a:lnTo>
                  <a:pt x="976274" y="62685"/>
                </a:lnTo>
                <a:lnTo>
                  <a:pt x="977920" y="61703"/>
                </a:lnTo>
                <a:lnTo>
                  <a:pt x="979567" y="60731"/>
                </a:lnTo>
                <a:lnTo>
                  <a:pt x="981213" y="59767"/>
                </a:lnTo>
                <a:lnTo>
                  <a:pt x="982859" y="58812"/>
                </a:lnTo>
                <a:lnTo>
                  <a:pt x="984506" y="57865"/>
                </a:lnTo>
                <a:lnTo>
                  <a:pt x="986152" y="56928"/>
                </a:lnTo>
                <a:lnTo>
                  <a:pt x="987798" y="55999"/>
                </a:lnTo>
                <a:lnTo>
                  <a:pt x="989445" y="55078"/>
                </a:lnTo>
                <a:lnTo>
                  <a:pt x="991091" y="54166"/>
                </a:lnTo>
                <a:lnTo>
                  <a:pt x="992737" y="53263"/>
                </a:lnTo>
                <a:lnTo>
                  <a:pt x="994384" y="52368"/>
                </a:lnTo>
                <a:lnTo>
                  <a:pt x="996030" y="51482"/>
                </a:lnTo>
                <a:lnTo>
                  <a:pt x="997676" y="50605"/>
                </a:lnTo>
                <a:lnTo>
                  <a:pt x="999323" y="49735"/>
                </a:lnTo>
                <a:lnTo>
                  <a:pt x="1000969" y="48875"/>
                </a:lnTo>
                <a:lnTo>
                  <a:pt x="1002615" y="48022"/>
                </a:lnTo>
                <a:lnTo>
                  <a:pt x="1004262" y="47179"/>
                </a:lnTo>
                <a:lnTo>
                  <a:pt x="1005908" y="46343"/>
                </a:lnTo>
                <a:lnTo>
                  <a:pt x="1007554" y="45516"/>
                </a:lnTo>
                <a:lnTo>
                  <a:pt x="1009201" y="44697"/>
                </a:lnTo>
                <a:lnTo>
                  <a:pt x="1010847" y="43887"/>
                </a:lnTo>
                <a:lnTo>
                  <a:pt x="1012493" y="43085"/>
                </a:lnTo>
                <a:lnTo>
                  <a:pt x="1014140" y="42291"/>
                </a:lnTo>
                <a:lnTo>
                  <a:pt x="1015786" y="41505"/>
                </a:lnTo>
                <a:lnTo>
                  <a:pt x="1017432" y="40727"/>
                </a:lnTo>
                <a:lnTo>
                  <a:pt x="1019079" y="39958"/>
                </a:lnTo>
                <a:lnTo>
                  <a:pt x="1020725" y="39197"/>
                </a:lnTo>
                <a:lnTo>
                  <a:pt x="1022371" y="38444"/>
                </a:lnTo>
                <a:lnTo>
                  <a:pt x="1024018" y="37699"/>
                </a:lnTo>
                <a:lnTo>
                  <a:pt x="1025664" y="36962"/>
                </a:lnTo>
                <a:lnTo>
                  <a:pt x="1027310" y="36234"/>
                </a:lnTo>
                <a:lnTo>
                  <a:pt x="1028957" y="35513"/>
                </a:lnTo>
                <a:lnTo>
                  <a:pt x="1030603" y="34800"/>
                </a:lnTo>
                <a:lnTo>
                  <a:pt x="1032249" y="34095"/>
                </a:lnTo>
                <a:lnTo>
                  <a:pt x="1033896" y="33399"/>
                </a:lnTo>
                <a:lnTo>
                  <a:pt x="1035542" y="32710"/>
                </a:lnTo>
                <a:lnTo>
                  <a:pt x="1037188" y="32029"/>
                </a:lnTo>
                <a:lnTo>
                  <a:pt x="1038835" y="31356"/>
                </a:lnTo>
                <a:lnTo>
                  <a:pt x="1040481" y="30691"/>
                </a:lnTo>
                <a:lnTo>
                  <a:pt x="1042127" y="30034"/>
                </a:lnTo>
                <a:lnTo>
                  <a:pt x="1043774" y="29384"/>
                </a:lnTo>
                <a:lnTo>
                  <a:pt x="1045420" y="28742"/>
                </a:lnTo>
                <a:lnTo>
                  <a:pt x="1047066" y="28109"/>
                </a:lnTo>
                <a:lnTo>
                  <a:pt x="1048713" y="27482"/>
                </a:lnTo>
                <a:lnTo>
                  <a:pt x="1050359" y="26864"/>
                </a:lnTo>
                <a:lnTo>
                  <a:pt x="1052005" y="26253"/>
                </a:lnTo>
                <a:lnTo>
                  <a:pt x="1053652" y="25650"/>
                </a:lnTo>
                <a:lnTo>
                  <a:pt x="1055298" y="25055"/>
                </a:lnTo>
                <a:lnTo>
                  <a:pt x="1056944" y="24467"/>
                </a:lnTo>
                <a:lnTo>
                  <a:pt x="1058591" y="23887"/>
                </a:lnTo>
                <a:lnTo>
                  <a:pt x="1060237" y="23314"/>
                </a:lnTo>
                <a:lnTo>
                  <a:pt x="1061883" y="22749"/>
                </a:lnTo>
                <a:lnTo>
                  <a:pt x="1063530" y="22192"/>
                </a:lnTo>
                <a:lnTo>
                  <a:pt x="1065176" y="21642"/>
                </a:lnTo>
                <a:lnTo>
                  <a:pt x="1066822" y="21099"/>
                </a:lnTo>
                <a:lnTo>
                  <a:pt x="1068469" y="20564"/>
                </a:lnTo>
                <a:lnTo>
                  <a:pt x="1070115" y="20037"/>
                </a:lnTo>
                <a:lnTo>
                  <a:pt x="1071761" y="19517"/>
                </a:lnTo>
                <a:lnTo>
                  <a:pt x="1073408" y="19004"/>
                </a:lnTo>
                <a:lnTo>
                  <a:pt x="1075054" y="18498"/>
                </a:lnTo>
                <a:lnTo>
                  <a:pt x="1076700" y="18000"/>
                </a:lnTo>
                <a:lnTo>
                  <a:pt x="1078347" y="17510"/>
                </a:lnTo>
                <a:lnTo>
                  <a:pt x="1079993" y="17026"/>
                </a:lnTo>
                <a:lnTo>
                  <a:pt x="1081639" y="16550"/>
                </a:lnTo>
                <a:lnTo>
                  <a:pt x="1083286" y="16081"/>
                </a:lnTo>
                <a:lnTo>
                  <a:pt x="1084932" y="15620"/>
                </a:lnTo>
                <a:lnTo>
                  <a:pt x="1086578" y="15165"/>
                </a:lnTo>
                <a:lnTo>
                  <a:pt x="1088225" y="14718"/>
                </a:lnTo>
                <a:lnTo>
                  <a:pt x="1089871" y="14278"/>
                </a:lnTo>
                <a:lnTo>
                  <a:pt x="1091517" y="13845"/>
                </a:lnTo>
                <a:lnTo>
                  <a:pt x="1093164" y="13420"/>
                </a:lnTo>
                <a:lnTo>
                  <a:pt x="1094810" y="13001"/>
                </a:lnTo>
                <a:lnTo>
                  <a:pt x="1096456" y="12589"/>
                </a:lnTo>
                <a:lnTo>
                  <a:pt x="1098103" y="12185"/>
                </a:lnTo>
                <a:lnTo>
                  <a:pt x="1099749" y="11787"/>
                </a:lnTo>
                <a:lnTo>
                  <a:pt x="1101395" y="11397"/>
                </a:lnTo>
                <a:lnTo>
                  <a:pt x="1103042" y="11013"/>
                </a:lnTo>
                <a:lnTo>
                  <a:pt x="1104688" y="10637"/>
                </a:lnTo>
                <a:lnTo>
                  <a:pt x="1106334" y="10267"/>
                </a:lnTo>
                <a:lnTo>
                  <a:pt x="1107981" y="9905"/>
                </a:lnTo>
                <a:lnTo>
                  <a:pt x="1109627" y="9549"/>
                </a:lnTo>
                <a:lnTo>
                  <a:pt x="1111273" y="9200"/>
                </a:lnTo>
                <a:lnTo>
                  <a:pt x="1112920" y="8858"/>
                </a:lnTo>
                <a:lnTo>
                  <a:pt x="1114566" y="8523"/>
                </a:lnTo>
                <a:lnTo>
                  <a:pt x="1116212" y="8195"/>
                </a:lnTo>
                <a:lnTo>
                  <a:pt x="1117859" y="7873"/>
                </a:lnTo>
                <a:lnTo>
                  <a:pt x="1119505" y="7558"/>
                </a:lnTo>
                <a:lnTo>
                  <a:pt x="1121151" y="7251"/>
                </a:lnTo>
                <a:lnTo>
                  <a:pt x="1122798" y="6949"/>
                </a:lnTo>
                <a:lnTo>
                  <a:pt x="1124444" y="6655"/>
                </a:lnTo>
                <a:lnTo>
                  <a:pt x="1126090" y="6367"/>
                </a:lnTo>
                <a:lnTo>
                  <a:pt x="1127737" y="6086"/>
                </a:lnTo>
                <a:lnTo>
                  <a:pt x="1129383" y="5811"/>
                </a:lnTo>
                <a:lnTo>
                  <a:pt x="1131029" y="5543"/>
                </a:lnTo>
                <a:lnTo>
                  <a:pt x="1132676" y="5282"/>
                </a:lnTo>
                <a:lnTo>
                  <a:pt x="1134322" y="5027"/>
                </a:lnTo>
                <a:lnTo>
                  <a:pt x="1135968" y="4779"/>
                </a:lnTo>
                <a:lnTo>
                  <a:pt x="1137615" y="4537"/>
                </a:lnTo>
                <a:lnTo>
                  <a:pt x="1139261" y="4302"/>
                </a:lnTo>
                <a:lnTo>
                  <a:pt x="1140907" y="4074"/>
                </a:lnTo>
                <a:lnTo>
                  <a:pt x="1142554" y="3852"/>
                </a:lnTo>
                <a:lnTo>
                  <a:pt x="1144200" y="3636"/>
                </a:lnTo>
                <a:lnTo>
                  <a:pt x="1145846" y="3427"/>
                </a:lnTo>
                <a:lnTo>
                  <a:pt x="1147493" y="3224"/>
                </a:lnTo>
                <a:lnTo>
                  <a:pt x="1149139" y="3027"/>
                </a:lnTo>
                <a:lnTo>
                  <a:pt x="1150785" y="2837"/>
                </a:lnTo>
                <a:lnTo>
                  <a:pt x="1152432" y="2654"/>
                </a:lnTo>
                <a:lnTo>
                  <a:pt x="1154078" y="2476"/>
                </a:lnTo>
                <a:lnTo>
                  <a:pt x="1155724" y="2305"/>
                </a:lnTo>
                <a:lnTo>
                  <a:pt x="1157371" y="2141"/>
                </a:lnTo>
                <a:lnTo>
                  <a:pt x="1159017" y="1982"/>
                </a:lnTo>
                <a:lnTo>
                  <a:pt x="1160663" y="1830"/>
                </a:lnTo>
                <a:lnTo>
                  <a:pt x="1162310" y="1684"/>
                </a:lnTo>
                <a:lnTo>
                  <a:pt x="1163956" y="1544"/>
                </a:lnTo>
                <a:lnTo>
                  <a:pt x="1165602" y="1411"/>
                </a:lnTo>
                <a:lnTo>
                  <a:pt x="1167249" y="1283"/>
                </a:lnTo>
                <a:lnTo>
                  <a:pt x="1168895" y="1162"/>
                </a:lnTo>
                <a:lnTo>
                  <a:pt x="1170541" y="1047"/>
                </a:lnTo>
                <a:lnTo>
                  <a:pt x="1172188" y="938"/>
                </a:lnTo>
                <a:lnTo>
                  <a:pt x="1173834" y="835"/>
                </a:lnTo>
                <a:lnTo>
                  <a:pt x="1175480" y="738"/>
                </a:lnTo>
                <a:lnTo>
                  <a:pt x="1177127" y="647"/>
                </a:lnTo>
                <a:lnTo>
                  <a:pt x="1178773" y="563"/>
                </a:lnTo>
                <a:lnTo>
                  <a:pt x="1180419" y="484"/>
                </a:lnTo>
                <a:lnTo>
                  <a:pt x="1182066" y="411"/>
                </a:lnTo>
                <a:lnTo>
                  <a:pt x="1183712" y="345"/>
                </a:lnTo>
                <a:lnTo>
                  <a:pt x="1185358" y="284"/>
                </a:lnTo>
                <a:lnTo>
                  <a:pt x="1187005" y="229"/>
                </a:lnTo>
                <a:lnTo>
                  <a:pt x="1188651" y="180"/>
                </a:lnTo>
                <a:lnTo>
                  <a:pt x="1190297" y="137"/>
                </a:lnTo>
                <a:lnTo>
                  <a:pt x="1191944" y="100"/>
                </a:lnTo>
                <a:lnTo>
                  <a:pt x="1193590" y="69"/>
                </a:lnTo>
                <a:lnTo>
                  <a:pt x="1195236" y="43"/>
                </a:lnTo>
                <a:lnTo>
                  <a:pt x="1196883" y="24"/>
                </a:lnTo>
                <a:lnTo>
                  <a:pt x="1198529" y="10"/>
                </a:lnTo>
                <a:lnTo>
                  <a:pt x="1200175" y="2"/>
                </a:lnTo>
                <a:lnTo>
                  <a:pt x="1201822" y="0"/>
                </a:lnTo>
                <a:lnTo>
                  <a:pt x="1203468" y="3"/>
                </a:lnTo>
                <a:lnTo>
                  <a:pt x="1205114" y="12"/>
                </a:lnTo>
                <a:lnTo>
                  <a:pt x="1206761" y="27"/>
                </a:lnTo>
                <a:lnTo>
                  <a:pt x="1208407" y="48"/>
                </a:lnTo>
                <a:lnTo>
                  <a:pt x="1210053" y="74"/>
                </a:lnTo>
                <a:lnTo>
                  <a:pt x="1211700" y="106"/>
                </a:lnTo>
                <a:lnTo>
                  <a:pt x="1213346" y="144"/>
                </a:lnTo>
                <a:lnTo>
                  <a:pt x="1214992" y="187"/>
                </a:lnTo>
                <a:lnTo>
                  <a:pt x="1216639" y="236"/>
                </a:lnTo>
                <a:lnTo>
                  <a:pt x="1218285" y="290"/>
                </a:lnTo>
                <a:lnTo>
                  <a:pt x="1219931" y="350"/>
                </a:lnTo>
                <a:lnTo>
                  <a:pt x="1221578" y="416"/>
                </a:lnTo>
                <a:lnTo>
                  <a:pt x="1223224" y="487"/>
                </a:lnTo>
                <a:lnTo>
                  <a:pt x="1224870" y="563"/>
                </a:lnTo>
                <a:lnTo>
                  <a:pt x="1226517" y="646"/>
                </a:lnTo>
                <a:lnTo>
                  <a:pt x="1228163" y="733"/>
                </a:lnTo>
                <a:lnTo>
                  <a:pt x="1229809" y="826"/>
                </a:lnTo>
                <a:lnTo>
                  <a:pt x="1231456" y="924"/>
                </a:lnTo>
                <a:lnTo>
                  <a:pt x="1233102" y="1028"/>
                </a:lnTo>
                <a:lnTo>
                  <a:pt x="1234748" y="1138"/>
                </a:lnTo>
                <a:lnTo>
                  <a:pt x="1236395" y="1252"/>
                </a:lnTo>
                <a:lnTo>
                  <a:pt x="1238041" y="1372"/>
                </a:lnTo>
                <a:lnTo>
                  <a:pt x="1239687" y="1497"/>
                </a:lnTo>
                <a:lnTo>
                  <a:pt x="1241334" y="1628"/>
                </a:lnTo>
                <a:lnTo>
                  <a:pt x="1242980" y="1764"/>
                </a:lnTo>
                <a:lnTo>
                  <a:pt x="1244626" y="1905"/>
                </a:lnTo>
                <a:lnTo>
                  <a:pt x="1246273" y="2052"/>
                </a:lnTo>
                <a:lnTo>
                  <a:pt x="1247919" y="2204"/>
                </a:lnTo>
                <a:lnTo>
                  <a:pt x="1249565" y="2361"/>
                </a:lnTo>
                <a:lnTo>
                  <a:pt x="1251212" y="2523"/>
                </a:lnTo>
                <a:lnTo>
                  <a:pt x="1252858" y="2691"/>
                </a:lnTo>
                <a:lnTo>
                  <a:pt x="1254504" y="2863"/>
                </a:lnTo>
                <a:lnTo>
                  <a:pt x="1256150" y="3041"/>
                </a:lnTo>
                <a:lnTo>
                  <a:pt x="1257797" y="3224"/>
                </a:lnTo>
                <a:lnTo>
                  <a:pt x="1259443" y="3412"/>
                </a:lnTo>
                <a:lnTo>
                  <a:pt x="1261089" y="3605"/>
                </a:lnTo>
                <a:lnTo>
                  <a:pt x="1262736" y="3804"/>
                </a:lnTo>
                <a:lnTo>
                  <a:pt x="1264382" y="4007"/>
                </a:lnTo>
                <a:lnTo>
                  <a:pt x="1266028" y="4216"/>
                </a:lnTo>
                <a:lnTo>
                  <a:pt x="1267675" y="4429"/>
                </a:lnTo>
                <a:lnTo>
                  <a:pt x="1269321" y="4648"/>
                </a:lnTo>
                <a:lnTo>
                  <a:pt x="1270967" y="4872"/>
                </a:lnTo>
                <a:lnTo>
                  <a:pt x="1272614" y="5100"/>
                </a:lnTo>
                <a:lnTo>
                  <a:pt x="1274260" y="5334"/>
                </a:lnTo>
                <a:lnTo>
                  <a:pt x="1275906" y="5572"/>
                </a:lnTo>
                <a:lnTo>
                  <a:pt x="1277553" y="5816"/>
                </a:lnTo>
                <a:lnTo>
                  <a:pt x="1279199" y="6065"/>
                </a:lnTo>
                <a:lnTo>
                  <a:pt x="1280845" y="6318"/>
                </a:lnTo>
                <a:lnTo>
                  <a:pt x="1282492" y="6576"/>
                </a:lnTo>
                <a:lnTo>
                  <a:pt x="1284138" y="6839"/>
                </a:lnTo>
                <a:lnTo>
                  <a:pt x="1285784" y="7108"/>
                </a:lnTo>
                <a:lnTo>
                  <a:pt x="1287431" y="7381"/>
                </a:lnTo>
                <a:lnTo>
                  <a:pt x="1289077" y="7658"/>
                </a:lnTo>
                <a:lnTo>
                  <a:pt x="1290723" y="7941"/>
                </a:lnTo>
                <a:lnTo>
                  <a:pt x="1292370" y="8228"/>
                </a:lnTo>
                <a:lnTo>
                  <a:pt x="1294016" y="8520"/>
                </a:lnTo>
                <a:lnTo>
                  <a:pt x="1295662" y="8817"/>
                </a:lnTo>
                <a:lnTo>
                  <a:pt x="1297309" y="9119"/>
                </a:lnTo>
                <a:lnTo>
                  <a:pt x="1298955" y="9426"/>
                </a:lnTo>
                <a:lnTo>
                  <a:pt x="1300601" y="9737"/>
                </a:lnTo>
                <a:lnTo>
                  <a:pt x="1302248" y="10053"/>
                </a:lnTo>
                <a:lnTo>
                  <a:pt x="1303894" y="10373"/>
                </a:lnTo>
                <a:lnTo>
                  <a:pt x="1305540" y="10699"/>
                </a:lnTo>
                <a:lnTo>
                  <a:pt x="1307187" y="11029"/>
                </a:lnTo>
                <a:lnTo>
                  <a:pt x="1308833" y="11363"/>
                </a:lnTo>
                <a:lnTo>
                  <a:pt x="1310479" y="11702"/>
                </a:lnTo>
                <a:lnTo>
                  <a:pt x="1312126" y="12046"/>
                </a:lnTo>
                <a:lnTo>
                  <a:pt x="1313772" y="12395"/>
                </a:lnTo>
                <a:lnTo>
                  <a:pt x="1315418" y="12748"/>
                </a:lnTo>
                <a:lnTo>
                  <a:pt x="1317065" y="13105"/>
                </a:lnTo>
                <a:lnTo>
                  <a:pt x="1318711" y="13467"/>
                </a:lnTo>
                <a:lnTo>
                  <a:pt x="1320357" y="13834"/>
                </a:lnTo>
                <a:lnTo>
                  <a:pt x="1322004" y="14205"/>
                </a:lnTo>
                <a:lnTo>
                  <a:pt x="1323650" y="14581"/>
                </a:lnTo>
                <a:lnTo>
                  <a:pt x="1325296" y="14961"/>
                </a:lnTo>
                <a:lnTo>
                  <a:pt x="1326943" y="15346"/>
                </a:lnTo>
                <a:lnTo>
                  <a:pt x="1328589" y="15735"/>
                </a:lnTo>
                <a:lnTo>
                  <a:pt x="1330235" y="16129"/>
                </a:lnTo>
                <a:lnTo>
                  <a:pt x="1331882" y="16527"/>
                </a:lnTo>
                <a:lnTo>
                  <a:pt x="1333528" y="16929"/>
                </a:lnTo>
                <a:lnTo>
                  <a:pt x="1335174" y="17336"/>
                </a:lnTo>
                <a:lnTo>
                  <a:pt x="1336821" y="17747"/>
                </a:lnTo>
                <a:lnTo>
                  <a:pt x="1338467" y="18163"/>
                </a:lnTo>
                <a:lnTo>
                  <a:pt x="1340113" y="18583"/>
                </a:lnTo>
                <a:lnTo>
                  <a:pt x="1341760" y="19007"/>
                </a:lnTo>
                <a:lnTo>
                  <a:pt x="1343406" y="19436"/>
                </a:lnTo>
                <a:lnTo>
                  <a:pt x="1345052" y="19869"/>
                </a:lnTo>
                <a:lnTo>
                  <a:pt x="1346699" y="20306"/>
                </a:lnTo>
                <a:lnTo>
                  <a:pt x="1348345" y="20748"/>
                </a:lnTo>
                <a:lnTo>
                  <a:pt x="1349991" y="21193"/>
                </a:lnTo>
                <a:lnTo>
                  <a:pt x="1351638" y="21644"/>
                </a:lnTo>
                <a:lnTo>
                  <a:pt x="1353284" y="22098"/>
                </a:lnTo>
                <a:lnTo>
                  <a:pt x="1354930" y="22556"/>
                </a:lnTo>
                <a:lnTo>
                  <a:pt x="1356577" y="23019"/>
                </a:lnTo>
                <a:lnTo>
                  <a:pt x="1358223" y="23486"/>
                </a:lnTo>
                <a:lnTo>
                  <a:pt x="1359869" y="23957"/>
                </a:lnTo>
                <a:lnTo>
                  <a:pt x="1361516" y="24432"/>
                </a:lnTo>
                <a:lnTo>
                  <a:pt x="1363162" y="24912"/>
                </a:lnTo>
                <a:lnTo>
                  <a:pt x="1364808" y="25395"/>
                </a:lnTo>
                <a:lnTo>
                  <a:pt x="1366455" y="25883"/>
                </a:lnTo>
                <a:lnTo>
                  <a:pt x="1368101" y="26375"/>
                </a:lnTo>
                <a:lnTo>
                  <a:pt x="1369747" y="26871"/>
                </a:lnTo>
                <a:lnTo>
                  <a:pt x="1371394" y="27371"/>
                </a:lnTo>
                <a:lnTo>
                  <a:pt x="1373040" y="27875"/>
                </a:lnTo>
                <a:lnTo>
                  <a:pt x="1374686" y="28383"/>
                </a:lnTo>
                <a:lnTo>
                  <a:pt x="1376333" y="28895"/>
                </a:lnTo>
                <a:lnTo>
                  <a:pt x="1377979" y="29411"/>
                </a:lnTo>
                <a:lnTo>
                  <a:pt x="1379625" y="29932"/>
                </a:lnTo>
                <a:lnTo>
                  <a:pt x="1381272" y="30456"/>
                </a:lnTo>
                <a:lnTo>
                  <a:pt x="1382918" y="30984"/>
                </a:lnTo>
                <a:lnTo>
                  <a:pt x="1384564" y="31516"/>
                </a:lnTo>
                <a:lnTo>
                  <a:pt x="1386211" y="32052"/>
                </a:lnTo>
                <a:lnTo>
                  <a:pt x="1387857" y="32592"/>
                </a:lnTo>
                <a:lnTo>
                  <a:pt x="1389503" y="33136"/>
                </a:lnTo>
                <a:lnTo>
                  <a:pt x="1391150" y="33684"/>
                </a:lnTo>
                <a:lnTo>
                  <a:pt x="1392796" y="34236"/>
                </a:lnTo>
                <a:lnTo>
                  <a:pt x="1394442" y="34792"/>
                </a:lnTo>
                <a:lnTo>
                  <a:pt x="1396089" y="35351"/>
                </a:lnTo>
                <a:lnTo>
                  <a:pt x="1397735" y="35915"/>
                </a:lnTo>
                <a:lnTo>
                  <a:pt x="1399381" y="36482"/>
                </a:lnTo>
                <a:lnTo>
                  <a:pt x="1401028" y="37053"/>
                </a:lnTo>
                <a:lnTo>
                  <a:pt x="1402674" y="37628"/>
                </a:lnTo>
                <a:lnTo>
                  <a:pt x="1404320" y="38207"/>
                </a:lnTo>
                <a:lnTo>
                  <a:pt x="1405967" y="38789"/>
                </a:lnTo>
                <a:lnTo>
                  <a:pt x="1407613" y="39376"/>
                </a:lnTo>
                <a:lnTo>
                  <a:pt x="1409259" y="39966"/>
                </a:lnTo>
                <a:lnTo>
                  <a:pt x="1410906" y="40560"/>
                </a:lnTo>
                <a:lnTo>
                  <a:pt x="1412552" y="41157"/>
                </a:lnTo>
                <a:lnTo>
                  <a:pt x="1414198" y="41758"/>
                </a:lnTo>
                <a:lnTo>
                  <a:pt x="1415845" y="42364"/>
                </a:lnTo>
                <a:lnTo>
                  <a:pt x="1417491" y="42972"/>
                </a:lnTo>
                <a:lnTo>
                  <a:pt x="1419137" y="43585"/>
                </a:lnTo>
                <a:lnTo>
                  <a:pt x="1420784" y="44201"/>
                </a:lnTo>
                <a:lnTo>
                  <a:pt x="1422430" y="44821"/>
                </a:lnTo>
                <a:lnTo>
                  <a:pt x="1424076" y="45444"/>
                </a:lnTo>
                <a:lnTo>
                  <a:pt x="1425723" y="46071"/>
                </a:lnTo>
                <a:lnTo>
                  <a:pt x="1427369" y="46702"/>
                </a:lnTo>
                <a:lnTo>
                  <a:pt x="1429015" y="47336"/>
                </a:lnTo>
                <a:lnTo>
                  <a:pt x="1430662" y="47974"/>
                </a:lnTo>
                <a:lnTo>
                  <a:pt x="1432308" y="48616"/>
                </a:lnTo>
                <a:lnTo>
                  <a:pt x="1433954" y="49261"/>
                </a:lnTo>
                <a:lnTo>
                  <a:pt x="1435601" y="49909"/>
                </a:lnTo>
                <a:lnTo>
                  <a:pt x="1437247" y="50562"/>
                </a:lnTo>
                <a:lnTo>
                  <a:pt x="1438893" y="51217"/>
                </a:lnTo>
                <a:lnTo>
                  <a:pt x="1440540" y="51877"/>
                </a:lnTo>
                <a:lnTo>
                  <a:pt x="1442186" y="52539"/>
                </a:lnTo>
                <a:lnTo>
                  <a:pt x="1443832" y="53206"/>
                </a:lnTo>
                <a:lnTo>
                  <a:pt x="1445479" y="53875"/>
                </a:lnTo>
                <a:lnTo>
                  <a:pt x="1447125" y="54549"/>
                </a:lnTo>
                <a:lnTo>
                  <a:pt x="1448771" y="55225"/>
                </a:lnTo>
                <a:lnTo>
                  <a:pt x="1450418" y="55906"/>
                </a:lnTo>
                <a:lnTo>
                  <a:pt x="1452064" y="56589"/>
                </a:lnTo>
                <a:lnTo>
                  <a:pt x="1453710" y="57276"/>
                </a:lnTo>
                <a:lnTo>
                  <a:pt x="1455357" y="57967"/>
                </a:lnTo>
                <a:lnTo>
                  <a:pt x="1457003" y="58660"/>
                </a:lnTo>
                <a:lnTo>
                  <a:pt x="1458649" y="59358"/>
                </a:lnTo>
                <a:lnTo>
                  <a:pt x="1460296" y="60058"/>
                </a:lnTo>
                <a:lnTo>
                  <a:pt x="1461942" y="60762"/>
                </a:lnTo>
                <a:lnTo>
                  <a:pt x="1463588" y="61470"/>
                </a:lnTo>
                <a:lnTo>
                  <a:pt x="1465235" y="62180"/>
                </a:lnTo>
                <a:lnTo>
                  <a:pt x="1466881" y="62894"/>
                </a:lnTo>
                <a:lnTo>
                  <a:pt x="1468527" y="63612"/>
                </a:lnTo>
                <a:lnTo>
                  <a:pt x="1470174" y="64332"/>
                </a:lnTo>
                <a:lnTo>
                  <a:pt x="1471820" y="65056"/>
                </a:lnTo>
                <a:lnTo>
                  <a:pt x="1473466" y="65784"/>
                </a:lnTo>
                <a:lnTo>
                  <a:pt x="1475113" y="66514"/>
                </a:lnTo>
                <a:lnTo>
                  <a:pt x="1476759" y="67248"/>
                </a:lnTo>
                <a:lnTo>
                  <a:pt x="1478405" y="67985"/>
                </a:lnTo>
                <a:lnTo>
                  <a:pt x="1480052" y="68725"/>
                </a:lnTo>
                <a:lnTo>
                  <a:pt x="1481698" y="69469"/>
                </a:lnTo>
                <a:lnTo>
                  <a:pt x="1483344" y="70215"/>
                </a:lnTo>
                <a:lnTo>
                  <a:pt x="1484991" y="70965"/>
                </a:lnTo>
                <a:lnTo>
                  <a:pt x="1486637" y="71718"/>
                </a:lnTo>
                <a:lnTo>
                  <a:pt x="1488283" y="72475"/>
                </a:lnTo>
                <a:lnTo>
                  <a:pt x="1489930" y="73234"/>
                </a:lnTo>
                <a:lnTo>
                  <a:pt x="1491576" y="73997"/>
                </a:lnTo>
                <a:lnTo>
                  <a:pt x="1493222" y="74762"/>
                </a:lnTo>
                <a:lnTo>
                  <a:pt x="1494869" y="75531"/>
                </a:lnTo>
                <a:lnTo>
                  <a:pt x="1496515" y="76303"/>
                </a:lnTo>
                <a:lnTo>
                  <a:pt x="1498161" y="77078"/>
                </a:lnTo>
                <a:lnTo>
                  <a:pt x="1499808" y="77857"/>
                </a:lnTo>
                <a:lnTo>
                  <a:pt x="1501454" y="78638"/>
                </a:lnTo>
                <a:lnTo>
                  <a:pt x="1503100" y="79422"/>
                </a:lnTo>
                <a:lnTo>
                  <a:pt x="1504747" y="80210"/>
                </a:lnTo>
                <a:lnTo>
                  <a:pt x="1506393" y="81000"/>
                </a:lnTo>
                <a:lnTo>
                  <a:pt x="1508039" y="81794"/>
                </a:lnTo>
                <a:lnTo>
                  <a:pt x="1509686" y="82590"/>
                </a:lnTo>
                <a:lnTo>
                  <a:pt x="1511332" y="83390"/>
                </a:lnTo>
                <a:lnTo>
                  <a:pt x="1512978" y="84193"/>
                </a:lnTo>
                <a:lnTo>
                  <a:pt x="1514625" y="84998"/>
                </a:lnTo>
                <a:lnTo>
                  <a:pt x="1516271" y="85807"/>
                </a:lnTo>
                <a:lnTo>
                  <a:pt x="1517917" y="86618"/>
                </a:lnTo>
                <a:lnTo>
                  <a:pt x="1519564" y="87433"/>
                </a:lnTo>
                <a:lnTo>
                  <a:pt x="1521210" y="88250"/>
                </a:lnTo>
                <a:lnTo>
                  <a:pt x="1522856" y="89071"/>
                </a:lnTo>
                <a:lnTo>
                  <a:pt x="1524503" y="89894"/>
                </a:lnTo>
                <a:lnTo>
                  <a:pt x="1526149" y="90721"/>
                </a:lnTo>
                <a:lnTo>
                  <a:pt x="1527795" y="91550"/>
                </a:lnTo>
                <a:lnTo>
                  <a:pt x="1529442" y="92382"/>
                </a:lnTo>
                <a:lnTo>
                  <a:pt x="1531088" y="93217"/>
                </a:lnTo>
                <a:lnTo>
                  <a:pt x="1532734" y="94055"/>
                </a:lnTo>
                <a:lnTo>
                  <a:pt x="1534381" y="94896"/>
                </a:lnTo>
                <a:lnTo>
                  <a:pt x="1536027" y="95739"/>
                </a:lnTo>
                <a:lnTo>
                  <a:pt x="1537673" y="96586"/>
                </a:lnTo>
                <a:lnTo>
                  <a:pt x="1539320" y="97435"/>
                </a:lnTo>
                <a:lnTo>
                  <a:pt x="1540966" y="98287"/>
                </a:lnTo>
                <a:lnTo>
                  <a:pt x="1542612" y="99142"/>
                </a:lnTo>
                <a:lnTo>
                  <a:pt x="1544259" y="100000"/>
                </a:lnTo>
                <a:lnTo>
                  <a:pt x="1545905" y="100861"/>
                </a:lnTo>
                <a:lnTo>
                  <a:pt x="1547551" y="101724"/>
                </a:lnTo>
                <a:lnTo>
                  <a:pt x="1549198" y="102590"/>
                </a:lnTo>
                <a:lnTo>
                  <a:pt x="1550844" y="103459"/>
                </a:lnTo>
                <a:lnTo>
                  <a:pt x="1552490" y="104331"/>
                </a:lnTo>
                <a:lnTo>
                  <a:pt x="1554137" y="105206"/>
                </a:lnTo>
                <a:lnTo>
                  <a:pt x="1555783" y="106083"/>
                </a:lnTo>
                <a:lnTo>
                  <a:pt x="1557429" y="106963"/>
                </a:lnTo>
                <a:lnTo>
                  <a:pt x="1559076" y="107845"/>
                </a:lnTo>
                <a:lnTo>
                  <a:pt x="1560722" y="108731"/>
                </a:lnTo>
                <a:lnTo>
                  <a:pt x="1562368" y="109619"/>
                </a:lnTo>
                <a:lnTo>
                  <a:pt x="1564015" y="110509"/>
                </a:lnTo>
                <a:lnTo>
                  <a:pt x="1565661" y="111403"/>
                </a:lnTo>
                <a:lnTo>
                  <a:pt x="1567307" y="112299"/>
                </a:lnTo>
                <a:lnTo>
                  <a:pt x="1568953" y="113197"/>
                </a:lnTo>
                <a:lnTo>
                  <a:pt x="1570600" y="114099"/>
                </a:lnTo>
                <a:lnTo>
                  <a:pt x="1572246" y="115003"/>
                </a:lnTo>
                <a:lnTo>
                  <a:pt x="1573892" y="115909"/>
                </a:lnTo>
                <a:lnTo>
                  <a:pt x="1575539" y="116819"/>
                </a:lnTo>
                <a:lnTo>
                  <a:pt x="1577185" y="117731"/>
                </a:lnTo>
                <a:lnTo>
                  <a:pt x="1578831" y="118645"/>
                </a:lnTo>
                <a:lnTo>
                  <a:pt x="1580478" y="119562"/>
                </a:lnTo>
                <a:lnTo>
                  <a:pt x="1582124" y="120482"/>
                </a:lnTo>
                <a:lnTo>
                  <a:pt x="1583770" y="121404"/>
                </a:lnTo>
                <a:lnTo>
                  <a:pt x="1585417" y="122329"/>
                </a:lnTo>
                <a:lnTo>
                  <a:pt x="1587063" y="123256"/>
                </a:lnTo>
                <a:lnTo>
                  <a:pt x="1588709" y="124186"/>
                </a:lnTo>
                <a:lnTo>
                  <a:pt x="1590356" y="125118"/>
                </a:lnTo>
                <a:lnTo>
                  <a:pt x="1592002" y="126053"/>
                </a:lnTo>
                <a:lnTo>
                  <a:pt x="1593648" y="126990"/>
                </a:lnTo>
                <a:lnTo>
                  <a:pt x="1595295" y="127930"/>
                </a:lnTo>
                <a:lnTo>
                  <a:pt x="1596941" y="128873"/>
                </a:lnTo>
                <a:lnTo>
                  <a:pt x="1598587" y="129818"/>
                </a:lnTo>
                <a:lnTo>
                  <a:pt x="1600234" y="130765"/>
                </a:lnTo>
                <a:lnTo>
                  <a:pt x="1601880" y="131715"/>
                </a:lnTo>
                <a:lnTo>
                  <a:pt x="1603526" y="132667"/>
                </a:lnTo>
                <a:lnTo>
                  <a:pt x="1605173" y="133622"/>
                </a:lnTo>
                <a:lnTo>
                  <a:pt x="1606819" y="134579"/>
                </a:lnTo>
                <a:lnTo>
                  <a:pt x="1608465" y="135539"/>
                </a:lnTo>
                <a:lnTo>
                  <a:pt x="1610112" y="136501"/>
                </a:lnTo>
                <a:lnTo>
                  <a:pt x="1611758" y="137465"/>
                </a:lnTo>
                <a:lnTo>
                  <a:pt x="1613404" y="138432"/>
                </a:lnTo>
                <a:lnTo>
                  <a:pt x="1615051" y="139401"/>
                </a:lnTo>
                <a:lnTo>
                  <a:pt x="1616697" y="140372"/>
                </a:lnTo>
                <a:lnTo>
                  <a:pt x="1618343" y="141346"/>
                </a:lnTo>
                <a:lnTo>
                  <a:pt x="1619990" y="142323"/>
                </a:lnTo>
                <a:lnTo>
                  <a:pt x="1621636" y="143301"/>
                </a:lnTo>
                <a:lnTo>
                  <a:pt x="1623282" y="144282"/>
                </a:lnTo>
                <a:lnTo>
                  <a:pt x="1624929" y="145266"/>
                </a:lnTo>
                <a:lnTo>
                  <a:pt x="1626575" y="146251"/>
                </a:lnTo>
                <a:lnTo>
                  <a:pt x="1628221" y="147239"/>
                </a:lnTo>
                <a:lnTo>
                  <a:pt x="1629868" y="148230"/>
                </a:lnTo>
                <a:lnTo>
                  <a:pt x="1631514" y="149222"/>
                </a:lnTo>
                <a:lnTo>
                  <a:pt x="1633160" y="150217"/>
                </a:lnTo>
                <a:lnTo>
                  <a:pt x="1634807" y="151214"/>
                </a:lnTo>
                <a:lnTo>
                  <a:pt x="1636453" y="152214"/>
                </a:lnTo>
                <a:lnTo>
                  <a:pt x="1638099" y="153215"/>
                </a:lnTo>
                <a:lnTo>
                  <a:pt x="1639746" y="154219"/>
                </a:lnTo>
                <a:lnTo>
                  <a:pt x="1641392" y="155226"/>
                </a:lnTo>
                <a:lnTo>
                  <a:pt x="1643038" y="156234"/>
                </a:lnTo>
                <a:lnTo>
                  <a:pt x="1644685" y="157245"/>
                </a:lnTo>
                <a:lnTo>
                  <a:pt x="1646331" y="158258"/>
                </a:lnTo>
                <a:lnTo>
                  <a:pt x="1647977" y="159273"/>
                </a:lnTo>
                <a:lnTo>
                  <a:pt x="1649624" y="160290"/>
                </a:lnTo>
                <a:lnTo>
                  <a:pt x="1651270" y="161310"/>
                </a:lnTo>
                <a:lnTo>
                  <a:pt x="1652916" y="162331"/>
                </a:lnTo>
                <a:lnTo>
                  <a:pt x="1654563" y="163355"/>
                </a:lnTo>
                <a:lnTo>
                  <a:pt x="1656209" y="164381"/>
                </a:lnTo>
                <a:lnTo>
                  <a:pt x="1657855" y="165409"/>
                </a:lnTo>
                <a:lnTo>
                  <a:pt x="1659502" y="166440"/>
                </a:lnTo>
                <a:lnTo>
                  <a:pt x="1661148" y="167472"/>
                </a:lnTo>
                <a:lnTo>
                  <a:pt x="1662794" y="168507"/>
                </a:lnTo>
                <a:lnTo>
                  <a:pt x="1664441" y="169543"/>
                </a:lnTo>
                <a:lnTo>
                  <a:pt x="1666087" y="170582"/>
                </a:lnTo>
                <a:lnTo>
                  <a:pt x="1667733" y="171623"/>
                </a:lnTo>
                <a:lnTo>
                  <a:pt x="1669380" y="172666"/>
                </a:lnTo>
                <a:lnTo>
                  <a:pt x="1671026" y="173711"/>
                </a:lnTo>
                <a:lnTo>
                  <a:pt x="1672672" y="174759"/>
                </a:lnTo>
                <a:lnTo>
                  <a:pt x="1674319" y="175808"/>
                </a:lnTo>
                <a:lnTo>
                  <a:pt x="1675965" y="176859"/>
                </a:lnTo>
                <a:lnTo>
                  <a:pt x="1677611" y="177913"/>
                </a:lnTo>
                <a:lnTo>
                  <a:pt x="1679258" y="178968"/>
                </a:lnTo>
                <a:lnTo>
                  <a:pt x="1680904" y="180026"/>
                </a:lnTo>
                <a:lnTo>
                  <a:pt x="1682550" y="181086"/>
                </a:lnTo>
                <a:lnTo>
                  <a:pt x="1684197" y="182147"/>
                </a:lnTo>
                <a:lnTo>
                  <a:pt x="1685843" y="183211"/>
                </a:lnTo>
                <a:lnTo>
                  <a:pt x="1687489" y="184276"/>
                </a:lnTo>
                <a:lnTo>
                  <a:pt x="1689136" y="185344"/>
                </a:lnTo>
                <a:lnTo>
                  <a:pt x="1690782" y="186414"/>
                </a:lnTo>
                <a:lnTo>
                  <a:pt x="1692428" y="187485"/>
                </a:lnTo>
                <a:lnTo>
                  <a:pt x="1694075" y="188559"/>
                </a:lnTo>
                <a:lnTo>
                  <a:pt x="1695721" y="189634"/>
                </a:lnTo>
                <a:lnTo>
                  <a:pt x="1697367" y="190712"/>
                </a:lnTo>
                <a:lnTo>
                  <a:pt x="1699014" y="191791"/>
                </a:lnTo>
                <a:lnTo>
                  <a:pt x="1700660" y="192873"/>
                </a:lnTo>
                <a:lnTo>
                  <a:pt x="1702306" y="193956"/>
                </a:lnTo>
                <a:lnTo>
                  <a:pt x="1703953" y="195042"/>
                </a:lnTo>
                <a:lnTo>
                  <a:pt x="1705599" y="196129"/>
                </a:lnTo>
                <a:lnTo>
                  <a:pt x="1707245" y="197218"/>
                </a:lnTo>
                <a:lnTo>
                  <a:pt x="1708892" y="198309"/>
                </a:lnTo>
                <a:lnTo>
                  <a:pt x="1710538" y="199402"/>
                </a:lnTo>
                <a:lnTo>
                  <a:pt x="1712184" y="200497"/>
                </a:lnTo>
                <a:lnTo>
                  <a:pt x="1713831" y="201593"/>
                </a:lnTo>
                <a:lnTo>
                  <a:pt x="1715477" y="202692"/>
                </a:lnTo>
                <a:lnTo>
                  <a:pt x="1717123" y="203792"/>
                </a:lnTo>
                <a:lnTo>
                  <a:pt x="1718770" y="204895"/>
                </a:lnTo>
                <a:lnTo>
                  <a:pt x="1720416" y="205999"/>
                </a:lnTo>
                <a:lnTo>
                  <a:pt x="1722062" y="207105"/>
                </a:lnTo>
                <a:lnTo>
                  <a:pt x="1723709" y="208213"/>
                </a:lnTo>
                <a:lnTo>
                  <a:pt x="1725355" y="209323"/>
                </a:lnTo>
                <a:lnTo>
                  <a:pt x="1727001" y="210434"/>
                </a:lnTo>
                <a:lnTo>
                  <a:pt x="1728648" y="211547"/>
                </a:lnTo>
                <a:lnTo>
                  <a:pt x="1730294" y="212662"/>
                </a:lnTo>
                <a:lnTo>
                  <a:pt x="1731940" y="213779"/>
                </a:lnTo>
                <a:lnTo>
                  <a:pt x="1733587" y="214898"/>
                </a:lnTo>
                <a:lnTo>
                  <a:pt x="1735233" y="216019"/>
                </a:lnTo>
                <a:lnTo>
                  <a:pt x="1736879" y="217141"/>
                </a:lnTo>
                <a:lnTo>
                  <a:pt x="1738526" y="218265"/>
                </a:lnTo>
                <a:lnTo>
                  <a:pt x="1740172" y="219391"/>
                </a:lnTo>
                <a:lnTo>
                  <a:pt x="1741818" y="220518"/>
                </a:lnTo>
                <a:lnTo>
                  <a:pt x="1743465" y="221648"/>
                </a:lnTo>
                <a:lnTo>
                  <a:pt x="1745111" y="222779"/>
                </a:lnTo>
                <a:lnTo>
                  <a:pt x="1746757" y="223912"/>
                </a:lnTo>
                <a:lnTo>
                  <a:pt x="1748404" y="225046"/>
                </a:lnTo>
                <a:lnTo>
                  <a:pt x="1750050" y="226182"/>
                </a:lnTo>
                <a:lnTo>
                  <a:pt x="1751696" y="227320"/>
                </a:lnTo>
                <a:lnTo>
                  <a:pt x="1753343" y="228460"/>
                </a:lnTo>
                <a:lnTo>
                  <a:pt x="1754989" y="229601"/>
                </a:lnTo>
                <a:lnTo>
                  <a:pt x="1756635" y="230744"/>
                </a:lnTo>
                <a:lnTo>
                  <a:pt x="1758282" y="231889"/>
                </a:lnTo>
                <a:lnTo>
                  <a:pt x="1759928" y="233035"/>
                </a:lnTo>
                <a:lnTo>
                  <a:pt x="1761574" y="234184"/>
                </a:lnTo>
                <a:lnTo>
                  <a:pt x="1763221" y="235333"/>
                </a:lnTo>
                <a:lnTo>
                  <a:pt x="1764867" y="236485"/>
                </a:lnTo>
                <a:lnTo>
                  <a:pt x="1766513" y="237638"/>
                </a:lnTo>
                <a:lnTo>
                  <a:pt x="1768160" y="238792"/>
                </a:lnTo>
                <a:lnTo>
                  <a:pt x="1769806" y="239949"/>
                </a:lnTo>
                <a:lnTo>
                  <a:pt x="1771452" y="241107"/>
                </a:lnTo>
                <a:lnTo>
                  <a:pt x="1773099" y="242266"/>
                </a:lnTo>
                <a:lnTo>
                  <a:pt x="1774745" y="243427"/>
                </a:lnTo>
                <a:lnTo>
                  <a:pt x="1776391" y="244590"/>
                </a:lnTo>
                <a:lnTo>
                  <a:pt x="1778038" y="245754"/>
                </a:lnTo>
                <a:lnTo>
                  <a:pt x="1779684" y="246920"/>
                </a:lnTo>
                <a:lnTo>
                  <a:pt x="1781330" y="248088"/>
                </a:lnTo>
                <a:lnTo>
                  <a:pt x="1782977" y="249257"/>
                </a:lnTo>
                <a:lnTo>
                  <a:pt x="1784623" y="250428"/>
                </a:lnTo>
                <a:lnTo>
                  <a:pt x="1786269" y="251600"/>
                </a:lnTo>
                <a:lnTo>
                  <a:pt x="1787916" y="252774"/>
                </a:lnTo>
                <a:lnTo>
                  <a:pt x="1789562" y="253949"/>
                </a:lnTo>
                <a:lnTo>
                  <a:pt x="1791208" y="255126"/>
                </a:lnTo>
                <a:lnTo>
                  <a:pt x="1792855" y="256304"/>
                </a:lnTo>
                <a:lnTo>
                  <a:pt x="1794501" y="257484"/>
                </a:lnTo>
                <a:lnTo>
                  <a:pt x="1796147" y="258666"/>
                </a:lnTo>
                <a:lnTo>
                  <a:pt x="1797794" y="259849"/>
                </a:lnTo>
                <a:lnTo>
                  <a:pt x="1799440" y="261033"/>
                </a:lnTo>
                <a:lnTo>
                  <a:pt x="1801086" y="262219"/>
                </a:lnTo>
                <a:lnTo>
                  <a:pt x="1802733" y="263407"/>
                </a:lnTo>
                <a:lnTo>
                  <a:pt x="1804379" y="264596"/>
                </a:lnTo>
                <a:lnTo>
                  <a:pt x="1806025" y="265786"/>
                </a:lnTo>
                <a:lnTo>
                  <a:pt x="1807672" y="266978"/>
                </a:lnTo>
                <a:lnTo>
                  <a:pt x="1809318" y="268172"/>
                </a:lnTo>
                <a:lnTo>
                  <a:pt x="1810964" y="269367"/>
                </a:lnTo>
                <a:lnTo>
                  <a:pt x="1812611" y="270563"/>
                </a:lnTo>
                <a:lnTo>
                  <a:pt x="1814257" y="271761"/>
                </a:lnTo>
                <a:lnTo>
                  <a:pt x="1815903" y="272960"/>
                </a:lnTo>
                <a:lnTo>
                  <a:pt x="1817550" y="274161"/>
                </a:lnTo>
                <a:lnTo>
                  <a:pt x="1819196" y="275363"/>
                </a:lnTo>
                <a:lnTo>
                  <a:pt x="1820842" y="276566"/>
                </a:lnTo>
                <a:lnTo>
                  <a:pt x="1822489" y="277771"/>
                </a:lnTo>
                <a:lnTo>
                  <a:pt x="1824135" y="278978"/>
                </a:lnTo>
                <a:lnTo>
                  <a:pt x="1825781" y="280185"/>
                </a:lnTo>
                <a:lnTo>
                  <a:pt x="1827428" y="281394"/>
                </a:lnTo>
                <a:lnTo>
                  <a:pt x="1829074" y="282605"/>
                </a:lnTo>
                <a:lnTo>
                  <a:pt x="1830720" y="283817"/>
                </a:lnTo>
                <a:lnTo>
                  <a:pt x="1832367" y="285030"/>
                </a:lnTo>
                <a:lnTo>
                  <a:pt x="1834013" y="286245"/>
                </a:lnTo>
                <a:lnTo>
                  <a:pt x="1835659" y="287461"/>
                </a:lnTo>
                <a:lnTo>
                  <a:pt x="1837306" y="288678"/>
                </a:lnTo>
                <a:lnTo>
                  <a:pt x="1838952" y="289897"/>
                </a:lnTo>
                <a:lnTo>
                  <a:pt x="1840598" y="291117"/>
                </a:lnTo>
                <a:lnTo>
                  <a:pt x="1842245" y="292339"/>
                </a:lnTo>
                <a:lnTo>
                  <a:pt x="1843891" y="293561"/>
                </a:lnTo>
                <a:lnTo>
                  <a:pt x="1845537" y="294786"/>
                </a:lnTo>
                <a:lnTo>
                  <a:pt x="1847184" y="296011"/>
                </a:lnTo>
                <a:lnTo>
                  <a:pt x="1848830" y="297238"/>
                </a:lnTo>
                <a:lnTo>
                  <a:pt x="1850476" y="298466"/>
                </a:lnTo>
                <a:lnTo>
                  <a:pt x="1852123" y="299695"/>
                </a:lnTo>
                <a:lnTo>
                  <a:pt x="1853769" y="300926"/>
                </a:lnTo>
                <a:lnTo>
                  <a:pt x="1855415" y="302158"/>
                </a:lnTo>
                <a:lnTo>
                  <a:pt x="1857062" y="303391"/>
                </a:lnTo>
                <a:lnTo>
                  <a:pt x="1858708" y="304625"/>
                </a:lnTo>
                <a:lnTo>
                  <a:pt x="1860354" y="305861"/>
                </a:lnTo>
                <a:lnTo>
                  <a:pt x="1862001" y="307098"/>
                </a:lnTo>
                <a:lnTo>
                  <a:pt x="1863647" y="308337"/>
                </a:lnTo>
                <a:lnTo>
                  <a:pt x="1865293" y="309576"/>
                </a:lnTo>
                <a:lnTo>
                  <a:pt x="1866940" y="310817"/>
                </a:lnTo>
                <a:lnTo>
                  <a:pt x="1868586" y="312059"/>
                </a:lnTo>
                <a:lnTo>
                  <a:pt x="1870232" y="313302"/>
                </a:lnTo>
                <a:lnTo>
                  <a:pt x="1871879" y="314547"/>
                </a:lnTo>
                <a:lnTo>
                  <a:pt x="1873525" y="315793"/>
                </a:lnTo>
                <a:lnTo>
                  <a:pt x="1875171" y="317040"/>
                </a:lnTo>
                <a:lnTo>
                  <a:pt x="1876818" y="318288"/>
                </a:lnTo>
                <a:lnTo>
                  <a:pt x="1878464" y="319537"/>
                </a:lnTo>
                <a:lnTo>
                  <a:pt x="1880110" y="320788"/>
                </a:lnTo>
                <a:lnTo>
                  <a:pt x="1881756" y="322040"/>
                </a:lnTo>
                <a:lnTo>
                  <a:pt x="1883403" y="323293"/>
                </a:lnTo>
                <a:lnTo>
                  <a:pt x="1885049" y="324547"/>
                </a:lnTo>
                <a:lnTo>
                  <a:pt x="1886695" y="325802"/>
                </a:lnTo>
                <a:lnTo>
                  <a:pt x="1888342" y="327059"/>
                </a:lnTo>
                <a:lnTo>
                  <a:pt x="1889988" y="328316"/>
                </a:lnTo>
                <a:lnTo>
                  <a:pt x="1891634" y="329575"/>
                </a:lnTo>
                <a:lnTo>
                  <a:pt x="1893281" y="330835"/>
                </a:lnTo>
                <a:lnTo>
                  <a:pt x="1894927" y="332096"/>
                </a:lnTo>
                <a:lnTo>
                  <a:pt x="1896573" y="333359"/>
                </a:lnTo>
                <a:lnTo>
                  <a:pt x="1898220" y="334622"/>
                </a:lnTo>
                <a:lnTo>
                  <a:pt x="1899866" y="335887"/>
                </a:lnTo>
                <a:lnTo>
                  <a:pt x="1901512" y="337152"/>
                </a:lnTo>
                <a:lnTo>
                  <a:pt x="1903159" y="338419"/>
                </a:lnTo>
                <a:lnTo>
                  <a:pt x="1904805" y="339687"/>
                </a:lnTo>
                <a:lnTo>
                  <a:pt x="1906451" y="340956"/>
                </a:lnTo>
                <a:lnTo>
                  <a:pt x="1908098" y="342226"/>
                </a:lnTo>
                <a:lnTo>
                  <a:pt x="1909744" y="343497"/>
                </a:lnTo>
                <a:lnTo>
                  <a:pt x="1911390" y="344770"/>
                </a:lnTo>
                <a:lnTo>
                  <a:pt x="1913037" y="346043"/>
                </a:lnTo>
                <a:lnTo>
                  <a:pt x="1914683" y="347318"/>
                </a:lnTo>
                <a:lnTo>
                  <a:pt x="1916329" y="348593"/>
                </a:lnTo>
                <a:lnTo>
                  <a:pt x="1917976" y="349870"/>
                </a:lnTo>
                <a:lnTo>
                  <a:pt x="1919622" y="351148"/>
                </a:lnTo>
                <a:lnTo>
                  <a:pt x="1921268" y="352426"/>
                </a:lnTo>
                <a:lnTo>
                  <a:pt x="1922915" y="353706"/>
                </a:lnTo>
                <a:lnTo>
                  <a:pt x="1924561" y="354987"/>
                </a:lnTo>
                <a:lnTo>
                  <a:pt x="1926207" y="356269"/>
                </a:lnTo>
                <a:lnTo>
                  <a:pt x="1927854" y="357552"/>
                </a:lnTo>
                <a:lnTo>
                  <a:pt x="1929500" y="358836"/>
                </a:lnTo>
                <a:lnTo>
                  <a:pt x="1931146" y="360121"/>
                </a:lnTo>
                <a:lnTo>
                  <a:pt x="1932793" y="361407"/>
                </a:lnTo>
                <a:lnTo>
                  <a:pt x="1934439" y="362694"/>
                </a:lnTo>
                <a:lnTo>
                  <a:pt x="1936085" y="363982"/>
                </a:lnTo>
                <a:lnTo>
                  <a:pt x="1937732" y="365271"/>
                </a:lnTo>
                <a:lnTo>
                  <a:pt x="1939378" y="366561"/>
                </a:lnTo>
                <a:lnTo>
                  <a:pt x="1941024" y="367852"/>
                </a:lnTo>
                <a:lnTo>
                  <a:pt x="1942671" y="369144"/>
                </a:lnTo>
                <a:lnTo>
                  <a:pt x="1944317" y="370437"/>
                </a:lnTo>
                <a:lnTo>
                  <a:pt x="1945963" y="371731"/>
                </a:lnTo>
                <a:lnTo>
                  <a:pt x="1947610" y="373026"/>
                </a:lnTo>
                <a:lnTo>
                  <a:pt x="1949256" y="374322"/>
                </a:lnTo>
                <a:lnTo>
                  <a:pt x="1950902" y="375619"/>
                </a:lnTo>
                <a:lnTo>
                  <a:pt x="1952549" y="376917"/>
                </a:lnTo>
                <a:lnTo>
                  <a:pt x="1954195" y="378216"/>
                </a:lnTo>
                <a:lnTo>
                  <a:pt x="1955841" y="379516"/>
                </a:lnTo>
                <a:lnTo>
                  <a:pt x="1957488" y="380816"/>
                </a:lnTo>
                <a:lnTo>
                  <a:pt x="1959134" y="382118"/>
                </a:lnTo>
                <a:lnTo>
                  <a:pt x="1960780" y="383421"/>
                </a:lnTo>
                <a:lnTo>
                  <a:pt x="1962427" y="384724"/>
                </a:lnTo>
                <a:lnTo>
                  <a:pt x="1964073" y="386029"/>
                </a:lnTo>
                <a:lnTo>
                  <a:pt x="1965719" y="387334"/>
                </a:lnTo>
                <a:lnTo>
                  <a:pt x="1967366" y="388640"/>
                </a:lnTo>
                <a:lnTo>
                  <a:pt x="1969012" y="389947"/>
                </a:lnTo>
                <a:lnTo>
                  <a:pt x="1970658" y="391256"/>
                </a:lnTo>
                <a:lnTo>
                  <a:pt x="1972305" y="392565"/>
                </a:lnTo>
                <a:lnTo>
                  <a:pt x="1973951" y="393874"/>
                </a:lnTo>
                <a:lnTo>
                  <a:pt x="1975597" y="395185"/>
                </a:lnTo>
                <a:lnTo>
                  <a:pt x="1977244" y="396497"/>
                </a:lnTo>
                <a:lnTo>
                  <a:pt x="1978890" y="397809"/>
                </a:lnTo>
                <a:lnTo>
                  <a:pt x="1980536" y="399123"/>
                </a:lnTo>
                <a:lnTo>
                  <a:pt x="1982183" y="400437"/>
                </a:lnTo>
                <a:lnTo>
                  <a:pt x="1983829" y="401752"/>
                </a:lnTo>
                <a:lnTo>
                  <a:pt x="1985475" y="403068"/>
                </a:lnTo>
                <a:lnTo>
                  <a:pt x="1987122" y="404385"/>
                </a:lnTo>
                <a:lnTo>
                  <a:pt x="1988768" y="405703"/>
                </a:lnTo>
                <a:lnTo>
                  <a:pt x="1990414" y="407021"/>
                </a:lnTo>
                <a:lnTo>
                  <a:pt x="1992061" y="408340"/>
                </a:lnTo>
                <a:lnTo>
                  <a:pt x="1993707" y="409661"/>
                </a:lnTo>
                <a:lnTo>
                  <a:pt x="1995353" y="410982"/>
                </a:lnTo>
                <a:lnTo>
                  <a:pt x="1997000" y="412303"/>
                </a:lnTo>
                <a:lnTo>
                  <a:pt x="1998646" y="413626"/>
                </a:lnTo>
                <a:lnTo>
                  <a:pt x="2000292" y="414949"/>
                </a:lnTo>
                <a:lnTo>
                  <a:pt x="2001939" y="416274"/>
                </a:lnTo>
                <a:lnTo>
                  <a:pt x="2003585" y="417599"/>
                </a:lnTo>
                <a:lnTo>
                  <a:pt x="2005231" y="418925"/>
                </a:lnTo>
                <a:lnTo>
                  <a:pt x="2006878" y="420251"/>
                </a:lnTo>
                <a:lnTo>
                  <a:pt x="2008524" y="421579"/>
                </a:lnTo>
                <a:lnTo>
                  <a:pt x="2010170" y="422907"/>
                </a:lnTo>
                <a:lnTo>
                  <a:pt x="2011817" y="424236"/>
                </a:lnTo>
                <a:lnTo>
                  <a:pt x="2013463" y="425566"/>
                </a:lnTo>
                <a:lnTo>
                  <a:pt x="2015109" y="426896"/>
                </a:lnTo>
                <a:lnTo>
                  <a:pt x="2016756" y="428228"/>
                </a:lnTo>
                <a:lnTo>
                  <a:pt x="2018402" y="429560"/>
                </a:lnTo>
                <a:lnTo>
                  <a:pt x="2020048" y="430893"/>
                </a:lnTo>
                <a:lnTo>
                  <a:pt x="2021695" y="432226"/>
                </a:lnTo>
                <a:lnTo>
                  <a:pt x="2023341" y="433561"/>
                </a:lnTo>
                <a:lnTo>
                  <a:pt x="2024987" y="434896"/>
                </a:lnTo>
                <a:lnTo>
                  <a:pt x="2026634" y="436231"/>
                </a:lnTo>
                <a:lnTo>
                  <a:pt x="2028280" y="437568"/>
                </a:lnTo>
                <a:lnTo>
                  <a:pt x="2029926" y="438905"/>
                </a:lnTo>
                <a:lnTo>
                  <a:pt x="2031573" y="440243"/>
                </a:lnTo>
                <a:lnTo>
                  <a:pt x="2033219" y="441582"/>
                </a:lnTo>
                <a:lnTo>
                  <a:pt x="2034865" y="442921"/>
                </a:lnTo>
                <a:lnTo>
                  <a:pt x="2036512" y="444261"/>
                </a:lnTo>
                <a:lnTo>
                  <a:pt x="2038158" y="445602"/>
                </a:lnTo>
                <a:lnTo>
                  <a:pt x="2039804" y="446944"/>
                </a:lnTo>
                <a:lnTo>
                  <a:pt x="2041451" y="448286"/>
                </a:lnTo>
                <a:lnTo>
                  <a:pt x="2043097" y="449629"/>
                </a:lnTo>
                <a:lnTo>
                  <a:pt x="2044743" y="450973"/>
                </a:lnTo>
                <a:lnTo>
                  <a:pt x="2046390" y="452317"/>
                </a:lnTo>
                <a:lnTo>
                  <a:pt x="2048036" y="453662"/>
                </a:lnTo>
                <a:lnTo>
                  <a:pt x="2049682" y="455007"/>
                </a:lnTo>
                <a:lnTo>
                  <a:pt x="2051329" y="456354"/>
                </a:lnTo>
                <a:lnTo>
                  <a:pt x="2052975" y="457701"/>
                </a:lnTo>
                <a:lnTo>
                  <a:pt x="2054621" y="459048"/>
                </a:lnTo>
                <a:lnTo>
                  <a:pt x="2056268" y="460397"/>
                </a:lnTo>
                <a:lnTo>
                  <a:pt x="2057914" y="461746"/>
                </a:lnTo>
                <a:lnTo>
                  <a:pt x="2059560" y="463095"/>
                </a:lnTo>
                <a:lnTo>
                  <a:pt x="2061207" y="464445"/>
                </a:lnTo>
                <a:lnTo>
                  <a:pt x="2062853" y="465796"/>
                </a:lnTo>
                <a:lnTo>
                  <a:pt x="2064499" y="467148"/>
                </a:lnTo>
                <a:lnTo>
                  <a:pt x="2066146" y="468500"/>
                </a:lnTo>
                <a:lnTo>
                  <a:pt x="2067792" y="469853"/>
                </a:lnTo>
                <a:lnTo>
                  <a:pt x="2069438" y="471206"/>
                </a:lnTo>
                <a:lnTo>
                  <a:pt x="2071085" y="472560"/>
                </a:lnTo>
                <a:lnTo>
                  <a:pt x="2072731" y="473915"/>
                </a:lnTo>
                <a:lnTo>
                  <a:pt x="2074377" y="475270"/>
                </a:lnTo>
                <a:lnTo>
                  <a:pt x="2076024" y="476626"/>
                </a:lnTo>
                <a:lnTo>
                  <a:pt x="2077670" y="477982"/>
                </a:lnTo>
                <a:lnTo>
                  <a:pt x="2079316" y="479339"/>
                </a:lnTo>
                <a:lnTo>
                  <a:pt x="2080963" y="480697"/>
                </a:lnTo>
                <a:lnTo>
                  <a:pt x="2082609" y="482055"/>
                </a:lnTo>
                <a:lnTo>
                  <a:pt x="2084255" y="483414"/>
                </a:lnTo>
                <a:lnTo>
                  <a:pt x="2085902" y="484773"/>
                </a:lnTo>
                <a:lnTo>
                  <a:pt x="2087548" y="486133"/>
                </a:lnTo>
                <a:lnTo>
                  <a:pt x="2089194" y="487493"/>
                </a:lnTo>
                <a:lnTo>
                  <a:pt x="2090841" y="488854"/>
                </a:lnTo>
                <a:lnTo>
                  <a:pt x="2092487" y="490216"/>
                </a:lnTo>
                <a:lnTo>
                  <a:pt x="2094133" y="491578"/>
                </a:lnTo>
                <a:lnTo>
                  <a:pt x="2095780" y="492941"/>
                </a:lnTo>
                <a:lnTo>
                  <a:pt x="2097426" y="494304"/>
                </a:lnTo>
                <a:lnTo>
                  <a:pt x="2099072" y="495668"/>
                </a:lnTo>
                <a:lnTo>
                  <a:pt x="2100719" y="497032"/>
                </a:lnTo>
                <a:lnTo>
                  <a:pt x="2102365" y="498397"/>
                </a:lnTo>
                <a:lnTo>
                  <a:pt x="2104011" y="499763"/>
                </a:lnTo>
                <a:lnTo>
                  <a:pt x="2105658" y="501129"/>
                </a:lnTo>
                <a:lnTo>
                  <a:pt x="2107304" y="502495"/>
                </a:lnTo>
                <a:lnTo>
                  <a:pt x="2108950" y="503862"/>
                </a:lnTo>
                <a:lnTo>
                  <a:pt x="2110597" y="505229"/>
                </a:lnTo>
                <a:lnTo>
                  <a:pt x="2112243" y="506598"/>
                </a:lnTo>
                <a:lnTo>
                  <a:pt x="2113889" y="507966"/>
                </a:lnTo>
                <a:lnTo>
                  <a:pt x="2115536" y="509335"/>
                </a:lnTo>
                <a:lnTo>
                  <a:pt x="2117182" y="510705"/>
                </a:lnTo>
                <a:lnTo>
                  <a:pt x="2118828" y="512075"/>
                </a:lnTo>
                <a:lnTo>
                  <a:pt x="2120475" y="513445"/>
                </a:lnTo>
                <a:lnTo>
                  <a:pt x="2122121" y="514816"/>
                </a:lnTo>
                <a:lnTo>
                  <a:pt x="2123767" y="516188"/>
                </a:lnTo>
                <a:lnTo>
                  <a:pt x="2125414" y="517559"/>
                </a:lnTo>
                <a:lnTo>
                  <a:pt x="2127060" y="518932"/>
                </a:lnTo>
                <a:lnTo>
                  <a:pt x="2128706" y="520305"/>
                </a:lnTo>
                <a:lnTo>
                  <a:pt x="2130353" y="521678"/>
                </a:lnTo>
                <a:lnTo>
                  <a:pt x="2131999" y="523052"/>
                </a:lnTo>
                <a:lnTo>
                  <a:pt x="2133645" y="524426"/>
                </a:lnTo>
                <a:lnTo>
                  <a:pt x="2135292" y="525801"/>
                </a:lnTo>
                <a:lnTo>
                  <a:pt x="2136938" y="527176"/>
                </a:lnTo>
                <a:lnTo>
                  <a:pt x="2138584" y="528552"/>
                </a:lnTo>
                <a:lnTo>
                  <a:pt x="2140231" y="529928"/>
                </a:lnTo>
                <a:lnTo>
                  <a:pt x="2141877" y="531305"/>
                </a:lnTo>
                <a:lnTo>
                  <a:pt x="2143523" y="532681"/>
                </a:lnTo>
                <a:lnTo>
                  <a:pt x="2145170" y="534059"/>
                </a:lnTo>
                <a:lnTo>
                  <a:pt x="2146816" y="535437"/>
                </a:lnTo>
                <a:lnTo>
                  <a:pt x="2148462" y="536815"/>
                </a:lnTo>
                <a:lnTo>
                  <a:pt x="2150109" y="538194"/>
                </a:lnTo>
                <a:lnTo>
                  <a:pt x="2151755" y="539573"/>
                </a:lnTo>
                <a:lnTo>
                  <a:pt x="2153401" y="540952"/>
                </a:lnTo>
                <a:lnTo>
                  <a:pt x="2155048" y="542332"/>
                </a:lnTo>
                <a:lnTo>
                  <a:pt x="2156694" y="543712"/>
                </a:lnTo>
                <a:lnTo>
                  <a:pt x="2158340" y="545093"/>
                </a:lnTo>
                <a:lnTo>
                  <a:pt x="2159987" y="546474"/>
                </a:lnTo>
                <a:lnTo>
                  <a:pt x="2161633" y="547856"/>
                </a:lnTo>
                <a:lnTo>
                  <a:pt x="2163279" y="549238"/>
                </a:lnTo>
                <a:lnTo>
                  <a:pt x="2164926" y="550620"/>
                </a:lnTo>
                <a:lnTo>
                  <a:pt x="2166572" y="552003"/>
                </a:lnTo>
                <a:lnTo>
                  <a:pt x="2168218" y="553386"/>
                </a:lnTo>
                <a:lnTo>
                  <a:pt x="2169865" y="554769"/>
                </a:lnTo>
                <a:lnTo>
                  <a:pt x="2171511" y="556153"/>
                </a:lnTo>
                <a:lnTo>
                  <a:pt x="2173157" y="557537"/>
                </a:lnTo>
                <a:lnTo>
                  <a:pt x="2174804" y="558922"/>
                </a:lnTo>
                <a:lnTo>
                  <a:pt x="2176450" y="560306"/>
                </a:lnTo>
                <a:lnTo>
                  <a:pt x="2178096" y="561692"/>
                </a:lnTo>
                <a:lnTo>
                  <a:pt x="2179743" y="563077"/>
                </a:lnTo>
                <a:lnTo>
                  <a:pt x="2181389" y="564463"/>
                </a:lnTo>
                <a:lnTo>
                  <a:pt x="2183035" y="565849"/>
                </a:lnTo>
                <a:lnTo>
                  <a:pt x="2184682" y="567236"/>
                </a:lnTo>
                <a:lnTo>
                  <a:pt x="2186328" y="568623"/>
                </a:lnTo>
                <a:lnTo>
                  <a:pt x="2187974" y="570010"/>
                </a:lnTo>
                <a:lnTo>
                  <a:pt x="2189621" y="571398"/>
                </a:lnTo>
                <a:lnTo>
                  <a:pt x="2191267" y="572786"/>
                </a:lnTo>
                <a:lnTo>
                  <a:pt x="2192913" y="574174"/>
                </a:lnTo>
                <a:lnTo>
                  <a:pt x="2194560" y="575563"/>
                </a:lnTo>
                <a:lnTo>
                  <a:pt x="2196206" y="576952"/>
                </a:lnTo>
                <a:lnTo>
                  <a:pt x="2197852" y="578341"/>
                </a:lnTo>
                <a:lnTo>
                  <a:pt x="2199498" y="579731"/>
                </a:lnTo>
                <a:lnTo>
                  <a:pt x="2201145" y="581120"/>
                </a:lnTo>
                <a:lnTo>
                  <a:pt x="2202791" y="582511"/>
                </a:lnTo>
                <a:lnTo>
                  <a:pt x="2204437" y="583901"/>
                </a:lnTo>
                <a:lnTo>
                  <a:pt x="2206084" y="585292"/>
                </a:lnTo>
                <a:lnTo>
                  <a:pt x="2207730" y="586683"/>
                </a:lnTo>
                <a:lnTo>
                  <a:pt x="2209376" y="588074"/>
                </a:lnTo>
                <a:lnTo>
                  <a:pt x="2211023" y="589466"/>
                </a:lnTo>
                <a:lnTo>
                  <a:pt x="2212669" y="590858"/>
                </a:lnTo>
                <a:lnTo>
                  <a:pt x="2214315" y="592250"/>
                </a:lnTo>
                <a:lnTo>
                  <a:pt x="2215962" y="593642"/>
                </a:lnTo>
                <a:lnTo>
                  <a:pt x="2217608" y="595035"/>
                </a:lnTo>
                <a:lnTo>
                  <a:pt x="2219254" y="596428"/>
                </a:lnTo>
                <a:lnTo>
                  <a:pt x="2220901" y="597821"/>
                </a:lnTo>
                <a:lnTo>
                  <a:pt x="2222547" y="599215"/>
                </a:lnTo>
                <a:lnTo>
                  <a:pt x="2224193" y="600609"/>
                </a:lnTo>
                <a:lnTo>
                  <a:pt x="2225840" y="602003"/>
                </a:lnTo>
                <a:lnTo>
                  <a:pt x="2227486" y="603397"/>
                </a:lnTo>
                <a:lnTo>
                  <a:pt x="2229132" y="604791"/>
                </a:lnTo>
                <a:lnTo>
                  <a:pt x="2230779" y="606186"/>
                </a:lnTo>
                <a:lnTo>
                  <a:pt x="2232425" y="607581"/>
                </a:lnTo>
                <a:lnTo>
                  <a:pt x="2234071" y="608977"/>
                </a:lnTo>
                <a:lnTo>
                  <a:pt x="2235718" y="610372"/>
                </a:lnTo>
                <a:lnTo>
                  <a:pt x="2237364" y="611768"/>
                </a:lnTo>
                <a:lnTo>
                  <a:pt x="2239010" y="613164"/>
                </a:lnTo>
                <a:lnTo>
                  <a:pt x="2240657" y="614560"/>
                </a:lnTo>
                <a:lnTo>
                  <a:pt x="2242303" y="615956"/>
                </a:lnTo>
                <a:lnTo>
                  <a:pt x="2243949" y="617353"/>
                </a:lnTo>
                <a:lnTo>
                  <a:pt x="2245596" y="618750"/>
                </a:lnTo>
                <a:lnTo>
                  <a:pt x="2247242" y="620147"/>
                </a:lnTo>
                <a:lnTo>
                  <a:pt x="2248888" y="621544"/>
                </a:lnTo>
                <a:lnTo>
                  <a:pt x="2250535" y="622941"/>
                </a:lnTo>
                <a:lnTo>
                  <a:pt x="2252181" y="624339"/>
                </a:lnTo>
                <a:lnTo>
                  <a:pt x="2253827" y="625737"/>
                </a:lnTo>
                <a:lnTo>
                  <a:pt x="2255474" y="627135"/>
                </a:lnTo>
                <a:lnTo>
                  <a:pt x="2257120" y="628533"/>
                </a:lnTo>
                <a:lnTo>
                  <a:pt x="2258766" y="629932"/>
                </a:lnTo>
                <a:lnTo>
                  <a:pt x="2260413" y="631330"/>
                </a:lnTo>
                <a:lnTo>
                  <a:pt x="2262059" y="632729"/>
                </a:lnTo>
                <a:lnTo>
                  <a:pt x="2263705" y="634128"/>
                </a:lnTo>
                <a:lnTo>
                  <a:pt x="2265352" y="635527"/>
                </a:lnTo>
                <a:lnTo>
                  <a:pt x="2266998" y="636926"/>
                </a:lnTo>
                <a:lnTo>
                  <a:pt x="2268644" y="638326"/>
                </a:lnTo>
                <a:lnTo>
                  <a:pt x="2270291" y="639725"/>
                </a:lnTo>
                <a:lnTo>
                  <a:pt x="2271937" y="641125"/>
                </a:lnTo>
                <a:lnTo>
                  <a:pt x="2273583" y="642525"/>
                </a:lnTo>
                <a:lnTo>
                  <a:pt x="2275230" y="643925"/>
                </a:lnTo>
                <a:lnTo>
                  <a:pt x="2276876" y="645326"/>
                </a:lnTo>
                <a:lnTo>
                  <a:pt x="2278522" y="646726"/>
                </a:lnTo>
                <a:lnTo>
                  <a:pt x="2280169" y="648126"/>
                </a:lnTo>
                <a:lnTo>
                  <a:pt x="2281815" y="649527"/>
                </a:lnTo>
                <a:lnTo>
                  <a:pt x="2283461" y="650928"/>
                </a:lnTo>
                <a:lnTo>
                  <a:pt x="2285108" y="652329"/>
                </a:lnTo>
                <a:lnTo>
                  <a:pt x="2286754" y="653730"/>
                </a:lnTo>
                <a:lnTo>
                  <a:pt x="2288400" y="655131"/>
                </a:lnTo>
                <a:lnTo>
                  <a:pt x="2290047" y="656533"/>
                </a:lnTo>
                <a:lnTo>
                  <a:pt x="2291693" y="657934"/>
                </a:lnTo>
                <a:lnTo>
                  <a:pt x="2293339" y="659336"/>
                </a:lnTo>
                <a:lnTo>
                  <a:pt x="2294986" y="660738"/>
                </a:lnTo>
                <a:lnTo>
                  <a:pt x="2296632" y="662139"/>
                </a:lnTo>
                <a:lnTo>
                  <a:pt x="2298278" y="663541"/>
                </a:lnTo>
                <a:lnTo>
                  <a:pt x="2299925" y="664943"/>
                </a:lnTo>
                <a:lnTo>
                  <a:pt x="2301571" y="666346"/>
                </a:lnTo>
                <a:lnTo>
                  <a:pt x="2303217" y="667748"/>
                </a:lnTo>
                <a:lnTo>
                  <a:pt x="2304864" y="669150"/>
                </a:lnTo>
                <a:lnTo>
                  <a:pt x="2306510" y="670553"/>
                </a:lnTo>
                <a:lnTo>
                  <a:pt x="2308156" y="671955"/>
                </a:lnTo>
                <a:lnTo>
                  <a:pt x="2309803" y="673358"/>
                </a:lnTo>
                <a:lnTo>
                  <a:pt x="2311449" y="674761"/>
                </a:lnTo>
                <a:lnTo>
                  <a:pt x="2313095" y="676164"/>
                </a:lnTo>
                <a:lnTo>
                  <a:pt x="2314742" y="677567"/>
                </a:lnTo>
                <a:lnTo>
                  <a:pt x="2316388" y="678970"/>
                </a:lnTo>
                <a:lnTo>
                  <a:pt x="2318034" y="680373"/>
                </a:lnTo>
                <a:lnTo>
                  <a:pt x="2319681" y="681776"/>
                </a:lnTo>
                <a:lnTo>
                  <a:pt x="2321327" y="683179"/>
                </a:lnTo>
                <a:lnTo>
                  <a:pt x="2322973" y="684582"/>
                </a:lnTo>
                <a:lnTo>
                  <a:pt x="2324620" y="685986"/>
                </a:lnTo>
                <a:lnTo>
                  <a:pt x="2326266" y="687389"/>
                </a:lnTo>
                <a:lnTo>
                  <a:pt x="2327912" y="688792"/>
                </a:lnTo>
                <a:lnTo>
                  <a:pt x="2329559" y="690196"/>
                </a:lnTo>
                <a:lnTo>
                  <a:pt x="2331205" y="691600"/>
                </a:lnTo>
                <a:lnTo>
                  <a:pt x="2332851" y="693003"/>
                </a:lnTo>
                <a:lnTo>
                  <a:pt x="2334498" y="694407"/>
                </a:lnTo>
                <a:lnTo>
                  <a:pt x="2336144" y="695811"/>
                </a:lnTo>
                <a:lnTo>
                  <a:pt x="2337790" y="697214"/>
                </a:lnTo>
                <a:lnTo>
                  <a:pt x="2339437" y="698618"/>
                </a:lnTo>
                <a:lnTo>
                  <a:pt x="2341083" y="700022"/>
                </a:lnTo>
                <a:lnTo>
                  <a:pt x="2342729" y="701426"/>
                </a:lnTo>
                <a:lnTo>
                  <a:pt x="2344376" y="702830"/>
                </a:lnTo>
                <a:lnTo>
                  <a:pt x="2346022" y="704234"/>
                </a:lnTo>
                <a:lnTo>
                  <a:pt x="2347668" y="705637"/>
                </a:lnTo>
                <a:lnTo>
                  <a:pt x="2349315" y="707041"/>
                </a:lnTo>
                <a:lnTo>
                  <a:pt x="2350961" y="708445"/>
                </a:lnTo>
                <a:lnTo>
                  <a:pt x="2352607" y="709849"/>
                </a:lnTo>
                <a:lnTo>
                  <a:pt x="2354254" y="711253"/>
                </a:lnTo>
                <a:lnTo>
                  <a:pt x="2355900" y="712657"/>
                </a:lnTo>
                <a:lnTo>
                  <a:pt x="2357546" y="714061"/>
                </a:lnTo>
                <a:lnTo>
                  <a:pt x="2359193" y="715465"/>
                </a:lnTo>
                <a:lnTo>
                  <a:pt x="2360839" y="716869"/>
                </a:lnTo>
                <a:lnTo>
                  <a:pt x="2362485" y="718273"/>
                </a:lnTo>
                <a:lnTo>
                  <a:pt x="2364132" y="719678"/>
                </a:lnTo>
                <a:lnTo>
                  <a:pt x="2365778" y="721082"/>
                </a:lnTo>
                <a:lnTo>
                  <a:pt x="2367424" y="722486"/>
                </a:lnTo>
                <a:lnTo>
                  <a:pt x="2369071" y="723889"/>
                </a:lnTo>
                <a:lnTo>
                  <a:pt x="2370717" y="725293"/>
                </a:lnTo>
                <a:lnTo>
                  <a:pt x="2372363" y="726697"/>
                </a:lnTo>
                <a:lnTo>
                  <a:pt x="2374010" y="728101"/>
                </a:lnTo>
                <a:lnTo>
                  <a:pt x="2375656" y="729505"/>
                </a:lnTo>
                <a:lnTo>
                  <a:pt x="2377302" y="730909"/>
                </a:lnTo>
                <a:lnTo>
                  <a:pt x="2378949" y="732313"/>
                </a:lnTo>
                <a:lnTo>
                  <a:pt x="2380595" y="733717"/>
                </a:lnTo>
                <a:lnTo>
                  <a:pt x="2382241" y="735121"/>
                </a:lnTo>
                <a:lnTo>
                  <a:pt x="2383888" y="736524"/>
                </a:lnTo>
                <a:lnTo>
                  <a:pt x="2385534" y="737928"/>
                </a:lnTo>
                <a:lnTo>
                  <a:pt x="2387180" y="739332"/>
                </a:lnTo>
                <a:lnTo>
                  <a:pt x="2388827" y="740735"/>
                </a:lnTo>
                <a:lnTo>
                  <a:pt x="2390473" y="742139"/>
                </a:lnTo>
                <a:lnTo>
                  <a:pt x="2392119" y="743542"/>
                </a:lnTo>
                <a:lnTo>
                  <a:pt x="2393766" y="744946"/>
                </a:lnTo>
                <a:lnTo>
                  <a:pt x="2395412" y="746349"/>
                </a:lnTo>
                <a:lnTo>
                  <a:pt x="2397058" y="747753"/>
                </a:lnTo>
                <a:lnTo>
                  <a:pt x="2398705" y="749156"/>
                </a:lnTo>
                <a:lnTo>
                  <a:pt x="2400351" y="750559"/>
                </a:lnTo>
                <a:lnTo>
                  <a:pt x="2401997" y="751962"/>
                </a:lnTo>
                <a:lnTo>
                  <a:pt x="2403644" y="753365"/>
                </a:lnTo>
                <a:lnTo>
                  <a:pt x="2405290" y="754768"/>
                </a:lnTo>
                <a:lnTo>
                  <a:pt x="2406936" y="756171"/>
                </a:lnTo>
                <a:lnTo>
                  <a:pt x="2408583" y="757574"/>
                </a:lnTo>
                <a:lnTo>
                  <a:pt x="2410229" y="758977"/>
                </a:lnTo>
                <a:lnTo>
                  <a:pt x="2411875" y="760380"/>
                </a:lnTo>
                <a:lnTo>
                  <a:pt x="2413522" y="761782"/>
                </a:lnTo>
                <a:lnTo>
                  <a:pt x="2415168" y="763185"/>
                </a:lnTo>
                <a:lnTo>
                  <a:pt x="2416814" y="764587"/>
                </a:lnTo>
                <a:lnTo>
                  <a:pt x="2418461" y="765990"/>
                </a:lnTo>
                <a:lnTo>
                  <a:pt x="2420107" y="767392"/>
                </a:lnTo>
                <a:lnTo>
                  <a:pt x="2421753" y="768794"/>
                </a:lnTo>
                <a:lnTo>
                  <a:pt x="2423400" y="770196"/>
                </a:lnTo>
                <a:lnTo>
                  <a:pt x="2425046" y="771598"/>
                </a:lnTo>
                <a:lnTo>
                  <a:pt x="2426692" y="773000"/>
                </a:lnTo>
                <a:lnTo>
                  <a:pt x="2428339" y="774402"/>
                </a:lnTo>
                <a:lnTo>
                  <a:pt x="2429985" y="775803"/>
                </a:lnTo>
                <a:lnTo>
                  <a:pt x="2431631" y="777205"/>
                </a:lnTo>
                <a:lnTo>
                  <a:pt x="2433278" y="778606"/>
                </a:lnTo>
                <a:lnTo>
                  <a:pt x="2434924" y="780007"/>
                </a:lnTo>
                <a:lnTo>
                  <a:pt x="2436570" y="781409"/>
                </a:lnTo>
                <a:lnTo>
                  <a:pt x="2438217" y="782810"/>
                </a:lnTo>
                <a:lnTo>
                  <a:pt x="2439863" y="784210"/>
                </a:lnTo>
                <a:lnTo>
                  <a:pt x="2441509" y="785611"/>
                </a:lnTo>
                <a:lnTo>
                  <a:pt x="2443156" y="787012"/>
                </a:lnTo>
                <a:lnTo>
                  <a:pt x="2444802" y="788412"/>
                </a:lnTo>
                <a:lnTo>
                  <a:pt x="2446448" y="789813"/>
                </a:lnTo>
                <a:lnTo>
                  <a:pt x="2448095" y="791213"/>
                </a:lnTo>
                <a:lnTo>
                  <a:pt x="2449741" y="792613"/>
                </a:lnTo>
                <a:lnTo>
                  <a:pt x="2451387" y="794013"/>
                </a:lnTo>
                <a:lnTo>
                  <a:pt x="2453034" y="795413"/>
                </a:lnTo>
                <a:lnTo>
                  <a:pt x="2454680" y="796813"/>
                </a:lnTo>
                <a:lnTo>
                  <a:pt x="2456326" y="798212"/>
                </a:lnTo>
                <a:lnTo>
                  <a:pt x="2457973" y="799611"/>
                </a:lnTo>
                <a:lnTo>
                  <a:pt x="2459619" y="801011"/>
                </a:lnTo>
                <a:lnTo>
                  <a:pt x="2461265" y="802410"/>
                </a:lnTo>
                <a:lnTo>
                  <a:pt x="2462912" y="803809"/>
                </a:lnTo>
                <a:lnTo>
                  <a:pt x="2464558" y="805207"/>
                </a:lnTo>
                <a:lnTo>
                  <a:pt x="2466204" y="806606"/>
                </a:lnTo>
                <a:lnTo>
                  <a:pt x="2467851" y="808004"/>
                </a:lnTo>
                <a:lnTo>
                  <a:pt x="2469497" y="809403"/>
                </a:lnTo>
                <a:lnTo>
                  <a:pt x="2471143" y="810801"/>
                </a:lnTo>
                <a:lnTo>
                  <a:pt x="2472790" y="812198"/>
                </a:lnTo>
                <a:lnTo>
                  <a:pt x="2474436" y="813596"/>
                </a:lnTo>
                <a:lnTo>
                  <a:pt x="2476082" y="814994"/>
                </a:lnTo>
                <a:lnTo>
                  <a:pt x="2477729" y="816391"/>
                </a:lnTo>
                <a:lnTo>
                  <a:pt x="2479375" y="817788"/>
                </a:lnTo>
                <a:lnTo>
                  <a:pt x="2481021" y="819185"/>
                </a:lnTo>
                <a:lnTo>
                  <a:pt x="2482668" y="820582"/>
                </a:lnTo>
                <a:lnTo>
                  <a:pt x="2484314" y="821979"/>
                </a:lnTo>
                <a:lnTo>
                  <a:pt x="2485960" y="823375"/>
                </a:lnTo>
                <a:lnTo>
                  <a:pt x="2487607" y="824771"/>
                </a:lnTo>
                <a:lnTo>
                  <a:pt x="2489253" y="826167"/>
                </a:lnTo>
                <a:lnTo>
                  <a:pt x="2490899" y="827563"/>
                </a:lnTo>
                <a:lnTo>
                  <a:pt x="2492546" y="828959"/>
                </a:lnTo>
                <a:lnTo>
                  <a:pt x="2494192" y="830354"/>
                </a:lnTo>
                <a:lnTo>
                  <a:pt x="2495838" y="831749"/>
                </a:lnTo>
                <a:lnTo>
                  <a:pt x="2497485" y="833144"/>
                </a:lnTo>
                <a:lnTo>
                  <a:pt x="2499131" y="834539"/>
                </a:lnTo>
                <a:lnTo>
                  <a:pt x="2500777" y="835934"/>
                </a:lnTo>
                <a:lnTo>
                  <a:pt x="2502424" y="837328"/>
                </a:lnTo>
                <a:lnTo>
                  <a:pt x="2504070" y="838722"/>
                </a:lnTo>
                <a:lnTo>
                  <a:pt x="2505716" y="840116"/>
                </a:lnTo>
                <a:lnTo>
                  <a:pt x="2507363" y="841510"/>
                </a:lnTo>
                <a:lnTo>
                  <a:pt x="2509009" y="842903"/>
                </a:lnTo>
                <a:lnTo>
                  <a:pt x="2510655" y="844296"/>
                </a:lnTo>
                <a:lnTo>
                  <a:pt x="2512301" y="845689"/>
                </a:lnTo>
                <a:lnTo>
                  <a:pt x="2513948" y="847082"/>
                </a:lnTo>
                <a:lnTo>
                  <a:pt x="2515594" y="848475"/>
                </a:lnTo>
                <a:lnTo>
                  <a:pt x="2517240" y="849867"/>
                </a:lnTo>
                <a:lnTo>
                  <a:pt x="2518887" y="851259"/>
                </a:lnTo>
                <a:lnTo>
                  <a:pt x="2520533" y="852651"/>
                </a:lnTo>
                <a:lnTo>
                  <a:pt x="2522179" y="854042"/>
                </a:lnTo>
                <a:lnTo>
                  <a:pt x="2523826" y="855434"/>
                </a:lnTo>
                <a:lnTo>
                  <a:pt x="2525472" y="856825"/>
                </a:lnTo>
                <a:lnTo>
                  <a:pt x="2527118" y="858216"/>
                </a:lnTo>
                <a:lnTo>
                  <a:pt x="2528765" y="859606"/>
                </a:lnTo>
                <a:lnTo>
                  <a:pt x="2530411" y="860997"/>
                </a:lnTo>
                <a:lnTo>
                  <a:pt x="2532057" y="862387"/>
                </a:lnTo>
                <a:lnTo>
                  <a:pt x="2533704" y="863776"/>
                </a:lnTo>
                <a:lnTo>
                  <a:pt x="2535350" y="865166"/>
                </a:lnTo>
                <a:lnTo>
                  <a:pt x="2536996" y="866555"/>
                </a:lnTo>
                <a:lnTo>
                  <a:pt x="2538643" y="867944"/>
                </a:lnTo>
                <a:lnTo>
                  <a:pt x="2540289" y="869333"/>
                </a:lnTo>
                <a:lnTo>
                  <a:pt x="2541935" y="870722"/>
                </a:lnTo>
                <a:lnTo>
                  <a:pt x="2543582" y="872110"/>
                </a:lnTo>
                <a:lnTo>
                  <a:pt x="2545228" y="873498"/>
                </a:lnTo>
                <a:lnTo>
                  <a:pt x="2546874" y="874885"/>
                </a:lnTo>
                <a:lnTo>
                  <a:pt x="2548521" y="876273"/>
                </a:lnTo>
                <a:lnTo>
                  <a:pt x="2550167" y="877660"/>
                </a:lnTo>
                <a:lnTo>
                  <a:pt x="2551813" y="879047"/>
                </a:lnTo>
                <a:lnTo>
                  <a:pt x="2553460" y="880433"/>
                </a:lnTo>
                <a:lnTo>
                  <a:pt x="2555106" y="881820"/>
                </a:lnTo>
                <a:lnTo>
                  <a:pt x="2556752" y="883206"/>
                </a:lnTo>
                <a:lnTo>
                  <a:pt x="2558399" y="884591"/>
                </a:lnTo>
                <a:lnTo>
                  <a:pt x="2560045" y="885977"/>
                </a:lnTo>
                <a:lnTo>
                  <a:pt x="2561691" y="887362"/>
                </a:lnTo>
                <a:lnTo>
                  <a:pt x="2563338" y="888747"/>
                </a:lnTo>
                <a:lnTo>
                  <a:pt x="2564984" y="890131"/>
                </a:lnTo>
                <a:lnTo>
                  <a:pt x="2566630" y="891515"/>
                </a:lnTo>
                <a:lnTo>
                  <a:pt x="2568277" y="892899"/>
                </a:lnTo>
                <a:lnTo>
                  <a:pt x="2569923" y="894283"/>
                </a:lnTo>
                <a:lnTo>
                  <a:pt x="2571569" y="895666"/>
                </a:lnTo>
                <a:lnTo>
                  <a:pt x="2573216" y="897049"/>
                </a:lnTo>
                <a:lnTo>
                  <a:pt x="2574862" y="898432"/>
                </a:lnTo>
                <a:lnTo>
                  <a:pt x="2576508" y="899814"/>
                </a:lnTo>
                <a:lnTo>
                  <a:pt x="2578155" y="901196"/>
                </a:lnTo>
                <a:lnTo>
                  <a:pt x="2579801" y="902578"/>
                </a:lnTo>
                <a:lnTo>
                  <a:pt x="2581447" y="903959"/>
                </a:lnTo>
                <a:lnTo>
                  <a:pt x="2583094" y="905340"/>
                </a:lnTo>
                <a:lnTo>
                  <a:pt x="2584740" y="906721"/>
                </a:lnTo>
                <a:lnTo>
                  <a:pt x="2586386" y="908101"/>
                </a:lnTo>
                <a:lnTo>
                  <a:pt x="2588033" y="909482"/>
                </a:lnTo>
                <a:lnTo>
                  <a:pt x="2589679" y="910861"/>
                </a:lnTo>
                <a:lnTo>
                  <a:pt x="2591325" y="912241"/>
                </a:lnTo>
                <a:lnTo>
                  <a:pt x="2592972" y="913620"/>
                </a:lnTo>
                <a:lnTo>
                  <a:pt x="2594618" y="914999"/>
                </a:lnTo>
                <a:lnTo>
                  <a:pt x="2596264" y="916377"/>
                </a:lnTo>
                <a:lnTo>
                  <a:pt x="2597911" y="917755"/>
                </a:lnTo>
                <a:lnTo>
                  <a:pt x="2599557" y="919133"/>
                </a:lnTo>
                <a:lnTo>
                  <a:pt x="2601203" y="920510"/>
                </a:lnTo>
                <a:lnTo>
                  <a:pt x="2602850" y="921887"/>
                </a:lnTo>
                <a:lnTo>
                  <a:pt x="2604496" y="923264"/>
                </a:lnTo>
                <a:lnTo>
                  <a:pt x="2606142" y="924641"/>
                </a:lnTo>
                <a:lnTo>
                  <a:pt x="2607789" y="926017"/>
                </a:lnTo>
                <a:lnTo>
                  <a:pt x="2609435" y="927392"/>
                </a:lnTo>
                <a:lnTo>
                  <a:pt x="2611081" y="928768"/>
                </a:lnTo>
                <a:lnTo>
                  <a:pt x="2612728" y="930143"/>
                </a:lnTo>
                <a:lnTo>
                  <a:pt x="2614374" y="931517"/>
                </a:lnTo>
                <a:lnTo>
                  <a:pt x="2616020" y="932891"/>
                </a:lnTo>
                <a:lnTo>
                  <a:pt x="2617667" y="934265"/>
                </a:lnTo>
                <a:lnTo>
                  <a:pt x="2619313" y="935639"/>
                </a:lnTo>
                <a:lnTo>
                  <a:pt x="2620959" y="937012"/>
                </a:lnTo>
                <a:lnTo>
                  <a:pt x="2622606" y="938385"/>
                </a:lnTo>
                <a:lnTo>
                  <a:pt x="2624252" y="939757"/>
                </a:lnTo>
                <a:lnTo>
                  <a:pt x="2625898" y="941129"/>
                </a:lnTo>
                <a:lnTo>
                  <a:pt x="2627545" y="942501"/>
                </a:lnTo>
                <a:lnTo>
                  <a:pt x="2629191" y="943872"/>
                </a:lnTo>
                <a:lnTo>
                  <a:pt x="2630837" y="945243"/>
                </a:lnTo>
                <a:lnTo>
                  <a:pt x="2632484" y="946614"/>
                </a:lnTo>
                <a:lnTo>
                  <a:pt x="2634130" y="947984"/>
                </a:lnTo>
                <a:lnTo>
                  <a:pt x="2635776" y="949353"/>
                </a:lnTo>
                <a:lnTo>
                  <a:pt x="2637423" y="950723"/>
                </a:lnTo>
                <a:lnTo>
                  <a:pt x="2639069" y="952092"/>
                </a:lnTo>
                <a:lnTo>
                  <a:pt x="2640715" y="953460"/>
                </a:lnTo>
                <a:lnTo>
                  <a:pt x="2642362" y="954829"/>
                </a:lnTo>
                <a:lnTo>
                  <a:pt x="2644008" y="956196"/>
                </a:lnTo>
                <a:lnTo>
                  <a:pt x="2645654" y="957564"/>
                </a:lnTo>
                <a:lnTo>
                  <a:pt x="2647301" y="958931"/>
                </a:lnTo>
                <a:lnTo>
                  <a:pt x="2648947" y="960297"/>
                </a:lnTo>
                <a:lnTo>
                  <a:pt x="2650593" y="961664"/>
                </a:lnTo>
                <a:lnTo>
                  <a:pt x="2652240" y="963030"/>
                </a:lnTo>
                <a:lnTo>
                  <a:pt x="2653886" y="964395"/>
                </a:lnTo>
                <a:lnTo>
                  <a:pt x="2655532" y="965760"/>
                </a:lnTo>
                <a:lnTo>
                  <a:pt x="2657179" y="967125"/>
                </a:lnTo>
                <a:lnTo>
                  <a:pt x="2658825" y="968489"/>
                </a:lnTo>
                <a:lnTo>
                  <a:pt x="2660471" y="969853"/>
                </a:lnTo>
                <a:lnTo>
                  <a:pt x="2662118" y="971216"/>
                </a:lnTo>
                <a:lnTo>
                  <a:pt x="2663764" y="972579"/>
                </a:lnTo>
                <a:lnTo>
                  <a:pt x="2665410" y="973941"/>
                </a:lnTo>
                <a:lnTo>
                  <a:pt x="2667057" y="975303"/>
                </a:lnTo>
                <a:lnTo>
                  <a:pt x="2668703" y="976665"/>
                </a:lnTo>
                <a:lnTo>
                  <a:pt x="2670349" y="978026"/>
                </a:lnTo>
                <a:lnTo>
                  <a:pt x="2671996" y="979387"/>
                </a:lnTo>
                <a:lnTo>
                  <a:pt x="2673642" y="980748"/>
                </a:lnTo>
                <a:lnTo>
                  <a:pt x="2675288" y="982108"/>
                </a:lnTo>
                <a:lnTo>
                  <a:pt x="2676935" y="983467"/>
                </a:lnTo>
                <a:lnTo>
                  <a:pt x="2678581" y="984826"/>
                </a:lnTo>
                <a:lnTo>
                  <a:pt x="2680227" y="986185"/>
                </a:lnTo>
                <a:lnTo>
                  <a:pt x="2681874" y="987543"/>
                </a:lnTo>
                <a:lnTo>
                  <a:pt x="2683520" y="988901"/>
                </a:lnTo>
                <a:lnTo>
                  <a:pt x="2685166" y="990259"/>
                </a:lnTo>
                <a:lnTo>
                  <a:pt x="2686813" y="991616"/>
                </a:lnTo>
                <a:lnTo>
                  <a:pt x="2688459" y="992972"/>
                </a:lnTo>
                <a:lnTo>
                  <a:pt x="2690105" y="994328"/>
                </a:lnTo>
                <a:lnTo>
                  <a:pt x="2691752" y="995684"/>
                </a:lnTo>
                <a:lnTo>
                  <a:pt x="2693398" y="997039"/>
                </a:lnTo>
                <a:lnTo>
                  <a:pt x="2695044" y="998394"/>
                </a:lnTo>
                <a:lnTo>
                  <a:pt x="2696691" y="999748"/>
                </a:lnTo>
                <a:lnTo>
                  <a:pt x="2698337" y="1001102"/>
                </a:lnTo>
                <a:lnTo>
                  <a:pt x="2699983" y="1002455"/>
                </a:lnTo>
                <a:lnTo>
                  <a:pt x="2701630" y="1003808"/>
                </a:lnTo>
                <a:lnTo>
                  <a:pt x="2703276" y="1005161"/>
                </a:lnTo>
                <a:lnTo>
                  <a:pt x="2704922" y="1006513"/>
                </a:lnTo>
                <a:lnTo>
                  <a:pt x="2706569" y="1007864"/>
                </a:lnTo>
                <a:lnTo>
                  <a:pt x="2708215" y="1009215"/>
                </a:lnTo>
                <a:lnTo>
                  <a:pt x="2709861" y="1010566"/>
                </a:lnTo>
                <a:lnTo>
                  <a:pt x="2711508" y="1011916"/>
                </a:lnTo>
                <a:lnTo>
                  <a:pt x="2713154" y="1013266"/>
                </a:lnTo>
                <a:lnTo>
                  <a:pt x="2714800" y="1014615"/>
                </a:lnTo>
                <a:lnTo>
                  <a:pt x="2716447" y="1015964"/>
                </a:lnTo>
                <a:lnTo>
                  <a:pt x="2718093" y="1017312"/>
                </a:lnTo>
                <a:lnTo>
                  <a:pt x="2719739" y="1018660"/>
                </a:lnTo>
                <a:lnTo>
                  <a:pt x="2721386" y="1020007"/>
                </a:lnTo>
                <a:lnTo>
                  <a:pt x="2723032" y="1021354"/>
                </a:lnTo>
                <a:lnTo>
                  <a:pt x="2724678" y="1022700"/>
                </a:lnTo>
                <a:lnTo>
                  <a:pt x="2726325" y="1024046"/>
                </a:lnTo>
                <a:lnTo>
                  <a:pt x="2727971" y="1025391"/>
                </a:lnTo>
                <a:lnTo>
                  <a:pt x="2729617" y="1026736"/>
                </a:lnTo>
                <a:lnTo>
                  <a:pt x="2731264" y="1028081"/>
                </a:lnTo>
                <a:lnTo>
                  <a:pt x="2732910" y="1029425"/>
                </a:lnTo>
                <a:lnTo>
                  <a:pt x="2734556" y="1030768"/>
                </a:lnTo>
                <a:lnTo>
                  <a:pt x="2736203" y="1032111"/>
                </a:lnTo>
                <a:lnTo>
                  <a:pt x="2737849" y="1033454"/>
                </a:lnTo>
                <a:lnTo>
                  <a:pt x="2739495" y="1034796"/>
                </a:lnTo>
                <a:lnTo>
                  <a:pt x="2741142" y="1036137"/>
                </a:lnTo>
                <a:lnTo>
                  <a:pt x="2742788" y="1037478"/>
                </a:lnTo>
                <a:lnTo>
                  <a:pt x="2744434" y="1038819"/>
                </a:lnTo>
                <a:lnTo>
                  <a:pt x="2746081" y="1040159"/>
                </a:lnTo>
                <a:lnTo>
                  <a:pt x="2747727" y="1041498"/>
                </a:lnTo>
                <a:lnTo>
                  <a:pt x="2749373" y="1042837"/>
                </a:lnTo>
                <a:lnTo>
                  <a:pt x="2751020" y="1044175"/>
                </a:lnTo>
                <a:lnTo>
                  <a:pt x="2752666" y="1045513"/>
                </a:lnTo>
                <a:lnTo>
                  <a:pt x="2754312" y="1046851"/>
                </a:lnTo>
                <a:lnTo>
                  <a:pt x="2755959" y="1048188"/>
                </a:lnTo>
                <a:lnTo>
                  <a:pt x="2757605" y="1049524"/>
                </a:lnTo>
                <a:lnTo>
                  <a:pt x="2759251" y="1050860"/>
                </a:lnTo>
                <a:lnTo>
                  <a:pt x="2760898" y="1052196"/>
                </a:lnTo>
                <a:lnTo>
                  <a:pt x="2762544" y="1053530"/>
                </a:lnTo>
                <a:lnTo>
                  <a:pt x="2764190" y="1054865"/>
                </a:lnTo>
                <a:lnTo>
                  <a:pt x="2765837" y="1056199"/>
                </a:lnTo>
                <a:lnTo>
                  <a:pt x="2767483" y="1057532"/>
                </a:lnTo>
                <a:lnTo>
                  <a:pt x="2769129" y="1058865"/>
                </a:lnTo>
                <a:lnTo>
                  <a:pt x="2770776" y="1060197"/>
                </a:lnTo>
                <a:lnTo>
                  <a:pt x="2772422" y="1061529"/>
                </a:lnTo>
                <a:lnTo>
                  <a:pt x="2774068" y="1062860"/>
                </a:lnTo>
                <a:lnTo>
                  <a:pt x="2775715" y="1064191"/>
                </a:lnTo>
                <a:lnTo>
                  <a:pt x="2777361" y="1065521"/>
                </a:lnTo>
                <a:lnTo>
                  <a:pt x="2779007" y="1066851"/>
                </a:lnTo>
                <a:lnTo>
                  <a:pt x="2780654" y="1068180"/>
                </a:lnTo>
                <a:lnTo>
                  <a:pt x="2782300" y="1069508"/>
                </a:lnTo>
                <a:lnTo>
                  <a:pt x="2783946" y="1070836"/>
                </a:lnTo>
                <a:lnTo>
                  <a:pt x="2785593" y="1072164"/>
                </a:lnTo>
                <a:lnTo>
                  <a:pt x="2787239" y="1073491"/>
                </a:lnTo>
                <a:lnTo>
                  <a:pt x="2788885" y="1074817"/>
                </a:lnTo>
                <a:lnTo>
                  <a:pt x="2790532" y="1076143"/>
                </a:lnTo>
                <a:lnTo>
                  <a:pt x="2792178" y="1077468"/>
                </a:lnTo>
                <a:lnTo>
                  <a:pt x="2793824" y="1078793"/>
                </a:lnTo>
                <a:lnTo>
                  <a:pt x="2795471" y="1080118"/>
                </a:lnTo>
                <a:lnTo>
                  <a:pt x="2797117" y="1081441"/>
                </a:lnTo>
                <a:lnTo>
                  <a:pt x="2798763" y="1082764"/>
                </a:lnTo>
                <a:lnTo>
                  <a:pt x="2800410" y="1084087"/>
                </a:lnTo>
                <a:lnTo>
                  <a:pt x="2802056" y="1085409"/>
                </a:lnTo>
                <a:lnTo>
                  <a:pt x="2803702" y="1086730"/>
                </a:lnTo>
                <a:lnTo>
                  <a:pt x="2805349" y="1088051"/>
                </a:lnTo>
                <a:lnTo>
                  <a:pt x="2806995" y="1089372"/>
                </a:lnTo>
                <a:lnTo>
                  <a:pt x="2808641" y="1090692"/>
                </a:lnTo>
                <a:lnTo>
                  <a:pt x="2810288" y="1092011"/>
                </a:lnTo>
                <a:lnTo>
                  <a:pt x="2811934" y="1093330"/>
                </a:lnTo>
                <a:lnTo>
                  <a:pt x="2813580" y="1094648"/>
                </a:lnTo>
                <a:lnTo>
                  <a:pt x="2815227" y="1095965"/>
                </a:lnTo>
                <a:lnTo>
                  <a:pt x="2816873" y="1097282"/>
                </a:lnTo>
                <a:lnTo>
                  <a:pt x="2818519" y="1098599"/>
                </a:lnTo>
                <a:lnTo>
                  <a:pt x="2820166" y="1099914"/>
                </a:lnTo>
                <a:lnTo>
                  <a:pt x="2821812" y="1101230"/>
                </a:lnTo>
                <a:lnTo>
                  <a:pt x="2823458" y="1102544"/>
                </a:lnTo>
                <a:lnTo>
                  <a:pt x="2825104" y="1103859"/>
                </a:lnTo>
                <a:lnTo>
                  <a:pt x="2826751" y="1105172"/>
                </a:lnTo>
                <a:lnTo>
                  <a:pt x="2828397" y="1106485"/>
                </a:lnTo>
                <a:lnTo>
                  <a:pt x="2830043" y="1107798"/>
                </a:lnTo>
                <a:lnTo>
                  <a:pt x="2831690" y="1109109"/>
                </a:lnTo>
                <a:lnTo>
                  <a:pt x="2833336" y="1110421"/>
                </a:lnTo>
                <a:lnTo>
                  <a:pt x="2834982" y="1111731"/>
                </a:lnTo>
                <a:lnTo>
                  <a:pt x="2836629" y="1113041"/>
                </a:lnTo>
                <a:lnTo>
                  <a:pt x="2838275" y="1114351"/>
                </a:lnTo>
                <a:lnTo>
                  <a:pt x="2839921" y="1115660"/>
                </a:lnTo>
                <a:lnTo>
                  <a:pt x="2841568" y="1116968"/>
                </a:lnTo>
                <a:lnTo>
                  <a:pt x="2843214" y="1118276"/>
                </a:lnTo>
                <a:lnTo>
                  <a:pt x="2844860" y="1119583"/>
                </a:lnTo>
                <a:lnTo>
                  <a:pt x="2846507" y="1120890"/>
                </a:lnTo>
                <a:lnTo>
                  <a:pt x="2848153" y="1122196"/>
                </a:lnTo>
                <a:lnTo>
                  <a:pt x="2849799" y="1123501"/>
                </a:lnTo>
                <a:lnTo>
                  <a:pt x="2851446" y="1124806"/>
                </a:lnTo>
                <a:lnTo>
                  <a:pt x="2853092" y="1126110"/>
                </a:lnTo>
                <a:lnTo>
                  <a:pt x="2854738" y="1127413"/>
                </a:lnTo>
                <a:lnTo>
                  <a:pt x="2856385" y="1128716"/>
                </a:lnTo>
                <a:lnTo>
                  <a:pt x="2858031" y="1130019"/>
                </a:lnTo>
                <a:lnTo>
                  <a:pt x="2859677" y="1131321"/>
                </a:lnTo>
                <a:lnTo>
                  <a:pt x="2861324" y="1132622"/>
                </a:lnTo>
                <a:lnTo>
                  <a:pt x="2862970" y="1133922"/>
                </a:lnTo>
                <a:lnTo>
                  <a:pt x="2864616" y="1135222"/>
                </a:lnTo>
                <a:lnTo>
                  <a:pt x="2866263" y="1136522"/>
                </a:lnTo>
                <a:lnTo>
                  <a:pt x="2867909" y="1137820"/>
                </a:lnTo>
                <a:lnTo>
                  <a:pt x="2869555" y="1139118"/>
                </a:lnTo>
                <a:lnTo>
                  <a:pt x="2871202" y="1140416"/>
                </a:lnTo>
                <a:lnTo>
                  <a:pt x="2872848" y="1141713"/>
                </a:lnTo>
                <a:lnTo>
                  <a:pt x="2874494" y="1143009"/>
                </a:lnTo>
                <a:lnTo>
                  <a:pt x="2876141" y="1144305"/>
                </a:lnTo>
                <a:lnTo>
                  <a:pt x="2877787" y="1145600"/>
                </a:lnTo>
                <a:lnTo>
                  <a:pt x="2879433" y="1146894"/>
                </a:lnTo>
                <a:lnTo>
                  <a:pt x="2881080" y="1148188"/>
                </a:lnTo>
                <a:lnTo>
                  <a:pt x="2882726" y="1149481"/>
                </a:lnTo>
                <a:lnTo>
                  <a:pt x="2884372" y="1150774"/>
                </a:lnTo>
                <a:lnTo>
                  <a:pt x="2886019" y="1152066"/>
                </a:lnTo>
                <a:lnTo>
                  <a:pt x="2887665" y="1153357"/>
                </a:lnTo>
                <a:lnTo>
                  <a:pt x="2889311" y="1154648"/>
                </a:lnTo>
                <a:lnTo>
                  <a:pt x="2890958" y="1155938"/>
                </a:lnTo>
                <a:lnTo>
                  <a:pt x="2892604" y="1157227"/>
                </a:lnTo>
                <a:lnTo>
                  <a:pt x="2894250" y="1158516"/>
                </a:lnTo>
                <a:lnTo>
                  <a:pt x="2895897" y="1159804"/>
                </a:lnTo>
                <a:lnTo>
                  <a:pt x="2897543" y="1161092"/>
                </a:lnTo>
                <a:lnTo>
                  <a:pt x="2899189" y="1162379"/>
                </a:lnTo>
                <a:lnTo>
                  <a:pt x="2900836" y="1163665"/>
                </a:lnTo>
                <a:lnTo>
                  <a:pt x="2902482" y="1164950"/>
                </a:lnTo>
                <a:lnTo>
                  <a:pt x="2904128" y="1166235"/>
                </a:lnTo>
                <a:lnTo>
                  <a:pt x="2905775" y="1167520"/>
                </a:lnTo>
                <a:lnTo>
                  <a:pt x="2907421" y="1168803"/>
                </a:lnTo>
                <a:lnTo>
                  <a:pt x="2909067" y="1170086"/>
                </a:lnTo>
                <a:lnTo>
                  <a:pt x="2910714" y="1171369"/>
                </a:lnTo>
                <a:lnTo>
                  <a:pt x="2912360" y="1172651"/>
                </a:lnTo>
                <a:lnTo>
                  <a:pt x="2914006" y="1173932"/>
                </a:lnTo>
                <a:lnTo>
                  <a:pt x="2915653" y="1175212"/>
                </a:lnTo>
                <a:lnTo>
                  <a:pt x="2917299" y="1176492"/>
                </a:lnTo>
                <a:lnTo>
                  <a:pt x="2918945" y="1177771"/>
                </a:lnTo>
                <a:lnTo>
                  <a:pt x="2920592" y="1179050"/>
                </a:lnTo>
                <a:lnTo>
                  <a:pt x="2922238" y="1180328"/>
                </a:lnTo>
                <a:lnTo>
                  <a:pt x="2923884" y="1181605"/>
                </a:lnTo>
                <a:lnTo>
                  <a:pt x="2925531" y="1182881"/>
                </a:lnTo>
                <a:lnTo>
                  <a:pt x="2927177" y="1184157"/>
                </a:lnTo>
                <a:lnTo>
                  <a:pt x="2928823" y="1185433"/>
                </a:lnTo>
                <a:lnTo>
                  <a:pt x="2930470" y="1186707"/>
                </a:lnTo>
                <a:lnTo>
                  <a:pt x="2932116" y="1187981"/>
                </a:lnTo>
                <a:lnTo>
                  <a:pt x="2933762" y="1189254"/>
                </a:lnTo>
                <a:lnTo>
                  <a:pt x="2935409" y="1190527"/>
                </a:lnTo>
                <a:lnTo>
                  <a:pt x="2937055" y="1191799"/>
                </a:lnTo>
                <a:lnTo>
                  <a:pt x="2938701" y="1193070"/>
                </a:lnTo>
                <a:lnTo>
                  <a:pt x="2940348" y="1194341"/>
                </a:lnTo>
                <a:lnTo>
                  <a:pt x="2941994" y="1195611"/>
                </a:lnTo>
                <a:lnTo>
                  <a:pt x="2943640" y="1196880"/>
                </a:lnTo>
                <a:lnTo>
                  <a:pt x="2945287" y="1198148"/>
                </a:lnTo>
                <a:lnTo>
                  <a:pt x="2946933" y="1199416"/>
                </a:lnTo>
                <a:lnTo>
                  <a:pt x="2948579" y="1200684"/>
                </a:lnTo>
                <a:lnTo>
                  <a:pt x="2950226" y="1201950"/>
                </a:lnTo>
                <a:lnTo>
                  <a:pt x="2951872" y="1203216"/>
                </a:lnTo>
                <a:lnTo>
                  <a:pt x="2953518" y="1204481"/>
                </a:lnTo>
                <a:lnTo>
                  <a:pt x="2955165" y="1205746"/>
                </a:lnTo>
                <a:lnTo>
                  <a:pt x="2956811" y="1207010"/>
                </a:lnTo>
                <a:lnTo>
                  <a:pt x="2958457" y="1208273"/>
                </a:lnTo>
                <a:lnTo>
                  <a:pt x="2960104" y="1209535"/>
                </a:lnTo>
                <a:lnTo>
                  <a:pt x="2961750" y="1210797"/>
                </a:lnTo>
                <a:lnTo>
                  <a:pt x="2963396" y="1212058"/>
                </a:lnTo>
                <a:lnTo>
                  <a:pt x="2965043" y="1213319"/>
                </a:lnTo>
                <a:lnTo>
                  <a:pt x="2966689" y="1214579"/>
                </a:lnTo>
                <a:lnTo>
                  <a:pt x="2968335" y="1215838"/>
                </a:lnTo>
                <a:lnTo>
                  <a:pt x="2969982" y="1217096"/>
                </a:lnTo>
                <a:lnTo>
                  <a:pt x="2971628" y="1218354"/>
                </a:lnTo>
                <a:lnTo>
                  <a:pt x="2973274" y="1219611"/>
                </a:lnTo>
                <a:lnTo>
                  <a:pt x="2974921" y="1220867"/>
                </a:lnTo>
                <a:lnTo>
                  <a:pt x="2976567" y="1222123"/>
                </a:lnTo>
                <a:lnTo>
                  <a:pt x="2978213" y="1223378"/>
                </a:lnTo>
                <a:lnTo>
                  <a:pt x="2979860" y="1224632"/>
                </a:lnTo>
                <a:lnTo>
                  <a:pt x="2981506" y="1225885"/>
                </a:lnTo>
                <a:lnTo>
                  <a:pt x="2983152" y="1227138"/>
                </a:lnTo>
                <a:lnTo>
                  <a:pt x="2984799" y="1228390"/>
                </a:lnTo>
                <a:lnTo>
                  <a:pt x="2986445" y="1229642"/>
                </a:lnTo>
                <a:lnTo>
                  <a:pt x="2988091" y="1230893"/>
                </a:lnTo>
                <a:lnTo>
                  <a:pt x="2989738" y="1232143"/>
                </a:lnTo>
                <a:lnTo>
                  <a:pt x="2991384" y="1233392"/>
                </a:lnTo>
                <a:lnTo>
                  <a:pt x="2993030" y="1234641"/>
                </a:lnTo>
                <a:lnTo>
                  <a:pt x="2994677" y="1235889"/>
                </a:lnTo>
                <a:lnTo>
                  <a:pt x="2996323" y="1237136"/>
                </a:lnTo>
                <a:lnTo>
                  <a:pt x="2997969" y="1238382"/>
                </a:lnTo>
                <a:lnTo>
                  <a:pt x="2999616" y="1239628"/>
                </a:lnTo>
                <a:lnTo>
                  <a:pt x="3001262" y="1240873"/>
                </a:lnTo>
                <a:lnTo>
                  <a:pt x="3002908" y="1242118"/>
                </a:lnTo>
                <a:lnTo>
                  <a:pt x="3004555" y="1243361"/>
                </a:lnTo>
                <a:lnTo>
                  <a:pt x="3006201" y="1244604"/>
                </a:lnTo>
                <a:lnTo>
                  <a:pt x="3007847" y="1245847"/>
                </a:lnTo>
                <a:lnTo>
                  <a:pt x="3009494" y="1247088"/>
                </a:lnTo>
                <a:lnTo>
                  <a:pt x="3011140" y="1248329"/>
                </a:lnTo>
                <a:lnTo>
                  <a:pt x="3012786" y="1249569"/>
                </a:lnTo>
                <a:lnTo>
                  <a:pt x="3014433" y="1250808"/>
                </a:lnTo>
                <a:lnTo>
                  <a:pt x="3016079" y="1252047"/>
                </a:lnTo>
                <a:lnTo>
                  <a:pt x="3017725" y="1253285"/>
                </a:lnTo>
                <a:lnTo>
                  <a:pt x="3019372" y="1254522"/>
                </a:lnTo>
                <a:lnTo>
                  <a:pt x="3021018" y="1255759"/>
                </a:lnTo>
                <a:lnTo>
                  <a:pt x="3022664" y="1256994"/>
                </a:lnTo>
                <a:lnTo>
                  <a:pt x="3024311" y="1258229"/>
                </a:lnTo>
                <a:lnTo>
                  <a:pt x="3025957" y="1259464"/>
                </a:lnTo>
                <a:lnTo>
                  <a:pt x="3027603" y="1260697"/>
                </a:lnTo>
                <a:lnTo>
                  <a:pt x="3029250" y="1261930"/>
                </a:lnTo>
                <a:lnTo>
                  <a:pt x="3030896" y="1263162"/>
                </a:lnTo>
                <a:lnTo>
                  <a:pt x="3032542" y="1264394"/>
                </a:lnTo>
                <a:lnTo>
                  <a:pt x="3034189" y="1265624"/>
                </a:lnTo>
                <a:lnTo>
                  <a:pt x="3035835" y="1266854"/>
                </a:lnTo>
                <a:lnTo>
                  <a:pt x="3037481" y="1268084"/>
                </a:lnTo>
                <a:lnTo>
                  <a:pt x="3039128" y="1269312"/>
                </a:lnTo>
                <a:lnTo>
                  <a:pt x="3040774" y="1270540"/>
                </a:lnTo>
                <a:lnTo>
                  <a:pt x="3042420" y="1271767"/>
                </a:lnTo>
                <a:lnTo>
                  <a:pt x="3044067" y="1272993"/>
                </a:lnTo>
                <a:lnTo>
                  <a:pt x="3045713" y="1274219"/>
                </a:lnTo>
                <a:lnTo>
                  <a:pt x="3047359" y="1275443"/>
                </a:lnTo>
                <a:lnTo>
                  <a:pt x="3049006" y="1276667"/>
                </a:lnTo>
                <a:lnTo>
                  <a:pt x="3050652" y="1277891"/>
                </a:lnTo>
                <a:lnTo>
                  <a:pt x="3052298" y="1279113"/>
                </a:lnTo>
                <a:lnTo>
                  <a:pt x="3053945" y="1280335"/>
                </a:lnTo>
                <a:lnTo>
                  <a:pt x="3055591" y="1281556"/>
                </a:lnTo>
                <a:lnTo>
                  <a:pt x="3057237" y="1282776"/>
                </a:lnTo>
                <a:lnTo>
                  <a:pt x="3058884" y="1283996"/>
                </a:lnTo>
                <a:lnTo>
                  <a:pt x="3060530" y="1285215"/>
                </a:lnTo>
                <a:lnTo>
                  <a:pt x="3062176" y="1286433"/>
                </a:lnTo>
                <a:lnTo>
                  <a:pt x="3063823" y="1287650"/>
                </a:lnTo>
                <a:lnTo>
                  <a:pt x="3065469" y="1288867"/>
                </a:lnTo>
                <a:lnTo>
                  <a:pt x="3067115" y="1290082"/>
                </a:lnTo>
                <a:lnTo>
                  <a:pt x="3068762" y="1291297"/>
                </a:lnTo>
                <a:lnTo>
                  <a:pt x="3070408" y="1292512"/>
                </a:lnTo>
                <a:lnTo>
                  <a:pt x="3072054" y="1293725"/>
                </a:lnTo>
                <a:lnTo>
                  <a:pt x="3073701" y="1294938"/>
                </a:lnTo>
                <a:lnTo>
                  <a:pt x="3075347" y="1296150"/>
                </a:lnTo>
                <a:lnTo>
                  <a:pt x="3076993" y="1297361"/>
                </a:lnTo>
                <a:lnTo>
                  <a:pt x="3078640" y="1298572"/>
                </a:lnTo>
                <a:lnTo>
                  <a:pt x="3080286" y="1299782"/>
                </a:lnTo>
                <a:lnTo>
                  <a:pt x="3081932" y="1300991"/>
                </a:lnTo>
                <a:lnTo>
                  <a:pt x="3083579" y="1302199"/>
                </a:lnTo>
                <a:lnTo>
                  <a:pt x="3085225" y="1303406"/>
                </a:lnTo>
                <a:lnTo>
                  <a:pt x="3086871" y="1304613"/>
                </a:lnTo>
                <a:lnTo>
                  <a:pt x="3088518" y="1305819"/>
                </a:lnTo>
                <a:lnTo>
                  <a:pt x="3090164" y="1307024"/>
                </a:lnTo>
                <a:lnTo>
                  <a:pt x="3091810" y="1308228"/>
                </a:lnTo>
                <a:lnTo>
                  <a:pt x="3093457" y="1309432"/>
                </a:lnTo>
                <a:lnTo>
                  <a:pt x="3095103" y="1310635"/>
                </a:lnTo>
                <a:lnTo>
                  <a:pt x="3096749" y="1311837"/>
                </a:lnTo>
                <a:lnTo>
                  <a:pt x="3098396" y="1313038"/>
                </a:lnTo>
                <a:lnTo>
                  <a:pt x="3100042" y="1314239"/>
                </a:lnTo>
                <a:lnTo>
                  <a:pt x="3101688" y="1315439"/>
                </a:lnTo>
                <a:lnTo>
                  <a:pt x="3103335" y="1316638"/>
                </a:lnTo>
                <a:lnTo>
                  <a:pt x="3104981" y="1317836"/>
                </a:lnTo>
                <a:lnTo>
                  <a:pt x="3106627" y="1319033"/>
                </a:lnTo>
                <a:lnTo>
                  <a:pt x="3108274" y="1320230"/>
                </a:lnTo>
                <a:lnTo>
                  <a:pt x="3109920" y="1321426"/>
                </a:lnTo>
                <a:lnTo>
                  <a:pt x="3111566" y="1322621"/>
                </a:lnTo>
                <a:lnTo>
                  <a:pt x="3113213" y="1323815"/>
                </a:lnTo>
                <a:lnTo>
                  <a:pt x="3114859" y="1325009"/>
                </a:lnTo>
                <a:lnTo>
                  <a:pt x="3116505" y="1326201"/>
                </a:lnTo>
                <a:lnTo>
                  <a:pt x="3118152" y="1327393"/>
                </a:lnTo>
                <a:lnTo>
                  <a:pt x="3119798" y="1328585"/>
                </a:lnTo>
                <a:lnTo>
                  <a:pt x="3121444" y="1329775"/>
                </a:lnTo>
                <a:lnTo>
                  <a:pt x="3123091" y="1330965"/>
                </a:lnTo>
                <a:lnTo>
                  <a:pt x="3124737" y="1332153"/>
                </a:lnTo>
                <a:lnTo>
                  <a:pt x="3126383" y="1333341"/>
                </a:lnTo>
                <a:lnTo>
                  <a:pt x="3128030" y="1334529"/>
                </a:lnTo>
                <a:lnTo>
                  <a:pt x="3129676" y="1335715"/>
                </a:lnTo>
                <a:lnTo>
                  <a:pt x="3131322" y="1336901"/>
                </a:lnTo>
                <a:lnTo>
                  <a:pt x="3132969" y="1338086"/>
                </a:lnTo>
                <a:lnTo>
                  <a:pt x="3134615" y="1339270"/>
                </a:lnTo>
                <a:lnTo>
                  <a:pt x="3136261" y="1340453"/>
                </a:lnTo>
                <a:lnTo>
                  <a:pt x="3137907" y="1341636"/>
                </a:lnTo>
                <a:lnTo>
                  <a:pt x="3139554" y="1342817"/>
                </a:lnTo>
                <a:lnTo>
                  <a:pt x="3141200" y="1343998"/>
                </a:lnTo>
                <a:lnTo>
                  <a:pt x="3142846" y="1345178"/>
                </a:lnTo>
                <a:lnTo>
                  <a:pt x="3144493" y="1346358"/>
                </a:lnTo>
                <a:lnTo>
                  <a:pt x="3146139" y="1347536"/>
                </a:lnTo>
                <a:lnTo>
                  <a:pt x="3147785" y="1348714"/>
                </a:lnTo>
                <a:lnTo>
                  <a:pt x="3149432" y="1349891"/>
                </a:lnTo>
                <a:lnTo>
                  <a:pt x="3151078" y="1351067"/>
                </a:lnTo>
                <a:lnTo>
                  <a:pt x="3152724" y="1352242"/>
                </a:lnTo>
                <a:lnTo>
                  <a:pt x="3154371" y="1353417"/>
                </a:lnTo>
                <a:lnTo>
                  <a:pt x="3156017" y="1354590"/>
                </a:lnTo>
                <a:lnTo>
                  <a:pt x="3157663" y="1355763"/>
                </a:lnTo>
                <a:lnTo>
                  <a:pt x="3159310" y="1356935"/>
                </a:lnTo>
                <a:lnTo>
                  <a:pt x="3160956" y="1358107"/>
                </a:lnTo>
                <a:lnTo>
                  <a:pt x="3162602" y="1359277"/>
                </a:lnTo>
                <a:lnTo>
                  <a:pt x="3164249" y="1360447"/>
                </a:lnTo>
                <a:lnTo>
                  <a:pt x="3165895" y="1361616"/>
                </a:lnTo>
                <a:lnTo>
                  <a:pt x="3167541" y="1362784"/>
                </a:lnTo>
                <a:lnTo>
                  <a:pt x="3169188" y="1363951"/>
                </a:lnTo>
                <a:lnTo>
                  <a:pt x="3170834" y="1365117"/>
                </a:lnTo>
                <a:lnTo>
                  <a:pt x="3172480" y="1366283"/>
                </a:lnTo>
                <a:lnTo>
                  <a:pt x="3174127" y="1367448"/>
                </a:lnTo>
                <a:lnTo>
                  <a:pt x="3175773" y="1368612"/>
                </a:lnTo>
                <a:lnTo>
                  <a:pt x="3177419" y="1369775"/>
                </a:lnTo>
                <a:lnTo>
                  <a:pt x="3179066" y="1370937"/>
                </a:lnTo>
                <a:lnTo>
                  <a:pt x="3180712" y="1372099"/>
                </a:lnTo>
                <a:lnTo>
                  <a:pt x="3182358" y="1373259"/>
                </a:lnTo>
                <a:lnTo>
                  <a:pt x="3184005" y="1374419"/>
                </a:lnTo>
                <a:lnTo>
                  <a:pt x="3185651" y="1375578"/>
                </a:lnTo>
                <a:lnTo>
                  <a:pt x="3187297" y="1376736"/>
                </a:lnTo>
                <a:lnTo>
                  <a:pt x="3188944" y="1377894"/>
                </a:lnTo>
                <a:lnTo>
                  <a:pt x="3190590" y="1379050"/>
                </a:lnTo>
                <a:lnTo>
                  <a:pt x="3192236" y="1380206"/>
                </a:lnTo>
                <a:lnTo>
                  <a:pt x="3193883" y="1381361"/>
                </a:lnTo>
                <a:lnTo>
                  <a:pt x="3195529" y="1382515"/>
                </a:lnTo>
                <a:lnTo>
                  <a:pt x="3197175" y="1383669"/>
                </a:lnTo>
                <a:lnTo>
                  <a:pt x="3198822" y="1384821"/>
                </a:lnTo>
                <a:lnTo>
                  <a:pt x="3200468" y="1385973"/>
                </a:lnTo>
                <a:lnTo>
                  <a:pt x="3202114" y="1387123"/>
                </a:lnTo>
                <a:lnTo>
                  <a:pt x="3203761" y="1388273"/>
                </a:lnTo>
                <a:lnTo>
                  <a:pt x="3205407" y="1389423"/>
                </a:lnTo>
                <a:lnTo>
                  <a:pt x="3207053" y="1390571"/>
                </a:lnTo>
                <a:lnTo>
                  <a:pt x="3208700" y="1391718"/>
                </a:lnTo>
                <a:lnTo>
                  <a:pt x="3210346" y="1392865"/>
                </a:lnTo>
                <a:lnTo>
                  <a:pt x="3211992" y="1394011"/>
                </a:lnTo>
                <a:lnTo>
                  <a:pt x="3213639" y="1395156"/>
                </a:lnTo>
                <a:lnTo>
                  <a:pt x="3215285" y="1396300"/>
                </a:lnTo>
                <a:lnTo>
                  <a:pt x="3216931" y="1397443"/>
                </a:lnTo>
                <a:lnTo>
                  <a:pt x="3218578" y="1398586"/>
                </a:lnTo>
                <a:lnTo>
                  <a:pt x="3220224" y="1399727"/>
                </a:lnTo>
                <a:lnTo>
                  <a:pt x="3221870" y="1400868"/>
                </a:lnTo>
                <a:lnTo>
                  <a:pt x="3223517" y="1402008"/>
                </a:lnTo>
                <a:lnTo>
                  <a:pt x="3225163" y="1403147"/>
                </a:lnTo>
                <a:lnTo>
                  <a:pt x="3226809" y="1404286"/>
                </a:lnTo>
                <a:lnTo>
                  <a:pt x="3228456" y="1405423"/>
                </a:lnTo>
                <a:lnTo>
                  <a:pt x="3230102" y="1406560"/>
                </a:lnTo>
                <a:lnTo>
                  <a:pt x="3231748" y="1407695"/>
                </a:lnTo>
                <a:lnTo>
                  <a:pt x="3233395" y="1408830"/>
                </a:lnTo>
                <a:lnTo>
                  <a:pt x="3235041" y="1409964"/>
                </a:lnTo>
                <a:lnTo>
                  <a:pt x="3236687" y="1411097"/>
                </a:lnTo>
                <a:lnTo>
                  <a:pt x="3238334" y="1412230"/>
                </a:lnTo>
                <a:lnTo>
                  <a:pt x="3239980" y="1413361"/>
                </a:lnTo>
                <a:lnTo>
                  <a:pt x="3241626" y="1414492"/>
                </a:lnTo>
                <a:lnTo>
                  <a:pt x="3243273" y="1415622"/>
                </a:lnTo>
                <a:lnTo>
                  <a:pt x="3244919" y="1416751"/>
                </a:lnTo>
                <a:lnTo>
                  <a:pt x="3246565" y="1417879"/>
                </a:lnTo>
                <a:lnTo>
                  <a:pt x="3248212" y="1419006"/>
                </a:lnTo>
                <a:lnTo>
                  <a:pt x="3249858" y="1420133"/>
                </a:lnTo>
                <a:lnTo>
                  <a:pt x="3251504" y="1421258"/>
                </a:lnTo>
                <a:lnTo>
                  <a:pt x="3253151" y="1422383"/>
                </a:lnTo>
                <a:lnTo>
                  <a:pt x="3254797" y="1423507"/>
                </a:lnTo>
                <a:lnTo>
                  <a:pt x="3256443" y="1424630"/>
                </a:lnTo>
                <a:lnTo>
                  <a:pt x="3258090" y="1425752"/>
                </a:lnTo>
                <a:lnTo>
                  <a:pt x="3259736" y="1426873"/>
                </a:lnTo>
                <a:lnTo>
                  <a:pt x="3261382" y="1427993"/>
                </a:lnTo>
                <a:lnTo>
                  <a:pt x="3263029" y="1429113"/>
                </a:lnTo>
                <a:lnTo>
                  <a:pt x="3264675" y="1430232"/>
                </a:lnTo>
                <a:lnTo>
                  <a:pt x="3266321" y="1431350"/>
                </a:lnTo>
                <a:lnTo>
                  <a:pt x="3267968" y="1432467"/>
                </a:lnTo>
                <a:lnTo>
                  <a:pt x="3269614" y="1433583"/>
                </a:lnTo>
                <a:lnTo>
                  <a:pt x="3271260" y="1434698"/>
                </a:lnTo>
                <a:lnTo>
                  <a:pt x="3272907" y="1435812"/>
                </a:lnTo>
                <a:lnTo>
                  <a:pt x="3274553" y="1436926"/>
                </a:lnTo>
                <a:lnTo>
                  <a:pt x="3276199" y="1438039"/>
                </a:lnTo>
                <a:lnTo>
                  <a:pt x="3277846" y="1439150"/>
                </a:lnTo>
                <a:lnTo>
                  <a:pt x="3279492" y="1440261"/>
                </a:lnTo>
                <a:lnTo>
                  <a:pt x="3281138" y="1441371"/>
                </a:lnTo>
                <a:lnTo>
                  <a:pt x="3282785" y="1442481"/>
                </a:lnTo>
                <a:lnTo>
                  <a:pt x="3284431" y="1443589"/>
                </a:lnTo>
                <a:lnTo>
                  <a:pt x="3286077" y="1444696"/>
                </a:lnTo>
                <a:lnTo>
                  <a:pt x="3287724" y="1445803"/>
                </a:lnTo>
                <a:lnTo>
                  <a:pt x="3289370" y="1446909"/>
                </a:lnTo>
                <a:lnTo>
                  <a:pt x="3291016" y="1448014"/>
                </a:lnTo>
                <a:lnTo>
                  <a:pt x="3292663" y="1449118"/>
                </a:lnTo>
                <a:lnTo>
                  <a:pt x="3294309" y="1450221"/>
                </a:lnTo>
                <a:lnTo>
                  <a:pt x="3295955" y="1451323"/>
                </a:lnTo>
                <a:lnTo>
                  <a:pt x="3297602" y="1452424"/>
                </a:lnTo>
                <a:lnTo>
                  <a:pt x="3299248" y="1453525"/>
                </a:lnTo>
                <a:lnTo>
                  <a:pt x="3300894" y="1454624"/>
                </a:lnTo>
                <a:lnTo>
                  <a:pt x="3302541" y="1455723"/>
                </a:lnTo>
                <a:lnTo>
                  <a:pt x="3304187" y="1456821"/>
                </a:lnTo>
                <a:lnTo>
                  <a:pt x="3305833" y="1457918"/>
                </a:lnTo>
                <a:lnTo>
                  <a:pt x="3307480" y="1459014"/>
                </a:lnTo>
                <a:lnTo>
                  <a:pt x="3309126" y="1460109"/>
                </a:lnTo>
                <a:lnTo>
                  <a:pt x="3310772" y="1461204"/>
                </a:lnTo>
                <a:lnTo>
                  <a:pt x="3312419" y="1462297"/>
                </a:lnTo>
                <a:lnTo>
                  <a:pt x="3314065" y="1463390"/>
                </a:lnTo>
                <a:lnTo>
                  <a:pt x="3315711" y="1464481"/>
                </a:lnTo>
                <a:lnTo>
                  <a:pt x="3317358" y="1465572"/>
                </a:lnTo>
                <a:lnTo>
                  <a:pt x="3319004" y="1466662"/>
                </a:lnTo>
                <a:lnTo>
                  <a:pt x="3320650" y="1467751"/>
                </a:lnTo>
                <a:lnTo>
                  <a:pt x="3322297" y="1468839"/>
                </a:lnTo>
                <a:lnTo>
                  <a:pt x="3323943" y="1469926"/>
                </a:lnTo>
                <a:lnTo>
                  <a:pt x="3325589" y="1471013"/>
                </a:lnTo>
                <a:lnTo>
                  <a:pt x="3327236" y="1472098"/>
                </a:lnTo>
                <a:lnTo>
                  <a:pt x="3328882" y="1473183"/>
                </a:lnTo>
                <a:lnTo>
                  <a:pt x="3330528" y="1474267"/>
                </a:lnTo>
                <a:lnTo>
                  <a:pt x="3332175" y="1475350"/>
                </a:lnTo>
                <a:lnTo>
                  <a:pt x="3333821" y="1476431"/>
                </a:lnTo>
                <a:lnTo>
                  <a:pt x="3335467" y="1477513"/>
                </a:lnTo>
                <a:lnTo>
                  <a:pt x="3337114" y="1478593"/>
                </a:lnTo>
                <a:lnTo>
                  <a:pt x="3338760" y="1479672"/>
                </a:lnTo>
                <a:lnTo>
                  <a:pt x="3340406" y="1480750"/>
                </a:lnTo>
                <a:lnTo>
                  <a:pt x="3342053" y="1481828"/>
                </a:lnTo>
                <a:lnTo>
                  <a:pt x="3343699" y="1482904"/>
                </a:lnTo>
                <a:lnTo>
                  <a:pt x="3345345" y="1483980"/>
                </a:lnTo>
                <a:lnTo>
                  <a:pt x="3346992" y="1485055"/>
                </a:lnTo>
                <a:lnTo>
                  <a:pt x="3348638" y="1486129"/>
                </a:lnTo>
                <a:lnTo>
                  <a:pt x="3350284" y="1487202"/>
                </a:lnTo>
                <a:lnTo>
                  <a:pt x="3351931" y="1488274"/>
                </a:lnTo>
                <a:lnTo>
                  <a:pt x="3353577" y="1489345"/>
                </a:lnTo>
                <a:lnTo>
                  <a:pt x="3355223" y="1490416"/>
                </a:lnTo>
                <a:lnTo>
                  <a:pt x="3356870" y="1491485"/>
                </a:lnTo>
                <a:lnTo>
                  <a:pt x="3358516" y="1492553"/>
                </a:lnTo>
                <a:lnTo>
                  <a:pt x="3360162" y="1493621"/>
                </a:lnTo>
                <a:lnTo>
                  <a:pt x="3361809" y="1494688"/>
                </a:lnTo>
                <a:lnTo>
                  <a:pt x="3363455" y="1495754"/>
                </a:lnTo>
                <a:lnTo>
                  <a:pt x="3365101" y="1496819"/>
                </a:lnTo>
                <a:lnTo>
                  <a:pt x="3366748" y="1497883"/>
                </a:lnTo>
                <a:lnTo>
                  <a:pt x="3368394" y="1498946"/>
                </a:lnTo>
                <a:lnTo>
                  <a:pt x="3370040" y="1500008"/>
                </a:lnTo>
                <a:lnTo>
                  <a:pt x="3371687" y="1501069"/>
                </a:lnTo>
                <a:lnTo>
                  <a:pt x="3373333" y="1502130"/>
                </a:lnTo>
                <a:lnTo>
                  <a:pt x="3374979" y="1503189"/>
                </a:lnTo>
                <a:lnTo>
                  <a:pt x="3376626" y="1504248"/>
                </a:lnTo>
                <a:lnTo>
                  <a:pt x="3378272" y="1505305"/>
                </a:lnTo>
                <a:lnTo>
                  <a:pt x="3379918" y="1506362"/>
                </a:lnTo>
                <a:lnTo>
                  <a:pt x="3381565" y="1507418"/>
                </a:lnTo>
                <a:lnTo>
                  <a:pt x="3383211" y="1508473"/>
                </a:lnTo>
                <a:lnTo>
                  <a:pt x="3384857" y="1509527"/>
                </a:lnTo>
                <a:lnTo>
                  <a:pt x="3386504" y="1510580"/>
                </a:lnTo>
                <a:lnTo>
                  <a:pt x="3388150" y="1511632"/>
                </a:lnTo>
                <a:lnTo>
                  <a:pt x="3389796" y="1512683"/>
                </a:lnTo>
                <a:lnTo>
                  <a:pt x="3391443" y="1513734"/>
                </a:lnTo>
                <a:lnTo>
                  <a:pt x="3393089" y="1514783"/>
                </a:lnTo>
                <a:lnTo>
                  <a:pt x="3394735" y="1515832"/>
                </a:lnTo>
                <a:lnTo>
                  <a:pt x="3396382" y="1516880"/>
                </a:lnTo>
                <a:lnTo>
                  <a:pt x="3398028" y="1517926"/>
                </a:lnTo>
                <a:lnTo>
                  <a:pt x="3399674" y="1518972"/>
                </a:lnTo>
                <a:lnTo>
                  <a:pt x="3401321" y="1520017"/>
                </a:lnTo>
                <a:lnTo>
                  <a:pt x="3402967" y="1521061"/>
                </a:lnTo>
                <a:lnTo>
                  <a:pt x="3404613" y="1522104"/>
                </a:lnTo>
                <a:lnTo>
                  <a:pt x="3406260" y="1523146"/>
                </a:lnTo>
                <a:lnTo>
                  <a:pt x="3407906" y="1524187"/>
                </a:lnTo>
                <a:lnTo>
                  <a:pt x="3409552" y="1525228"/>
                </a:lnTo>
                <a:lnTo>
                  <a:pt x="3411199" y="1526267"/>
                </a:lnTo>
                <a:lnTo>
                  <a:pt x="3412845" y="1527306"/>
                </a:lnTo>
                <a:lnTo>
                  <a:pt x="3414491" y="1528343"/>
                </a:lnTo>
                <a:lnTo>
                  <a:pt x="3416138" y="1529380"/>
                </a:lnTo>
                <a:lnTo>
                  <a:pt x="3417784" y="1530415"/>
                </a:lnTo>
                <a:lnTo>
                  <a:pt x="3419430" y="1531450"/>
                </a:lnTo>
                <a:lnTo>
                  <a:pt x="3421077" y="1532484"/>
                </a:lnTo>
                <a:lnTo>
                  <a:pt x="3422723" y="1533517"/>
                </a:lnTo>
                <a:lnTo>
                  <a:pt x="3424369" y="1534549"/>
                </a:lnTo>
                <a:lnTo>
                  <a:pt x="3426016" y="1535580"/>
                </a:lnTo>
                <a:lnTo>
                  <a:pt x="3427662" y="1536610"/>
                </a:lnTo>
                <a:lnTo>
                  <a:pt x="3429308" y="1537639"/>
                </a:lnTo>
                <a:lnTo>
                  <a:pt x="3430955" y="1538668"/>
                </a:lnTo>
                <a:lnTo>
                  <a:pt x="3432601" y="1539695"/>
                </a:lnTo>
                <a:lnTo>
                  <a:pt x="3434247" y="1540722"/>
                </a:lnTo>
                <a:lnTo>
                  <a:pt x="3435894" y="1541747"/>
                </a:lnTo>
                <a:lnTo>
                  <a:pt x="3437540" y="1542772"/>
                </a:lnTo>
                <a:lnTo>
                  <a:pt x="3439186" y="1543795"/>
                </a:lnTo>
                <a:lnTo>
                  <a:pt x="3440833" y="1544818"/>
                </a:lnTo>
                <a:lnTo>
                  <a:pt x="3442479" y="1545840"/>
                </a:lnTo>
                <a:lnTo>
                  <a:pt x="3444125" y="1546861"/>
                </a:lnTo>
                <a:lnTo>
                  <a:pt x="3445772" y="1547881"/>
                </a:lnTo>
                <a:lnTo>
                  <a:pt x="3447418" y="1548900"/>
                </a:lnTo>
                <a:lnTo>
                  <a:pt x="3449064" y="1549918"/>
                </a:lnTo>
                <a:lnTo>
                  <a:pt x="3450710" y="1550935"/>
                </a:lnTo>
                <a:lnTo>
                  <a:pt x="3452357" y="1551951"/>
                </a:lnTo>
                <a:lnTo>
                  <a:pt x="3454003" y="1552966"/>
                </a:lnTo>
                <a:lnTo>
                  <a:pt x="3455649" y="1553981"/>
                </a:lnTo>
                <a:lnTo>
                  <a:pt x="3457296" y="1554994"/>
                </a:lnTo>
                <a:lnTo>
                  <a:pt x="3458942" y="1556006"/>
                </a:lnTo>
                <a:lnTo>
                  <a:pt x="3460588" y="1557018"/>
                </a:lnTo>
                <a:lnTo>
                  <a:pt x="3462235" y="1558029"/>
                </a:lnTo>
                <a:lnTo>
                  <a:pt x="3463881" y="1559038"/>
                </a:lnTo>
                <a:lnTo>
                  <a:pt x="3465527" y="1560047"/>
                </a:lnTo>
                <a:lnTo>
                  <a:pt x="3467174" y="1561055"/>
                </a:lnTo>
                <a:lnTo>
                  <a:pt x="3468820" y="1562061"/>
                </a:lnTo>
                <a:lnTo>
                  <a:pt x="3470466" y="1563067"/>
                </a:lnTo>
                <a:lnTo>
                  <a:pt x="3472113" y="1564072"/>
                </a:lnTo>
                <a:lnTo>
                  <a:pt x="3473759" y="1565076"/>
                </a:lnTo>
                <a:lnTo>
                  <a:pt x="3475405" y="1566079"/>
                </a:lnTo>
                <a:lnTo>
                  <a:pt x="3477052" y="1567081"/>
                </a:lnTo>
                <a:lnTo>
                  <a:pt x="3478698" y="1568083"/>
                </a:lnTo>
                <a:lnTo>
                  <a:pt x="3480344" y="1569083"/>
                </a:lnTo>
                <a:lnTo>
                  <a:pt x="3481991" y="1570082"/>
                </a:lnTo>
                <a:lnTo>
                  <a:pt x="3483637" y="1571080"/>
                </a:lnTo>
                <a:lnTo>
                  <a:pt x="3485283" y="1572078"/>
                </a:lnTo>
                <a:lnTo>
                  <a:pt x="3486930" y="1573074"/>
                </a:lnTo>
                <a:lnTo>
                  <a:pt x="3488576" y="1574070"/>
                </a:lnTo>
                <a:lnTo>
                  <a:pt x="3490222" y="1575064"/>
                </a:lnTo>
                <a:lnTo>
                  <a:pt x="3491869" y="1576058"/>
                </a:lnTo>
                <a:lnTo>
                  <a:pt x="3493515" y="1577051"/>
                </a:lnTo>
                <a:lnTo>
                  <a:pt x="3495161" y="1578042"/>
                </a:lnTo>
                <a:lnTo>
                  <a:pt x="3496808" y="1579033"/>
                </a:lnTo>
                <a:lnTo>
                  <a:pt x="3498454" y="1580023"/>
                </a:lnTo>
                <a:lnTo>
                  <a:pt x="3500100" y="1581012"/>
                </a:lnTo>
                <a:lnTo>
                  <a:pt x="3501747" y="1582000"/>
                </a:lnTo>
                <a:lnTo>
                  <a:pt x="3503393" y="1582986"/>
                </a:lnTo>
                <a:lnTo>
                  <a:pt x="3505039" y="1583972"/>
                </a:lnTo>
                <a:lnTo>
                  <a:pt x="3506686" y="1584958"/>
                </a:lnTo>
                <a:lnTo>
                  <a:pt x="3508332" y="1585942"/>
                </a:lnTo>
                <a:lnTo>
                  <a:pt x="3509978" y="1586925"/>
                </a:lnTo>
                <a:lnTo>
                  <a:pt x="3511625" y="1587907"/>
                </a:lnTo>
                <a:lnTo>
                  <a:pt x="3513271" y="1588888"/>
                </a:lnTo>
                <a:lnTo>
                  <a:pt x="3514917" y="1589868"/>
                </a:lnTo>
                <a:lnTo>
                  <a:pt x="3516564" y="1590848"/>
                </a:lnTo>
                <a:lnTo>
                  <a:pt x="3518210" y="1591826"/>
                </a:lnTo>
                <a:lnTo>
                  <a:pt x="3519856" y="1592804"/>
                </a:lnTo>
                <a:lnTo>
                  <a:pt x="3521503" y="1593780"/>
                </a:lnTo>
                <a:lnTo>
                  <a:pt x="3523149" y="1594755"/>
                </a:lnTo>
                <a:lnTo>
                  <a:pt x="3524795" y="1595730"/>
                </a:lnTo>
                <a:lnTo>
                  <a:pt x="3526442" y="1596704"/>
                </a:lnTo>
                <a:lnTo>
                  <a:pt x="3528088" y="1597676"/>
                </a:lnTo>
                <a:lnTo>
                  <a:pt x="3529734" y="1598648"/>
                </a:lnTo>
                <a:lnTo>
                  <a:pt x="3531381" y="1599619"/>
                </a:lnTo>
                <a:lnTo>
                  <a:pt x="3533027" y="1600588"/>
                </a:lnTo>
                <a:lnTo>
                  <a:pt x="3534673" y="1601557"/>
                </a:lnTo>
                <a:lnTo>
                  <a:pt x="3536320" y="1602525"/>
                </a:lnTo>
                <a:lnTo>
                  <a:pt x="3537966" y="1603492"/>
                </a:lnTo>
                <a:lnTo>
                  <a:pt x="3539612" y="1604458"/>
                </a:lnTo>
                <a:lnTo>
                  <a:pt x="3541259" y="1605423"/>
                </a:lnTo>
                <a:lnTo>
                  <a:pt x="3542905" y="1606387"/>
                </a:lnTo>
                <a:lnTo>
                  <a:pt x="3544551" y="1607350"/>
                </a:lnTo>
                <a:lnTo>
                  <a:pt x="3546198" y="1608312"/>
                </a:lnTo>
                <a:lnTo>
                  <a:pt x="3547844" y="1609273"/>
                </a:lnTo>
                <a:lnTo>
                  <a:pt x="3549490" y="1610233"/>
                </a:lnTo>
                <a:lnTo>
                  <a:pt x="3551137" y="1611192"/>
                </a:lnTo>
                <a:lnTo>
                  <a:pt x="3552783" y="1612150"/>
                </a:lnTo>
                <a:lnTo>
                  <a:pt x="3554429" y="1613107"/>
                </a:lnTo>
                <a:lnTo>
                  <a:pt x="3556076" y="1614064"/>
                </a:lnTo>
                <a:lnTo>
                  <a:pt x="3557722" y="1615019"/>
                </a:lnTo>
                <a:lnTo>
                  <a:pt x="3559368" y="1615973"/>
                </a:lnTo>
                <a:lnTo>
                  <a:pt x="3561015" y="1616926"/>
                </a:lnTo>
                <a:lnTo>
                  <a:pt x="3562661" y="1617879"/>
                </a:lnTo>
                <a:lnTo>
                  <a:pt x="3564307" y="1618830"/>
                </a:lnTo>
                <a:lnTo>
                  <a:pt x="3565954" y="1619781"/>
                </a:lnTo>
                <a:lnTo>
                  <a:pt x="3567600" y="1620730"/>
                </a:lnTo>
                <a:lnTo>
                  <a:pt x="3569246" y="1621679"/>
                </a:lnTo>
                <a:lnTo>
                  <a:pt x="3570893" y="1622626"/>
                </a:lnTo>
                <a:lnTo>
                  <a:pt x="3572539" y="1623573"/>
                </a:lnTo>
                <a:lnTo>
                  <a:pt x="3574185" y="1624518"/>
                </a:lnTo>
                <a:lnTo>
                  <a:pt x="3575832" y="1625463"/>
                </a:lnTo>
                <a:lnTo>
                  <a:pt x="3577478" y="1626406"/>
                </a:lnTo>
                <a:lnTo>
                  <a:pt x="3579124" y="1627349"/>
                </a:lnTo>
                <a:lnTo>
                  <a:pt x="3580771" y="1628291"/>
                </a:lnTo>
                <a:lnTo>
                  <a:pt x="3582417" y="1629232"/>
                </a:lnTo>
                <a:lnTo>
                  <a:pt x="3584063" y="1630171"/>
                </a:lnTo>
                <a:lnTo>
                  <a:pt x="3585710" y="1631110"/>
                </a:lnTo>
                <a:lnTo>
                  <a:pt x="3587356" y="1632048"/>
                </a:lnTo>
                <a:lnTo>
                  <a:pt x="3589002" y="1632985"/>
                </a:lnTo>
                <a:lnTo>
                  <a:pt x="3590649" y="1633920"/>
                </a:lnTo>
                <a:lnTo>
                  <a:pt x="3592295" y="1634855"/>
                </a:lnTo>
                <a:lnTo>
                  <a:pt x="3593941" y="1635789"/>
                </a:lnTo>
                <a:lnTo>
                  <a:pt x="3595588" y="1636722"/>
                </a:lnTo>
                <a:lnTo>
                  <a:pt x="3597234" y="1637654"/>
                </a:lnTo>
                <a:lnTo>
                  <a:pt x="3598880" y="1638585"/>
                </a:lnTo>
                <a:lnTo>
                  <a:pt x="3600527" y="1639515"/>
                </a:lnTo>
                <a:lnTo>
                  <a:pt x="3602173" y="1640444"/>
                </a:lnTo>
                <a:lnTo>
                  <a:pt x="3603819" y="1641372"/>
                </a:lnTo>
                <a:lnTo>
                  <a:pt x="3605466" y="1642299"/>
                </a:lnTo>
                <a:lnTo>
                  <a:pt x="3607112" y="1643225"/>
                </a:lnTo>
                <a:lnTo>
                  <a:pt x="3608758" y="1644150"/>
                </a:lnTo>
                <a:lnTo>
                  <a:pt x="3610405" y="1645074"/>
                </a:lnTo>
                <a:lnTo>
                  <a:pt x="3612051" y="1645997"/>
                </a:lnTo>
                <a:lnTo>
                  <a:pt x="3613697" y="1646919"/>
                </a:lnTo>
                <a:lnTo>
                  <a:pt x="3615344" y="1647840"/>
                </a:lnTo>
                <a:lnTo>
                  <a:pt x="3616990" y="1648760"/>
                </a:lnTo>
                <a:lnTo>
                  <a:pt x="3618636" y="1649680"/>
                </a:lnTo>
                <a:lnTo>
                  <a:pt x="3620283" y="1650598"/>
                </a:lnTo>
                <a:lnTo>
                  <a:pt x="3621929" y="1651515"/>
                </a:lnTo>
                <a:lnTo>
                  <a:pt x="3623575" y="1652431"/>
                </a:lnTo>
                <a:lnTo>
                  <a:pt x="3625222" y="1653346"/>
                </a:lnTo>
                <a:lnTo>
                  <a:pt x="3626868" y="1654261"/>
                </a:lnTo>
                <a:lnTo>
                  <a:pt x="3628514" y="1655174"/>
                </a:lnTo>
                <a:lnTo>
                  <a:pt x="3630161" y="1656086"/>
                </a:lnTo>
                <a:lnTo>
                  <a:pt x="3631807" y="1656997"/>
                </a:lnTo>
                <a:lnTo>
                  <a:pt x="3633453" y="1657908"/>
                </a:lnTo>
                <a:lnTo>
                  <a:pt x="3635100" y="1658817"/>
                </a:lnTo>
                <a:lnTo>
                  <a:pt x="3636746" y="1659725"/>
                </a:lnTo>
                <a:lnTo>
                  <a:pt x="3638392" y="1660633"/>
                </a:lnTo>
                <a:lnTo>
                  <a:pt x="3640039" y="1661539"/>
                </a:lnTo>
                <a:lnTo>
                  <a:pt x="3641685" y="1662444"/>
                </a:lnTo>
                <a:lnTo>
                  <a:pt x="3643331" y="1663349"/>
                </a:lnTo>
                <a:lnTo>
                  <a:pt x="3644978" y="1664252"/>
                </a:lnTo>
                <a:lnTo>
                  <a:pt x="3646624" y="1665154"/>
                </a:lnTo>
                <a:lnTo>
                  <a:pt x="3648270" y="1666056"/>
                </a:lnTo>
                <a:lnTo>
                  <a:pt x="3649917" y="1666956"/>
                </a:lnTo>
                <a:lnTo>
                  <a:pt x="3651563" y="1667855"/>
                </a:lnTo>
                <a:lnTo>
                  <a:pt x="3653209" y="1668754"/>
                </a:lnTo>
                <a:lnTo>
                  <a:pt x="3654856" y="1669651"/>
                </a:lnTo>
                <a:lnTo>
                  <a:pt x="3656502" y="1670548"/>
                </a:lnTo>
                <a:lnTo>
                  <a:pt x="3658148" y="1671443"/>
                </a:lnTo>
                <a:lnTo>
                  <a:pt x="3659795" y="1672337"/>
                </a:lnTo>
                <a:lnTo>
                  <a:pt x="3661441" y="1673231"/>
                </a:lnTo>
                <a:lnTo>
                  <a:pt x="3663087" y="1674123"/>
                </a:lnTo>
                <a:lnTo>
                  <a:pt x="3664734" y="1675015"/>
                </a:lnTo>
                <a:lnTo>
                  <a:pt x="3666380" y="1675905"/>
                </a:lnTo>
                <a:lnTo>
                  <a:pt x="3668026" y="1676795"/>
                </a:lnTo>
                <a:lnTo>
                  <a:pt x="3669673" y="1677683"/>
                </a:lnTo>
                <a:lnTo>
                  <a:pt x="3671319" y="1678571"/>
                </a:lnTo>
                <a:lnTo>
                  <a:pt x="3672965" y="1679457"/>
                </a:lnTo>
                <a:lnTo>
                  <a:pt x="3674612" y="1680342"/>
                </a:lnTo>
                <a:lnTo>
                  <a:pt x="3676258" y="1681227"/>
                </a:lnTo>
                <a:lnTo>
                  <a:pt x="3677904" y="1682110"/>
                </a:lnTo>
                <a:lnTo>
                  <a:pt x="3679551" y="1682993"/>
                </a:lnTo>
                <a:lnTo>
                  <a:pt x="3681197" y="1683874"/>
                </a:lnTo>
                <a:lnTo>
                  <a:pt x="3682843" y="1684755"/>
                </a:lnTo>
                <a:lnTo>
                  <a:pt x="3684490" y="1685634"/>
                </a:lnTo>
                <a:lnTo>
                  <a:pt x="3686136" y="1686513"/>
                </a:lnTo>
                <a:lnTo>
                  <a:pt x="3687782" y="1687390"/>
                </a:lnTo>
                <a:lnTo>
                  <a:pt x="3689429" y="1688267"/>
                </a:lnTo>
                <a:lnTo>
                  <a:pt x="3691075" y="1689142"/>
                </a:lnTo>
                <a:lnTo>
                  <a:pt x="3692721" y="1690017"/>
                </a:lnTo>
                <a:lnTo>
                  <a:pt x="3694368" y="1690890"/>
                </a:lnTo>
                <a:lnTo>
                  <a:pt x="3696014" y="1691762"/>
                </a:lnTo>
                <a:lnTo>
                  <a:pt x="3697660" y="1692634"/>
                </a:lnTo>
                <a:lnTo>
                  <a:pt x="3699307" y="1693504"/>
                </a:lnTo>
                <a:lnTo>
                  <a:pt x="3700953" y="1694374"/>
                </a:lnTo>
                <a:lnTo>
                  <a:pt x="3702599" y="1695242"/>
                </a:lnTo>
                <a:lnTo>
                  <a:pt x="3704246" y="1696110"/>
                </a:lnTo>
                <a:lnTo>
                  <a:pt x="3705892" y="1696976"/>
                </a:lnTo>
                <a:lnTo>
                  <a:pt x="3707538" y="1697842"/>
                </a:lnTo>
                <a:lnTo>
                  <a:pt x="3709185" y="1698706"/>
                </a:lnTo>
                <a:lnTo>
                  <a:pt x="3710831" y="1699569"/>
                </a:lnTo>
                <a:lnTo>
                  <a:pt x="3712477" y="1700432"/>
                </a:lnTo>
                <a:lnTo>
                  <a:pt x="3714124" y="1701293"/>
                </a:lnTo>
                <a:lnTo>
                  <a:pt x="3715770" y="1702154"/>
                </a:lnTo>
                <a:lnTo>
                  <a:pt x="3717416" y="1703013"/>
                </a:lnTo>
                <a:lnTo>
                  <a:pt x="3719063" y="1703871"/>
                </a:lnTo>
                <a:lnTo>
                  <a:pt x="3720709" y="1704729"/>
                </a:lnTo>
                <a:lnTo>
                  <a:pt x="3722355" y="1705585"/>
                </a:lnTo>
                <a:lnTo>
                  <a:pt x="3724002" y="1706441"/>
                </a:lnTo>
                <a:lnTo>
                  <a:pt x="3725648" y="1707295"/>
                </a:lnTo>
                <a:lnTo>
                  <a:pt x="3727294" y="1708148"/>
                </a:lnTo>
                <a:lnTo>
                  <a:pt x="3728941" y="1709001"/>
                </a:lnTo>
                <a:lnTo>
                  <a:pt x="3730587" y="1709852"/>
                </a:lnTo>
                <a:lnTo>
                  <a:pt x="3732233" y="1710702"/>
                </a:lnTo>
                <a:lnTo>
                  <a:pt x="3733880" y="1711552"/>
                </a:lnTo>
                <a:lnTo>
                  <a:pt x="3735526" y="1712400"/>
                </a:lnTo>
                <a:lnTo>
                  <a:pt x="3737172" y="1713247"/>
                </a:lnTo>
                <a:lnTo>
                  <a:pt x="3738819" y="1714093"/>
                </a:lnTo>
                <a:lnTo>
                  <a:pt x="3740465" y="1714939"/>
                </a:lnTo>
                <a:lnTo>
                  <a:pt x="3742111" y="1715783"/>
                </a:lnTo>
                <a:lnTo>
                  <a:pt x="3743758" y="1716626"/>
                </a:lnTo>
                <a:lnTo>
                  <a:pt x="3745404" y="1717468"/>
                </a:lnTo>
                <a:lnTo>
                  <a:pt x="3747050" y="1718310"/>
                </a:lnTo>
                <a:lnTo>
                  <a:pt x="3748697" y="1719150"/>
                </a:lnTo>
                <a:lnTo>
                  <a:pt x="3750343" y="1719989"/>
                </a:lnTo>
                <a:lnTo>
                  <a:pt x="3751989" y="1720827"/>
                </a:lnTo>
                <a:lnTo>
                  <a:pt x="3753636" y="1721664"/>
                </a:lnTo>
                <a:lnTo>
                  <a:pt x="3755282" y="1722501"/>
                </a:lnTo>
                <a:lnTo>
                  <a:pt x="3756928" y="1723336"/>
                </a:lnTo>
                <a:lnTo>
                  <a:pt x="3758575" y="1724170"/>
                </a:lnTo>
                <a:lnTo>
                  <a:pt x="3760221" y="1725003"/>
                </a:lnTo>
                <a:lnTo>
                  <a:pt x="3761867" y="1725835"/>
                </a:lnTo>
                <a:lnTo>
                  <a:pt x="3763513" y="1726666"/>
                </a:lnTo>
                <a:lnTo>
                  <a:pt x="3765160" y="1727496"/>
                </a:lnTo>
                <a:lnTo>
                  <a:pt x="3766806" y="1728325"/>
                </a:lnTo>
                <a:lnTo>
                  <a:pt x="3768452" y="1729153"/>
                </a:lnTo>
                <a:lnTo>
                  <a:pt x="3770099" y="1729980"/>
                </a:lnTo>
                <a:lnTo>
                  <a:pt x="3771745" y="1730806"/>
                </a:lnTo>
                <a:lnTo>
                  <a:pt x="3773391" y="1731631"/>
                </a:lnTo>
                <a:lnTo>
                  <a:pt x="3775038" y="1732455"/>
                </a:lnTo>
                <a:lnTo>
                  <a:pt x="3776684" y="1733278"/>
                </a:lnTo>
                <a:lnTo>
                  <a:pt x="3778330" y="1734100"/>
                </a:lnTo>
                <a:lnTo>
                  <a:pt x="3779977" y="1734921"/>
                </a:lnTo>
                <a:lnTo>
                  <a:pt x="3781623" y="1735741"/>
                </a:lnTo>
                <a:lnTo>
                  <a:pt x="3783269" y="1736560"/>
                </a:lnTo>
                <a:lnTo>
                  <a:pt x="3784916" y="1737377"/>
                </a:lnTo>
                <a:lnTo>
                  <a:pt x="3786562" y="1738194"/>
                </a:lnTo>
                <a:lnTo>
                  <a:pt x="3788208" y="1739010"/>
                </a:lnTo>
                <a:lnTo>
                  <a:pt x="3789855" y="1739825"/>
                </a:lnTo>
                <a:lnTo>
                  <a:pt x="3791501" y="1740639"/>
                </a:lnTo>
                <a:lnTo>
                  <a:pt x="3793147" y="1741451"/>
                </a:lnTo>
                <a:lnTo>
                  <a:pt x="3794794" y="1742263"/>
                </a:lnTo>
                <a:lnTo>
                  <a:pt x="3796440" y="1743074"/>
                </a:lnTo>
                <a:lnTo>
                  <a:pt x="3798086" y="1743883"/>
                </a:lnTo>
                <a:lnTo>
                  <a:pt x="3799733" y="1744692"/>
                </a:lnTo>
                <a:lnTo>
                  <a:pt x="3801379" y="1745500"/>
                </a:lnTo>
                <a:lnTo>
                  <a:pt x="3803025" y="1746306"/>
                </a:lnTo>
                <a:lnTo>
                  <a:pt x="3804672" y="1747112"/>
                </a:lnTo>
                <a:lnTo>
                  <a:pt x="3806318" y="1747917"/>
                </a:lnTo>
                <a:lnTo>
                  <a:pt x="3807964" y="1748720"/>
                </a:lnTo>
                <a:lnTo>
                  <a:pt x="3809611" y="1749523"/>
                </a:lnTo>
                <a:lnTo>
                  <a:pt x="3811257" y="1750324"/>
                </a:lnTo>
                <a:lnTo>
                  <a:pt x="3812903" y="1751125"/>
                </a:lnTo>
                <a:lnTo>
                  <a:pt x="3814550" y="1751924"/>
                </a:lnTo>
                <a:lnTo>
                  <a:pt x="3816196" y="1752722"/>
                </a:lnTo>
                <a:lnTo>
                  <a:pt x="3817842" y="1753520"/>
                </a:lnTo>
                <a:lnTo>
                  <a:pt x="3819489" y="1754316"/>
                </a:lnTo>
                <a:lnTo>
                  <a:pt x="3821135" y="1755111"/>
                </a:lnTo>
                <a:lnTo>
                  <a:pt x="3822781" y="1755906"/>
                </a:lnTo>
                <a:lnTo>
                  <a:pt x="3824428" y="1756699"/>
                </a:lnTo>
                <a:lnTo>
                  <a:pt x="3826074" y="1757491"/>
                </a:lnTo>
                <a:lnTo>
                  <a:pt x="3827720" y="1758283"/>
                </a:lnTo>
                <a:lnTo>
                  <a:pt x="3829367" y="1759073"/>
                </a:lnTo>
                <a:lnTo>
                  <a:pt x="3831013" y="1759862"/>
                </a:lnTo>
                <a:lnTo>
                  <a:pt x="3832659" y="1760650"/>
                </a:lnTo>
                <a:lnTo>
                  <a:pt x="3834306" y="1761437"/>
                </a:lnTo>
                <a:lnTo>
                  <a:pt x="3835952" y="1762223"/>
                </a:lnTo>
                <a:lnTo>
                  <a:pt x="3837598" y="1763008"/>
                </a:lnTo>
                <a:lnTo>
                  <a:pt x="3839245" y="1763792"/>
                </a:lnTo>
                <a:lnTo>
                  <a:pt x="3840891" y="1764575"/>
                </a:lnTo>
                <a:lnTo>
                  <a:pt x="3842537" y="1765357"/>
                </a:lnTo>
                <a:lnTo>
                  <a:pt x="3844184" y="1766138"/>
                </a:lnTo>
                <a:lnTo>
                  <a:pt x="3845830" y="1766918"/>
                </a:lnTo>
                <a:lnTo>
                  <a:pt x="3847476" y="1767697"/>
                </a:lnTo>
                <a:lnTo>
                  <a:pt x="3849123" y="1768475"/>
                </a:lnTo>
                <a:lnTo>
                  <a:pt x="3850769" y="1769252"/>
                </a:lnTo>
                <a:lnTo>
                  <a:pt x="3852415" y="1770028"/>
                </a:lnTo>
                <a:lnTo>
                  <a:pt x="3854062" y="1770802"/>
                </a:lnTo>
                <a:lnTo>
                  <a:pt x="3855708" y="1771576"/>
                </a:lnTo>
                <a:lnTo>
                  <a:pt x="3857354" y="1772349"/>
                </a:lnTo>
                <a:lnTo>
                  <a:pt x="3859001" y="1773120"/>
                </a:lnTo>
                <a:lnTo>
                  <a:pt x="3860647" y="1773891"/>
                </a:lnTo>
                <a:lnTo>
                  <a:pt x="3862293" y="1774661"/>
                </a:lnTo>
                <a:lnTo>
                  <a:pt x="3863940" y="1775429"/>
                </a:lnTo>
                <a:lnTo>
                  <a:pt x="3865586" y="1776197"/>
                </a:lnTo>
                <a:lnTo>
                  <a:pt x="3867232" y="1776963"/>
                </a:lnTo>
                <a:lnTo>
                  <a:pt x="3868879" y="1777729"/>
                </a:lnTo>
                <a:lnTo>
                  <a:pt x="3870525" y="1778493"/>
                </a:lnTo>
                <a:lnTo>
                  <a:pt x="3872171" y="1779257"/>
                </a:lnTo>
                <a:lnTo>
                  <a:pt x="3873818" y="1780019"/>
                </a:lnTo>
                <a:lnTo>
                  <a:pt x="3875464" y="1780780"/>
                </a:lnTo>
                <a:lnTo>
                  <a:pt x="3877110" y="1781541"/>
                </a:lnTo>
                <a:lnTo>
                  <a:pt x="3878757" y="1782300"/>
                </a:lnTo>
                <a:lnTo>
                  <a:pt x="3880403" y="1783058"/>
                </a:lnTo>
                <a:lnTo>
                  <a:pt x="3882049" y="1783815"/>
                </a:lnTo>
                <a:lnTo>
                  <a:pt x="3883696" y="1784572"/>
                </a:lnTo>
                <a:lnTo>
                  <a:pt x="3885342" y="1785327"/>
                </a:lnTo>
                <a:lnTo>
                  <a:pt x="3886988" y="1786081"/>
                </a:lnTo>
                <a:lnTo>
                  <a:pt x="3888635" y="1786834"/>
                </a:lnTo>
                <a:lnTo>
                  <a:pt x="3890281" y="1787586"/>
                </a:lnTo>
                <a:lnTo>
                  <a:pt x="3891927" y="1788337"/>
                </a:lnTo>
                <a:lnTo>
                  <a:pt x="3893574" y="1789087"/>
                </a:lnTo>
                <a:lnTo>
                  <a:pt x="3895220" y="1789836"/>
                </a:lnTo>
                <a:lnTo>
                  <a:pt x="3896866" y="1790584"/>
                </a:lnTo>
                <a:lnTo>
                  <a:pt x="3898513" y="1791330"/>
                </a:lnTo>
                <a:lnTo>
                  <a:pt x="3900159" y="1792076"/>
                </a:lnTo>
                <a:lnTo>
                  <a:pt x="3901805" y="1792821"/>
                </a:lnTo>
                <a:lnTo>
                  <a:pt x="3903452" y="1793565"/>
                </a:lnTo>
                <a:lnTo>
                  <a:pt x="3905098" y="1794307"/>
                </a:lnTo>
                <a:lnTo>
                  <a:pt x="3906744" y="1795049"/>
                </a:lnTo>
                <a:lnTo>
                  <a:pt x="3908391" y="1795790"/>
                </a:lnTo>
                <a:lnTo>
                  <a:pt x="3910037" y="1796529"/>
                </a:lnTo>
                <a:lnTo>
                  <a:pt x="3911683" y="1797268"/>
                </a:lnTo>
                <a:lnTo>
                  <a:pt x="3913330" y="1798005"/>
                </a:lnTo>
                <a:lnTo>
                  <a:pt x="3914976" y="1798742"/>
                </a:lnTo>
                <a:lnTo>
                  <a:pt x="3916622" y="1799477"/>
                </a:lnTo>
                <a:lnTo>
                  <a:pt x="3918269" y="1800212"/>
                </a:lnTo>
                <a:lnTo>
                  <a:pt x="3919915" y="1800945"/>
                </a:lnTo>
                <a:lnTo>
                  <a:pt x="3921561" y="1801677"/>
                </a:lnTo>
                <a:lnTo>
                  <a:pt x="3923208" y="1802408"/>
                </a:lnTo>
                <a:lnTo>
                  <a:pt x="3924854" y="1803139"/>
                </a:lnTo>
                <a:lnTo>
                  <a:pt x="3926500" y="1803868"/>
                </a:lnTo>
                <a:lnTo>
                  <a:pt x="3928147" y="1804596"/>
                </a:lnTo>
                <a:lnTo>
                  <a:pt x="3929793" y="1805323"/>
                </a:lnTo>
                <a:lnTo>
                  <a:pt x="3931439" y="1806049"/>
                </a:lnTo>
                <a:lnTo>
                  <a:pt x="3933086" y="1806774"/>
                </a:lnTo>
                <a:lnTo>
                  <a:pt x="3934732" y="1807498"/>
                </a:lnTo>
                <a:lnTo>
                  <a:pt x="3936378" y="1808221"/>
                </a:lnTo>
                <a:lnTo>
                  <a:pt x="3938025" y="1808943"/>
                </a:lnTo>
                <a:lnTo>
                  <a:pt x="3939671" y="1809664"/>
                </a:lnTo>
                <a:lnTo>
                  <a:pt x="3941317" y="1810384"/>
                </a:lnTo>
                <a:lnTo>
                  <a:pt x="3942964" y="1811102"/>
                </a:lnTo>
                <a:lnTo>
                  <a:pt x="3944610" y="1811820"/>
                </a:lnTo>
                <a:lnTo>
                  <a:pt x="3946256" y="1812537"/>
                </a:lnTo>
                <a:lnTo>
                  <a:pt x="3947903" y="1813252"/>
                </a:lnTo>
                <a:lnTo>
                  <a:pt x="3949549" y="1813967"/>
                </a:lnTo>
                <a:lnTo>
                  <a:pt x="3951195" y="1814680"/>
                </a:lnTo>
                <a:lnTo>
                  <a:pt x="3952842" y="1815393"/>
                </a:lnTo>
                <a:lnTo>
                  <a:pt x="3954488" y="1816104"/>
                </a:lnTo>
                <a:lnTo>
                  <a:pt x="3956134" y="1816815"/>
                </a:lnTo>
                <a:lnTo>
                  <a:pt x="3957781" y="1817524"/>
                </a:lnTo>
                <a:lnTo>
                  <a:pt x="3959427" y="1818232"/>
                </a:lnTo>
                <a:lnTo>
                  <a:pt x="3961073" y="1818940"/>
                </a:lnTo>
                <a:lnTo>
                  <a:pt x="3962720" y="1819646"/>
                </a:lnTo>
                <a:lnTo>
                  <a:pt x="3964366" y="1820351"/>
                </a:lnTo>
                <a:lnTo>
                  <a:pt x="3966012" y="1821055"/>
                </a:lnTo>
                <a:lnTo>
                  <a:pt x="3967659" y="1821758"/>
                </a:lnTo>
                <a:lnTo>
                  <a:pt x="3969305" y="1822460"/>
                </a:lnTo>
                <a:lnTo>
                  <a:pt x="3970951" y="1823161"/>
                </a:lnTo>
                <a:lnTo>
                  <a:pt x="3972598" y="1823861"/>
                </a:lnTo>
                <a:lnTo>
                  <a:pt x="3974244" y="1824560"/>
                </a:lnTo>
                <a:lnTo>
                  <a:pt x="3975890" y="1825258"/>
                </a:lnTo>
                <a:lnTo>
                  <a:pt x="3977537" y="1825955"/>
                </a:lnTo>
                <a:lnTo>
                  <a:pt x="3979183" y="1826651"/>
                </a:lnTo>
                <a:lnTo>
                  <a:pt x="3980829" y="1827346"/>
                </a:lnTo>
                <a:lnTo>
                  <a:pt x="3982476" y="1828039"/>
                </a:lnTo>
                <a:lnTo>
                  <a:pt x="3984122" y="1828732"/>
                </a:lnTo>
                <a:lnTo>
                  <a:pt x="3985768" y="1829423"/>
                </a:lnTo>
                <a:lnTo>
                  <a:pt x="3987415" y="1830114"/>
                </a:lnTo>
                <a:lnTo>
                  <a:pt x="3989061" y="1830803"/>
                </a:lnTo>
                <a:lnTo>
                  <a:pt x="3990707" y="1831492"/>
                </a:lnTo>
                <a:lnTo>
                  <a:pt x="3992354" y="1832179"/>
                </a:lnTo>
                <a:lnTo>
                  <a:pt x="3994000" y="1832866"/>
                </a:lnTo>
                <a:lnTo>
                  <a:pt x="3995646" y="1833551"/>
                </a:lnTo>
                <a:lnTo>
                  <a:pt x="3997293" y="1834235"/>
                </a:lnTo>
                <a:lnTo>
                  <a:pt x="3998939" y="1834918"/>
                </a:lnTo>
                <a:lnTo>
                  <a:pt x="4000585" y="1835601"/>
                </a:lnTo>
                <a:lnTo>
                  <a:pt x="4002232" y="1836282"/>
                </a:lnTo>
                <a:lnTo>
                  <a:pt x="4003878" y="1836962"/>
                </a:lnTo>
                <a:lnTo>
                  <a:pt x="4005524" y="1837641"/>
                </a:lnTo>
                <a:lnTo>
                  <a:pt x="4007171" y="1838319"/>
                </a:lnTo>
                <a:lnTo>
                  <a:pt x="4008817" y="1838996"/>
                </a:lnTo>
                <a:lnTo>
                  <a:pt x="4010463" y="1839671"/>
                </a:lnTo>
                <a:lnTo>
                  <a:pt x="4012110" y="1840346"/>
                </a:lnTo>
                <a:lnTo>
                  <a:pt x="4013756" y="1841020"/>
                </a:lnTo>
                <a:lnTo>
                  <a:pt x="4015402" y="1841693"/>
                </a:lnTo>
                <a:lnTo>
                  <a:pt x="4017049" y="1842364"/>
                </a:lnTo>
                <a:lnTo>
                  <a:pt x="4018695" y="1843035"/>
                </a:lnTo>
                <a:lnTo>
                  <a:pt x="4020341" y="1843705"/>
                </a:lnTo>
                <a:lnTo>
                  <a:pt x="4021988" y="1844373"/>
                </a:lnTo>
                <a:lnTo>
                  <a:pt x="4023634" y="1845041"/>
                </a:lnTo>
                <a:lnTo>
                  <a:pt x="4025280" y="1845707"/>
                </a:lnTo>
                <a:lnTo>
                  <a:pt x="4026927" y="1846372"/>
                </a:lnTo>
                <a:lnTo>
                  <a:pt x="4028573" y="1847037"/>
                </a:lnTo>
                <a:lnTo>
                  <a:pt x="4030219" y="1847700"/>
                </a:lnTo>
                <a:lnTo>
                  <a:pt x="4031866" y="1848362"/>
                </a:lnTo>
                <a:lnTo>
                  <a:pt x="4033512" y="1849023"/>
                </a:lnTo>
                <a:lnTo>
                  <a:pt x="4035158" y="1849683"/>
                </a:lnTo>
                <a:lnTo>
                  <a:pt x="4036805" y="1850342"/>
                </a:lnTo>
                <a:lnTo>
                  <a:pt x="4038451" y="1851000"/>
                </a:lnTo>
                <a:lnTo>
                  <a:pt x="4040097" y="1851657"/>
                </a:lnTo>
                <a:lnTo>
                  <a:pt x="4041744" y="1852313"/>
                </a:lnTo>
                <a:lnTo>
                  <a:pt x="4043390" y="1852968"/>
                </a:lnTo>
                <a:lnTo>
                  <a:pt x="4045036" y="1853622"/>
                </a:lnTo>
                <a:lnTo>
                  <a:pt x="4046683" y="1854275"/>
                </a:lnTo>
                <a:lnTo>
                  <a:pt x="4048329" y="1854926"/>
                </a:lnTo>
                <a:lnTo>
                  <a:pt x="4049975" y="1855577"/>
                </a:lnTo>
                <a:lnTo>
                  <a:pt x="4051622" y="1856226"/>
                </a:lnTo>
                <a:lnTo>
                  <a:pt x="4053268" y="1856875"/>
                </a:lnTo>
                <a:lnTo>
                  <a:pt x="4054914" y="1857522"/>
                </a:lnTo>
                <a:lnTo>
                  <a:pt x="4056561" y="1858169"/>
                </a:lnTo>
                <a:lnTo>
                  <a:pt x="4058207" y="1858814"/>
                </a:lnTo>
                <a:lnTo>
                  <a:pt x="4059853" y="1859459"/>
                </a:lnTo>
                <a:lnTo>
                  <a:pt x="4061500" y="1860102"/>
                </a:lnTo>
                <a:lnTo>
                  <a:pt x="4063146" y="1860744"/>
                </a:lnTo>
                <a:lnTo>
                  <a:pt x="4064792" y="1861385"/>
                </a:lnTo>
                <a:lnTo>
                  <a:pt x="4066439" y="1862025"/>
                </a:lnTo>
                <a:lnTo>
                  <a:pt x="4068085" y="1862664"/>
                </a:lnTo>
                <a:lnTo>
                  <a:pt x="4069731" y="1863302"/>
                </a:lnTo>
                <a:lnTo>
                  <a:pt x="4071378" y="1863939"/>
                </a:lnTo>
                <a:lnTo>
                  <a:pt x="4073024" y="1864575"/>
                </a:lnTo>
                <a:lnTo>
                  <a:pt x="4074670" y="1865210"/>
                </a:lnTo>
                <a:lnTo>
                  <a:pt x="4076316" y="1865844"/>
                </a:lnTo>
                <a:lnTo>
                  <a:pt x="4077963" y="1866476"/>
                </a:lnTo>
                <a:lnTo>
                  <a:pt x="4079609" y="1867108"/>
                </a:lnTo>
                <a:lnTo>
                  <a:pt x="4081255" y="1867739"/>
                </a:lnTo>
                <a:lnTo>
                  <a:pt x="4082902" y="1868368"/>
                </a:lnTo>
                <a:lnTo>
                  <a:pt x="4084548" y="1868997"/>
                </a:lnTo>
                <a:lnTo>
                  <a:pt x="4086194" y="1869624"/>
                </a:lnTo>
                <a:lnTo>
                  <a:pt x="4087841" y="1870251"/>
                </a:lnTo>
                <a:lnTo>
                  <a:pt x="4089487" y="1870876"/>
                </a:lnTo>
                <a:lnTo>
                  <a:pt x="4091133" y="1871500"/>
                </a:lnTo>
                <a:lnTo>
                  <a:pt x="4092780" y="1872123"/>
                </a:lnTo>
                <a:lnTo>
                  <a:pt x="4094426" y="1872746"/>
                </a:lnTo>
                <a:lnTo>
                  <a:pt x="4096072" y="1873367"/>
                </a:lnTo>
                <a:lnTo>
                  <a:pt x="4097719" y="1873987"/>
                </a:lnTo>
                <a:lnTo>
                  <a:pt x="4099365" y="1874606"/>
                </a:lnTo>
                <a:lnTo>
                  <a:pt x="4101011" y="1875224"/>
                </a:lnTo>
                <a:lnTo>
                  <a:pt x="4102658" y="1875841"/>
                </a:lnTo>
                <a:lnTo>
                  <a:pt x="4104304" y="1876456"/>
                </a:lnTo>
                <a:lnTo>
                  <a:pt x="4105950" y="1877071"/>
                </a:lnTo>
                <a:lnTo>
                  <a:pt x="4107597" y="1877685"/>
                </a:lnTo>
                <a:lnTo>
                  <a:pt x="4109243" y="1878298"/>
                </a:lnTo>
                <a:lnTo>
                  <a:pt x="4110889" y="1878909"/>
                </a:lnTo>
                <a:lnTo>
                  <a:pt x="4112536" y="1879520"/>
                </a:lnTo>
                <a:lnTo>
                  <a:pt x="4114182" y="1880129"/>
                </a:lnTo>
                <a:lnTo>
                  <a:pt x="4115828" y="1880738"/>
                </a:lnTo>
                <a:lnTo>
                  <a:pt x="4117475" y="1881345"/>
                </a:lnTo>
                <a:lnTo>
                  <a:pt x="4119121" y="1881951"/>
                </a:lnTo>
                <a:lnTo>
                  <a:pt x="4120767" y="1882557"/>
                </a:lnTo>
                <a:lnTo>
                  <a:pt x="4122414" y="1883161"/>
                </a:lnTo>
                <a:lnTo>
                  <a:pt x="4124060" y="1883764"/>
                </a:lnTo>
                <a:lnTo>
                  <a:pt x="4125706" y="1884366"/>
                </a:lnTo>
                <a:lnTo>
                  <a:pt x="4127353" y="1884967"/>
                </a:lnTo>
                <a:lnTo>
                  <a:pt x="4128999" y="1885567"/>
                </a:lnTo>
                <a:lnTo>
                  <a:pt x="4130645" y="1886166"/>
                </a:lnTo>
                <a:lnTo>
                  <a:pt x="4132292" y="1886764"/>
                </a:lnTo>
                <a:lnTo>
                  <a:pt x="4133938" y="1887361"/>
                </a:lnTo>
                <a:lnTo>
                  <a:pt x="4135584" y="1887956"/>
                </a:lnTo>
                <a:lnTo>
                  <a:pt x="4137231" y="1888551"/>
                </a:lnTo>
                <a:lnTo>
                  <a:pt x="4138877" y="1889145"/>
                </a:lnTo>
                <a:lnTo>
                  <a:pt x="4140523" y="1889737"/>
                </a:lnTo>
                <a:lnTo>
                  <a:pt x="4142170" y="1890329"/>
                </a:lnTo>
                <a:lnTo>
                  <a:pt x="4143816" y="1890919"/>
                </a:lnTo>
                <a:lnTo>
                  <a:pt x="4145462" y="1891509"/>
                </a:lnTo>
                <a:lnTo>
                  <a:pt x="4147109" y="1892097"/>
                </a:lnTo>
                <a:lnTo>
                  <a:pt x="4148755" y="1892684"/>
                </a:lnTo>
                <a:lnTo>
                  <a:pt x="4150401" y="1893271"/>
                </a:lnTo>
                <a:lnTo>
                  <a:pt x="4152048" y="1893856"/>
                </a:lnTo>
                <a:lnTo>
                  <a:pt x="4153694" y="1894440"/>
                </a:lnTo>
                <a:lnTo>
                  <a:pt x="4155340" y="1895023"/>
                </a:lnTo>
                <a:lnTo>
                  <a:pt x="4156987" y="1895605"/>
                </a:lnTo>
                <a:lnTo>
                  <a:pt x="4158633" y="1896186"/>
                </a:lnTo>
                <a:lnTo>
                  <a:pt x="4160279" y="1896766"/>
                </a:lnTo>
                <a:lnTo>
                  <a:pt x="4161926" y="1897344"/>
                </a:lnTo>
                <a:lnTo>
                  <a:pt x="4163572" y="1897922"/>
                </a:lnTo>
                <a:lnTo>
                  <a:pt x="4165218" y="1898499"/>
                </a:lnTo>
                <a:lnTo>
                  <a:pt x="4166865" y="1899075"/>
                </a:lnTo>
                <a:lnTo>
                  <a:pt x="4168511" y="1899649"/>
                </a:lnTo>
                <a:lnTo>
                  <a:pt x="4170157" y="1900223"/>
                </a:lnTo>
                <a:lnTo>
                  <a:pt x="4171804" y="1900795"/>
                </a:lnTo>
                <a:lnTo>
                  <a:pt x="4173450" y="1901366"/>
                </a:lnTo>
                <a:lnTo>
                  <a:pt x="4175096" y="1901937"/>
                </a:lnTo>
                <a:lnTo>
                  <a:pt x="4176743" y="1902506"/>
                </a:lnTo>
                <a:lnTo>
                  <a:pt x="4178389" y="1903074"/>
                </a:lnTo>
                <a:lnTo>
                  <a:pt x="4180035" y="1903641"/>
                </a:lnTo>
                <a:lnTo>
                  <a:pt x="4181682" y="1904208"/>
                </a:lnTo>
                <a:lnTo>
                  <a:pt x="4183328" y="1904773"/>
                </a:lnTo>
                <a:lnTo>
                  <a:pt x="4184974" y="1905337"/>
                </a:lnTo>
                <a:lnTo>
                  <a:pt x="4186621" y="1905899"/>
                </a:lnTo>
                <a:lnTo>
                  <a:pt x="4188267" y="1906461"/>
                </a:lnTo>
                <a:lnTo>
                  <a:pt x="4189913" y="1907022"/>
                </a:lnTo>
                <a:lnTo>
                  <a:pt x="4191560" y="1907582"/>
                </a:lnTo>
                <a:lnTo>
                  <a:pt x="4193206" y="1908141"/>
                </a:lnTo>
                <a:lnTo>
                  <a:pt x="4194852" y="1908698"/>
                </a:lnTo>
                <a:lnTo>
                  <a:pt x="4196499" y="1909255"/>
                </a:lnTo>
                <a:lnTo>
                  <a:pt x="4198145" y="1909810"/>
                </a:lnTo>
                <a:lnTo>
                  <a:pt x="4199791" y="1910365"/>
                </a:lnTo>
                <a:lnTo>
                  <a:pt x="4201438" y="1910918"/>
                </a:lnTo>
                <a:lnTo>
                  <a:pt x="4203084" y="1911470"/>
                </a:lnTo>
                <a:lnTo>
                  <a:pt x="4204730" y="1912022"/>
                </a:lnTo>
                <a:lnTo>
                  <a:pt x="4206377" y="1912572"/>
                </a:lnTo>
                <a:lnTo>
                  <a:pt x="4208023" y="1913121"/>
                </a:lnTo>
                <a:lnTo>
                  <a:pt x="4209669" y="1913669"/>
                </a:lnTo>
                <a:lnTo>
                  <a:pt x="4211316" y="1914216"/>
                </a:lnTo>
                <a:lnTo>
                  <a:pt x="4212962" y="1914762"/>
                </a:lnTo>
                <a:lnTo>
                  <a:pt x="4214608" y="1915307"/>
                </a:lnTo>
                <a:lnTo>
                  <a:pt x="4216255" y="1915851"/>
                </a:lnTo>
                <a:lnTo>
                  <a:pt x="4217901" y="1916394"/>
                </a:lnTo>
                <a:lnTo>
                  <a:pt x="4219547" y="1916935"/>
                </a:lnTo>
                <a:lnTo>
                  <a:pt x="4221194" y="1917476"/>
                </a:lnTo>
                <a:lnTo>
                  <a:pt x="4222840" y="1918016"/>
                </a:lnTo>
                <a:lnTo>
                  <a:pt x="4224486" y="1918554"/>
                </a:lnTo>
                <a:lnTo>
                  <a:pt x="4226133" y="1919092"/>
                </a:lnTo>
                <a:lnTo>
                  <a:pt x="4227779" y="1919628"/>
                </a:lnTo>
                <a:lnTo>
                  <a:pt x="4229425" y="1920163"/>
                </a:lnTo>
                <a:lnTo>
                  <a:pt x="4231072" y="1920698"/>
                </a:lnTo>
                <a:lnTo>
                  <a:pt x="4232718" y="1921231"/>
                </a:lnTo>
                <a:lnTo>
                  <a:pt x="4234364" y="1921763"/>
                </a:lnTo>
                <a:lnTo>
                  <a:pt x="4236011" y="1922294"/>
                </a:lnTo>
                <a:lnTo>
                  <a:pt x="4237657" y="1922824"/>
                </a:lnTo>
                <a:lnTo>
                  <a:pt x="4239303" y="1923353"/>
                </a:lnTo>
                <a:lnTo>
                  <a:pt x="4240950" y="1923881"/>
                </a:lnTo>
                <a:lnTo>
                  <a:pt x="4242596" y="1924408"/>
                </a:lnTo>
                <a:lnTo>
                  <a:pt x="4244242" y="1924934"/>
                </a:lnTo>
                <a:lnTo>
                  <a:pt x="4245889" y="1925458"/>
                </a:lnTo>
                <a:lnTo>
                  <a:pt x="4247535" y="1925982"/>
                </a:lnTo>
                <a:lnTo>
                  <a:pt x="4249181" y="1926505"/>
                </a:lnTo>
                <a:lnTo>
                  <a:pt x="4250828" y="1927026"/>
                </a:lnTo>
                <a:lnTo>
                  <a:pt x="4252474" y="1927547"/>
                </a:lnTo>
                <a:lnTo>
                  <a:pt x="4254120" y="1928066"/>
                </a:lnTo>
                <a:lnTo>
                  <a:pt x="4255767" y="1928585"/>
                </a:lnTo>
                <a:lnTo>
                  <a:pt x="4257413" y="1929102"/>
                </a:lnTo>
                <a:lnTo>
                  <a:pt x="4259059" y="1929618"/>
                </a:lnTo>
                <a:lnTo>
                  <a:pt x="4260706" y="1930133"/>
                </a:lnTo>
                <a:lnTo>
                  <a:pt x="4262352" y="1930648"/>
                </a:lnTo>
                <a:lnTo>
                  <a:pt x="4263998" y="1931161"/>
                </a:lnTo>
                <a:lnTo>
                  <a:pt x="4265645" y="1931673"/>
                </a:lnTo>
                <a:lnTo>
                  <a:pt x="4267291" y="1932184"/>
                </a:lnTo>
                <a:lnTo>
                  <a:pt x="4268937" y="1932693"/>
                </a:lnTo>
                <a:lnTo>
                  <a:pt x="4270584" y="1933202"/>
                </a:lnTo>
                <a:lnTo>
                  <a:pt x="4272230" y="1933710"/>
                </a:lnTo>
                <a:lnTo>
                  <a:pt x="4273876" y="1934217"/>
                </a:lnTo>
                <a:lnTo>
                  <a:pt x="4275523" y="1934722"/>
                </a:lnTo>
                <a:lnTo>
                  <a:pt x="4277169" y="1935227"/>
                </a:lnTo>
                <a:lnTo>
                  <a:pt x="4278815" y="1935731"/>
                </a:lnTo>
                <a:lnTo>
                  <a:pt x="4280462" y="1936233"/>
                </a:lnTo>
                <a:lnTo>
                  <a:pt x="4282108" y="1936734"/>
                </a:lnTo>
                <a:lnTo>
                  <a:pt x="4283754" y="1937235"/>
                </a:lnTo>
                <a:lnTo>
                  <a:pt x="4285401" y="1937734"/>
                </a:lnTo>
                <a:lnTo>
                  <a:pt x="4287047" y="1938232"/>
                </a:lnTo>
                <a:lnTo>
                  <a:pt x="4288693" y="1938729"/>
                </a:lnTo>
                <a:lnTo>
                  <a:pt x="4290340" y="1939226"/>
                </a:lnTo>
                <a:lnTo>
                  <a:pt x="4291986" y="1939721"/>
                </a:lnTo>
                <a:lnTo>
                  <a:pt x="4293632" y="1940215"/>
                </a:lnTo>
                <a:lnTo>
                  <a:pt x="4295279" y="1940707"/>
                </a:lnTo>
                <a:lnTo>
                  <a:pt x="4296925" y="1941199"/>
                </a:lnTo>
                <a:lnTo>
                  <a:pt x="4298571" y="1941690"/>
                </a:lnTo>
                <a:lnTo>
                  <a:pt x="4300218" y="1942180"/>
                </a:lnTo>
                <a:lnTo>
                  <a:pt x="4301864" y="1942668"/>
                </a:lnTo>
                <a:lnTo>
                  <a:pt x="4303510" y="1943156"/>
                </a:lnTo>
                <a:lnTo>
                  <a:pt x="4305157" y="1943643"/>
                </a:lnTo>
                <a:lnTo>
                  <a:pt x="4306803" y="1944128"/>
                </a:lnTo>
                <a:lnTo>
                  <a:pt x="4308449" y="1944613"/>
                </a:lnTo>
                <a:lnTo>
                  <a:pt x="4310096" y="1945096"/>
                </a:lnTo>
                <a:lnTo>
                  <a:pt x="4311742" y="1945578"/>
                </a:lnTo>
                <a:lnTo>
                  <a:pt x="4313388" y="1946059"/>
                </a:lnTo>
                <a:lnTo>
                  <a:pt x="4315035" y="1946540"/>
                </a:lnTo>
                <a:lnTo>
                  <a:pt x="4316681" y="1947019"/>
                </a:lnTo>
                <a:lnTo>
                  <a:pt x="4318327" y="1947497"/>
                </a:lnTo>
                <a:lnTo>
                  <a:pt x="4319974" y="1947974"/>
                </a:lnTo>
                <a:lnTo>
                  <a:pt x="4321620" y="1948450"/>
                </a:lnTo>
                <a:lnTo>
                  <a:pt x="4323266" y="1948925"/>
                </a:lnTo>
                <a:lnTo>
                  <a:pt x="4324913" y="1949398"/>
                </a:lnTo>
                <a:lnTo>
                  <a:pt x="4326559" y="1949871"/>
                </a:lnTo>
                <a:lnTo>
                  <a:pt x="4328205" y="1950343"/>
                </a:lnTo>
                <a:lnTo>
                  <a:pt x="4329852" y="1950814"/>
                </a:lnTo>
                <a:lnTo>
                  <a:pt x="4331498" y="1951283"/>
                </a:lnTo>
                <a:lnTo>
                  <a:pt x="4333144" y="1951752"/>
                </a:lnTo>
                <a:lnTo>
                  <a:pt x="4334791" y="1952219"/>
                </a:lnTo>
                <a:lnTo>
                  <a:pt x="4336437" y="1952686"/>
                </a:lnTo>
                <a:lnTo>
                  <a:pt x="4338083" y="1953151"/>
                </a:lnTo>
                <a:lnTo>
                  <a:pt x="4339730" y="1953615"/>
                </a:lnTo>
                <a:lnTo>
                  <a:pt x="4341376" y="1954078"/>
                </a:lnTo>
                <a:lnTo>
                  <a:pt x="4343022" y="1954540"/>
                </a:lnTo>
                <a:lnTo>
                  <a:pt x="4344669" y="1955002"/>
                </a:lnTo>
                <a:lnTo>
                  <a:pt x="4346315" y="1955462"/>
                </a:lnTo>
                <a:lnTo>
                  <a:pt x="4347961" y="1955921"/>
                </a:lnTo>
                <a:lnTo>
                  <a:pt x="4349608" y="1956378"/>
                </a:lnTo>
                <a:lnTo>
                  <a:pt x="4351254" y="1956835"/>
                </a:lnTo>
                <a:lnTo>
                  <a:pt x="4352900" y="1957291"/>
                </a:lnTo>
                <a:lnTo>
                  <a:pt x="4354547" y="1957746"/>
                </a:lnTo>
                <a:lnTo>
                  <a:pt x="4356193" y="1958200"/>
                </a:lnTo>
                <a:lnTo>
                  <a:pt x="4357839" y="1958652"/>
                </a:lnTo>
                <a:lnTo>
                  <a:pt x="4359486" y="1959104"/>
                </a:lnTo>
                <a:lnTo>
                  <a:pt x="4361132" y="1959554"/>
                </a:lnTo>
                <a:lnTo>
                  <a:pt x="4362778" y="1960004"/>
                </a:lnTo>
                <a:lnTo>
                  <a:pt x="4364425" y="1960452"/>
                </a:lnTo>
                <a:lnTo>
                  <a:pt x="4366071" y="1960899"/>
                </a:lnTo>
                <a:lnTo>
                  <a:pt x="4367717" y="1961346"/>
                </a:lnTo>
                <a:lnTo>
                  <a:pt x="4369364" y="1961791"/>
                </a:lnTo>
                <a:lnTo>
                  <a:pt x="4371010" y="1962235"/>
                </a:lnTo>
                <a:lnTo>
                  <a:pt x="4372656" y="1962678"/>
                </a:lnTo>
                <a:lnTo>
                  <a:pt x="4374303" y="1963120"/>
                </a:lnTo>
                <a:lnTo>
                  <a:pt x="4375949" y="1963561"/>
                </a:lnTo>
                <a:lnTo>
                  <a:pt x="4377595" y="1964001"/>
                </a:lnTo>
                <a:lnTo>
                  <a:pt x="4379242" y="1964440"/>
                </a:lnTo>
                <a:lnTo>
                  <a:pt x="4380888" y="1964877"/>
                </a:lnTo>
                <a:lnTo>
                  <a:pt x="4382534" y="1965314"/>
                </a:lnTo>
                <a:lnTo>
                  <a:pt x="4384181" y="1965750"/>
                </a:lnTo>
                <a:lnTo>
                  <a:pt x="4385827" y="1966184"/>
                </a:lnTo>
                <a:lnTo>
                  <a:pt x="4387473" y="1966618"/>
                </a:lnTo>
                <a:lnTo>
                  <a:pt x="4389120" y="1967050"/>
                </a:lnTo>
                <a:lnTo>
                  <a:pt x="4390766" y="1967482"/>
                </a:lnTo>
                <a:lnTo>
                  <a:pt x="4392412" y="1967912"/>
                </a:lnTo>
                <a:lnTo>
                  <a:pt x="4394058" y="1968341"/>
                </a:lnTo>
                <a:lnTo>
                  <a:pt x="4395705" y="1968770"/>
                </a:lnTo>
                <a:lnTo>
                  <a:pt x="4397351" y="1969197"/>
                </a:lnTo>
                <a:lnTo>
                  <a:pt x="4398997" y="1969623"/>
                </a:lnTo>
                <a:lnTo>
                  <a:pt x="4400644" y="1970048"/>
                </a:lnTo>
                <a:lnTo>
                  <a:pt x="4402290" y="1970472"/>
                </a:lnTo>
                <a:lnTo>
                  <a:pt x="4403936" y="1970895"/>
                </a:lnTo>
                <a:lnTo>
                  <a:pt x="4405583" y="1971317"/>
                </a:lnTo>
                <a:lnTo>
                  <a:pt x="4407229" y="1971738"/>
                </a:lnTo>
                <a:lnTo>
                  <a:pt x="4408875" y="1972158"/>
                </a:lnTo>
                <a:lnTo>
                  <a:pt x="4410522" y="1972576"/>
                </a:lnTo>
                <a:lnTo>
                  <a:pt x="4412168" y="1972994"/>
                </a:lnTo>
                <a:lnTo>
                  <a:pt x="4413814" y="1973410"/>
                </a:lnTo>
                <a:lnTo>
                  <a:pt x="4415461" y="1973826"/>
                </a:lnTo>
                <a:lnTo>
                  <a:pt x="4417107" y="1974241"/>
                </a:lnTo>
                <a:lnTo>
                  <a:pt x="4418753" y="1974654"/>
                </a:lnTo>
                <a:lnTo>
                  <a:pt x="4420400" y="1975066"/>
                </a:lnTo>
                <a:lnTo>
                  <a:pt x="4422046" y="1975478"/>
                </a:lnTo>
                <a:lnTo>
                  <a:pt x="4423692" y="1975888"/>
                </a:lnTo>
                <a:lnTo>
                  <a:pt x="4425339" y="1976297"/>
                </a:lnTo>
                <a:lnTo>
                  <a:pt x="4426985" y="1976705"/>
                </a:lnTo>
                <a:lnTo>
                  <a:pt x="4428631" y="1977112"/>
                </a:lnTo>
                <a:lnTo>
                  <a:pt x="4430278" y="1977518"/>
                </a:lnTo>
                <a:lnTo>
                  <a:pt x="4431924" y="1977923"/>
                </a:lnTo>
                <a:lnTo>
                  <a:pt x="4433570" y="1978327"/>
                </a:lnTo>
                <a:lnTo>
                  <a:pt x="4435217" y="1978730"/>
                </a:lnTo>
                <a:lnTo>
                  <a:pt x="4436863" y="1979132"/>
                </a:lnTo>
                <a:lnTo>
                  <a:pt x="4438509" y="1979532"/>
                </a:lnTo>
                <a:lnTo>
                  <a:pt x="4440156" y="1979932"/>
                </a:lnTo>
                <a:lnTo>
                  <a:pt x="4441802" y="1980331"/>
                </a:lnTo>
                <a:lnTo>
                  <a:pt x="4443448" y="1980728"/>
                </a:lnTo>
                <a:lnTo>
                  <a:pt x="4445095" y="1981125"/>
                </a:lnTo>
                <a:lnTo>
                  <a:pt x="4446741" y="1981520"/>
                </a:lnTo>
                <a:lnTo>
                  <a:pt x="4448387" y="1981915"/>
                </a:lnTo>
                <a:lnTo>
                  <a:pt x="4450034" y="1982308"/>
                </a:lnTo>
                <a:lnTo>
                  <a:pt x="4451680" y="1982700"/>
                </a:lnTo>
                <a:lnTo>
                  <a:pt x="4453326" y="1983092"/>
                </a:lnTo>
                <a:lnTo>
                  <a:pt x="4454973" y="1983482"/>
                </a:lnTo>
                <a:lnTo>
                  <a:pt x="4456619" y="1983871"/>
                </a:lnTo>
                <a:lnTo>
                  <a:pt x="4458265" y="1984259"/>
                </a:lnTo>
                <a:lnTo>
                  <a:pt x="4459912" y="1984646"/>
                </a:lnTo>
                <a:lnTo>
                  <a:pt x="4461558" y="1985032"/>
                </a:lnTo>
                <a:lnTo>
                  <a:pt x="4463204" y="1985417"/>
                </a:lnTo>
                <a:lnTo>
                  <a:pt x="4464851" y="1985800"/>
                </a:lnTo>
                <a:lnTo>
                  <a:pt x="4466497" y="1986183"/>
                </a:lnTo>
                <a:lnTo>
                  <a:pt x="4468143" y="1986565"/>
                </a:lnTo>
                <a:lnTo>
                  <a:pt x="4469790" y="1986946"/>
                </a:lnTo>
                <a:lnTo>
                  <a:pt x="4471436" y="1987325"/>
                </a:lnTo>
                <a:lnTo>
                  <a:pt x="4473082" y="1987704"/>
                </a:lnTo>
                <a:lnTo>
                  <a:pt x="4474729" y="1988081"/>
                </a:lnTo>
                <a:lnTo>
                  <a:pt x="4476375" y="1988458"/>
                </a:lnTo>
                <a:lnTo>
                  <a:pt x="4478021" y="1988833"/>
                </a:lnTo>
                <a:lnTo>
                  <a:pt x="4479668" y="1989207"/>
                </a:lnTo>
                <a:lnTo>
                  <a:pt x="4481314" y="1989581"/>
                </a:lnTo>
                <a:lnTo>
                  <a:pt x="4482960" y="1989953"/>
                </a:lnTo>
                <a:lnTo>
                  <a:pt x="4484607" y="1990324"/>
                </a:lnTo>
                <a:lnTo>
                  <a:pt x="4486253" y="1990694"/>
                </a:lnTo>
                <a:lnTo>
                  <a:pt x="4487899" y="1991063"/>
                </a:lnTo>
                <a:lnTo>
                  <a:pt x="4489546" y="1991431"/>
                </a:lnTo>
                <a:lnTo>
                  <a:pt x="4491192" y="1991798"/>
                </a:lnTo>
                <a:lnTo>
                  <a:pt x="4492838" y="1992164"/>
                </a:lnTo>
                <a:lnTo>
                  <a:pt x="4494485" y="1992529"/>
                </a:lnTo>
                <a:lnTo>
                  <a:pt x="4496131" y="1992893"/>
                </a:lnTo>
                <a:lnTo>
                  <a:pt x="4497777" y="1993255"/>
                </a:lnTo>
                <a:lnTo>
                  <a:pt x="4499424" y="1993617"/>
                </a:lnTo>
                <a:lnTo>
                  <a:pt x="4501070" y="1993978"/>
                </a:lnTo>
                <a:lnTo>
                  <a:pt x="4502716" y="1994337"/>
                </a:lnTo>
                <a:lnTo>
                  <a:pt x="4504363" y="1994696"/>
                </a:lnTo>
                <a:lnTo>
                  <a:pt x="4506009" y="1995053"/>
                </a:lnTo>
                <a:lnTo>
                  <a:pt x="4507655" y="1995410"/>
                </a:lnTo>
                <a:lnTo>
                  <a:pt x="4509302" y="1995765"/>
                </a:lnTo>
                <a:lnTo>
                  <a:pt x="4510948" y="1996119"/>
                </a:lnTo>
                <a:lnTo>
                  <a:pt x="4512594" y="1996473"/>
                </a:lnTo>
                <a:lnTo>
                  <a:pt x="4514241" y="1996825"/>
                </a:lnTo>
                <a:lnTo>
                  <a:pt x="4515887" y="1997176"/>
                </a:lnTo>
                <a:lnTo>
                  <a:pt x="4517533" y="1997526"/>
                </a:lnTo>
                <a:lnTo>
                  <a:pt x="4519180" y="1997875"/>
                </a:lnTo>
                <a:lnTo>
                  <a:pt x="4520826" y="1998223"/>
                </a:lnTo>
                <a:lnTo>
                  <a:pt x="4522472" y="1998570"/>
                </a:lnTo>
                <a:lnTo>
                  <a:pt x="4524119" y="1998916"/>
                </a:lnTo>
                <a:lnTo>
                  <a:pt x="4525765" y="1999261"/>
                </a:lnTo>
                <a:lnTo>
                  <a:pt x="4527411" y="1999604"/>
                </a:lnTo>
                <a:lnTo>
                  <a:pt x="4529058" y="1999947"/>
                </a:lnTo>
                <a:lnTo>
                  <a:pt x="4530704" y="2000289"/>
                </a:lnTo>
                <a:lnTo>
                  <a:pt x="4532350" y="2000629"/>
                </a:lnTo>
                <a:lnTo>
                  <a:pt x="4533997" y="2000969"/>
                </a:lnTo>
                <a:lnTo>
                  <a:pt x="4535643" y="2001308"/>
                </a:lnTo>
                <a:lnTo>
                  <a:pt x="4537289" y="2001645"/>
                </a:lnTo>
                <a:lnTo>
                  <a:pt x="4538936" y="2001981"/>
                </a:lnTo>
                <a:lnTo>
                  <a:pt x="4540582" y="2002317"/>
                </a:lnTo>
                <a:lnTo>
                  <a:pt x="4542228" y="2002651"/>
                </a:lnTo>
                <a:lnTo>
                  <a:pt x="4543875" y="2002984"/>
                </a:lnTo>
                <a:lnTo>
                  <a:pt x="4545521" y="2003317"/>
                </a:lnTo>
                <a:lnTo>
                  <a:pt x="4547167" y="2003648"/>
                </a:lnTo>
                <a:lnTo>
                  <a:pt x="4548814" y="2003978"/>
                </a:lnTo>
                <a:lnTo>
                  <a:pt x="4550460" y="2004307"/>
                </a:lnTo>
                <a:lnTo>
                  <a:pt x="4552106" y="2004635"/>
                </a:lnTo>
                <a:lnTo>
                  <a:pt x="4553753" y="2004962"/>
                </a:lnTo>
                <a:lnTo>
                  <a:pt x="4555399" y="2005288"/>
                </a:lnTo>
                <a:lnTo>
                  <a:pt x="4557045" y="2005613"/>
                </a:lnTo>
                <a:lnTo>
                  <a:pt x="4558692" y="2005937"/>
                </a:lnTo>
                <a:lnTo>
                  <a:pt x="4560338" y="2006259"/>
                </a:lnTo>
                <a:lnTo>
                  <a:pt x="4561984" y="2006581"/>
                </a:lnTo>
                <a:lnTo>
                  <a:pt x="4563631" y="2006902"/>
                </a:lnTo>
                <a:lnTo>
                  <a:pt x="4565277" y="2007221"/>
                </a:lnTo>
                <a:lnTo>
                  <a:pt x="4566923" y="2007540"/>
                </a:lnTo>
                <a:lnTo>
                  <a:pt x="4568570" y="2007857"/>
                </a:lnTo>
                <a:lnTo>
                  <a:pt x="4570216" y="2008174"/>
                </a:lnTo>
                <a:lnTo>
                  <a:pt x="4571862" y="2008489"/>
                </a:lnTo>
                <a:lnTo>
                  <a:pt x="4573509" y="2008804"/>
                </a:lnTo>
                <a:lnTo>
                  <a:pt x="4575155" y="2009117"/>
                </a:lnTo>
                <a:lnTo>
                  <a:pt x="4576801" y="2009429"/>
                </a:lnTo>
                <a:lnTo>
                  <a:pt x="4578448" y="2009740"/>
                </a:lnTo>
                <a:lnTo>
                  <a:pt x="4580094" y="2010051"/>
                </a:lnTo>
                <a:lnTo>
                  <a:pt x="4581740" y="2010360"/>
                </a:lnTo>
                <a:lnTo>
                  <a:pt x="4583387" y="2010668"/>
                </a:lnTo>
                <a:lnTo>
                  <a:pt x="4585033" y="2010975"/>
                </a:lnTo>
                <a:lnTo>
                  <a:pt x="4586679" y="2011281"/>
                </a:lnTo>
                <a:lnTo>
                  <a:pt x="4588326" y="2011586"/>
                </a:lnTo>
                <a:lnTo>
                  <a:pt x="4589972" y="2011890"/>
                </a:lnTo>
                <a:lnTo>
                  <a:pt x="4591618" y="2012193"/>
                </a:lnTo>
                <a:lnTo>
                  <a:pt x="4593265" y="2012494"/>
                </a:lnTo>
                <a:lnTo>
                  <a:pt x="4594911" y="2012795"/>
                </a:lnTo>
                <a:lnTo>
                  <a:pt x="4596557" y="2013095"/>
                </a:lnTo>
                <a:lnTo>
                  <a:pt x="4598204" y="2013394"/>
                </a:lnTo>
                <a:lnTo>
                  <a:pt x="4599850" y="2013691"/>
                </a:lnTo>
                <a:lnTo>
                  <a:pt x="4601496" y="2013988"/>
                </a:lnTo>
                <a:lnTo>
                  <a:pt x="4603143" y="2014283"/>
                </a:lnTo>
                <a:lnTo>
                  <a:pt x="4604789" y="2014578"/>
                </a:lnTo>
                <a:lnTo>
                  <a:pt x="4606435" y="2014871"/>
                </a:lnTo>
                <a:lnTo>
                  <a:pt x="4608082" y="2015164"/>
                </a:lnTo>
                <a:lnTo>
                  <a:pt x="4609728" y="2015455"/>
                </a:lnTo>
                <a:lnTo>
                  <a:pt x="4611374" y="2015745"/>
                </a:lnTo>
                <a:lnTo>
                  <a:pt x="4613021" y="2016035"/>
                </a:lnTo>
                <a:lnTo>
                  <a:pt x="4614667" y="2016323"/>
                </a:lnTo>
                <a:lnTo>
                  <a:pt x="4616313" y="2016610"/>
                </a:lnTo>
                <a:lnTo>
                  <a:pt x="4617960" y="2016896"/>
                </a:lnTo>
                <a:lnTo>
                  <a:pt x="4619606" y="2017181"/>
                </a:lnTo>
                <a:lnTo>
                  <a:pt x="4621252" y="2017465"/>
                </a:lnTo>
                <a:lnTo>
                  <a:pt x="4622899" y="2017748"/>
                </a:lnTo>
                <a:lnTo>
                  <a:pt x="4624545" y="2018030"/>
                </a:lnTo>
                <a:lnTo>
                  <a:pt x="4626191" y="2018311"/>
                </a:lnTo>
                <a:lnTo>
                  <a:pt x="4627838" y="2018591"/>
                </a:lnTo>
                <a:lnTo>
                  <a:pt x="4629484" y="2018870"/>
                </a:lnTo>
                <a:lnTo>
                  <a:pt x="4631130" y="2019148"/>
                </a:lnTo>
                <a:lnTo>
                  <a:pt x="4632777" y="2019424"/>
                </a:lnTo>
                <a:lnTo>
                  <a:pt x="4634423" y="2019700"/>
                </a:lnTo>
                <a:lnTo>
                  <a:pt x="4636069" y="2019975"/>
                </a:lnTo>
                <a:lnTo>
                  <a:pt x="4637716" y="2020248"/>
                </a:lnTo>
                <a:lnTo>
                  <a:pt x="4639362" y="2020521"/>
                </a:lnTo>
                <a:lnTo>
                  <a:pt x="4641008" y="2020792"/>
                </a:lnTo>
                <a:lnTo>
                  <a:pt x="4642655" y="2021063"/>
                </a:lnTo>
                <a:lnTo>
                  <a:pt x="4644301" y="2021332"/>
                </a:lnTo>
                <a:lnTo>
                  <a:pt x="4645947" y="2021601"/>
                </a:lnTo>
                <a:lnTo>
                  <a:pt x="4647594" y="2021868"/>
                </a:lnTo>
                <a:lnTo>
                  <a:pt x="4649240" y="2022134"/>
                </a:lnTo>
                <a:lnTo>
                  <a:pt x="4650886" y="2022400"/>
                </a:lnTo>
                <a:lnTo>
                  <a:pt x="4652533" y="2022664"/>
                </a:lnTo>
                <a:lnTo>
                  <a:pt x="4654179" y="2022927"/>
                </a:lnTo>
                <a:lnTo>
                  <a:pt x="4655825" y="2023189"/>
                </a:lnTo>
                <a:lnTo>
                  <a:pt x="4657472" y="2023450"/>
                </a:lnTo>
                <a:lnTo>
                  <a:pt x="4659118" y="2023710"/>
                </a:lnTo>
                <a:lnTo>
                  <a:pt x="4660764" y="2023969"/>
                </a:lnTo>
                <a:lnTo>
                  <a:pt x="4662411" y="2024227"/>
                </a:lnTo>
                <a:lnTo>
                  <a:pt x="4664057" y="2024484"/>
                </a:lnTo>
                <a:lnTo>
                  <a:pt x="4665703" y="2024740"/>
                </a:lnTo>
                <a:lnTo>
                  <a:pt x="4667350" y="2024995"/>
                </a:lnTo>
                <a:lnTo>
                  <a:pt x="4668996" y="2025249"/>
                </a:lnTo>
                <a:lnTo>
                  <a:pt x="4670642" y="2025502"/>
                </a:lnTo>
                <a:lnTo>
                  <a:pt x="4672289" y="2025754"/>
                </a:lnTo>
                <a:lnTo>
                  <a:pt x="4673935" y="2026004"/>
                </a:lnTo>
                <a:lnTo>
                  <a:pt x="4675581" y="2026254"/>
                </a:lnTo>
                <a:lnTo>
                  <a:pt x="4677228" y="2026503"/>
                </a:lnTo>
                <a:lnTo>
                  <a:pt x="4678874" y="2026750"/>
                </a:lnTo>
                <a:lnTo>
                  <a:pt x="4680520" y="2026997"/>
                </a:lnTo>
                <a:lnTo>
                  <a:pt x="4682167" y="2027242"/>
                </a:lnTo>
                <a:lnTo>
                  <a:pt x="4683813" y="2027487"/>
                </a:lnTo>
                <a:lnTo>
                  <a:pt x="4685459" y="2027730"/>
                </a:lnTo>
                <a:lnTo>
                  <a:pt x="4687106" y="2027973"/>
                </a:lnTo>
                <a:lnTo>
                  <a:pt x="4688752" y="2028214"/>
                </a:lnTo>
                <a:lnTo>
                  <a:pt x="4690398" y="2028454"/>
                </a:lnTo>
                <a:lnTo>
                  <a:pt x="4692045" y="2028694"/>
                </a:lnTo>
                <a:lnTo>
                  <a:pt x="4693691" y="2028932"/>
                </a:lnTo>
                <a:lnTo>
                  <a:pt x="4695337" y="2029169"/>
                </a:lnTo>
                <a:lnTo>
                  <a:pt x="4696984" y="2029405"/>
                </a:lnTo>
                <a:lnTo>
                  <a:pt x="4698630" y="2029641"/>
                </a:lnTo>
                <a:lnTo>
                  <a:pt x="4700276" y="2029875"/>
                </a:lnTo>
                <a:lnTo>
                  <a:pt x="4701923" y="2030108"/>
                </a:lnTo>
                <a:lnTo>
                  <a:pt x="4703569" y="2030340"/>
                </a:lnTo>
                <a:lnTo>
                  <a:pt x="4705215" y="2030571"/>
                </a:lnTo>
                <a:lnTo>
                  <a:pt x="4706861" y="2030801"/>
                </a:lnTo>
                <a:lnTo>
                  <a:pt x="4708508" y="2031030"/>
                </a:lnTo>
                <a:lnTo>
                  <a:pt x="4710154" y="2031258"/>
                </a:lnTo>
                <a:lnTo>
                  <a:pt x="4711800" y="2031485"/>
                </a:lnTo>
                <a:lnTo>
                  <a:pt x="4713447" y="2031711"/>
                </a:lnTo>
                <a:lnTo>
                  <a:pt x="4715093" y="2031935"/>
                </a:lnTo>
                <a:lnTo>
                  <a:pt x="4716739" y="2032159"/>
                </a:lnTo>
                <a:lnTo>
                  <a:pt x="4718386" y="2032382"/>
                </a:lnTo>
                <a:lnTo>
                  <a:pt x="4720032" y="2032604"/>
                </a:lnTo>
                <a:lnTo>
                  <a:pt x="4721678" y="2032824"/>
                </a:lnTo>
                <a:lnTo>
                  <a:pt x="4723325" y="2033044"/>
                </a:lnTo>
                <a:lnTo>
                  <a:pt x="4724971" y="2033263"/>
                </a:lnTo>
                <a:lnTo>
                  <a:pt x="4726617" y="2033480"/>
                </a:lnTo>
                <a:lnTo>
                  <a:pt x="4728264" y="2033697"/>
                </a:lnTo>
                <a:lnTo>
                  <a:pt x="4729910" y="2033912"/>
                </a:lnTo>
                <a:lnTo>
                  <a:pt x="4731556" y="2034127"/>
                </a:lnTo>
                <a:lnTo>
                  <a:pt x="4733203" y="2034340"/>
                </a:lnTo>
                <a:lnTo>
                  <a:pt x="4734849" y="2034553"/>
                </a:lnTo>
                <a:lnTo>
                  <a:pt x="4736495" y="2034764"/>
                </a:lnTo>
                <a:lnTo>
                  <a:pt x="4738142" y="2034974"/>
                </a:lnTo>
                <a:lnTo>
                  <a:pt x="4739788" y="2035184"/>
                </a:lnTo>
                <a:lnTo>
                  <a:pt x="4741434" y="2035392"/>
                </a:lnTo>
                <a:lnTo>
                  <a:pt x="4743081" y="2035599"/>
                </a:lnTo>
                <a:lnTo>
                  <a:pt x="4744727" y="2035806"/>
                </a:lnTo>
                <a:lnTo>
                  <a:pt x="4746373" y="2036011"/>
                </a:lnTo>
                <a:lnTo>
                  <a:pt x="4748020" y="2036215"/>
                </a:lnTo>
                <a:lnTo>
                  <a:pt x="4749666" y="2036418"/>
                </a:lnTo>
                <a:lnTo>
                  <a:pt x="4751312" y="2036620"/>
                </a:lnTo>
                <a:lnTo>
                  <a:pt x="4752959" y="2036821"/>
                </a:lnTo>
                <a:lnTo>
                  <a:pt x="4754605" y="2037022"/>
                </a:lnTo>
                <a:lnTo>
                  <a:pt x="4756251" y="2037221"/>
                </a:lnTo>
                <a:lnTo>
                  <a:pt x="4757898" y="2037419"/>
                </a:lnTo>
                <a:lnTo>
                  <a:pt x="4759544" y="2037616"/>
                </a:lnTo>
                <a:lnTo>
                  <a:pt x="4761190" y="2037812"/>
                </a:lnTo>
                <a:lnTo>
                  <a:pt x="4762837" y="2038006"/>
                </a:lnTo>
                <a:lnTo>
                  <a:pt x="4764483" y="2038200"/>
                </a:lnTo>
                <a:lnTo>
                  <a:pt x="4766129" y="2038393"/>
                </a:lnTo>
                <a:lnTo>
                  <a:pt x="4767776" y="2038585"/>
                </a:lnTo>
                <a:lnTo>
                  <a:pt x="4769422" y="2038776"/>
                </a:lnTo>
                <a:lnTo>
                  <a:pt x="4771068" y="2038966"/>
                </a:lnTo>
                <a:lnTo>
                  <a:pt x="4772715" y="2039155"/>
                </a:lnTo>
                <a:lnTo>
                  <a:pt x="4774361" y="2039342"/>
                </a:lnTo>
                <a:lnTo>
                  <a:pt x="4776007" y="2039529"/>
                </a:lnTo>
                <a:lnTo>
                  <a:pt x="4777654" y="2039715"/>
                </a:lnTo>
                <a:lnTo>
                  <a:pt x="4779300" y="2039899"/>
                </a:lnTo>
                <a:lnTo>
                  <a:pt x="4780946" y="2040083"/>
                </a:lnTo>
                <a:lnTo>
                  <a:pt x="4782593" y="2040266"/>
                </a:lnTo>
                <a:lnTo>
                  <a:pt x="4784239" y="2040447"/>
                </a:lnTo>
                <a:lnTo>
                  <a:pt x="4785885" y="2040628"/>
                </a:lnTo>
                <a:lnTo>
                  <a:pt x="4787532" y="2040807"/>
                </a:lnTo>
                <a:lnTo>
                  <a:pt x="4789178" y="2040986"/>
                </a:lnTo>
                <a:lnTo>
                  <a:pt x="4790824" y="2041163"/>
                </a:lnTo>
                <a:lnTo>
                  <a:pt x="4792471" y="2041340"/>
                </a:lnTo>
                <a:lnTo>
                  <a:pt x="4794117" y="2041515"/>
                </a:lnTo>
                <a:lnTo>
                  <a:pt x="4795763" y="2041690"/>
                </a:lnTo>
                <a:lnTo>
                  <a:pt x="4797410" y="2041863"/>
                </a:lnTo>
                <a:lnTo>
                  <a:pt x="4799056" y="2042036"/>
                </a:lnTo>
                <a:lnTo>
                  <a:pt x="4800702" y="2042207"/>
                </a:lnTo>
                <a:lnTo>
                  <a:pt x="4802349" y="2042377"/>
                </a:lnTo>
                <a:lnTo>
                  <a:pt x="4803995" y="2042547"/>
                </a:lnTo>
                <a:lnTo>
                  <a:pt x="4805641" y="2042715"/>
                </a:lnTo>
                <a:lnTo>
                  <a:pt x="4807288" y="2042882"/>
                </a:lnTo>
                <a:lnTo>
                  <a:pt x="4808934" y="2043048"/>
                </a:lnTo>
                <a:lnTo>
                  <a:pt x="4810580" y="2043214"/>
                </a:lnTo>
                <a:lnTo>
                  <a:pt x="4812227" y="2043378"/>
                </a:lnTo>
                <a:lnTo>
                  <a:pt x="4813873" y="2043541"/>
                </a:lnTo>
                <a:lnTo>
                  <a:pt x="4815519" y="2043703"/>
                </a:lnTo>
                <a:lnTo>
                  <a:pt x="4817166" y="2043864"/>
                </a:lnTo>
                <a:lnTo>
                  <a:pt x="4818812" y="2044025"/>
                </a:lnTo>
                <a:lnTo>
                  <a:pt x="4820458" y="2044184"/>
                </a:lnTo>
                <a:lnTo>
                  <a:pt x="4822105" y="2044342"/>
                </a:lnTo>
                <a:lnTo>
                  <a:pt x="4823751" y="2044499"/>
                </a:lnTo>
                <a:lnTo>
                  <a:pt x="4825397" y="2044655"/>
                </a:lnTo>
                <a:lnTo>
                  <a:pt x="4827044" y="2044810"/>
                </a:lnTo>
                <a:lnTo>
                  <a:pt x="4828690" y="2044964"/>
                </a:lnTo>
                <a:lnTo>
                  <a:pt x="4830336" y="2045117"/>
                </a:lnTo>
                <a:lnTo>
                  <a:pt x="4831983" y="2045269"/>
                </a:lnTo>
                <a:lnTo>
                  <a:pt x="4833629" y="2045420"/>
                </a:lnTo>
                <a:lnTo>
                  <a:pt x="4835275" y="2045570"/>
                </a:lnTo>
                <a:lnTo>
                  <a:pt x="4836922" y="2045719"/>
                </a:lnTo>
                <a:lnTo>
                  <a:pt x="4838568" y="2045867"/>
                </a:lnTo>
                <a:lnTo>
                  <a:pt x="4840214" y="2046014"/>
                </a:lnTo>
                <a:lnTo>
                  <a:pt x="4841861" y="2046159"/>
                </a:lnTo>
                <a:lnTo>
                  <a:pt x="4843507" y="2046304"/>
                </a:lnTo>
                <a:lnTo>
                  <a:pt x="4845153" y="2046448"/>
                </a:lnTo>
                <a:lnTo>
                  <a:pt x="4846800" y="2046591"/>
                </a:lnTo>
                <a:lnTo>
                  <a:pt x="4848446" y="2046733"/>
                </a:lnTo>
                <a:lnTo>
                  <a:pt x="4850092" y="2046874"/>
                </a:lnTo>
                <a:lnTo>
                  <a:pt x="4851739" y="2047013"/>
                </a:lnTo>
                <a:lnTo>
                  <a:pt x="4853385" y="2047152"/>
                </a:lnTo>
                <a:lnTo>
                  <a:pt x="4855031" y="2047290"/>
                </a:lnTo>
                <a:lnTo>
                  <a:pt x="4856678" y="2047427"/>
                </a:lnTo>
                <a:lnTo>
                  <a:pt x="4858324" y="2047563"/>
                </a:lnTo>
                <a:lnTo>
                  <a:pt x="4859970" y="2047697"/>
                </a:lnTo>
                <a:lnTo>
                  <a:pt x="4861617" y="2047831"/>
                </a:lnTo>
                <a:lnTo>
                  <a:pt x="4863263" y="2047964"/>
                </a:lnTo>
                <a:lnTo>
                  <a:pt x="4864909" y="2048095"/>
                </a:lnTo>
                <a:lnTo>
                  <a:pt x="4866556" y="2048226"/>
                </a:lnTo>
                <a:lnTo>
                  <a:pt x="4868202" y="2048356"/>
                </a:lnTo>
                <a:lnTo>
                  <a:pt x="4869848" y="2048484"/>
                </a:lnTo>
                <a:lnTo>
                  <a:pt x="4871495" y="2048612"/>
                </a:lnTo>
                <a:lnTo>
                  <a:pt x="4873141" y="2048739"/>
                </a:lnTo>
                <a:lnTo>
                  <a:pt x="4874787" y="2048864"/>
                </a:lnTo>
                <a:lnTo>
                  <a:pt x="4876434" y="2048989"/>
                </a:lnTo>
                <a:lnTo>
                  <a:pt x="4878080" y="2049112"/>
                </a:lnTo>
                <a:lnTo>
                  <a:pt x="4879726" y="2049235"/>
                </a:lnTo>
                <a:lnTo>
                  <a:pt x="4881373" y="2049357"/>
                </a:lnTo>
                <a:lnTo>
                  <a:pt x="4883019" y="2049477"/>
                </a:lnTo>
                <a:lnTo>
                  <a:pt x="4884665" y="2049597"/>
                </a:lnTo>
                <a:lnTo>
                  <a:pt x="4886312" y="2049715"/>
                </a:lnTo>
                <a:lnTo>
                  <a:pt x="4887958" y="2049833"/>
                </a:lnTo>
                <a:lnTo>
                  <a:pt x="4889604" y="2049949"/>
                </a:lnTo>
                <a:lnTo>
                  <a:pt x="4891251" y="2050065"/>
                </a:lnTo>
                <a:lnTo>
                  <a:pt x="4892897" y="2050179"/>
                </a:lnTo>
                <a:lnTo>
                  <a:pt x="4894543" y="2050293"/>
                </a:lnTo>
                <a:lnTo>
                  <a:pt x="4896190" y="2050405"/>
                </a:lnTo>
                <a:lnTo>
                  <a:pt x="4897836" y="2050517"/>
                </a:lnTo>
                <a:lnTo>
                  <a:pt x="4899482" y="2050627"/>
                </a:lnTo>
                <a:lnTo>
                  <a:pt x="4901129" y="2050737"/>
                </a:lnTo>
                <a:lnTo>
                  <a:pt x="4902775" y="2050845"/>
                </a:lnTo>
                <a:lnTo>
                  <a:pt x="4904421" y="2050953"/>
                </a:lnTo>
                <a:lnTo>
                  <a:pt x="4906068" y="2051059"/>
                </a:lnTo>
                <a:lnTo>
                  <a:pt x="4907714" y="2051165"/>
                </a:lnTo>
                <a:lnTo>
                  <a:pt x="4909360" y="2051269"/>
                </a:lnTo>
                <a:lnTo>
                  <a:pt x="4911007" y="2051373"/>
                </a:lnTo>
                <a:lnTo>
                  <a:pt x="4912653" y="2051475"/>
                </a:lnTo>
                <a:lnTo>
                  <a:pt x="4914299" y="2051576"/>
                </a:lnTo>
                <a:lnTo>
                  <a:pt x="4915946" y="2051677"/>
                </a:lnTo>
                <a:lnTo>
                  <a:pt x="4917592" y="2051776"/>
                </a:lnTo>
                <a:lnTo>
                  <a:pt x="4919238" y="2051875"/>
                </a:lnTo>
                <a:lnTo>
                  <a:pt x="4920885" y="2051972"/>
                </a:lnTo>
                <a:lnTo>
                  <a:pt x="4922531" y="2052069"/>
                </a:lnTo>
                <a:lnTo>
                  <a:pt x="4924177" y="2052164"/>
                </a:lnTo>
                <a:lnTo>
                  <a:pt x="4925824" y="2052258"/>
                </a:lnTo>
                <a:lnTo>
                  <a:pt x="4927470" y="2052352"/>
                </a:lnTo>
                <a:lnTo>
                  <a:pt x="4929116" y="2052444"/>
                </a:lnTo>
                <a:lnTo>
                  <a:pt x="4930763" y="2052536"/>
                </a:lnTo>
                <a:lnTo>
                  <a:pt x="4932409" y="2052626"/>
                </a:lnTo>
                <a:lnTo>
                  <a:pt x="4934055" y="2052715"/>
                </a:lnTo>
                <a:lnTo>
                  <a:pt x="4935702" y="2052804"/>
                </a:lnTo>
                <a:lnTo>
                  <a:pt x="4937348" y="2052891"/>
                </a:lnTo>
                <a:lnTo>
                  <a:pt x="4938994" y="2052978"/>
                </a:lnTo>
                <a:lnTo>
                  <a:pt x="4940641" y="2053063"/>
                </a:lnTo>
                <a:lnTo>
                  <a:pt x="4942287" y="2053147"/>
                </a:lnTo>
                <a:lnTo>
                  <a:pt x="4943933" y="2053231"/>
                </a:lnTo>
                <a:lnTo>
                  <a:pt x="4945580" y="2053313"/>
                </a:lnTo>
                <a:lnTo>
                  <a:pt x="4947226" y="2053395"/>
                </a:lnTo>
                <a:lnTo>
                  <a:pt x="4948872" y="2053475"/>
                </a:lnTo>
                <a:lnTo>
                  <a:pt x="4950519" y="2053555"/>
                </a:lnTo>
                <a:lnTo>
                  <a:pt x="4952165" y="2053633"/>
                </a:lnTo>
                <a:lnTo>
                  <a:pt x="4953811" y="2053710"/>
                </a:lnTo>
                <a:lnTo>
                  <a:pt x="4955458" y="2053787"/>
                </a:lnTo>
                <a:lnTo>
                  <a:pt x="4957104" y="2053862"/>
                </a:lnTo>
                <a:lnTo>
                  <a:pt x="4958750" y="2053937"/>
                </a:lnTo>
                <a:lnTo>
                  <a:pt x="4960397" y="2054010"/>
                </a:lnTo>
                <a:lnTo>
                  <a:pt x="4962043" y="2054082"/>
                </a:lnTo>
                <a:lnTo>
                  <a:pt x="4963689" y="2054154"/>
                </a:lnTo>
                <a:lnTo>
                  <a:pt x="4965336" y="2054224"/>
                </a:lnTo>
                <a:lnTo>
                  <a:pt x="4966982" y="2054294"/>
                </a:lnTo>
                <a:lnTo>
                  <a:pt x="4968628" y="2054362"/>
                </a:lnTo>
                <a:lnTo>
                  <a:pt x="4970275" y="2054430"/>
                </a:lnTo>
                <a:lnTo>
                  <a:pt x="4971921" y="2054496"/>
                </a:lnTo>
                <a:lnTo>
                  <a:pt x="4973567" y="2054562"/>
                </a:lnTo>
                <a:lnTo>
                  <a:pt x="4975214" y="2054626"/>
                </a:lnTo>
                <a:lnTo>
                  <a:pt x="4976860" y="2054690"/>
                </a:lnTo>
                <a:lnTo>
                  <a:pt x="4978506" y="2054752"/>
                </a:lnTo>
                <a:lnTo>
                  <a:pt x="4980153" y="2054814"/>
                </a:lnTo>
                <a:lnTo>
                  <a:pt x="4981799" y="2054874"/>
                </a:lnTo>
                <a:lnTo>
                  <a:pt x="4983445" y="2054934"/>
                </a:lnTo>
                <a:lnTo>
                  <a:pt x="4985092" y="2054992"/>
                </a:lnTo>
                <a:lnTo>
                  <a:pt x="4986738" y="2055050"/>
                </a:lnTo>
                <a:lnTo>
                  <a:pt x="4988384" y="2055106"/>
                </a:lnTo>
                <a:lnTo>
                  <a:pt x="4990031" y="2055162"/>
                </a:lnTo>
                <a:lnTo>
                  <a:pt x="4991677" y="2055216"/>
                </a:lnTo>
                <a:lnTo>
                  <a:pt x="4993323" y="2055270"/>
                </a:lnTo>
                <a:lnTo>
                  <a:pt x="4994970" y="2055322"/>
                </a:lnTo>
                <a:lnTo>
                  <a:pt x="4996616" y="2055374"/>
                </a:lnTo>
                <a:lnTo>
                  <a:pt x="4998262" y="2055425"/>
                </a:lnTo>
                <a:lnTo>
                  <a:pt x="4999909" y="2055474"/>
                </a:lnTo>
                <a:lnTo>
                  <a:pt x="5001555" y="2055523"/>
                </a:lnTo>
                <a:lnTo>
                  <a:pt x="5003201" y="2055571"/>
                </a:lnTo>
                <a:lnTo>
                  <a:pt x="5004848" y="2055617"/>
                </a:lnTo>
                <a:lnTo>
                  <a:pt x="5006494" y="2055663"/>
                </a:lnTo>
                <a:lnTo>
                  <a:pt x="5008140" y="2055708"/>
                </a:lnTo>
                <a:lnTo>
                  <a:pt x="5009787" y="2055751"/>
                </a:lnTo>
                <a:lnTo>
                  <a:pt x="5011433" y="2055794"/>
                </a:lnTo>
                <a:lnTo>
                  <a:pt x="5013079" y="2055836"/>
                </a:lnTo>
                <a:lnTo>
                  <a:pt x="5014726" y="2055876"/>
                </a:lnTo>
                <a:lnTo>
                  <a:pt x="5016372" y="2055916"/>
                </a:lnTo>
                <a:lnTo>
                  <a:pt x="5018018" y="2055955"/>
                </a:lnTo>
                <a:lnTo>
                  <a:pt x="5019664" y="2055993"/>
                </a:lnTo>
                <a:lnTo>
                  <a:pt x="5021311" y="2056029"/>
                </a:lnTo>
                <a:lnTo>
                  <a:pt x="5022957" y="2056065"/>
                </a:lnTo>
                <a:lnTo>
                  <a:pt x="5024603" y="2056100"/>
                </a:lnTo>
                <a:lnTo>
                  <a:pt x="5026250" y="2056134"/>
                </a:lnTo>
                <a:lnTo>
                  <a:pt x="5027896" y="2056167"/>
                </a:lnTo>
                <a:lnTo>
                  <a:pt x="5029542" y="2056199"/>
                </a:lnTo>
                <a:lnTo>
                  <a:pt x="5031189" y="2056230"/>
                </a:lnTo>
                <a:lnTo>
                  <a:pt x="5032835" y="2056259"/>
                </a:lnTo>
                <a:lnTo>
                  <a:pt x="5034481" y="2056288"/>
                </a:lnTo>
                <a:lnTo>
                  <a:pt x="5036128" y="2056316"/>
                </a:lnTo>
                <a:lnTo>
                  <a:pt x="5037774" y="2056343"/>
                </a:lnTo>
                <a:lnTo>
                  <a:pt x="5039420" y="2056369"/>
                </a:lnTo>
                <a:lnTo>
                  <a:pt x="5041067" y="2056394"/>
                </a:lnTo>
                <a:lnTo>
                  <a:pt x="5042713" y="2056418"/>
                </a:lnTo>
                <a:lnTo>
                  <a:pt x="5044359" y="2056441"/>
                </a:lnTo>
                <a:lnTo>
                  <a:pt x="5046006" y="2056463"/>
                </a:lnTo>
                <a:lnTo>
                  <a:pt x="5047652" y="2056484"/>
                </a:lnTo>
                <a:lnTo>
                  <a:pt x="5049298" y="2056505"/>
                </a:lnTo>
                <a:lnTo>
                  <a:pt x="5050945" y="2056524"/>
                </a:lnTo>
                <a:lnTo>
                  <a:pt x="5052591" y="2056542"/>
                </a:lnTo>
                <a:lnTo>
                  <a:pt x="5054237" y="2056559"/>
                </a:lnTo>
                <a:lnTo>
                  <a:pt x="5055884" y="2056575"/>
                </a:lnTo>
                <a:lnTo>
                  <a:pt x="5057530" y="2056590"/>
                </a:lnTo>
                <a:lnTo>
                  <a:pt x="5059176" y="2056605"/>
                </a:lnTo>
                <a:lnTo>
                  <a:pt x="5060823" y="2056618"/>
                </a:lnTo>
                <a:lnTo>
                  <a:pt x="5062469" y="2056630"/>
                </a:lnTo>
                <a:lnTo>
                  <a:pt x="5064115" y="2056641"/>
                </a:lnTo>
                <a:lnTo>
                  <a:pt x="5065762" y="2056652"/>
                </a:lnTo>
                <a:lnTo>
                  <a:pt x="5067408" y="2056661"/>
                </a:lnTo>
                <a:lnTo>
                  <a:pt x="5069054" y="2056670"/>
                </a:lnTo>
                <a:lnTo>
                  <a:pt x="5070701" y="2056677"/>
                </a:lnTo>
                <a:lnTo>
                  <a:pt x="5072347" y="2056683"/>
                </a:lnTo>
                <a:lnTo>
                  <a:pt x="5073993" y="2056689"/>
                </a:lnTo>
                <a:lnTo>
                  <a:pt x="5075640" y="2056693"/>
                </a:lnTo>
                <a:lnTo>
                  <a:pt x="5077286" y="2056697"/>
                </a:lnTo>
                <a:lnTo>
                  <a:pt x="5078932" y="2056699"/>
                </a:lnTo>
                <a:lnTo>
                  <a:pt x="5080579" y="2056701"/>
                </a:lnTo>
                <a:lnTo>
                  <a:pt x="5082225" y="2056701"/>
                </a:lnTo>
                <a:lnTo>
                  <a:pt x="5083871" y="2056701"/>
                </a:lnTo>
                <a:lnTo>
                  <a:pt x="5085518" y="2056700"/>
                </a:lnTo>
                <a:lnTo>
                  <a:pt x="5087164" y="2056697"/>
                </a:lnTo>
                <a:lnTo>
                  <a:pt x="5088810" y="2056694"/>
                </a:lnTo>
                <a:lnTo>
                  <a:pt x="5090457" y="2056690"/>
                </a:lnTo>
                <a:lnTo>
                  <a:pt x="5092103" y="2056685"/>
                </a:lnTo>
                <a:lnTo>
                  <a:pt x="5093749" y="2056678"/>
                </a:lnTo>
                <a:lnTo>
                  <a:pt x="5095396" y="2056671"/>
                </a:lnTo>
                <a:lnTo>
                  <a:pt x="5097042" y="2056663"/>
                </a:lnTo>
                <a:lnTo>
                  <a:pt x="5098688" y="2056654"/>
                </a:lnTo>
                <a:lnTo>
                  <a:pt x="5100335" y="2056644"/>
                </a:lnTo>
                <a:lnTo>
                  <a:pt x="5101981" y="2056633"/>
                </a:lnTo>
                <a:lnTo>
                  <a:pt x="5103627" y="2056621"/>
                </a:lnTo>
                <a:lnTo>
                  <a:pt x="5105274" y="2056608"/>
                </a:lnTo>
                <a:lnTo>
                  <a:pt x="5106920" y="2056594"/>
                </a:lnTo>
                <a:lnTo>
                  <a:pt x="5108566" y="2056579"/>
                </a:lnTo>
                <a:lnTo>
                  <a:pt x="5110213" y="2056563"/>
                </a:lnTo>
                <a:lnTo>
                  <a:pt x="5111859" y="2056546"/>
                </a:lnTo>
                <a:lnTo>
                  <a:pt x="5113505" y="2056529"/>
                </a:lnTo>
                <a:lnTo>
                  <a:pt x="5115152" y="2056510"/>
                </a:lnTo>
                <a:lnTo>
                  <a:pt x="5116798" y="2056490"/>
                </a:lnTo>
                <a:lnTo>
                  <a:pt x="5118444" y="2056469"/>
                </a:lnTo>
                <a:lnTo>
                  <a:pt x="5120091" y="2056448"/>
                </a:lnTo>
                <a:lnTo>
                  <a:pt x="5121737" y="2056425"/>
                </a:lnTo>
                <a:lnTo>
                  <a:pt x="5123383" y="2056401"/>
                </a:lnTo>
                <a:lnTo>
                  <a:pt x="5125030" y="2056377"/>
                </a:lnTo>
                <a:lnTo>
                  <a:pt x="5126676" y="2056351"/>
                </a:lnTo>
                <a:lnTo>
                  <a:pt x="5128322" y="2056325"/>
                </a:lnTo>
                <a:lnTo>
                  <a:pt x="5129969" y="2056297"/>
                </a:lnTo>
                <a:lnTo>
                  <a:pt x="5131615" y="2056269"/>
                </a:lnTo>
                <a:lnTo>
                  <a:pt x="5133261" y="2056240"/>
                </a:lnTo>
                <a:lnTo>
                  <a:pt x="5134908" y="2056209"/>
                </a:lnTo>
                <a:lnTo>
                  <a:pt x="5136554" y="2056178"/>
                </a:lnTo>
                <a:lnTo>
                  <a:pt x="5138200" y="2056146"/>
                </a:lnTo>
                <a:lnTo>
                  <a:pt x="5139847" y="2056113"/>
                </a:lnTo>
                <a:lnTo>
                  <a:pt x="5141493" y="2056078"/>
                </a:lnTo>
                <a:lnTo>
                  <a:pt x="5143139" y="2056043"/>
                </a:lnTo>
                <a:lnTo>
                  <a:pt x="5144786" y="2056007"/>
                </a:lnTo>
                <a:lnTo>
                  <a:pt x="5146432" y="2055970"/>
                </a:lnTo>
                <a:lnTo>
                  <a:pt x="5148078" y="2055932"/>
                </a:lnTo>
                <a:lnTo>
                  <a:pt x="5149725" y="2055893"/>
                </a:lnTo>
                <a:lnTo>
                  <a:pt x="5151371" y="2055853"/>
                </a:lnTo>
                <a:lnTo>
                  <a:pt x="5153017" y="2055812"/>
                </a:lnTo>
                <a:lnTo>
                  <a:pt x="5154664" y="2055771"/>
                </a:lnTo>
                <a:lnTo>
                  <a:pt x="5156310" y="2055728"/>
                </a:lnTo>
                <a:lnTo>
                  <a:pt x="5157956" y="2055684"/>
                </a:lnTo>
                <a:lnTo>
                  <a:pt x="5159603" y="2055639"/>
                </a:lnTo>
                <a:lnTo>
                  <a:pt x="5161249" y="2055594"/>
                </a:lnTo>
                <a:lnTo>
                  <a:pt x="5162895" y="2055547"/>
                </a:lnTo>
                <a:lnTo>
                  <a:pt x="5164542" y="2055500"/>
                </a:lnTo>
                <a:lnTo>
                  <a:pt x="5166188" y="2055451"/>
                </a:lnTo>
                <a:lnTo>
                  <a:pt x="5167834" y="2055402"/>
                </a:lnTo>
                <a:lnTo>
                  <a:pt x="5169481" y="2055351"/>
                </a:lnTo>
                <a:lnTo>
                  <a:pt x="5171127" y="2055300"/>
                </a:lnTo>
                <a:lnTo>
                  <a:pt x="5172773" y="2055248"/>
                </a:lnTo>
                <a:lnTo>
                  <a:pt x="5174420" y="2055194"/>
                </a:lnTo>
                <a:lnTo>
                  <a:pt x="5176066" y="2055140"/>
                </a:lnTo>
                <a:lnTo>
                  <a:pt x="5177712" y="2055085"/>
                </a:lnTo>
                <a:lnTo>
                  <a:pt x="5179359" y="2055029"/>
                </a:lnTo>
                <a:lnTo>
                  <a:pt x="5181005" y="2054972"/>
                </a:lnTo>
                <a:lnTo>
                  <a:pt x="5182651" y="2054914"/>
                </a:lnTo>
                <a:lnTo>
                  <a:pt x="5184298" y="2054855"/>
                </a:lnTo>
                <a:lnTo>
                  <a:pt x="5185944" y="2054795"/>
                </a:lnTo>
                <a:lnTo>
                  <a:pt x="5187590" y="2054734"/>
                </a:lnTo>
                <a:lnTo>
                  <a:pt x="5189237" y="2054672"/>
                </a:lnTo>
                <a:lnTo>
                  <a:pt x="5190883" y="2054609"/>
                </a:lnTo>
                <a:lnTo>
                  <a:pt x="5192529" y="2054546"/>
                </a:lnTo>
                <a:lnTo>
                  <a:pt x="5194176" y="2054481"/>
                </a:lnTo>
                <a:lnTo>
                  <a:pt x="5195822" y="2054415"/>
                </a:lnTo>
                <a:lnTo>
                  <a:pt x="5197468" y="2054349"/>
                </a:lnTo>
                <a:lnTo>
                  <a:pt x="5199115" y="2054281"/>
                </a:lnTo>
                <a:lnTo>
                  <a:pt x="5200761" y="2054213"/>
                </a:lnTo>
                <a:lnTo>
                  <a:pt x="5202407" y="2054144"/>
                </a:lnTo>
                <a:lnTo>
                  <a:pt x="5204054" y="2054073"/>
                </a:lnTo>
                <a:lnTo>
                  <a:pt x="5205700" y="2054002"/>
                </a:lnTo>
                <a:lnTo>
                  <a:pt x="5207346" y="2053930"/>
                </a:lnTo>
                <a:lnTo>
                  <a:pt x="5208993" y="2053857"/>
                </a:lnTo>
                <a:lnTo>
                  <a:pt x="5210639" y="2053783"/>
                </a:lnTo>
                <a:lnTo>
                  <a:pt x="5212285" y="2053708"/>
                </a:lnTo>
                <a:lnTo>
                  <a:pt x="5213932" y="2053632"/>
                </a:lnTo>
                <a:lnTo>
                  <a:pt x="5215578" y="2053555"/>
                </a:lnTo>
                <a:lnTo>
                  <a:pt x="5217224" y="2053477"/>
                </a:lnTo>
                <a:lnTo>
                  <a:pt x="5218871" y="2053398"/>
                </a:lnTo>
                <a:lnTo>
                  <a:pt x="5220517" y="2053318"/>
                </a:lnTo>
                <a:lnTo>
                  <a:pt x="5222163" y="2053237"/>
                </a:lnTo>
                <a:lnTo>
                  <a:pt x="5223810" y="2053156"/>
                </a:lnTo>
                <a:lnTo>
                  <a:pt x="5225456" y="2053073"/>
                </a:lnTo>
                <a:lnTo>
                  <a:pt x="5227102" y="2052990"/>
                </a:lnTo>
                <a:lnTo>
                  <a:pt x="5228749" y="2052905"/>
                </a:lnTo>
                <a:lnTo>
                  <a:pt x="5230395" y="2052820"/>
                </a:lnTo>
                <a:lnTo>
                  <a:pt x="5232041" y="2052734"/>
                </a:lnTo>
                <a:lnTo>
                  <a:pt x="5233688" y="2052646"/>
                </a:lnTo>
                <a:lnTo>
                  <a:pt x="5235334" y="2052558"/>
                </a:lnTo>
                <a:lnTo>
                  <a:pt x="5236980" y="2052469"/>
                </a:lnTo>
                <a:lnTo>
                  <a:pt x="5238627" y="2052379"/>
                </a:lnTo>
                <a:lnTo>
                  <a:pt x="5240273" y="2052288"/>
                </a:lnTo>
                <a:lnTo>
                  <a:pt x="5241919" y="2052196"/>
                </a:lnTo>
                <a:lnTo>
                  <a:pt x="5243566" y="2052103"/>
                </a:lnTo>
                <a:lnTo>
                  <a:pt x="5245212" y="2052009"/>
                </a:lnTo>
                <a:lnTo>
                  <a:pt x="5246858" y="2051915"/>
                </a:lnTo>
                <a:lnTo>
                  <a:pt x="5248505" y="2051819"/>
                </a:lnTo>
                <a:lnTo>
                  <a:pt x="5250151" y="2051722"/>
                </a:lnTo>
                <a:lnTo>
                  <a:pt x="5251797" y="2051625"/>
                </a:lnTo>
                <a:lnTo>
                  <a:pt x="5253444" y="2051526"/>
                </a:lnTo>
                <a:lnTo>
                  <a:pt x="5255090" y="2051427"/>
                </a:lnTo>
                <a:lnTo>
                  <a:pt x="5256736" y="2051327"/>
                </a:lnTo>
                <a:lnTo>
                  <a:pt x="5258383" y="2051225"/>
                </a:lnTo>
                <a:lnTo>
                  <a:pt x="5260029" y="2051123"/>
                </a:lnTo>
                <a:lnTo>
                  <a:pt x="5261675" y="2051020"/>
                </a:lnTo>
                <a:lnTo>
                  <a:pt x="5263322" y="2050916"/>
                </a:lnTo>
                <a:lnTo>
                  <a:pt x="5264968" y="2050811"/>
                </a:lnTo>
                <a:lnTo>
                  <a:pt x="5266614" y="2050705"/>
                </a:lnTo>
                <a:lnTo>
                  <a:pt x="5268261" y="2050598"/>
                </a:lnTo>
                <a:lnTo>
                  <a:pt x="5269907" y="2050490"/>
                </a:lnTo>
                <a:lnTo>
                  <a:pt x="5271553" y="2050382"/>
                </a:lnTo>
                <a:lnTo>
                  <a:pt x="5273200" y="2050272"/>
                </a:lnTo>
                <a:lnTo>
                  <a:pt x="5274846" y="2050162"/>
                </a:lnTo>
                <a:lnTo>
                  <a:pt x="5276492" y="2050050"/>
                </a:lnTo>
                <a:lnTo>
                  <a:pt x="5278139" y="2049938"/>
                </a:lnTo>
                <a:lnTo>
                  <a:pt x="5279785" y="2049824"/>
                </a:lnTo>
                <a:lnTo>
                  <a:pt x="5281431" y="2049710"/>
                </a:lnTo>
                <a:lnTo>
                  <a:pt x="5283078" y="2049595"/>
                </a:lnTo>
                <a:lnTo>
                  <a:pt x="5284724" y="2049479"/>
                </a:lnTo>
                <a:lnTo>
                  <a:pt x="5286370" y="2049362"/>
                </a:lnTo>
                <a:lnTo>
                  <a:pt x="5288017" y="2049244"/>
                </a:lnTo>
                <a:lnTo>
                  <a:pt x="5289663" y="2049125"/>
                </a:lnTo>
                <a:lnTo>
                  <a:pt x="5291309" y="2049005"/>
                </a:lnTo>
                <a:lnTo>
                  <a:pt x="5292956" y="2048884"/>
                </a:lnTo>
                <a:lnTo>
                  <a:pt x="5294602" y="2048763"/>
                </a:lnTo>
                <a:lnTo>
                  <a:pt x="5296248" y="2048640"/>
                </a:lnTo>
                <a:lnTo>
                  <a:pt x="5297895" y="2048517"/>
                </a:lnTo>
                <a:lnTo>
                  <a:pt x="5299541" y="2048392"/>
                </a:lnTo>
                <a:lnTo>
                  <a:pt x="5301187" y="2048267"/>
                </a:lnTo>
                <a:lnTo>
                  <a:pt x="5302834" y="2048141"/>
                </a:lnTo>
                <a:lnTo>
                  <a:pt x="5304480" y="2048014"/>
                </a:lnTo>
                <a:lnTo>
                  <a:pt x="5306126" y="2047886"/>
                </a:lnTo>
                <a:lnTo>
                  <a:pt x="5307773" y="2047757"/>
                </a:lnTo>
                <a:lnTo>
                  <a:pt x="5309419" y="2047627"/>
                </a:lnTo>
                <a:lnTo>
                  <a:pt x="5311065" y="2047496"/>
                </a:lnTo>
                <a:lnTo>
                  <a:pt x="5312712" y="2047364"/>
                </a:lnTo>
                <a:lnTo>
                  <a:pt x="5314358" y="2047231"/>
                </a:lnTo>
                <a:lnTo>
                  <a:pt x="5316004" y="2047098"/>
                </a:lnTo>
                <a:lnTo>
                  <a:pt x="5317651" y="2046963"/>
                </a:lnTo>
                <a:lnTo>
                  <a:pt x="5319297" y="2046828"/>
                </a:lnTo>
                <a:lnTo>
                  <a:pt x="5320943" y="2046692"/>
                </a:lnTo>
                <a:lnTo>
                  <a:pt x="5322590" y="2046554"/>
                </a:lnTo>
                <a:lnTo>
                  <a:pt x="5324236" y="2046416"/>
                </a:lnTo>
                <a:lnTo>
                  <a:pt x="5325882" y="2046277"/>
                </a:lnTo>
                <a:lnTo>
                  <a:pt x="5327529" y="2046137"/>
                </a:lnTo>
                <a:lnTo>
                  <a:pt x="5329175" y="2045996"/>
                </a:lnTo>
                <a:lnTo>
                  <a:pt x="5330821" y="2045854"/>
                </a:lnTo>
                <a:lnTo>
                  <a:pt x="5332467" y="2045712"/>
                </a:lnTo>
                <a:lnTo>
                  <a:pt x="5334114" y="2045568"/>
                </a:lnTo>
                <a:lnTo>
                  <a:pt x="5335760" y="2045424"/>
                </a:lnTo>
                <a:lnTo>
                  <a:pt x="5337406" y="2045278"/>
                </a:lnTo>
                <a:lnTo>
                  <a:pt x="5339053" y="2045132"/>
                </a:lnTo>
                <a:lnTo>
                  <a:pt x="5340699" y="2044984"/>
                </a:lnTo>
                <a:lnTo>
                  <a:pt x="5342345" y="2044836"/>
                </a:lnTo>
                <a:lnTo>
                  <a:pt x="5343992" y="2044687"/>
                </a:lnTo>
                <a:lnTo>
                  <a:pt x="5345638" y="2044537"/>
                </a:lnTo>
                <a:lnTo>
                  <a:pt x="5347284" y="2044386"/>
                </a:lnTo>
                <a:lnTo>
                  <a:pt x="5348931" y="2044235"/>
                </a:lnTo>
                <a:lnTo>
                  <a:pt x="5350577" y="2044082"/>
                </a:lnTo>
                <a:lnTo>
                  <a:pt x="5352223" y="2043928"/>
                </a:lnTo>
                <a:lnTo>
                  <a:pt x="5353870" y="2043774"/>
                </a:lnTo>
                <a:lnTo>
                  <a:pt x="5355516" y="2043618"/>
                </a:lnTo>
                <a:lnTo>
                  <a:pt x="5357162" y="2043462"/>
                </a:lnTo>
                <a:lnTo>
                  <a:pt x="5358809" y="2043305"/>
                </a:lnTo>
                <a:lnTo>
                  <a:pt x="5360455" y="2043147"/>
                </a:lnTo>
                <a:lnTo>
                  <a:pt x="5362101" y="2042987"/>
                </a:lnTo>
                <a:lnTo>
                  <a:pt x="5363748" y="2042828"/>
                </a:lnTo>
                <a:lnTo>
                  <a:pt x="5365394" y="2042667"/>
                </a:lnTo>
                <a:lnTo>
                  <a:pt x="5367040" y="2042505"/>
                </a:lnTo>
                <a:lnTo>
                  <a:pt x="5368687" y="2042342"/>
                </a:lnTo>
                <a:lnTo>
                  <a:pt x="5370333" y="2042179"/>
                </a:lnTo>
                <a:lnTo>
                  <a:pt x="5371979" y="2042014"/>
                </a:lnTo>
                <a:lnTo>
                  <a:pt x="5373626" y="2041849"/>
                </a:lnTo>
                <a:lnTo>
                  <a:pt x="5375272" y="2041683"/>
                </a:lnTo>
                <a:lnTo>
                  <a:pt x="5376918" y="2041516"/>
                </a:lnTo>
                <a:lnTo>
                  <a:pt x="5378565" y="2041347"/>
                </a:lnTo>
                <a:lnTo>
                  <a:pt x="5380211" y="2041179"/>
                </a:lnTo>
                <a:lnTo>
                  <a:pt x="5381857" y="2041009"/>
                </a:lnTo>
                <a:lnTo>
                  <a:pt x="5383504" y="2040838"/>
                </a:lnTo>
                <a:lnTo>
                  <a:pt x="5385150" y="2040666"/>
                </a:lnTo>
                <a:lnTo>
                  <a:pt x="5386796" y="2040494"/>
                </a:lnTo>
                <a:lnTo>
                  <a:pt x="5388443" y="2040320"/>
                </a:lnTo>
                <a:lnTo>
                  <a:pt x="5390089" y="2040146"/>
                </a:lnTo>
                <a:lnTo>
                  <a:pt x="5391735" y="2039971"/>
                </a:lnTo>
                <a:lnTo>
                  <a:pt x="5393382" y="2039795"/>
                </a:lnTo>
                <a:lnTo>
                  <a:pt x="5395028" y="2039618"/>
                </a:lnTo>
                <a:lnTo>
                  <a:pt x="5396674" y="2039440"/>
                </a:lnTo>
                <a:lnTo>
                  <a:pt x="5398321" y="2039261"/>
                </a:lnTo>
                <a:lnTo>
                  <a:pt x="5399967" y="2039081"/>
                </a:lnTo>
                <a:lnTo>
                  <a:pt x="5401613" y="2038901"/>
                </a:lnTo>
                <a:lnTo>
                  <a:pt x="5403260" y="2038719"/>
                </a:lnTo>
                <a:lnTo>
                  <a:pt x="5404906" y="2038537"/>
                </a:lnTo>
                <a:lnTo>
                  <a:pt x="5406552" y="2038354"/>
                </a:lnTo>
                <a:lnTo>
                  <a:pt x="5408199" y="2038169"/>
                </a:lnTo>
                <a:lnTo>
                  <a:pt x="5409845" y="2037984"/>
                </a:lnTo>
                <a:lnTo>
                  <a:pt x="5411491" y="2037798"/>
                </a:lnTo>
                <a:lnTo>
                  <a:pt x="5413138" y="2037612"/>
                </a:lnTo>
                <a:lnTo>
                  <a:pt x="5414784" y="2037424"/>
                </a:lnTo>
                <a:lnTo>
                  <a:pt x="5416430" y="2037235"/>
                </a:lnTo>
                <a:lnTo>
                  <a:pt x="5418077" y="2037046"/>
                </a:lnTo>
                <a:lnTo>
                  <a:pt x="5419723" y="2036855"/>
                </a:lnTo>
                <a:lnTo>
                  <a:pt x="5421369" y="2036664"/>
                </a:lnTo>
                <a:lnTo>
                  <a:pt x="5423016" y="2036472"/>
                </a:lnTo>
                <a:lnTo>
                  <a:pt x="5424662" y="2036279"/>
                </a:lnTo>
                <a:lnTo>
                  <a:pt x="5426308" y="2036085"/>
                </a:lnTo>
                <a:lnTo>
                  <a:pt x="5427955" y="2035890"/>
                </a:lnTo>
                <a:lnTo>
                  <a:pt x="5429601" y="2035695"/>
                </a:lnTo>
                <a:lnTo>
                  <a:pt x="5431247" y="2035498"/>
                </a:lnTo>
                <a:lnTo>
                  <a:pt x="5432894" y="2035301"/>
                </a:lnTo>
                <a:lnTo>
                  <a:pt x="5434540" y="2035102"/>
                </a:lnTo>
                <a:lnTo>
                  <a:pt x="5436186" y="2034903"/>
                </a:lnTo>
                <a:lnTo>
                  <a:pt x="5437833" y="2034703"/>
                </a:lnTo>
                <a:lnTo>
                  <a:pt x="5439479" y="2034502"/>
                </a:lnTo>
                <a:lnTo>
                  <a:pt x="5441125" y="2034300"/>
                </a:lnTo>
                <a:lnTo>
                  <a:pt x="5442772" y="2034097"/>
                </a:lnTo>
                <a:lnTo>
                  <a:pt x="5444418" y="2033894"/>
                </a:lnTo>
                <a:lnTo>
                  <a:pt x="5446064" y="2033689"/>
                </a:lnTo>
                <a:lnTo>
                  <a:pt x="5447711" y="2033484"/>
                </a:lnTo>
                <a:lnTo>
                  <a:pt x="5449357" y="2033278"/>
                </a:lnTo>
                <a:lnTo>
                  <a:pt x="5451003" y="2033071"/>
                </a:lnTo>
                <a:lnTo>
                  <a:pt x="5452650" y="2032863"/>
                </a:lnTo>
                <a:lnTo>
                  <a:pt x="5454296" y="2032654"/>
                </a:lnTo>
                <a:lnTo>
                  <a:pt x="5455942" y="2032444"/>
                </a:lnTo>
                <a:lnTo>
                  <a:pt x="5457589" y="2032233"/>
                </a:lnTo>
                <a:lnTo>
                  <a:pt x="5459235" y="2032022"/>
                </a:lnTo>
                <a:lnTo>
                  <a:pt x="5460881" y="2031810"/>
                </a:lnTo>
                <a:lnTo>
                  <a:pt x="5462528" y="2031596"/>
                </a:lnTo>
                <a:lnTo>
                  <a:pt x="5464174" y="2031382"/>
                </a:lnTo>
                <a:lnTo>
                  <a:pt x="5465820" y="2031167"/>
                </a:lnTo>
                <a:lnTo>
                  <a:pt x="5467467" y="2030951"/>
                </a:lnTo>
                <a:lnTo>
                  <a:pt x="5469113" y="2030735"/>
                </a:lnTo>
                <a:lnTo>
                  <a:pt x="5470759" y="2030517"/>
                </a:lnTo>
                <a:lnTo>
                  <a:pt x="5472406" y="2030298"/>
                </a:lnTo>
                <a:lnTo>
                  <a:pt x="5474052" y="2030079"/>
                </a:lnTo>
                <a:lnTo>
                  <a:pt x="5475698" y="2029859"/>
                </a:lnTo>
                <a:lnTo>
                  <a:pt x="5477345" y="2029638"/>
                </a:lnTo>
                <a:lnTo>
                  <a:pt x="5478991" y="2029416"/>
                </a:lnTo>
                <a:lnTo>
                  <a:pt x="5480637" y="2029193"/>
                </a:lnTo>
                <a:lnTo>
                  <a:pt x="5482284" y="2028969"/>
                </a:lnTo>
                <a:lnTo>
                  <a:pt x="5483930" y="2028745"/>
                </a:lnTo>
                <a:lnTo>
                  <a:pt x="5485576" y="2028519"/>
                </a:lnTo>
                <a:lnTo>
                  <a:pt x="5487223" y="2028293"/>
                </a:lnTo>
                <a:lnTo>
                  <a:pt x="5488869" y="2028066"/>
                </a:lnTo>
                <a:lnTo>
                  <a:pt x="5490515" y="2027838"/>
                </a:lnTo>
                <a:lnTo>
                  <a:pt x="5492162" y="2027609"/>
                </a:lnTo>
                <a:lnTo>
                  <a:pt x="5493808" y="2027379"/>
                </a:lnTo>
                <a:lnTo>
                  <a:pt x="5495454" y="2027148"/>
                </a:lnTo>
                <a:lnTo>
                  <a:pt x="5497101" y="2026917"/>
                </a:lnTo>
                <a:lnTo>
                  <a:pt x="5498747" y="2026685"/>
                </a:lnTo>
                <a:lnTo>
                  <a:pt x="5500393" y="2026451"/>
                </a:lnTo>
                <a:lnTo>
                  <a:pt x="5502040" y="2026217"/>
                </a:lnTo>
                <a:lnTo>
                  <a:pt x="5503686" y="2025982"/>
                </a:lnTo>
                <a:lnTo>
                  <a:pt x="5505332" y="2025747"/>
                </a:lnTo>
                <a:lnTo>
                  <a:pt x="5506979" y="2025510"/>
                </a:lnTo>
                <a:lnTo>
                  <a:pt x="5508625" y="2025272"/>
                </a:lnTo>
                <a:lnTo>
                  <a:pt x="5510271" y="2025034"/>
                </a:lnTo>
                <a:lnTo>
                  <a:pt x="5511918" y="2024795"/>
                </a:lnTo>
                <a:lnTo>
                  <a:pt x="5513564" y="2024555"/>
                </a:lnTo>
                <a:lnTo>
                  <a:pt x="5515210" y="2024314"/>
                </a:lnTo>
                <a:lnTo>
                  <a:pt x="5516857" y="2024072"/>
                </a:lnTo>
                <a:lnTo>
                  <a:pt x="5518503" y="2023829"/>
                </a:lnTo>
                <a:lnTo>
                  <a:pt x="5520149" y="2023586"/>
                </a:lnTo>
                <a:lnTo>
                  <a:pt x="5521796" y="2023341"/>
                </a:lnTo>
                <a:lnTo>
                  <a:pt x="5523442" y="2023096"/>
                </a:lnTo>
                <a:lnTo>
                  <a:pt x="5525088" y="2022850"/>
                </a:lnTo>
                <a:lnTo>
                  <a:pt x="5526735" y="2022603"/>
                </a:lnTo>
                <a:lnTo>
                  <a:pt x="5528381" y="2022355"/>
                </a:lnTo>
                <a:lnTo>
                  <a:pt x="5530027" y="2022107"/>
                </a:lnTo>
                <a:lnTo>
                  <a:pt x="5531674" y="2021857"/>
                </a:lnTo>
                <a:lnTo>
                  <a:pt x="5533320" y="2021607"/>
                </a:lnTo>
                <a:lnTo>
                  <a:pt x="5534966" y="2021355"/>
                </a:lnTo>
                <a:lnTo>
                  <a:pt x="5536613" y="2021103"/>
                </a:lnTo>
                <a:lnTo>
                  <a:pt x="5538259" y="2020850"/>
                </a:lnTo>
                <a:lnTo>
                  <a:pt x="5539905" y="2020597"/>
                </a:lnTo>
                <a:lnTo>
                  <a:pt x="5541552" y="2020342"/>
                </a:lnTo>
                <a:lnTo>
                  <a:pt x="5543198" y="2020087"/>
                </a:lnTo>
                <a:lnTo>
                  <a:pt x="5544844" y="2019830"/>
                </a:lnTo>
                <a:lnTo>
                  <a:pt x="5546491" y="2019573"/>
                </a:lnTo>
                <a:lnTo>
                  <a:pt x="5548137" y="2019315"/>
                </a:lnTo>
                <a:lnTo>
                  <a:pt x="5549783" y="2019056"/>
                </a:lnTo>
                <a:lnTo>
                  <a:pt x="5551430" y="2018797"/>
                </a:lnTo>
                <a:lnTo>
                  <a:pt x="5553076" y="2018536"/>
                </a:lnTo>
                <a:lnTo>
                  <a:pt x="5554722" y="2018275"/>
                </a:lnTo>
                <a:lnTo>
                  <a:pt x="5556369" y="2018012"/>
                </a:lnTo>
                <a:lnTo>
                  <a:pt x="5558015" y="2017749"/>
                </a:lnTo>
                <a:lnTo>
                  <a:pt x="5559661" y="2017486"/>
                </a:lnTo>
                <a:lnTo>
                  <a:pt x="5561308" y="2017221"/>
                </a:lnTo>
                <a:lnTo>
                  <a:pt x="5562954" y="2016955"/>
                </a:lnTo>
                <a:lnTo>
                  <a:pt x="5564600" y="2016689"/>
                </a:lnTo>
                <a:lnTo>
                  <a:pt x="5566247" y="2016421"/>
                </a:lnTo>
                <a:lnTo>
                  <a:pt x="5567893" y="2016153"/>
                </a:lnTo>
                <a:lnTo>
                  <a:pt x="5569539" y="2015884"/>
                </a:lnTo>
                <a:lnTo>
                  <a:pt x="5571186" y="2015614"/>
                </a:lnTo>
                <a:lnTo>
                  <a:pt x="5572832" y="2015344"/>
                </a:lnTo>
                <a:lnTo>
                  <a:pt x="5574478" y="2015072"/>
                </a:lnTo>
                <a:lnTo>
                  <a:pt x="5576125" y="2014800"/>
                </a:lnTo>
                <a:lnTo>
                  <a:pt x="5577771" y="2014527"/>
                </a:lnTo>
                <a:lnTo>
                  <a:pt x="5579417" y="2014253"/>
                </a:lnTo>
                <a:lnTo>
                  <a:pt x="5581064" y="2013978"/>
                </a:lnTo>
                <a:lnTo>
                  <a:pt x="5582710" y="2013702"/>
                </a:lnTo>
                <a:lnTo>
                  <a:pt x="5584356" y="2013426"/>
                </a:lnTo>
                <a:lnTo>
                  <a:pt x="5586003" y="2013149"/>
                </a:lnTo>
                <a:lnTo>
                  <a:pt x="5587649" y="2012870"/>
                </a:lnTo>
                <a:lnTo>
                  <a:pt x="5589295" y="2012591"/>
                </a:lnTo>
                <a:lnTo>
                  <a:pt x="5590942" y="2012311"/>
                </a:lnTo>
                <a:lnTo>
                  <a:pt x="5592588" y="2012031"/>
                </a:lnTo>
                <a:lnTo>
                  <a:pt x="5594234" y="2011749"/>
                </a:lnTo>
                <a:lnTo>
                  <a:pt x="5595881" y="2011467"/>
                </a:lnTo>
                <a:lnTo>
                  <a:pt x="5597527" y="2011184"/>
                </a:lnTo>
                <a:lnTo>
                  <a:pt x="5599173" y="2010900"/>
                </a:lnTo>
                <a:lnTo>
                  <a:pt x="5600820" y="2010615"/>
                </a:lnTo>
                <a:lnTo>
                  <a:pt x="5602466" y="2010329"/>
                </a:lnTo>
                <a:lnTo>
                  <a:pt x="5604112" y="2010043"/>
                </a:lnTo>
                <a:lnTo>
                  <a:pt x="5605759" y="2009756"/>
                </a:lnTo>
                <a:lnTo>
                  <a:pt x="5607405" y="2009467"/>
                </a:lnTo>
                <a:lnTo>
                  <a:pt x="5609051" y="2009178"/>
                </a:lnTo>
                <a:lnTo>
                  <a:pt x="5610698" y="2008889"/>
                </a:lnTo>
                <a:lnTo>
                  <a:pt x="5612344" y="2008598"/>
                </a:lnTo>
                <a:lnTo>
                  <a:pt x="5613990" y="2008307"/>
                </a:lnTo>
                <a:lnTo>
                  <a:pt x="5615637" y="2008014"/>
                </a:lnTo>
                <a:lnTo>
                  <a:pt x="5617283" y="2007721"/>
                </a:lnTo>
                <a:lnTo>
                  <a:pt x="5618929" y="2007427"/>
                </a:lnTo>
                <a:lnTo>
                  <a:pt x="5620576" y="2007132"/>
                </a:lnTo>
                <a:lnTo>
                  <a:pt x="5622222" y="2006837"/>
                </a:lnTo>
                <a:lnTo>
                  <a:pt x="5623868" y="2006541"/>
                </a:lnTo>
                <a:lnTo>
                  <a:pt x="5625515" y="2006243"/>
                </a:lnTo>
                <a:lnTo>
                  <a:pt x="5627161" y="2005945"/>
                </a:lnTo>
                <a:lnTo>
                  <a:pt x="5628807" y="2005646"/>
                </a:lnTo>
                <a:lnTo>
                  <a:pt x="5630454" y="2005347"/>
                </a:lnTo>
                <a:lnTo>
                  <a:pt x="5632100" y="2005046"/>
                </a:lnTo>
                <a:lnTo>
                  <a:pt x="5633746" y="2004745"/>
                </a:lnTo>
                <a:lnTo>
                  <a:pt x="5635393" y="2004443"/>
                </a:lnTo>
                <a:lnTo>
                  <a:pt x="5637039" y="2004140"/>
                </a:lnTo>
                <a:lnTo>
                  <a:pt x="5638685" y="2003836"/>
                </a:lnTo>
                <a:lnTo>
                  <a:pt x="5640332" y="2003532"/>
                </a:lnTo>
                <a:lnTo>
                  <a:pt x="5641978" y="2003226"/>
                </a:lnTo>
                <a:lnTo>
                  <a:pt x="5643624" y="2002920"/>
                </a:lnTo>
                <a:lnTo>
                  <a:pt x="5645270" y="2002613"/>
                </a:lnTo>
                <a:lnTo>
                  <a:pt x="5646917" y="2002305"/>
                </a:lnTo>
                <a:lnTo>
                  <a:pt x="5648563" y="2001996"/>
                </a:lnTo>
                <a:lnTo>
                  <a:pt x="5650209" y="2001687"/>
                </a:lnTo>
                <a:lnTo>
                  <a:pt x="5651856" y="2001377"/>
                </a:lnTo>
                <a:lnTo>
                  <a:pt x="5653502" y="2001066"/>
                </a:lnTo>
                <a:lnTo>
                  <a:pt x="5655148" y="2000754"/>
                </a:lnTo>
                <a:lnTo>
                  <a:pt x="5656795" y="2000441"/>
                </a:lnTo>
                <a:lnTo>
                  <a:pt x="5658441" y="2000127"/>
                </a:lnTo>
                <a:lnTo>
                  <a:pt x="5660087" y="1999813"/>
                </a:lnTo>
                <a:lnTo>
                  <a:pt x="5661734" y="1999498"/>
                </a:lnTo>
                <a:lnTo>
                  <a:pt x="5663380" y="1999182"/>
                </a:lnTo>
                <a:lnTo>
                  <a:pt x="5665026" y="1998865"/>
                </a:lnTo>
                <a:lnTo>
                  <a:pt x="5666673" y="1998548"/>
                </a:lnTo>
                <a:lnTo>
                  <a:pt x="5668319" y="1998229"/>
                </a:lnTo>
                <a:lnTo>
                  <a:pt x="5669965" y="1997910"/>
                </a:lnTo>
                <a:lnTo>
                  <a:pt x="5671612" y="1997590"/>
                </a:lnTo>
                <a:lnTo>
                  <a:pt x="5673258" y="1997269"/>
                </a:lnTo>
                <a:lnTo>
                  <a:pt x="5674904" y="1996948"/>
                </a:lnTo>
                <a:lnTo>
                  <a:pt x="5676551" y="1996625"/>
                </a:lnTo>
                <a:lnTo>
                  <a:pt x="5678197" y="1996302"/>
                </a:lnTo>
                <a:lnTo>
                  <a:pt x="5679843" y="1995978"/>
                </a:lnTo>
                <a:lnTo>
                  <a:pt x="5681490" y="1995653"/>
                </a:lnTo>
                <a:lnTo>
                  <a:pt x="5683136" y="1995328"/>
                </a:lnTo>
                <a:lnTo>
                  <a:pt x="5684782" y="1995001"/>
                </a:lnTo>
                <a:lnTo>
                  <a:pt x="5686429" y="1994674"/>
                </a:lnTo>
                <a:lnTo>
                  <a:pt x="5688075" y="1994346"/>
                </a:lnTo>
                <a:lnTo>
                  <a:pt x="5689721" y="1994017"/>
                </a:lnTo>
                <a:lnTo>
                  <a:pt x="5691368" y="1993688"/>
                </a:lnTo>
                <a:lnTo>
                  <a:pt x="5693014" y="1993357"/>
                </a:lnTo>
                <a:lnTo>
                  <a:pt x="5694660" y="1993026"/>
                </a:lnTo>
                <a:lnTo>
                  <a:pt x="5696307" y="1992694"/>
                </a:lnTo>
                <a:lnTo>
                  <a:pt x="5697953" y="1992361"/>
                </a:lnTo>
                <a:lnTo>
                  <a:pt x="5699599" y="1992028"/>
                </a:lnTo>
                <a:lnTo>
                  <a:pt x="5701246" y="1991693"/>
                </a:lnTo>
                <a:lnTo>
                  <a:pt x="5702892" y="1991358"/>
                </a:lnTo>
                <a:lnTo>
                  <a:pt x="5704538" y="1991022"/>
                </a:lnTo>
                <a:lnTo>
                  <a:pt x="5706185" y="1990685"/>
                </a:lnTo>
                <a:lnTo>
                  <a:pt x="5707831" y="1990348"/>
                </a:lnTo>
                <a:lnTo>
                  <a:pt x="5709477" y="1990009"/>
                </a:lnTo>
                <a:lnTo>
                  <a:pt x="5711124" y="1989670"/>
                </a:lnTo>
                <a:lnTo>
                  <a:pt x="5712770" y="1989330"/>
                </a:lnTo>
                <a:lnTo>
                  <a:pt x="5714416" y="1988990"/>
                </a:lnTo>
                <a:lnTo>
                  <a:pt x="5716063" y="1988648"/>
                </a:lnTo>
                <a:lnTo>
                  <a:pt x="5717709" y="1988306"/>
                </a:lnTo>
                <a:lnTo>
                  <a:pt x="5719355" y="1987963"/>
                </a:lnTo>
                <a:lnTo>
                  <a:pt x="5721002" y="1987619"/>
                </a:lnTo>
                <a:lnTo>
                  <a:pt x="5722648" y="1987274"/>
                </a:lnTo>
                <a:lnTo>
                  <a:pt x="5724294" y="1986929"/>
                </a:lnTo>
                <a:lnTo>
                  <a:pt x="5725941" y="1986583"/>
                </a:lnTo>
                <a:lnTo>
                  <a:pt x="5727587" y="1986235"/>
                </a:lnTo>
                <a:lnTo>
                  <a:pt x="5729233" y="1985888"/>
                </a:lnTo>
                <a:lnTo>
                  <a:pt x="5730880" y="1985539"/>
                </a:lnTo>
                <a:lnTo>
                  <a:pt x="5732526" y="1985190"/>
                </a:lnTo>
                <a:lnTo>
                  <a:pt x="5734172" y="1984840"/>
                </a:lnTo>
                <a:lnTo>
                  <a:pt x="5735819" y="1984489"/>
                </a:lnTo>
                <a:lnTo>
                  <a:pt x="5737465" y="1984137"/>
                </a:lnTo>
                <a:lnTo>
                  <a:pt x="5739111" y="1983784"/>
                </a:lnTo>
                <a:lnTo>
                  <a:pt x="5740758" y="1983431"/>
                </a:lnTo>
                <a:lnTo>
                  <a:pt x="5742404" y="1983077"/>
                </a:lnTo>
                <a:lnTo>
                  <a:pt x="5744050" y="1982722"/>
                </a:lnTo>
                <a:lnTo>
                  <a:pt x="5745697" y="1982367"/>
                </a:lnTo>
                <a:lnTo>
                  <a:pt x="5747343" y="1982010"/>
                </a:lnTo>
                <a:lnTo>
                  <a:pt x="5748989" y="1981653"/>
                </a:lnTo>
                <a:lnTo>
                  <a:pt x="5750636" y="1981295"/>
                </a:lnTo>
                <a:lnTo>
                  <a:pt x="5752282" y="1980936"/>
                </a:lnTo>
                <a:lnTo>
                  <a:pt x="5753928" y="1980577"/>
                </a:lnTo>
                <a:lnTo>
                  <a:pt x="5755575" y="1980217"/>
                </a:lnTo>
                <a:lnTo>
                  <a:pt x="5757221" y="1979855"/>
                </a:lnTo>
                <a:lnTo>
                  <a:pt x="5758867" y="1979494"/>
                </a:lnTo>
                <a:lnTo>
                  <a:pt x="5760514" y="1979131"/>
                </a:lnTo>
                <a:lnTo>
                  <a:pt x="5762160" y="1978768"/>
                </a:lnTo>
                <a:lnTo>
                  <a:pt x="5763806" y="1978404"/>
                </a:lnTo>
                <a:lnTo>
                  <a:pt x="5765453" y="1978039"/>
                </a:lnTo>
                <a:lnTo>
                  <a:pt x="5767099" y="1977673"/>
                </a:lnTo>
                <a:lnTo>
                  <a:pt x="5768745" y="1977306"/>
                </a:lnTo>
                <a:lnTo>
                  <a:pt x="5770392" y="1976939"/>
                </a:lnTo>
                <a:lnTo>
                  <a:pt x="5772038" y="1976571"/>
                </a:lnTo>
                <a:lnTo>
                  <a:pt x="5773684" y="1976202"/>
                </a:lnTo>
                <a:lnTo>
                  <a:pt x="5775331" y="1975833"/>
                </a:lnTo>
                <a:lnTo>
                  <a:pt x="5776977" y="1975463"/>
                </a:lnTo>
                <a:lnTo>
                  <a:pt x="5778623" y="1975092"/>
                </a:lnTo>
                <a:lnTo>
                  <a:pt x="5780270" y="1974720"/>
                </a:lnTo>
                <a:lnTo>
                  <a:pt x="5781916" y="1974347"/>
                </a:lnTo>
                <a:lnTo>
                  <a:pt x="5783562" y="1973974"/>
                </a:lnTo>
                <a:lnTo>
                  <a:pt x="5785209" y="1973600"/>
                </a:lnTo>
                <a:lnTo>
                  <a:pt x="5786855" y="1973225"/>
                </a:lnTo>
                <a:lnTo>
                  <a:pt x="5788501" y="1972849"/>
                </a:lnTo>
                <a:lnTo>
                  <a:pt x="5790148" y="1972473"/>
                </a:lnTo>
                <a:lnTo>
                  <a:pt x="5791794" y="1972096"/>
                </a:lnTo>
                <a:lnTo>
                  <a:pt x="5793440" y="1971718"/>
                </a:lnTo>
                <a:lnTo>
                  <a:pt x="5795087" y="1971339"/>
                </a:lnTo>
                <a:lnTo>
                  <a:pt x="5796733" y="1970959"/>
                </a:lnTo>
                <a:lnTo>
                  <a:pt x="5798379" y="1970579"/>
                </a:lnTo>
                <a:lnTo>
                  <a:pt x="5800026" y="1970198"/>
                </a:lnTo>
                <a:lnTo>
                  <a:pt x="5801672" y="1969817"/>
                </a:lnTo>
                <a:lnTo>
                  <a:pt x="5803318" y="1969434"/>
                </a:lnTo>
                <a:lnTo>
                  <a:pt x="5804965" y="1969051"/>
                </a:lnTo>
                <a:lnTo>
                  <a:pt x="5806611" y="1968667"/>
                </a:lnTo>
                <a:lnTo>
                  <a:pt x="5808257" y="1968282"/>
                </a:lnTo>
                <a:lnTo>
                  <a:pt x="5809904" y="1967897"/>
                </a:lnTo>
                <a:lnTo>
                  <a:pt x="5811550" y="1967510"/>
                </a:lnTo>
                <a:lnTo>
                  <a:pt x="5813196" y="1967123"/>
                </a:lnTo>
                <a:lnTo>
                  <a:pt x="5814843" y="1966735"/>
                </a:lnTo>
                <a:lnTo>
                  <a:pt x="5816489" y="1966347"/>
                </a:lnTo>
                <a:lnTo>
                  <a:pt x="5818135" y="1965958"/>
                </a:lnTo>
                <a:lnTo>
                  <a:pt x="5819782" y="1965568"/>
                </a:lnTo>
                <a:lnTo>
                  <a:pt x="5821428" y="1965177"/>
                </a:lnTo>
                <a:lnTo>
                  <a:pt x="5823074" y="1964785"/>
                </a:lnTo>
                <a:lnTo>
                  <a:pt x="5824721" y="1964393"/>
                </a:lnTo>
                <a:lnTo>
                  <a:pt x="5826367" y="1964000"/>
                </a:lnTo>
                <a:lnTo>
                  <a:pt x="5828013" y="1963606"/>
                </a:lnTo>
                <a:lnTo>
                  <a:pt x="5829660" y="1963212"/>
                </a:lnTo>
                <a:lnTo>
                  <a:pt x="5831306" y="1962817"/>
                </a:lnTo>
                <a:lnTo>
                  <a:pt x="5832952" y="1962421"/>
                </a:lnTo>
                <a:lnTo>
                  <a:pt x="5834599" y="1962024"/>
                </a:lnTo>
                <a:lnTo>
                  <a:pt x="5836245" y="1961626"/>
                </a:lnTo>
                <a:lnTo>
                  <a:pt x="5837891" y="1961228"/>
                </a:lnTo>
                <a:lnTo>
                  <a:pt x="5839538" y="1960829"/>
                </a:lnTo>
                <a:lnTo>
                  <a:pt x="5841184" y="1960429"/>
                </a:lnTo>
                <a:lnTo>
                  <a:pt x="5842830" y="1960029"/>
                </a:lnTo>
                <a:lnTo>
                  <a:pt x="5844477" y="1959628"/>
                </a:lnTo>
                <a:lnTo>
                  <a:pt x="5846123" y="1959226"/>
                </a:lnTo>
                <a:lnTo>
                  <a:pt x="5847769" y="1958823"/>
                </a:lnTo>
                <a:lnTo>
                  <a:pt x="5849416" y="1958420"/>
                </a:lnTo>
                <a:lnTo>
                  <a:pt x="5851062" y="1958016"/>
                </a:lnTo>
                <a:lnTo>
                  <a:pt x="5852708" y="1957611"/>
                </a:lnTo>
                <a:lnTo>
                  <a:pt x="5854355" y="1957205"/>
                </a:lnTo>
                <a:lnTo>
                  <a:pt x="5856001" y="1956799"/>
                </a:lnTo>
                <a:lnTo>
                  <a:pt x="5857647" y="1956392"/>
                </a:lnTo>
                <a:lnTo>
                  <a:pt x="5859294" y="1955984"/>
                </a:lnTo>
                <a:lnTo>
                  <a:pt x="5860940" y="1955575"/>
                </a:lnTo>
                <a:lnTo>
                  <a:pt x="5862586" y="1955166"/>
                </a:lnTo>
                <a:lnTo>
                  <a:pt x="5864233" y="1954756"/>
                </a:lnTo>
                <a:lnTo>
                  <a:pt x="5865879" y="1954345"/>
                </a:lnTo>
                <a:lnTo>
                  <a:pt x="5867525" y="1953933"/>
                </a:lnTo>
                <a:lnTo>
                  <a:pt x="5869172" y="1953521"/>
                </a:lnTo>
                <a:lnTo>
                  <a:pt x="5870818" y="1953108"/>
                </a:lnTo>
                <a:lnTo>
                  <a:pt x="5872464" y="1952695"/>
                </a:lnTo>
                <a:lnTo>
                  <a:pt x="5874111" y="1952280"/>
                </a:lnTo>
                <a:lnTo>
                  <a:pt x="5875757" y="1951865"/>
                </a:lnTo>
                <a:lnTo>
                  <a:pt x="5877403" y="1951449"/>
                </a:lnTo>
                <a:lnTo>
                  <a:pt x="5879050" y="1951033"/>
                </a:lnTo>
                <a:lnTo>
                  <a:pt x="5880696" y="1950615"/>
                </a:lnTo>
                <a:lnTo>
                  <a:pt x="5882342" y="1950197"/>
                </a:lnTo>
                <a:lnTo>
                  <a:pt x="5883989" y="1949778"/>
                </a:lnTo>
                <a:lnTo>
                  <a:pt x="5885635" y="1949359"/>
                </a:lnTo>
                <a:lnTo>
                  <a:pt x="5887281" y="1948939"/>
                </a:lnTo>
                <a:lnTo>
                  <a:pt x="5888928" y="1948518"/>
                </a:lnTo>
                <a:lnTo>
                  <a:pt x="5890574" y="1948096"/>
                </a:lnTo>
                <a:lnTo>
                  <a:pt x="5892220" y="1947674"/>
                </a:lnTo>
                <a:lnTo>
                  <a:pt x="5893867" y="1947250"/>
                </a:lnTo>
                <a:lnTo>
                  <a:pt x="5895513" y="1946827"/>
                </a:lnTo>
                <a:lnTo>
                  <a:pt x="5897159" y="1946402"/>
                </a:lnTo>
                <a:lnTo>
                  <a:pt x="5898806" y="1945977"/>
                </a:lnTo>
                <a:lnTo>
                  <a:pt x="5900452" y="1945551"/>
                </a:lnTo>
                <a:lnTo>
                  <a:pt x="5902098" y="1945124"/>
                </a:lnTo>
                <a:lnTo>
                  <a:pt x="5903745" y="1944697"/>
                </a:lnTo>
                <a:lnTo>
                  <a:pt x="5905391" y="1944268"/>
                </a:lnTo>
                <a:lnTo>
                  <a:pt x="5907037" y="1943840"/>
                </a:lnTo>
                <a:lnTo>
                  <a:pt x="5908684" y="1943410"/>
                </a:lnTo>
                <a:lnTo>
                  <a:pt x="5910330" y="1942980"/>
                </a:lnTo>
                <a:lnTo>
                  <a:pt x="5911976" y="1942549"/>
                </a:lnTo>
                <a:lnTo>
                  <a:pt x="5913623" y="1942117"/>
                </a:lnTo>
                <a:lnTo>
                  <a:pt x="5915269" y="1941685"/>
                </a:lnTo>
                <a:lnTo>
                  <a:pt x="5916915" y="1941251"/>
                </a:lnTo>
                <a:lnTo>
                  <a:pt x="5918562" y="1940818"/>
                </a:lnTo>
                <a:lnTo>
                  <a:pt x="5920208" y="1940383"/>
                </a:lnTo>
                <a:lnTo>
                  <a:pt x="5921854" y="1939948"/>
                </a:lnTo>
                <a:lnTo>
                  <a:pt x="5923501" y="1939512"/>
                </a:lnTo>
                <a:lnTo>
                  <a:pt x="5925147" y="1939075"/>
                </a:lnTo>
                <a:lnTo>
                  <a:pt x="5926793" y="1938638"/>
                </a:lnTo>
                <a:lnTo>
                  <a:pt x="5928440" y="1938200"/>
                </a:lnTo>
                <a:lnTo>
                  <a:pt x="5930086" y="1937761"/>
                </a:lnTo>
                <a:lnTo>
                  <a:pt x="5931732" y="1937321"/>
                </a:lnTo>
                <a:lnTo>
                  <a:pt x="5933379" y="1936881"/>
                </a:lnTo>
                <a:lnTo>
                  <a:pt x="5935025" y="1936440"/>
                </a:lnTo>
                <a:lnTo>
                  <a:pt x="5936671" y="1935998"/>
                </a:lnTo>
                <a:lnTo>
                  <a:pt x="5938318" y="1935556"/>
                </a:lnTo>
                <a:lnTo>
                  <a:pt x="5939964" y="1935113"/>
                </a:lnTo>
                <a:lnTo>
                  <a:pt x="5941610" y="1934669"/>
                </a:lnTo>
                <a:lnTo>
                  <a:pt x="5943257" y="1934225"/>
                </a:lnTo>
                <a:lnTo>
                  <a:pt x="5944903" y="1933780"/>
                </a:lnTo>
                <a:lnTo>
                  <a:pt x="5946549" y="1933334"/>
                </a:lnTo>
                <a:lnTo>
                  <a:pt x="5948196" y="1932887"/>
                </a:lnTo>
                <a:lnTo>
                  <a:pt x="5949842" y="1932440"/>
                </a:lnTo>
                <a:lnTo>
                  <a:pt x="5951488" y="1931992"/>
                </a:lnTo>
                <a:lnTo>
                  <a:pt x="5953135" y="1931544"/>
                </a:lnTo>
                <a:lnTo>
                  <a:pt x="5954781" y="1931094"/>
                </a:lnTo>
                <a:lnTo>
                  <a:pt x="5956427" y="1930644"/>
                </a:lnTo>
                <a:lnTo>
                  <a:pt x="5958073" y="1930194"/>
                </a:lnTo>
                <a:lnTo>
                  <a:pt x="5959720" y="1929742"/>
                </a:lnTo>
                <a:lnTo>
                  <a:pt x="5961366" y="1929290"/>
                </a:lnTo>
                <a:lnTo>
                  <a:pt x="5963012" y="1928837"/>
                </a:lnTo>
                <a:lnTo>
                  <a:pt x="5964659" y="1928384"/>
                </a:lnTo>
                <a:lnTo>
                  <a:pt x="5966305" y="1927930"/>
                </a:lnTo>
                <a:lnTo>
                  <a:pt x="5967951" y="1927475"/>
                </a:lnTo>
                <a:lnTo>
                  <a:pt x="5969598" y="1927019"/>
                </a:lnTo>
                <a:lnTo>
                  <a:pt x="5971244" y="1926563"/>
                </a:lnTo>
                <a:lnTo>
                  <a:pt x="5972890" y="1926106"/>
                </a:lnTo>
                <a:lnTo>
                  <a:pt x="5974537" y="1925648"/>
                </a:lnTo>
                <a:lnTo>
                  <a:pt x="5976183" y="1925190"/>
                </a:lnTo>
                <a:lnTo>
                  <a:pt x="5977829" y="1924731"/>
                </a:lnTo>
                <a:lnTo>
                  <a:pt x="5979476" y="1924272"/>
                </a:lnTo>
                <a:lnTo>
                  <a:pt x="5981122" y="1923811"/>
                </a:lnTo>
                <a:lnTo>
                  <a:pt x="5982768" y="1923350"/>
                </a:lnTo>
                <a:lnTo>
                  <a:pt x="5984415" y="1922888"/>
                </a:lnTo>
                <a:lnTo>
                  <a:pt x="5986061" y="1922426"/>
                </a:lnTo>
                <a:lnTo>
                  <a:pt x="5987707" y="1921963"/>
                </a:lnTo>
                <a:lnTo>
                  <a:pt x="5989354" y="1921499"/>
                </a:lnTo>
                <a:lnTo>
                  <a:pt x="5991000" y="1921035"/>
                </a:lnTo>
                <a:lnTo>
                  <a:pt x="5992646" y="1920570"/>
                </a:lnTo>
                <a:lnTo>
                  <a:pt x="5994293" y="1920104"/>
                </a:lnTo>
                <a:lnTo>
                  <a:pt x="5995939" y="1919637"/>
                </a:lnTo>
                <a:lnTo>
                  <a:pt x="5997585" y="1919170"/>
                </a:lnTo>
                <a:lnTo>
                  <a:pt x="5999232" y="1918702"/>
                </a:lnTo>
                <a:lnTo>
                  <a:pt x="6000878" y="1918234"/>
                </a:lnTo>
                <a:lnTo>
                  <a:pt x="6002524" y="1917765"/>
                </a:lnTo>
                <a:lnTo>
                  <a:pt x="6004171" y="1917295"/>
                </a:lnTo>
                <a:lnTo>
                  <a:pt x="6005817" y="1916824"/>
                </a:lnTo>
                <a:lnTo>
                  <a:pt x="6007463" y="1916353"/>
                </a:lnTo>
                <a:lnTo>
                  <a:pt x="6009110" y="1915881"/>
                </a:lnTo>
                <a:lnTo>
                  <a:pt x="6010756" y="1915409"/>
                </a:lnTo>
                <a:lnTo>
                  <a:pt x="6012402" y="1914935"/>
                </a:lnTo>
                <a:lnTo>
                  <a:pt x="6014049" y="1914461"/>
                </a:lnTo>
                <a:lnTo>
                  <a:pt x="6015695" y="1913987"/>
                </a:lnTo>
                <a:lnTo>
                  <a:pt x="6017341" y="1913512"/>
                </a:lnTo>
                <a:lnTo>
                  <a:pt x="6018988" y="1913036"/>
                </a:lnTo>
                <a:lnTo>
                  <a:pt x="6020634" y="1912559"/>
                </a:lnTo>
                <a:lnTo>
                  <a:pt x="6022280" y="1912082"/>
                </a:lnTo>
                <a:lnTo>
                  <a:pt x="6023927" y="1911604"/>
                </a:lnTo>
                <a:lnTo>
                  <a:pt x="6025573" y="1911125"/>
                </a:lnTo>
                <a:lnTo>
                  <a:pt x="6027219" y="1910646"/>
                </a:lnTo>
                <a:lnTo>
                  <a:pt x="6028866" y="1910166"/>
                </a:lnTo>
                <a:lnTo>
                  <a:pt x="6030512" y="1909686"/>
                </a:lnTo>
                <a:lnTo>
                  <a:pt x="6032158" y="1909205"/>
                </a:lnTo>
                <a:lnTo>
                  <a:pt x="6033805" y="1908723"/>
                </a:lnTo>
                <a:lnTo>
                  <a:pt x="6035451" y="1908240"/>
                </a:lnTo>
                <a:lnTo>
                  <a:pt x="6037097" y="1907757"/>
                </a:lnTo>
                <a:lnTo>
                  <a:pt x="6038744" y="1907273"/>
                </a:lnTo>
                <a:lnTo>
                  <a:pt x="6040390" y="1906789"/>
                </a:lnTo>
                <a:lnTo>
                  <a:pt x="6042036" y="1906303"/>
                </a:lnTo>
                <a:lnTo>
                  <a:pt x="6043683" y="1905818"/>
                </a:lnTo>
                <a:lnTo>
                  <a:pt x="6045329" y="1905331"/>
                </a:lnTo>
                <a:lnTo>
                  <a:pt x="6046975" y="1904844"/>
                </a:lnTo>
                <a:lnTo>
                  <a:pt x="6048622" y="1904356"/>
                </a:lnTo>
                <a:lnTo>
                  <a:pt x="6050268" y="1903868"/>
                </a:lnTo>
                <a:lnTo>
                  <a:pt x="6051914" y="1903379"/>
                </a:lnTo>
                <a:lnTo>
                  <a:pt x="6053561" y="1902889"/>
                </a:lnTo>
                <a:lnTo>
                  <a:pt x="6055207" y="1902398"/>
                </a:lnTo>
                <a:lnTo>
                  <a:pt x="6056853" y="1901907"/>
                </a:lnTo>
                <a:lnTo>
                  <a:pt x="6058500" y="1901416"/>
                </a:lnTo>
                <a:lnTo>
                  <a:pt x="6060146" y="1900923"/>
                </a:lnTo>
                <a:lnTo>
                  <a:pt x="6061792" y="1900430"/>
                </a:lnTo>
                <a:lnTo>
                  <a:pt x="6063439" y="1899937"/>
                </a:lnTo>
                <a:lnTo>
                  <a:pt x="6065085" y="1899442"/>
                </a:lnTo>
                <a:lnTo>
                  <a:pt x="6066731" y="1898947"/>
                </a:lnTo>
                <a:lnTo>
                  <a:pt x="6068378" y="1898452"/>
                </a:lnTo>
                <a:lnTo>
                  <a:pt x="6070024" y="1897956"/>
                </a:lnTo>
                <a:lnTo>
                  <a:pt x="6071670" y="1897459"/>
                </a:lnTo>
                <a:lnTo>
                  <a:pt x="6073317" y="1896961"/>
                </a:lnTo>
                <a:lnTo>
                  <a:pt x="6074963" y="1896463"/>
                </a:lnTo>
                <a:lnTo>
                  <a:pt x="6076609" y="1895964"/>
                </a:lnTo>
                <a:lnTo>
                  <a:pt x="6078256" y="1895465"/>
                </a:lnTo>
                <a:lnTo>
                  <a:pt x="6079902" y="1894965"/>
                </a:lnTo>
                <a:lnTo>
                  <a:pt x="6081548" y="1894464"/>
                </a:lnTo>
                <a:lnTo>
                  <a:pt x="6083195" y="1893962"/>
                </a:lnTo>
                <a:lnTo>
                  <a:pt x="6084841" y="1893460"/>
                </a:lnTo>
                <a:lnTo>
                  <a:pt x="6086487" y="1892958"/>
                </a:lnTo>
                <a:lnTo>
                  <a:pt x="6088134" y="1892455"/>
                </a:lnTo>
                <a:lnTo>
                  <a:pt x="6089780" y="1891951"/>
                </a:lnTo>
                <a:lnTo>
                  <a:pt x="6091426" y="1891446"/>
                </a:lnTo>
                <a:lnTo>
                  <a:pt x="6093073" y="1890941"/>
                </a:lnTo>
                <a:lnTo>
                  <a:pt x="6094719" y="1890435"/>
                </a:lnTo>
                <a:lnTo>
                  <a:pt x="6096365" y="1889929"/>
                </a:lnTo>
                <a:lnTo>
                  <a:pt x="6098012" y="1889421"/>
                </a:lnTo>
                <a:lnTo>
                  <a:pt x="6099658" y="1888914"/>
                </a:lnTo>
                <a:lnTo>
                  <a:pt x="6101304" y="1888405"/>
                </a:lnTo>
                <a:lnTo>
                  <a:pt x="6102951" y="1887896"/>
                </a:lnTo>
                <a:lnTo>
                  <a:pt x="6104597" y="1887387"/>
                </a:lnTo>
                <a:lnTo>
                  <a:pt x="6106243" y="1886876"/>
                </a:lnTo>
                <a:lnTo>
                  <a:pt x="6107890" y="1886366"/>
                </a:lnTo>
                <a:lnTo>
                  <a:pt x="6109536" y="1885854"/>
                </a:lnTo>
                <a:lnTo>
                  <a:pt x="6111182" y="1885342"/>
                </a:lnTo>
                <a:lnTo>
                  <a:pt x="6112829" y="1884829"/>
                </a:lnTo>
                <a:lnTo>
                  <a:pt x="6114475" y="1884316"/>
                </a:lnTo>
                <a:lnTo>
                  <a:pt x="6116121" y="1883802"/>
                </a:lnTo>
                <a:lnTo>
                  <a:pt x="6117768" y="1883287"/>
                </a:lnTo>
                <a:lnTo>
                  <a:pt x="6119414" y="1882772"/>
                </a:lnTo>
                <a:lnTo>
                  <a:pt x="6121060" y="1882256"/>
                </a:lnTo>
                <a:lnTo>
                  <a:pt x="6122707" y="1881740"/>
                </a:lnTo>
                <a:lnTo>
                  <a:pt x="6124353" y="1881223"/>
                </a:lnTo>
                <a:lnTo>
                  <a:pt x="6125999" y="1880705"/>
                </a:lnTo>
                <a:lnTo>
                  <a:pt x="6127646" y="1880186"/>
                </a:lnTo>
                <a:lnTo>
                  <a:pt x="6129292" y="1879667"/>
                </a:lnTo>
                <a:lnTo>
                  <a:pt x="6130938" y="1879148"/>
                </a:lnTo>
                <a:lnTo>
                  <a:pt x="6132585" y="1878628"/>
                </a:lnTo>
                <a:lnTo>
                  <a:pt x="6134231" y="1878107"/>
                </a:lnTo>
                <a:lnTo>
                  <a:pt x="6135877" y="1877585"/>
                </a:lnTo>
                <a:lnTo>
                  <a:pt x="6137524" y="1877063"/>
                </a:lnTo>
                <a:lnTo>
                  <a:pt x="6139170" y="1876541"/>
                </a:lnTo>
                <a:lnTo>
                  <a:pt x="6140816" y="1876017"/>
                </a:lnTo>
                <a:lnTo>
                  <a:pt x="6142463" y="1875494"/>
                </a:lnTo>
                <a:lnTo>
                  <a:pt x="6144109" y="1874969"/>
                </a:lnTo>
                <a:lnTo>
                  <a:pt x="6145755" y="1874444"/>
                </a:lnTo>
                <a:lnTo>
                  <a:pt x="6147402" y="1873918"/>
                </a:lnTo>
                <a:lnTo>
                  <a:pt x="6149048" y="1873392"/>
                </a:lnTo>
                <a:lnTo>
                  <a:pt x="6150694" y="1872865"/>
                </a:lnTo>
                <a:lnTo>
                  <a:pt x="6152341" y="1872337"/>
                </a:lnTo>
                <a:lnTo>
                  <a:pt x="6153987" y="1871809"/>
                </a:lnTo>
                <a:lnTo>
                  <a:pt x="6155633" y="1871281"/>
                </a:lnTo>
                <a:lnTo>
                  <a:pt x="6157280" y="1870751"/>
                </a:lnTo>
                <a:lnTo>
                  <a:pt x="6158926" y="1870221"/>
                </a:lnTo>
                <a:lnTo>
                  <a:pt x="6160572" y="1869691"/>
                </a:lnTo>
                <a:lnTo>
                  <a:pt x="6162219" y="1869160"/>
                </a:lnTo>
                <a:lnTo>
                  <a:pt x="6163865" y="1868628"/>
                </a:lnTo>
                <a:lnTo>
                  <a:pt x="6165511" y="1868095"/>
                </a:lnTo>
                <a:lnTo>
                  <a:pt x="6167158" y="1867562"/>
                </a:lnTo>
                <a:lnTo>
                  <a:pt x="6168804" y="1867029"/>
                </a:lnTo>
                <a:lnTo>
                  <a:pt x="6170450" y="1866495"/>
                </a:lnTo>
                <a:lnTo>
                  <a:pt x="6172097" y="1865960"/>
                </a:lnTo>
                <a:lnTo>
                  <a:pt x="6173743" y="1865425"/>
                </a:lnTo>
                <a:lnTo>
                  <a:pt x="6175389" y="1864889"/>
                </a:lnTo>
                <a:lnTo>
                  <a:pt x="6177036" y="1864352"/>
                </a:lnTo>
                <a:lnTo>
                  <a:pt x="6178682" y="1863815"/>
                </a:lnTo>
                <a:lnTo>
                  <a:pt x="6180328" y="1863277"/>
                </a:lnTo>
                <a:lnTo>
                  <a:pt x="6181975" y="1862739"/>
                </a:lnTo>
                <a:lnTo>
                  <a:pt x="6183621" y="1862200"/>
                </a:lnTo>
                <a:lnTo>
                  <a:pt x="6185267" y="1861661"/>
                </a:lnTo>
                <a:lnTo>
                  <a:pt x="6186914" y="1861120"/>
                </a:lnTo>
                <a:lnTo>
                  <a:pt x="6188560" y="1860580"/>
                </a:lnTo>
                <a:lnTo>
                  <a:pt x="6190206" y="1860038"/>
                </a:lnTo>
                <a:lnTo>
                  <a:pt x="6191853" y="1859497"/>
                </a:lnTo>
                <a:lnTo>
                  <a:pt x="6193499" y="1858954"/>
                </a:lnTo>
                <a:lnTo>
                  <a:pt x="6195145" y="1858411"/>
                </a:lnTo>
                <a:lnTo>
                  <a:pt x="6196792" y="1857867"/>
                </a:lnTo>
                <a:lnTo>
                  <a:pt x="6198438" y="1857323"/>
                </a:lnTo>
                <a:lnTo>
                  <a:pt x="6200084" y="1856778"/>
                </a:lnTo>
                <a:lnTo>
                  <a:pt x="6201731" y="1856233"/>
                </a:lnTo>
                <a:lnTo>
                  <a:pt x="6203377" y="1855687"/>
                </a:lnTo>
                <a:lnTo>
                  <a:pt x="6205023" y="1855141"/>
                </a:lnTo>
                <a:lnTo>
                  <a:pt x="6206670" y="1854593"/>
                </a:lnTo>
                <a:lnTo>
                  <a:pt x="6208316" y="1854046"/>
                </a:lnTo>
                <a:lnTo>
                  <a:pt x="6209962" y="1853498"/>
                </a:lnTo>
                <a:lnTo>
                  <a:pt x="6211609" y="1852949"/>
                </a:lnTo>
                <a:lnTo>
                  <a:pt x="6213255" y="1852399"/>
                </a:lnTo>
                <a:lnTo>
                  <a:pt x="6214901" y="1851849"/>
                </a:lnTo>
                <a:lnTo>
                  <a:pt x="6216548" y="1851299"/>
                </a:lnTo>
                <a:lnTo>
                  <a:pt x="6218194" y="1850747"/>
                </a:lnTo>
                <a:lnTo>
                  <a:pt x="6219840" y="1850196"/>
                </a:lnTo>
                <a:lnTo>
                  <a:pt x="6221487" y="1849643"/>
                </a:lnTo>
                <a:lnTo>
                  <a:pt x="6223133" y="1849091"/>
                </a:lnTo>
                <a:lnTo>
                  <a:pt x="6224779" y="1848537"/>
                </a:lnTo>
                <a:lnTo>
                  <a:pt x="6226426" y="1847983"/>
                </a:lnTo>
                <a:lnTo>
                  <a:pt x="6228072" y="1847428"/>
                </a:lnTo>
                <a:lnTo>
                  <a:pt x="6229718" y="1846873"/>
                </a:lnTo>
                <a:lnTo>
                  <a:pt x="6231365" y="1846318"/>
                </a:lnTo>
                <a:lnTo>
                  <a:pt x="6233011" y="1845761"/>
                </a:lnTo>
                <a:lnTo>
                  <a:pt x="6234657" y="1845204"/>
                </a:lnTo>
                <a:lnTo>
                  <a:pt x="6236304" y="1844647"/>
                </a:lnTo>
                <a:lnTo>
                  <a:pt x="6237950" y="1844089"/>
                </a:lnTo>
                <a:lnTo>
                  <a:pt x="6239596" y="1843530"/>
                </a:lnTo>
                <a:lnTo>
                  <a:pt x="6241243" y="1842971"/>
                </a:lnTo>
                <a:lnTo>
                  <a:pt x="6242889" y="1842412"/>
                </a:lnTo>
                <a:lnTo>
                  <a:pt x="6244535" y="1841851"/>
                </a:lnTo>
                <a:lnTo>
                  <a:pt x="6246182" y="1841290"/>
                </a:lnTo>
                <a:lnTo>
                  <a:pt x="6247828" y="1840729"/>
                </a:lnTo>
                <a:lnTo>
                  <a:pt x="6249474" y="1840167"/>
                </a:lnTo>
                <a:lnTo>
                  <a:pt x="6251121" y="1839605"/>
                </a:lnTo>
                <a:lnTo>
                  <a:pt x="6252767" y="1839042"/>
                </a:lnTo>
                <a:lnTo>
                  <a:pt x="6254413" y="1838478"/>
                </a:lnTo>
                <a:lnTo>
                  <a:pt x="6256060" y="1837914"/>
                </a:lnTo>
                <a:lnTo>
                  <a:pt x="6257706" y="1837349"/>
                </a:lnTo>
                <a:lnTo>
                  <a:pt x="6259352" y="1836784"/>
                </a:lnTo>
                <a:lnTo>
                  <a:pt x="6260999" y="1836218"/>
                </a:lnTo>
                <a:lnTo>
                  <a:pt x="6262645" y="1835652"/>
                </a:lnTo>
                <a:lnTo>
                  <a:pt x="6264291" y="1835085"/>
                </a:lnTo>
                <a:lnTo>
                  <a:pt x="6265938" y="1834517"/>
                </a:lnTo>
                <a:lnTo>
                  <a:pt x="6267584" y="1833949"/>
                </a:lnTo>
                <a:lnTo>
                  <a:pt x="6269230" y="1833381"/>
                </a:lnTo>
                <a:lnTo>
                  <a:pt x="6270876" y="1832811"/>
                </a:lnTo>
                <a:lnTo>
                  <a:pt x="6272523" y="1832242"/>
                </a:lnTo>
                <a:lnTo>
                  <a:pt x="6274169" y="1831672"/>
                </a:lnTo>
                <a:lnTo>
                  <a:pt x="6275815" y="1831101"/>
                </a:lnTo>
                <a:lnTo>
                  <a:pt x="6277462" y="1830529"/>
                </a:lnTo>
                <a:lnTo>
                  <a:pt x="6279108" y="1829958"/>
                </a:lnTo>
                <a:lnTo>
                  <a:pt x="6280754" y="1829385"/>
                </a:lnTo>
                <a:lnTo>
                  <a:pt x="6282401" y="1828812"/>
                </a:lnTo>
                <a:lnTo>
                  <a:pt x="6284047" y="1828239"/>
                </a:lnTo>
                <a:lnTo>
                  <a:pt x="6285693" y="1827665"/>
                </a:lnTo>
                <a:lnTo>
                  <a:pt x="6287340" y="1827090"/>
                </a:lnTo>
                <a:lnTo>
                  <a:pt x="6288986" y="1826515"/>
                </a:lnTo>
                <a:lnTo>
                  <a:pt x="6290632" y="1825939"/>
                </a:lnTo>
                <a:lnTo>
                  <a:pt x="6292279" y="1825363"/>
                </a:lnTo>
                <a:lnTo>
                  <a:pt x="6293925" y="1824786"/>
                </a:lnTo>
                <a:lnTo>
                  <a:pt x="6295571" y="1824209"/>
                </a:lnTo>
                <a:lnTo>
                  <a:pt x="6297218" y="1823631"/>
                </a:lnTo>
                <a:lnTo>
                  <a:pt x="6298864" y="1823053"/>
                </a:lnTo>
                <a:lnTo>
                  <a:pt x="6300510" y="1822474"/>
                </a:lnTo>
                <a:lnTo>
                  <a:pt x="6302157" y="1821895"/>
                </a:lnTo>
                <a:lnTo>
                  <a:pt x="6303803" y="1821315"/>
                </a:lnTo>
                <a:lnTo>
                  <a:pt x="6305449" y="1820734"/>
                </a:lnTo>
                <a:lnTo>
                  <a:pt x="6307096" y="1820153"/>
                </a:lnTo>
                <a:lnTo>
                  <a:pt x="6308742" y="1819572"/>
                </a:lnTo>
                <a:lnTo>
                  <a:pt x="6310388" y="1818990"/>
                </a:lnTo>
                <a:lnTo>
                  <a:pt x="6312035" y="1818407"/>
                </a:lnTo>
                <a:lnTo>
                  <a:pt x="6313681" y="1817824"/>
                </a:lnTo>
                <a:lnTo>
                  <a:pt x="6315327" y="1817240"/>
                </a:lnTo>
                <a:lnTo>
                  <a:pt x="6316974" y="1816656"/>
                </a:lnTo>
                <a:lnTo>
                  <a:pt x="6318620" y="1816072"/>
                </a:lnTo>
                <a:lnTo>
                  <a:pt x="6320266" y="1815486"/>
                </a:lnTo>
                <a:lnTo>
                  <a:pt x="6321913" y="1814901"/>
                </a:lnTo>
                <a:lnTo>
                  <a:pt x="6323559" y="1814314"/>
                </a:lnTo>
                <a:lnTo>
                  <a:pt x="6325205" y="1813728"/>
                </a:lnTo>
                <a:lnTo>
                  <a:pt x="6326852" y="1813140"/>
                </a:lnTo>
                <a:lnTo>
                  <a:pt x="6328498" y="1812553"/>
                </a:lnTo>
                <a:lnTo>
                  <a:pt x="6330144" y="1811964"/>
                </a:lnTo>
                <a:lnTo>
                  <a:pt x="6331791" y="1811375"/>
                </a:lnTo>
                <a:lnTo>
                  <a:pt x="6333437" y="1810786"/>
                </a:lnTo>
                <a:lnTo>
                  <a:pt x="6335083" y="1810196"/>
                </a:lnTo>
                <a:lnTo>
                  <a:pt x="6336730" y="1809606"/>
                </a:lnTo>
                <a:lnTo>
                  <a:pt x="6338376" y="1809015"/>
                </a:lnTo>
                <a:lnTo>
                  <a:pt x="6340022" y="1808423"/>
                </a:lnTo>
                <a:lnTo>
                  <a:pt x="6341669" y="1807832"/>
                </a:lnTo>
                <a:lnTo>
                  <a:pt x="6343315" y="1807239"/>
                </a:lnTo>
                <a:lnTo>
                  <a:pt x="6344961" y="1806646"/>
                </a:lnTo>
                <a:lnTo>
                  <a:pt x="6346608" y="1806053"/>
                </a:lnTo>
                <a:lnTo>
                  <a:pt x="6348254" y="1805459"/>
                </a:lnTo>
                <a:lnTo>
                  <a:pt x="6349900" y="1804864"/>
                </a:lnTo>
                <a:lnTo>
                  <a:pt x="6351547" y="1804269"/>
                </a:lnTo>
                <a:lnTo>
                  <a:pt x="6353193" y="1803674"/>
                </a:lnTo>
                <a:lnTo>
                  <a:pt x="6354839" y="1803078"/>
                </a:lnTo>
                <a:lnTo>
                  <a:pt x="6356486" y="1802481"/>
                </a:lnTo>
                <a:lnTo>
                  <a:pt x="6358132" y="1801884"/>
                </a:lnTo>
                <a:lnTo>
                  <a:pt x="6359778" y="1801287"/>
                </a:lnTo>
                <a:lnTo>
                  <a:pt x="6361425" y="1800689"/>
                </a:lnTo>
                <a:lnTo>
                  <a:pt x="6363071" y="1800090"/>
                </a:lnTo>
                <a:lnTo>
                  <a:pt x="6364717" y="1799491"/>
                </a:lnTo>
                <a:lnTo>
                  <a:pt x="6366364" y="1798892"/>
                </a:lnTo>
                <a:lnTo>
                  <a:pt x="6368010" y="1798292"/>
                </a:lnTo>
                <a:lnTo>
                  <a:pt x="6369656" y="1797691"/>
                </a:lnTo>
                <a:lnTo>
                  <a:pt x="6371303" y="1797090"/>
                </a:lnTo>
                <a:lnTo>
                  <a:pt x="6372949" y="1796489"/>
                </a:lnTo>
                <a:lnTo>
                  <a:pt x="6374595" y="1795887"/>
                </a:lnTo>
                <a:lnTo>
                  <a:pt x="6376242" y="1795284"/>
                </a:lnTo>
                <a:lnTo>
                  <a:pt x="6377888" y="1794681"/>
                </a:lnTo>
                <a:lnTo>
                  <a:pt x="6379534" y="1794078"/>
                </a:lnTo>
                <a:lnTo>
                  <a:pt x="6381181" y="1793474"/>
                </a:lnTo>
                <a:lnTo>
                  <a:pt x="6382827" y="1792869"/>
                </a:lnTo>
                <a:lnTo>
                  <a:pt x="6384473" y="1792264"/>
                </a:lnTo>
                <a:lnTo>
                  <a:pt x="6386120" y="1791659"/>
                </a:lnTo>
                <a:lnTo>
                  <a:pt x="6387766" y="1791053"/>
                </a:lnTo>
                <a:lnTo>
                  <a:pt x="6389412" y="1790447"/>
                </a:lnTo>
                <a:lnTo>
                  <a:pt x="6391059" y="1789840"/>
                </a:lnTo>
                <a:lnTo>
                  <a:pt x="6392705" y="1789232"/>
                </a:lnTo>
                <a:lnTo>
                  <a:pt x="6394351" y="1788625"/>
                </a:lnTo>
                <a:lnTo>
                  <a:pt x="6395998" y="1788016"/>
                </a:lnTo>
                <a:lnTo>
                  <a:pt x="6397644" y="1787407"/>
                </a:lnTo>
                <a:lnTo>
                  <a:pt x="6399290" y="1786798"/>
                </a:lnTo>
                <a:lnTo>
                  <a:pt x="6400937" y="1786188"/>
                </a:lnTo>
                <a:lnTo>
                  <a:pt x="6402583" y="1785578"/>
                </a:lnTo>
                <a:lnTo>
                  <a:pt x="6404229" y="1784967"/>
                </a:lnTo>
                <a:lnTo>
                  <a:pt x="6405876" y="1784356"/>
                </a:lnTo>
                <a:lnTo>
                  <a:pt x="6407522" y="1783744"/>
                </a:lnTo>
                <a:lnTo>
                  <a:pt x="6409168" y="1783132"/>
                </a:lnTo>
                <a:lnTo>
                  <a:pt x="6410815" y="1782520"/>
                </a:lnTo>
                <a:lnTo>
                  <a:pt x="6412461" y="1781906"/>
                </a:lnTo>
                <a:lnTo>
                  <a:pt x="6414107" y="1781293"/>
                </a:lnTo>
                <a:lnTo>
                  <a:pt x="6415754" y="1780679"/>
                </a:lnTo>
                <a:lnTo>
                  <a:pt x="6417400" y="1780064"/>
                </a:lnTo>
                <a:lnTo>
                  <a:pt x="6419046" y="1779449"/>
                </a:lnTo>
                <a:lnTo>
                  <a:pt x="6420693" y="1778834"/>
                </a:lnTo>
                <a:lnTo>
                  <a:pt x="6422339" y="1778218"/>
                </a:lnTo>
                <a:lnTo>
                  <a:pt x="6423985" y="1777601"/>
                </a:lnTo>
                <a:lnTo>
                  <a:pt x="6425632" y="1776985"/>
                </a:lnTo>
                <a:lnTo>
                  <a:pt x="6427278" y="1776367"/>
                </a:lnTo>
                <a:lnTo>
                  <a:pt x="6428924" y="1775749"/>
                </a:lnTo>
                <a:lnTo>
                  <a:pt x="6430571" y="1775131"/>
                </a:lnTo>
                <a:lnTo>
                  <a:pt x="6432217" y="1774512"/>
                </a:lnTo>
                <a:lnTo>
                  <a:pt x="6433863" y="1773893"/>
                </a:lnTo>
                <a:lnTo>
                  <a:pt x="6435510" y="1773273"/>
                </a:lnTo>
                <a:lnTo>
                  <a:pt x="6437156" y="1772653"/>
                </a:lnTo>
                <a:lnTo>
                  <a:pt x="6438802" y="1772033"/>
                </a:lnTo>
                <a:lnTo>
                  <a:pt x="6440449" y="1771412"/>
                </a:lnTo>
                <a:lnTo>
                  <a:pt x="6442095" y="1770790"/>
                </a:lnTo>
                <a:lnTo>
                  <a:pt x="6443741" y="1770168"/>
                </a:lnTo>
                <a:lnTo>
                  <a:pt x="6445388" y="1769546"/>
                </a:lnTo>
                <a:lnTo>
                  <a:pt x="6447034" y="1768923"/>
                </a:lnTo>
                <a:lnTo>
                  <a:pt x="6448680" y="1768300"/>
                </a:lnTo>
                <a:lnTo>
                  <a:pt x="6450327" y="1767676"/>
                </a:lnTo>
                <a:lnTo>
                  <a:pt x="6451973" y="1767052"/>
                </a:lnTo>
                <a:lnTo>
                  <a:pt x="6453619" y="1766427"/>
                </a:lnTo>
                <a:lnTo>
                  <a:pt x="6455266" y="1765802"/>
                </a:lnTo>
                <a:lnTo>
                  <a:pt x="6456912" y="1765176"/>
                </a:lnTo>
                <a:lnTo>
                  <a:pt x="6458558" y="1764550"/>
                </a:lnTo>
                <a:lnTo>
                  <a:pt x="6460205" y="1763924"/>
                </a:lnTo>
                <a:lnTo>
                  <a:pt x="6461851" y="1763297"/>
                </a:lnTo>
                <a:lnTo>
                  <a:pt x="6463497" y="1762669"/>
                </a:lnTo>
                <a:lnTo>
                  <a:pt x="6465144" y="1762042"/>
                </a:lnTo>
                <a:lnTo>
                  <a:pt x="6466790" y="1761413"/>
                </a:lnTo>
                <a:lnTo>
                  <a:pt x="6468436" y="1760785"/>
                </a:lnTo>
                <a:lnTo>
                  <a:pt x="6470083" y="1760156"/>
                </a:lnTo>
                <a:lnTo>
                  <a:pt x="6471729" y="1759526"/>
                </a:lnTo>
                <a:lnTo>
                  <a:pt x="6473375" y="1758896"/>
                </a:lnTo>
                <a:lnTo>
                  <a:pt x="6475022" y="1758265"/>
                </a:lnTo>
                <a:lnTo>
                  <a:pt x="6476668" y="1757635"/>
                </a:lnTo>
                <a:lnTo>
                  <a:pt x="6478314" y="1757003"/>
                </a:lnTo>
                <a:lnTo>
                  <a:pt x="6479961" y="1756371"/>
                </a:lnTo>
                <a:lnTo>
                  <a:pt x="6481607" y="1755739"/>
                </a:lnTo>
                <a:lnTo>
                  <a:pt x="6483253" y="1755107"/>
                </a:lnTo>
                <a:lnTo>
                  <a:pt x="6484900" y="1754474"/>
                </a:lnTo>
                <a:lnTo>
                  <a:pt x="6486546" y="1753840"/>
                </a:lnTo>
                <a:lnTo>
                  <a:pt x="6488192" y="1753206"/>
                </a:lnTo>
                <a:lnTo>
                  <a:pt x="6489839" y="1752572"/>
                </a:lnTo>
                <a:lnTo>
                  <a:pt x="6491485" y="1751937"/>
                </a:lnTo>
                <a:lnTo>
                  <a:pt x="6493131" y="1751302"/>
                </a:lnTo>
                <a:lnTo>
                  <a:pt x="6494778" y="1750666"/>
                </a:lnTo>
                <a:lnTo>
                  <a:pt x="6496424" y="1750030"/>
                </a:lnTo>
                <a:lnTo>
                  <a:pt x="6498070" y="1749393"/>
                </a:lnTo>
                <a:lnTo>
                  <a:pt x="6499717" y="1748756"/>
                </a:lnTo>
                <a:lnTo>
                  <a:pt x="6501363" y="1748119"/>
                </a:lnTo>
                <a:lnTo>
                  <a:pt x="6503009" y="1747481"/>
                </a:lnTo>
                <a:lnTo>
                  <a:pt x="6504656" y="1746843"/>
                </a:lnTo>
                <a:lnTo>
                  <a:pt x="6506302" y="1746204"/>
                </a:lnTo>
                <a:lnTo>
                  <a:pt x="6507948" y="1745565"/>
                </a:lnTo>
                <a:lnTo>
                  <a:pt x="6509595" y="1744926"/>
                </a:lnTo>
                <a:lnTo>
                  <a:pt x="6511241" y="1744286"/>
                </a:lnTo>
                <a:lnTo>
                  <a:pt x="6512887" y="1743646"/>
                </a:lnTo>
                <a:lnTo>
                  <a:pt x="6514534" y="1743005"/>
                </a:lnTo>
                <a:lnTo>
                  <a:pt x="6516180" y="1742364"/>
                </a:lnTo>
                <a:lnTo>
                  <a:pt x="6517826" y="1741722"/>
                </a:lnTo>
                <a:lnTo>
                  <a:pt x="6519473" y="1741080"/>
                </a:lnTo>
                <a:lnTo>
                  <a:pt x="6521119" y="1740438"/>
                </a:lnTo>
                <a:lnTo>
                  <a:pt x="6522765" y="1739795"/>
                </a:lnTo>
                <a:lnTo>
                  <a:pt x="6524412" y="1739152"/>
                </a:lnTo>
                <a:lnTo>
                  <a:pt x="6526058" y="1738508"/>
                </a:lnTo>
                <a:lnTo>
                  <a:pt x="6527704" y="1737864"/>
                </a:lnTo>
                <a:lnTo>
                  <a:pt x="6529351" y="1737220"/>
                </a:lnTo>
                <a:lnTo>
                  <a:pt x="6530997" y="1736575"/>
                </a:lnTo>
                <a:lnTo>
                  <a:pt x="6532643" y="1735930"/>
                </a:lnTo>
                <a:lnTo>
                  <a:pt x="6534290" y="1735284"/>
                </a:lnTo>
                <a:lnTo>
                  <a:pt x="6535936" y="1734638"/>
                </a:lnTo>
                <a:lnTo>
                  <a:pt x="6537582" y="1733992"/>
                </a:lnTo>
                <a:lnTo>
                  <a:pt x="6539229" y="1733345"/>
                </a:lnTo>
                <a:lnTo>
                  <a:pt x="6540875" y="1732698"/>
                </a:lnTo>
                <a:lnTo>
                  <a:pt x="6542521" y="1732050"/>
                </a:lnTo>
                <a:lnTo>
                  <a:pt x="6544168" y="1731402"/>
                </a:lnTo>
                <a:lnTo>
                  <a:pt x="6545814" y="1730753"/>
                </a:lnTo>
                <a:lnTo>
                  <a:pt x="6547460" y="1730104"/>
                </a:lnTo>
                <a:lnTo>
                  <a:pt x="6549107" y="1729455"/>
                </a:lnTo>
                <a:lnTo>
                  <a:pt x="6550753" y="1728806"/>
                </a:lnTo>
                <a:lnTo>
                  <a:pt x="6552399" y="1728156"/>
                </a:lnTo>
                <a:lnTo>
                  <a:pt x="6554046" y="1727505"/>
                </a:lnTo>
                <a:lnTo>
                  <a:pt x="6555692" y="1726854"/>
                </a:lnTo>
                <a:lnTo>
                  <a:pt x="6557338" y="1726203"/>
                </a:lnTo>
                <a:lnTo>
                  <a:pt x="6558985" y="1725551"/>
                </a:lnTo>
                <a:lnTo>
                  <a:pt x="6560631" y="1724899"/>
                </a:lnTo>
                <a:lnTo>
                  <a:pt x="6562277" y="1724247"/>
                </a:lnTo>
                <a:lnTo>
                  <a:pt x="6563924" y="1723594"/>
                </a:lnTo>
                <a:lnTo>
                  <a:pt x="6565570" y="1722941"/>
                </a:lnTo>
                <a:lnTo>
                  <a:pt x="6567216" y="1722288"/>
                </a:lnTo>
                <a:lnTo>
                  <a:pt x="6568863" y="1721634"/>
                </a:lnTo>
                <a:lnTo>
                  <a:pt x="6570509" y="1720979"/>
                </a:lnTo>
                <a:lnTo>
                  <a:pt x="6572155" y="1720325"/>
                </a:lnTo>
                <a:lnTo>
                  <a:pt x="6573802" y="1719669"/>
                </a:lnTo>
                <a:lnTo>
                  <a:pt x="6575448" y="1719014"/>
                </a:lnTo>
                <a:lnTo>
                  <a:pt x="6577094" y="1718358"/>
                </a:lnTo>
                <a:lnTo>
                  <a:pt x="6578741" y="1717702"/>
                </a:lnTo>
                <a:lnTo>
                  <a:pt x="6580387" y="1717045"/>
                </a:lnTo>
                <a:lnTo>
                  <a:pt x="6582033" y="1716388"/>
                </a:lnTo>
                <a:lnTo>
                  <a:pt x="6583679" y="1715731"/>
                </a:lnTo>
                <a:lnTo>
                  <a:pt x="6583679" y="2056702"/>
                </a:lnTo>
                <a:lnTo>
                  <a:pt x="6582033" y="2056702"/>
                </a:lnTo>
                <a:lnTo>
                  <a:pt x="6580387" y="2056702"/>
                </a:lnTo>
                <a:lnTo>
                  <a:pt x="6578741" y="2056702"/>
                </a:lnTo>
                <a:lnTo>
                  <a:pt x="6577094" y="2056702"/>
                </a:lnTo>
                <a:lnTo>
                  <a:pt x="6575448" y="2056702"/>
                </a:lnTo>
                <a:lnTo>
                  <a:pt x="6573802" y="2056702"/>
                </a:lnTo>
                <a:lnTo>
                  <a:pt x="6572155" y="2056702"/>
                </a:lnTo>
                <a:lnTo>
                  <a:pt x="6570509" y="2056702"/>
                </a:lnTo>
                <a:lnTo>
                  <a:pt x="6568863" y="2056702"/>
                </a:lnTo>
                <a:lnTo>
                  <a:pt x="6567216" y="2056702"/>
                </a:lnTo>
                <a:lnTo>
                  <a:pt x="6565570" y="2056702"/>
                </a:lnTo>
                <a:lnTo>
                  <a:pt x="6563924" y="2056702"/>
                </a:lnTo>
                <a:lnTo>
                  <a:pt x="6562277" y="2056702"/>
                </a:lnTo>
                <a:lnTo>
                  <a:pt x="6560631" y="2056702"/>
                </a:lnTo>
                <a:lnTo>
                  <a:pt x="6558985" y="2056702"/>
                </a:lnTo>
                <a:lnTo>
                  <a:pt x="6557338" y="2056702"/>
                </a:lnTo>
                <a:lnTo>
                  <a:pt x="6555692" y="2056702"/>
                </a:lnTo>
                <a:lnTo>
                  <a:pt x="6554046" y="2056702"/>
                </a:lnTo>
                <a:lnTo>
                  <a:pt x="6552399" y="2056702"/>
                </a:lnTo>
                <a:lnTo>
                  <a:pt x="6550753" y="2056702"/>
                </a:lnTo>
                <a:lnTo>
                  <a:pt x="6549107" y="2056702"/>
                </a:lnTo>
                <a:lnTo>
                  <a:pt x="6547460" y="2056702"/>
                </a:lnTo>
                <a:lnTo>
                  <a:pt x="6545814" y="2056702"/>
                </a:lnTo>
                <a:lnTo>
                  <a:pt x="6544168" y="2056702"/>
                </a:lnTo>
                <a:lnTo>
                  <a:pt x="6542521" y="2056702"/>
                </a:lnTo>
                <a:lnTo>
                  <a:pt x="6540875" y="2056702"/>
                </a:lnTo>
                <a:lnTo>
                  <a:pt x="6539229" y="2056702"/>
                </a:lnTo>
                <a:lnTo>
                  <a:pt x="6537582" y="2056702"/>
                </a:lnTo>
                <a:lnTo>
                  <a:pt x="6535936" y="2056702"/>
                </a:lnTo>
                <a:lnTo>
                  <a:pt x="6534290" y="2056702"/>
                </a:lnTo>
                <a:lnTo>
                  <a:pt x="6532643" y="2056702"/>
                </a:lnTo>
                <a:lnTo>
                  <a:pt x="6530997" y="2056702"/>
                </a:lnTo>
                <a:lnTo>
                  <a:pt x="6529351" y="2056702"/>
                </a:lnTo>
                <a:lnTo>
                  <a:pt x="6527704" y="2056702"/>
                </a:lnTo>
                <a:lnTo>
                  <a:pt x="6526058" y="2056702"/>
                </a:lnTo>
                <a:lnTo>
                  <a:pt x="6524412" y="2056702"/>
                </a:lnTo>
                <a:lnTo>
                  <a:pt x="6522765" y="2056702"/>
                </a:lnTo>
                <a:lnTo>
                  <a:pt x="6521119" y="2056702"/>
                </a:lnTo>
                <a:lnTo>
                  <a:pt x="6519473" y="2056702"/>
                </a:lnTo>
                <a:lnTo>
                  <a:pt x="6517826" y="2056702"/>
                </a:lnTo>
                <a:lnTo>
                  <a:pt x="6516180" y="2056702"/>
                </a:lnTo>
                <a:lnTo>
                  <a:pt x="6514534" y="2056702"/>
                </a:lnTo>
                <a:lnTo>
                  <a:pt x="6512887" y="2056702"/>
                </a:lnTo>
                <a:lnTo>
                  <a:pt x="6511241" y="2056702"/>
                </a:lnTo>
                <a:lnTo>
                  <a:pt x="6509595" y="2056702"/>
                </a:lnTo>
                <a:lnTo>
                  <a:pt x="6507948" y="2056702"/>
                </a:lnTo>
                <a:lnTo>
                  <a:pt x="6506302" y="2056702"/>
                </a:lnTo>
                <a:lnTo>
                  <a:pt x="6504656" y="2056702"/>
                </a:lnTo>
                <a:lnTo>
                  <a:pt x="6503009" y="2056702"/>
                </a:lnTo>
                <a:lnTo>
                  <a:pt x="6501363" y="2056702"/>
                </a:lnTo>
                <a:lnTo>
                  <a:pt x="6499717" y="2056702"/>
                </a:lnTo>
                <a:lnTo>
                  <a:pt x="6498070" y="2056702"/>
                </a:lnTo>
                <a:lnTo>
                  <a:pt x="6496424" y="2056702"/>
                </a:lnTo>
                <a:lnTo>
                  <a:pt x="6494778" y="2056702"/>
                </a:lnTo>
                <a:lnTo>
                  <a:pt x="6493131" y="2056702"/>
                </a:lnTo>
                <a:lnTo>
                  <a:pt x="6491485" y="2056702"/>
                </a:lnTo>
                <a:lnTo>
                  <a:pt x="6489839" y="2056702"/>
                </a:lnTo>
                <a:lnTo>
                  <a:pt x="6488192" y="2056702"/>
                </a:lnTo>
                <a:lnTo>
                  <a:pt x="6486546" y="2056702"/>
                </a:lnTo>
                <a:lnTo>
                  <a:pt x="6484900" y="2056702"/>
                </a:lnTo>
                <a:lnTo>
                  <a:pt x="6483253" y="2056702"/>
                </a:lnTo>
                <a:lnTo>
                  <a:pt x="6481607" y="2056702"/>
                </a:lnTo>
                <a:lnTo>
                  <a:pt x="6479961" y="2056702"/>
                </a:lnTo>
                <a:lnTo>
                  <a:pt x="6478314" y="2056702"/>
                </a:lnTo>
                <a:lnTo>
                  <a:pt x="6476668" y="2056702"/>
                </a:lnTo>
                <a:lnTo>
                  <a:pt x="6475022" y="2056702"/>
                </a:lnTo>
                <a:lnTo>
                  <a:pt x="6473375" y="2056702"/>
                </a:lnTo>
                <a:lnTo>
                  <a:pt x="6471729" y="2056702"/>
                </a:lnTo>
                <a:lnTo>
                  <a:pt x="6470083" y="2056702"/>
                </a:lnTo>
                <a:lnTo>
                  <a:pt x="6468436" y="2056702"/>
                </a:lnTo>
                <a:lnTo>
                  <a:pt x="6466790" y="2056702"/>
                </a:lnTo>
                <a:lnTo>
                  <a:pt x="6465144" y="2056702"/>
                </a:lnTo>
                <a:lnTo>
                  <a:pt x="6463497" y="2056702"/>
                </a:lnTo>
                <a:lnTo>
                  <a:pt x="6461851" y="2056702"/>
                </a:lnTo>
                <a:lnTo>
                  <a:pt x="6460205" y="2056702"/>
                </a:lnTo>
                <a:lnTo>
                  <a:pt x="6458558" y="2056702"/>
                </a:lnTo>
                <a:lnTo>
                  <a:pt x="6456912" y="2056702"/>
                </a:lnTo>
                <a:lnTo>
                  <a:pt x="6455266" y="2056702"/>
                </a:lnTo>
                <a:lnTo>
                  <a:pt x="6453619" y="2056702"/>
                </a:lnTo>
                <a:lnTo>
                  <a:pt x="6451973" y="2056702"/>
                </a:lnTo>
                <a:lnTo>
                  <a:pt x="6450327" y="2056702"/>
                </a:lnTo>
                <a:lnTo>
                  <a:pt x="6448680" y="2056702"/>
                </a:lnTo>
                <a:lnTo>
                  <a:pt x="6447034" y="2056702"/>
                </a:lnTo>
                <a:lnTo>
                  <a:pt x="6445388" y="2056702"/>
                </a:lnTo>
                <a:lnTo>
                  <a:pt x="6443741" y="2056702"/>
                </a:lnTo>
                <a:lnTo>
                  <a:pt x="6442095" y="2056702"/>
                </a:lnTo>
                <a:lnTo>
                  <a:pt x="6440449" y="2056702"/>
                </a:lnTo>
                <a:lnTo>
                  <a:pt x="6438802" y="2056702"/>
                </a:lnTo>
                <a:lnTo>
                  <a:pt x="6437156" y="2056702"/>
                </a:lnTo>
                <a:lnTo>
                  <a:pt x="6435510" y="2056702"/>
                </a:lnTo>
                <a:lnTo>
                  <a:pt x="6433863" y="2056702"/>
                </a:lnTo>
                <a:lnTo>
                  <a:pt x="6432217" y="2056702"/>
                </a:lnTo>
                <a:lnTo>
                  <a:pt x="6430571" y="2056702"/>
                </a:lnTo>
                <a:lnTo>
                  <a:pt x="6428924" y="2056702"/>
                </a:lnTo>
                <a:lnTo>
                  <a:pt x="6427278" y="2056702"/>
                </a:lnTo>
                <a:lnTo>
                  <a:pt x="6425632" y="2056702"/>
                </a:lnTo>
                <a:lnTo>
                  <a:pt x="6423985" y="2056702"/>
                </a:lnTo>
                <a:lnTo>
                  <a:pt x="6422339" y="2056702"/>
                </a:lnTo>
                <a:lnTo>
                  <a:pt x="6420693" y="2056702"/>
                </a:lnTo>
                <a:lnTo>
                  <a:pt x="6419046" y="2056702"/>
                </a:lnTo>
                <a:lnTo>
                  <a:pt x="6417400" y="2056702"/>
                </a:lnTo>
                <a:lnTo>
                  <a:pt x="6415754" y="2056702"/>
                </a:lnTo>
                <a:lnTo>
                  <a:pt x="6414107" y="2056702"/>
                </a:lnTo>
                <a:lnTo>
                  <a:pt x="6412461" y="2056702"/>
                </a:lnTo>
                <a:lnTo>
                  <a:pt x="6410815" y="2056702"/>
                </a:lnTo>
                <a:lnTo>
                  <a:pt x="6409168" y="2056702"/>
                </a:lnTo>
                <a:lnTo>
                  <a:pt x="6407522" y="2056702"/>
                </a:lnTo>
                <a:lnTo>
                  <a:pt x="6405876" y="2056702"/>
                </a:lnTo>
                <a:lnTo>
                  <a:pt x="6404229" y="2056702"/>
                </a:lnTo>
                <a:lnTo>
                  <a:pt x="6402583" y="2056702"/>
                </a:lnTo>
                <a:lnTo>
                  <a:pt x="6400937" y="2056702"/>
                </a:lnTo>
                <a:lnTo>
                  <a:pt x="6399290" y="2056702"/>
                </a:lnTo>
                <a:lnTo>
                  <a:pt x="6397644" y="2056702"/>
                </a:lnTo>
                <a:lnTo>
                  <a:pt x="6395998" y="2056702"/>
                </a:lnTo>
                <a:lnTo>
                  <a:pt x="6394351" y="2056702"/>
                </a:lnTo>
                <a:lnTo>
                  <a:pt x="6392705" y="2056702"/>
                </a:lnTo>
                <a:lnTo>
                  <a:pt x="6391059" y="2056702"/>
                </a:lnTo>
                <a:lnTo>
                  <a:pt x="6389412" y="2056702"/>
                </a:lnTo>
                <a:lnTo>
                  <a:pt x="6387766" y="2056702"/>
                </a:lnTo>
                <a:lnTo>
                  <a:pt x="6386120" y="2056702"/>
                </a:lnTo>
                <a:lnTo>
                  <a:pt x="6384473" y="2056702"/>
                </a:lnTo>
                <a:lnTo>
                  <a:pt x="6382827" y="2056702"/>
                </a:lnTo>
                <a:lnTo>
                  <a:pt x="6381181" y="2056702"/>
                </a:lnTo>
                <a:lnTo>
                  <a:pt x="6379534" y="2056702"/>
                </a:lnTo>
                <a:lnTo>
                  <a:pt x="6377888" y="2056702"/>
                </a:lnTo>
                <a:lnTo>
                  <a:pt x="6376242" y="2056702"/>
                </a:lnTo>
                <a:lnTo>
                  <a:pt x="6374595" y="2056702"/>
                </a:lnTo>
                <a:lnTo>
                  <a:pt x="6372949" y="2056702"/>
                </a:lnTo>
                <a:lnTo>
                  <a:pt x="6371303" y="2056702"/>
                </a:lnTo>
                <a:lnTo>
                  <a:pt x="6369656" y="2056702"/>
                </a:lnTo>
                <a:lnTo>
                  <a:pt x="6368010" y="2056702"/>
                </a:lnTo>
                <a:lnTo>
                  <a:pt x="6366364" y="2056702"/>
                </a:lnTo>
                <a:lnTo>
                  <a:pt x="6364717" y="2056702"/>
                </a:lnTo>
                <a:lnTo>
                  <a:pt x="6363071" y="2056702"/>
                </a:lnTo>
                <a:lnTo>
                  <a:pt x="6361425" y="2056702"/>
                </a:lnTo>
                <a:lnTo>
                  <a:pt x="6359778" y="2056702"/>
                </a:lnTo>
                <a:lnTo>
                  <a:pt x="6358132" y="2056702"/>
                </a:lnTo>
                <a:lnTo>
                  <a:pt x="6356486" y="2056702"/>
                </a:lnTo>
                <a:lnTo>
                  <a:pt x="6354839" y="2056702"/>
                </a:lnTo>
                <a:lnTo>
                  <a:pt x="6353193" y="2056702"/>
                </a:lnTo>
                <a:lnTo>
                  <a:pt x="6351547" y="2056702"/>
                </a:lnTo>
                <a:lnTo>
                  <a:pt x="6349900" y="2056702"/>
                </a:lnTo>
                <a:lnTo>
                  <a:pt x="6348254" y="2056702"/>
                </a:lnTo>
                <a:lnTo>
                  <a:pt x="6346608" y="2056702"/>
                </a:lnTo>
                <a:lnTo>
                  <a:pt x="6344961" y="2056702"/>
                </a:lnTo>
                <a:lnTo>
                  <a:pt x="6343315" y="2056702"/>
                </a:lnTo>
                <a:lnTo>
                  <a:pt x="6341669" y="2056702"/>
                </a:lnTo>
                <a:lnTo>
                  <a:pt x="6340022" y="2056702"/>
                </a:lnTo>
                <a:lnTo>
                  <a:pt x="6338376" y="2056702"/>
                </a:lnTo>
                <a:lnTo>
                  <a:pt x="6336730" y="2056702"/>
                </a:lnTo>
                <a:lnTo>
                  <a:pt x="6335083" y="2056702"/>
                </a:lnTo>
                <a:lnTo>
                  <a:pt x="6333437" y="2056702"/>
                </a:lnTo>
                <a:lnTo>
                  <a:pt x="6331791" y="2056702"/>
                </a:lnTo>
                <a:lnTo>
                  <a:pt x="6330144" y="2056702"/>
                </a:lnTo>
                <a:lnTo>
                  <a:pt x="6328498" y="2056702"/>
                </a:lnTo>
                <a:lnTo>
                  <a:pt x="6326852" y="2056702"/>
                </a:lnTo>
                <a:lnTo>
                  <a:pt x="6325205" y="2056702"/>
                </a:lnTo>
                <a:lnTo>
                  <a:pt x="6323559" y="2056702"/>
                </a:lnTo>
                <a:lnTo>
                  <a:pt x="6321913" y="2056702"/>
                </a:lnTo>
                <a:lnTo>
                  <a:pt x="6320266" y="2056702"/>
                </a:lnTo>
                <a:lnTo>
                  <a:pt x="6318620" y="2056702"/>
                </a:lnTo>
                <a:lnTo>
                  <a:pt x="6316974" y="2056702"/>
                </a:lnTo>
                <a:lnTo>
                  <a:pt x="6315327" y="2056702"/>
                </a:lnTo>
                <a:lnTo>
                  <a:pt x="6313681" y="2056702"/>
                </a:lnTo>
                <a:lnTo>
                  <a:pt x="6312035" y="2056702"/>
                </a:lnTo>
                <a:lnTo>
                  <a:pt x="6310388" y="2056702"/>
                </a:lnTo>
                <a:lnTo>
                  <a:pt x="6308742" y="2056702"/>
                </a:lnTo>
                <a:lnTo>
                  <a:pt x="6307096" y="2056702"/>
                </a:lnTo>
                <a:lnTo>
                  <a:pt x="6305449" y="2056702"/>
                </a:lnTo>
                <a:lnTo>
                  <a:pt x="6303803" y="2056702"/>
                </a:lnTo>
                <a:lnTo>
                  <a:pt x="6302157" y="2056702"/>
                </a:lnTo>
                <a:lnTo>
                  <a:pt x="6300510" y="2056702"/>
                </a:lnTo>
                <a:lnTo>
                  <a:pt x="6298864" y="2056702"/>
                </a:lnTo>
                <a:lnTo>
                  <a:pt x="6297218" y="2056702"/>
                </a:lnTo>
                <a:lnTo>
                  <a:pt x="6295571" y="2056702"/>
                </a:lnTo>
                <a:lnTo>
                  <a:pt x="6293925" y="2056702"/>
                </a:lnTo>
                <a:lnTo>
                  <a:pt x="6292279" y="2056702"/>
                </a:lnTo>
                <a:lnTo>
                  <a:pt x="6290632" y="2056702"/>
                </a:lnTo>
                <a:lnTo>
                  <a:pt x="6288986" y="2056702"/>
                </a:lnTo>
                <a:lnTo>
                  <a:pt x="6287340" y="2056702"/>
                </a:lnTo>
                <a:lnTo>
                  <a:pt x="6285693" y="2056702"/>
                </a:lnTo>
                <a:lnTo>
                  <a:pt x="6284047" y="2056702"/>
                </a:lnTo>
                <a:lnTo>
                  <a:pt x="6282401" y="2056702"/>
                </a:lnTo>
                <a:lnTo>
                  <a:pt x="6280754" y="2056702"/>
                </a:lnTo>
                <a:lnTo>
                  <a:pt x="6279108" y="2056702"/>
                </a:lnTo>
                <a:lnTo>
                  <a:pt x="6277462" y="2056702"/>
                </a:lnTo>
                <a:lnTo>
                  <a:pt x="6275815" y="2056702"/>
                </a:lnTo>
                <a:lnTo>
                  <a:pt x="6274169" y="2056702"/>
                </a:lnTo>
                <a:lnTo>
                  <a:pt x="6272523" y="2056702"/>
                </a:lnTo>
                <a:lnTo>
                  <a:pt x="6270876" y="2056702"/>
                </a:lnTo>
                <a:lnTo>
                  <a:pt x="6269230" y="2056702"/>
                </a:lnTo>
                <a:lnTo>
                  <a:pt x="6267584" y="2056702"/>
                </a:lnTo>
                <a:lnTo>
                  <a:pt x="6265938" y="2056702"/>
                </a:lnTo>
                <a:lnTo>
                  <a:pt x="6264291" y="2056702"/>
                </a:lnTo>
                <a:lnTo>
                  <a:pt x="6262645" y="2056702"/>
                </a:lnTo>
                <a:lnTo>
                  <a:pt x="6260999" y="2056702"/>
                </a:lnTo>
                <a:lnTo>
                  <a:pt x="6259352" y="2056702"/>
                </a:lnTo>
                <a:lnTo>
                  <a:pt x="6257706" y="2056702"/>
                </a:lnTo>
                <a:lnTo>
                  <a:pt x="6256060" y="2056702"/>
                </a:lnTo>
                <a:lnTo>
                  <a:pt x="6254413" y="2056702"/>
                </a:lnTo>
                <a:lnTo>
                  <a:pt x="6252767" y="2056702"/>
                </a:lnTo>
                <a:lnTo>
                  <a:pt x="6251121" y="2056702"/>
                </a:lnTo>
                <a:lnTo>
                  <a:pt x="6249474" y="2056702"/>
                </a:lnTo>
                <a:lnTo>
                  <a:pt x="6247828" y="2056702"/>
                </a:lnTo>
                <a:lnTo>
                  <a:pt x="6246182" y="2056702"/>
                </a:lnTo>
                <a:lnTo>
                  <a:pt x="6244535" y="2056702"/>
                </a:lnTo>
                <a:lnTo>
                  <a:pt x="6242889" y="2056702"/>
                </a:lnTo>
                <a:lnTo>
                  <a:pt x="6241243" y="2056702"/>
                </a:lnTo>
                <a:lnTo>
                  <a:pt x="6239596" y="2056702"/>
                </a:lnTo>
                <a:lnTo>
                  <a:pt x="6237950" y="2056702"/>
                </a:lnTo>
                <a:lnTo>
                  <a:pt x="6236304" y="2056702"/>
                </a:lnTo>
                <a:lnTo>
                  <a:pt x="6234657" y="2056702"/>
                </a:lnTo>
                <a:lnTo>
                  <a:pt x="6233011" y="2056702"/>
                </a:lnTo>
                <a:lnTo>
                  <a:pt x="6231365" y="2056702"/>
                </a:lnTo>
                <a:lnTo>
                  <a:pt x="6229718" y="2056702"/>
                </a:lnTo>
                <a:lnTo>
                  <a:pt x="6228072" y="2056702"/>
                </a:lnTo>
                <a:lnTo>
                  <a:pt x="6226426" y="2056702"/>
                </a:lnTo>
                <a:lnTo>
                  <a:pt x="6224779" y="2056702"/>
                </a:lnTo>
                <a:lnTo>
                  <a:pt x="6223133" y="2056702"/>
                </a:lnTo>
                <a:lnTo>
                  <a:pt x="6221487" y="2056702"/>
                </a:lnTo>
                <a:lnTo>
                  <a:pt x="6219840" y="2056702"/>
                </a:lnTo>
                <a:lnTo>
                  <a:pt x="6218194" y="2056702"/>
                </a:lnTo>
                <a:lnTo>
                  <a:pt x="6216548" y="2056702"/>
                </a:lnTo>
                <a:lnTo>
                  <a:pt x="6214901" y="2056702"/>
                </a:lnTo>
                <a:lnTo>
                  <a:pt x="6213255" y="2056702"/>
                </a:lnTo>
                <a:lnTo>
                  <a:pt x="6211609" y="2056702"/>
                </a:lnTo>
                <a:lnTo>
                  <a:pt x="6209962" y="2056702"/>
                </a:lnTo>
                <a:lnTo>
                  <a:pt x="6208316" y="2056702"/>
                </a:lnTo>
                <a:lnTo>
                  <a:pt x="6206670" y="2056702"/>
                </a:lnTo>
                <a:lnTo>
                  <a:pt x="6205023" y="2056702"/>
                </a:lnTo>
                <a:lnTo>
                  <a:pt x="6203377" y="2056702"/>
                </a:lnTo>
                <a:lnTo>
                  <a:pt x="6201731" y="2056702"/>
                </a:lnTo>
                <a:lnTo>
                  <a:pt x="6200084" y="2056702"/>
                </a:lnTo>
                <a:lnTo>
                  <a:pt x="6198438" y="2056702"/>
                </a:lnTo>
                <a:lnTo>
                  <a:pt x="6196792" y="2056702"/>
                </a:lnTo>
                <a:lnTo>
                  <a:pt x="6195145" y="2056702"/>
                </a:lnTo>
                <a:lnTo>
                  <a:pt x="6193499" y="2056702"/>
                </a:lnTo>
                <a:lnTo>
                  <a:pt x="6191853" y="2056702"/>
                </a:lnTo>
                <a:lnTo>
                  <a:pt x="6190206" y="2056702"/>
                </a:lnTo>
                <a:lnTo>
                  <a:pt x="6188560" y="2056702"/>
                </a:lnTo>
                <a:lnTo>
                  <a:pt x="6186914" y="2056702"/>
                </a:lnTo>
                <a:lnTo>
                  <a:pt x="6185267" y="2056702"/>
                </a:lnTo>
                <a:lnTo>
                  <a:pt x="6183621" y="2056702"/>
                </a:lnTo>
                <a:lnTo>
                  <a:pt x="6181975" y="2056702"/>
                </a:lnTo>
                <a:lnTo>
                  <a:pt x="6180328" y="2056702"/>
                </a:lnTo>
                <a:lnTo>
                  <a:pt x="6178682" y="2056702"/>
                </a:lnTo>
                <a:lnTo>
                  <a:pt x="6177036" y="2056702"/>
                </a:lnTo>
                <a:lnTo>
                  <a:pt x="6175389" y="2056702"/>
                </a:lnTo>
                <a:lnTo>
                  <a:pt x="6173743" y="2056702"/>
                </a:lnTo>
                <a:lnTo>
                  <a:pt x="6172097" y="2056702"/>
                </a:lnTo>
                <a:lnTo>
                  <a:pt x="6170450" y="2056702"/>
                </a:lnTo>
                <a:lnTo>
                  <a:pt x="6168804" y="2056702"/>
                </a:lnTo>
                <a:lnTo>
                  <a:pt x="6167158" y="2056702"/>
                </a:lnTo>
                <a:lnTo>
                  <a:pt x="6165511" y="2056702"/>
                </a:lnTo>
                <a:lnTo>
                  <a:pt x="6163865" y="2056702"/>
                </a:lnTo>
                <a:lnTo>
                  <a:pt x="6162219" y="2056702"/>
                </a:lnTo>
                <a:lnTo>
                  <a:pt x="6160572" y="2056702"/>
                </a:lnTo>
                <a:lnTo>
                  <a:pt x="6158926" y="2056702"/>
                </a:lnTo>
                <a:lnTo>
                  <a:pt x="6157280" y="2056702"/>
                </a:lnTo>
                <a:lnTo>
                  <a:pt x="6155633" y="2056702"/>
                </a:lnTo>
                <a:lnTo>
                  <a:pt x="6153987" y="2056702"/>
                </a:lnTo>
                <a:lnTo>
                  <a:pt x="6152341" y="2056702"/>
                </a:lnTo>
                <a:lnTo>
                  <a:pt x="6150694" y="2056702"/>
                </a:lnTo>
                <a:lnTo>
                  <a:pt x="6149048" y="2056702"/>
                </a:lnTo>
                <a:lnTo>
                  <a:pt x="6147402" y="2056702"/>
                </a:lnTo>
                <a:lnTo>
                  <a:pt x="6145755" y="2056702"/>
                </a:lnTo>
                <a:lnTo>
                  <a:pt x="6144109" y="2056702"/>
                </a:lnTo>
                <a:lnTo>
                  <a:pt x="6142463" y="2056702"/>
                </a:lnTo>
                <a:lnTo>
                  <a:pt x="6140816" y="2056702"/>
                </a:lnTo>
                <a:lnTo>
                  <a:pt x="6139170" y="2056702"/>
                </a:lnTo>
                <a:lnTo>
                  <a:pt x="6137524" y="2056702"/>
                </a:lnTo>
                <a:lnTo>
                  <a:pt x="6135877" y="2056702"/>
                </a:lnTo>
                <a:lnTo>
                  <a:pt x="6134231" y="2056702"/>
                </a:lnTo>
                <a:lnTo>
                  <a:pt x="6132585" y="2056702"/>
                </a:lnTo>
                <a:lnTo>
                  <a:pt x="6130938" y="2056702"/>
                </a:lnTo>
                <a:lnTo>
                  <a:pt x="6129292" y="2056702"/>
                </a:lnTo>
                <a:lnTo>
                  <a:pt x="6127646" y="2056702"/>
                </a:lnTo>
                <a:lnTo>
                  <a:pt x="6125999" y="2056702"/>
                </a:lnTo>
                <a:lnTo>
                  <a:pt x="6124353" y="2056702"/>
                </a:lnTo>
                <a:lnTo>
                  <a:pt x="6122707" y="2056702"/>
                </a:lnTo>
                <a:lnTo>
                  <a:pt x="6121060" y="2056702"/>
                </a:lnTo>
                <a:lnTo>
                  <a:pt x="6119414" y="2056702"/>
                </a:lnTo>
                <a:lnTo>
                  <a:pt x="6117768" y="2056702"/>
                </a:lnTo>
                <a:lnTo>
                  <a:pt x="6116121" y="2056702"/>
                </a:lnTo>
                <a:lnTo>
                  <a:pt x="6114475" y="2056702"/>
                </a:lnTo>
                <a:lnTo>
                  <a:pt x="6112829" y="2056702"/>
                </a:lnTo>
                <a:lnTo>
                  <a:pt x="6111182" y="2056702"/>
                </a:lnTo>
                <a:lnTo>
                  <a:pt x="6109536" y="2056702"/>
                </a:lnTo>
                <a:lnTo>
                  <a:pt x="6107890" y="2056702"/>
                </a:lnTo>
                <a:lnTo>
                  <a:pt x="6106243" y="2056702"/>
                </a:lnTo>
                <a:lnTo>
                  <a:pt x="6104597" y="2056702"/>
                </a:lnTo>
                <a:lnTo>
                  <a:pt x="6102951" y="2056702"/>
                </a:lnTo>
                <a:lnTo>
                  <a:pt x="6101304" y="2056702"/>
                </a:lnTo>
                <a:lnTo>
                  <a:pt x="6099658" y="2056702"/>
                </a:lnTo>
                <a:lnTo>
                  <a:pt x="6098012" y="2056702"/>
                </a:lnTo>
                <a:lnTo>
                  <a:pt x="6096365" y="2056702"/>
                </a:lnTo>
                <a:lnTo>
                  <a:pt x="6094719" y="2056702"/>
                </a:lnTo>
                <a:lnTo>
                  <a:pt x="6093073" y="2056702"/>
                </a:lnTo>
                <a:lnTo>
                  <a:pt x="6091426" y="2056702"/>
                </a:lnTo>
                <a:lnTo>
                  <a:pt x="6089780" y="2056702"/>
                </a:lnTo>
                <a:lnTo>
                  <a:pt x="6088134" y="2056702"/>
                </a:lnTo>
                <a:lnTo>
                  <a:pt x="6086487" y="2056702"/>
                </a:lnTo>
                <a:lnTo>
                  <a:pt x="6084841" y="2056702"/>
                </a:lnTo>
                <a:lnTo>
                  <a:pt x="6083195" y="2056702"/>
                </a:lnTo>
                <a:lnTo>
                  <a:pt x="6081548" y="2056702"/>
                </a:lnTo>
                <a:lnTo>
                  <a:pt x="6079902" y="2056702"/>
                </a:lnTo>
                <a:lnTo>
                  <a:pt x="6078256" y="2056702"/>
                </a:lnTo>
                <a:lnTo>
                  <a:pt x="6076609" y="2056702"/>
                </a:lnTo>
                <a:lnTo>
                  <a:pt x="6074963" y="2056702"/>
                </a:lnTo>
                <a:lnTo>
                  <a:pt x="6073317" y="2056702"/>
                </a:lnTo>
                <a:lnTo>
                  <a:pt x="6071670" y="2056702"/>
                </a:lnTo>
                <a:lnTo>
                  <a:pt x="6070024" y="2056702"/>
                </a:lnTo>
                <a:lnTo>
                  <a:pt x="6068378" y="2056702"/>
                </a:lnTo>
                <a:lnTo>
                  <a:pt x="6066731" y="2056702"/>
                </a:lnTo>
                <a:lnTo>
                  <a:pt x="6065085" y="2056702"/>
                </a:lnTo>
                <a:lnTo>
                  <a:pt x="6063439" y="2056702"/>
                </a:lnTo>
                <a:lnTo>
                  <a:pt x="6061792" y="2056702"/>
                </a:lnTo>
                <a:lnTo>
                  <a:pt x="6060146" y="2056702"/>
                </a:lnTo>
                <a:lnTo>
                  <a:pt x="6058500" y="2056702"/>
                </a:lnTo>
                <a:lnTo>
                  <a:pt x="6056853" y="2056702"/>
                </a:lnTo>
                <a:lnTo>
                  <a:pt x="6055207" y="2056702"/>
                </a:lnTo>
                <a:lnTo>
                  <a:pt x="6053561" y="2056702"/>
                </a:lnTo>
                <a:lnTo>
                  <a:pt x="6051914" y="2056702"/>
                </a:lnTo>
                <a:lnTo>
                  <a:pt x="6050268" y="2056702"/>
                </a:lnTo>
                <a:lnTo>
                  <a:pt x="6048622" y="2056702"/>
                </a:lnTo>
                <a:lnTo>
                  <a:pt x="6046975" y="2056702"/>
                </a:lnTo>
                <a:lnTo>
                  <a:pt x="6045329" y="2056702"/>
                </a:lnTo>
                <a:lnTo>
                  <a:pt x="6043683" y="2056702"/>
                </a:lnTo>
                <a:lnTo>
                  <a:pt x="6042036" y="2056702"/>
                </a:lnTo>
                <a:lnTo>
                  <a:pt x="6040390" y="2056702"/>
                </a:lnTo>
                <a:lnTo>
                  <a:pt x="6038744" y="2056702"/>
                </a:lnTo>
                <a:lnTo>
                  <a:pt x="6037097" y="2056702"/>
                </a:lnTo>
                <a:lnTo>
                  <a:pt x="6035451" y="2056702"/>
                </a:lnTo>
                <a:lnTo>
                  <a:pt x="6033805" y="2056702"/>
                </a:lnTo>
                <a:lnTo>
                  <a:pt x="6032158" y="2056702"/>
                </a:lnTo>
                <a:lnTo>
                  <a:pt x="6030512" y="2056702"/>
                </a:lnTo>
                <a:lnTo>
                  <a:pt x="6028866" y="2056702"/>
                </a:lnTo>
                <a:lnTo>
                  <a:pt x="6027219" y="2056702"/>
                </a:lnTo>
                <a:lnTo>
                  <a:pt x="6025573" y="2056702"/>
                </a:lnTo>
                <a:lnTo>
                  <a:pt x="6023927" y="2056702"/>
                </a:lnTo>
                <a:lnTo>
                  <a:pt x="6022280" y="2056702"/>
                </a:lnTo>
                <a:lnTo>
                  <a:pt x="6020634" y="2056702"/>
                </a:lnTo>
                <a:lnTo>
                  <a:pt x="6018988" y="2056702"/>
                </a:lnTo>
                <a:lnTo>
                  <a:pt x="6017341" y="2056702"/>
                </a:lnTo>
                <a:lnTo>
                  <a:pt x="6015695" y="2056702"/>
                </a:lnTo>
                <a:lnTo>
                  <a:pt x="6014049" y="2056702"/>
                </a:lnTo>
                <a:lnTo>
                  <a:pt x="6012402" y="2056702"/>
                </a:lnTo>
                <a:lnTo>
                  <a:pt x="6010756" y="2056702"/>
                </a:lnTo>
                <a:lnTo>
                  <a:pt x="6009110" y="2056702"/>
                </a:lnTo>
                <a:lnTo>
                  <a:pt x="6007463" y="2056702"/>
                </a:lnTo>
                <a:lnTo>
                  <a:pt x="6005817" y="2056702"/>
                </a:lnTo>
                <a:lnTo>
                  <a:pt x="6004171" y="2056702"/>
                </a:lnTo>
                <a:lnTo>
                  <a:pt x="6002524" y="2056702"/>
                </a:lnTo>
                <a:lnTo>
                  <a:pt x="6000878" y="2056702"/>
                </a:lnTo>
                <a:lnTo>
                  <a:pt x="5999232" y="2056702"/>
                </a:lnTo>
                <a:lnTo>
                  <a:pt x="5997585" y="2056702"/>
                </a:lnTo>
                <a:lnTo>
                  <a:pt x="5995939" y="2056702"/>
                </a:lnTo>
                <a:lnTo>
                  <a:pt x="5994293" y="2056702"/>
                </a:lnTo>
                <a:lnTo>
                  <a:pt x="5992646" y="2056702"/>
                </a:lnTo>
                <a:lnTo>
                  <a:pt x="5991000" y="2056702"/>
                </a:lnTo>
                <a:lnTo>
                  <a:pt x="5989354" y="2056702"/>
                </a:lnTo>
                <a:lnTo>
                  <a:pt x="5987707" y="2056702"/>
                </a:lnTo>
                <a:lnTo>
                  <a:pt x="5986061" y="2056702"/>
                </a:lnTo>
                <a:lnTo>
                  <a:pt x="5984415" y="2056702"/>
                </a:lnTo>
                <a:lnTo>
                  <a:pt x="5982768" y="2056702"/>
                </a:lnTo>
                <a:lnTo>
                  <a:pt x="5981122" y="2056702"/>
                </a:lnTo>
                <a:lnTo>
                  <a:pt x="5979476" y="2056702"/>
                </a:lnTo>
                <a:lnTo>
                  <a:pt x="5977829" y="2056702"/>
                </a:lnTo>
                <a:lnTo>
                  <a:pt x="5976183" y="2056702"/>
                </a:lnTo>
                <a:lnTo>
                  <a:pt x="5974537" y="2056702"/>
                </a:lnTo>
                <a:lnTo>
                  <a:pt x="5972890" y="2056702"/>
                </a:lnTo>
                <a:lnTo>
                  <a:pt x="5971244" y="2056702"/>
                </a:lnTo>
                <a:lnTo>
                  <a:pt x="5969598" y="2056702"/>
                </a:lnTo>
                <a:lnTo>
                  <a:pt x="5967951" y="2056702"/>
                </a:lnTo>
                <a:lnTo>
                  <a:pt x="5966305" y="2056702"/>
                </a:lnTo>
                <a:lnTo>
                  <a:pt x="5964659" y="2056702"/>
                </a:lnTo>
                <a:lnTo>
                  <a:pt x="5963012" y="2056702"/>
                </a:lnTo>
                <a:lnTo>
                  <a:pt x="5961366" y="2056702"/>
                </a:lnTo>
                <a:lnTo>
                  <a:pt x="5959720" y="2056702"/>
                </a:lnTo>
                <a:lnTo>
                  <a:pt x="5958073" y="2056702"/>
                </a:lnTo>
                <a:lnTo>
                  <a:pt x="5956427" y="2056702"/>
                </a:lnTo>
                <a:lnTo>
                  <a:pt x="5954781" y="2056702"/>
                </a:lnTo>
                <a:lnTo>
                  <a:pt x="5953135" y="2056702"/>
                </a:lnTo>
                <a:lnTo>
                  <a:pt x="5951488" y="2056702"/>
                </a:lnTo>
                <a:lnTo>
                  <a:pt x="5949842" y="2056702"/>
                </a:lnTo>
                <a:lnTo>
                  <a:pt x="5948196" y="2056702"/>
                </a:lnTo>
                <a:lnTo>
                  <a:pt x="5946549" y="2056702"/>
                </a:lnTo>
                <a:lnTo>
                  <a:pt x="5944903" y="2056702"/>
                </a:lnTo>
                <a:lnTo>
                  <a:pt x="5943257" y="2056702"/>
                </a:lnTo>
                <a:lnTo>
                  <a:pt x="5941610" y="2056702"/>
                </a:lnTo>
                <a:lnTo>
                  <a:pt x="5939964" y="2056702"/>
                </a:lnTo>
                <a:lnTo>
                  <a:pt x="5938318" y="2056702"/>
                </a:lnTo>
                <a:lnTo>
                  <a:pt x="5936671" y="2056702"/>
                </a:lnTo>
                <a:lnTo>
                  <a:pt x="5935025" y="2056702"/>
                </a:lnTo>
                <a:lnTo>
                  <a:pt x="5933379" y="2056702"/>
                </a:lnTo>
                <a:lnTo>
                  <a:pt x="5931732" y="2056702"/>
                </a:lnTo>
                <a:lnTo>
                  <a:pt x="5930086" y="2056702"/>
                </a:lnTo>
                <a:lnTo>
                  <a:pt x="5928440" y="2056702"/>
                </a:lnTo>
                <a:lnTo>
                  <a:pt x="5926793" y="2056702"/>
                </a:lnTo>
                <a:lnTo>
                  <a:pt x="5925147" y="2056702"/>
                </a:lnTo>
                <a:lnTo>
                  <a:pt x="5923501" y="2056702"/>
                </a:lnTo>
                <a:lnTo>
                  <a:pt x="5921854" y="2056702"/>
                </a:lnTo>
                <a:lnTo>
                  <a:pt x="5920208" y="2056702"/>
                </a:lnTo>
                <a:lnTo>
                  <a:pt x="5918562" y="2056702"/>
                </a:lnTo>
                <a:lnTo>
                  <a:pt x="5916915" y="2056702"/>
                </a:lnTo>
                <a:lnTo>
                  <a:pt x="5915269" y="2056702"/>
                </a:lnTo>
                <a:lnTo>
                  <a:pt x="5913623" y="2056702"/>
                </a:lnTo>
                <a:lnTo>
                  <a:pt x="5911976" y="2056702"/>
                </a:lnTo>
                <a:lnTo>
                  <a:pt x="5910330" y="2056702"/>
                </a:lnTo>
                <a:lnTo>
                  <a:pt x="5908684" y="2056702"/>
                </a:lnTo>
                <a:lnTo>
                  <a:pt x="5907037" y="2056702"/>
                </a:lnTo>
                <a:lnTo>
                  <a:pt x="5905391" y="2056702"/>
                </a:lnTo>
                <a:lnTo>
                  <a:pt x="5903745" y="2056702"/>
                </a:lnTo>
                <a:lnTo>
                  <a:pt x="5902098" y="2056702"/>
                </a:lnTo>
                <a:lnTo>
                  <a:pt x="5900452" y="2056702"/>
                </a:lnTo>
                <a:lnTo>
                  <a:pt x="5898806" y="2056702"/>
                </a:lnTo>
                <a:lnTo>
                  <a:pt x="5897159" y="2056702"/>
                </a:lnTo>
                <a:lnTo>
                  <a:pt x="5895513" y="2056702"/>
                </a:lnTo>
                <a:lnTo>
                  <a:pt x="5893867" y="2056702"/>
                </a:lnTo>
                <a:lnTo>
                  <a:pt x="5892220" y="2056702"/>
                </a:lnTo>
                <a:lnTo>
                  <a:pt x="5890574" y="2056702"/>
                </a:lnTo>
                <a:lnTo>
                  <a:pt x="5888928" y="2056702"/>
                </a:lnTo>
                <a:lnTo>
                  <a:pt x="5887281" y="2056702"/>
                </a:lnTo>
                <a:lnTo>
                  <a:pt x="5885635" y="2056702"/>
                </a:lnTo>
                <a:lnTo>
                  <a:pt x="5883989" y="2056702"/>
                </a:lnTo>
                <a:lnTo>
                  <a:pt x="5882342" y="2056702"/>
                </a:lnTo>
                <a:lnTo>
                  <a:pt x="5880696" y="2056702"/>
                </a:lnTo>
                <a:lnTo>
                  <a:pt x="5879050" y="2056702"/>
                </a:lnTo>
                <a:lnTo>
                  <a:pt x="5877403" y="2056702"/>
                </a:lnTo>
                <a:lnTo>
                  <a:pt x="5875757" y="2056702"/>
                </a:lnTo>
                <a:lnTo>
                  <a:pt x="5874111" y="2056702"/>
                </a:lnTo>
                <a:lnTo>
                  <a:pt x="5872464" y="2056702"/>
                </a:lnTo>
                <a:lnTo>
                  <a:pt x="5870818" y="2056702"/>
                </a:lnTo>
                <a:lnTo>
                  <a:pt x="5869172" y="2056702"/>
                </a:lnTo>
                <a:lnTo>
                  <a:pt x="5867525" y="2056702"/>
                </a:lnTo>
                <a:lnTo>
                  <a:pt x="5865879" y="2056702"/>
                </a:lnTo>
                <a:lnTo>
                  <a:pt x="5864233" y="2056702"/>
                </a:lnTo>
                <a:lnTo>
                  <a:pt x="5862586" y="2056702"/>
                </a:lnTo>
                <a:lnTo>
                  <a:pt x="5860940" y="2056702"/>
                </a:lnTo>
                <a:lnTo>
                  <a:pt x="5859294" y="2056702"/>
                </a:lnTo>
                <a:lnTo>
                  <a:pt x="5857647" y="2056702"/>
                </a:lnTo>
                <a:lnTo>
                  <a:pt x="5856001" y="2056702"/>
                </a:lnTo>
                <a:lnTo>
                  <a:pt x="5854355" y="2056702"/>
                </a:lnTo>
                <a:lnTo>
                  <a:pt x="5852708" y="2056702"/>
                </a:lnTo>
                <a:lnTo>
                  <a:pt x="5851062" y="2056702"/>
                </a:lnTo>
                <a:lnTo>
                  <a:pt x="5849416" y="2056702"/>
                </a:lnTo>
                <a:lnTo>
                  <a:pt x="5847769" y="2056702"/>
                </a:lnTo>
                <a:lnTo>
                  <a:pt x="5846123" y="2056702"/>
                </a:lnTo>
                <a:lnTo>
                  <a:pt x="5844477" y="2056702"/>
                </a:lnTo>
                <a:lnTo>
                  <a:pt x="5842830" y="2056702"/>
                </a:lnTo>
                <a:lnTo>
                  <a:pt x="5841184" y="2056702"/>
                </a:lnTo>
                <a:lnTo>
                  <a:pt x="5839538" y="2056702"/>
                </a:lnTo>
                <a:lnTo>
                  <a:pt x="5837891" y="2056702"/>
                </a:lnTo>
                <a:lnTo>
                  <a:pt x="5836245" y="2056702"/>
                </a:lnTo>
                <a:lnTo>
                  <a:pt x="5834599" y="2056702"/>
                </a:lnTo>
                <a:lnTo>
                  <a:pt x="5832952" y="2056702"/>
                </a:lnTo>
                <a:lnTo>
                  <a:pt x="5831306" y="2056702"/>
                </a:lnTo>
                <a:lnTo>
                  <a:pt x="5829660" y="2056702"/>
                </a:lnTo>
                <a:lnTo>
                  <a:pt x="5828013" y="2056702"/>
                </a:lnTo>
                <a:lnTo>
                  <a:pt x="5826367" y="2056702"/>
                </a:lnTo>
                <a:lnTo>
                  <a:pt x="5824721" y="2056702"/>
                </a:lnTo>
                <a:lnTo>
                  <a:pt x="5823074" y="2056702"/>
                </a:lnTo>
                <a:lnTo>
                  <a:pt x="5821428" y="2056702"/>
                </a:lnTo>
                <a:lnTo>
                  <a:pt x="5819782" y="2056702"/>
                </a:lnTo>
                <a:lnTo>
                  <a:pt x="5818135" y="2056702"/>
                </a:lnTo>
                <a:lnTo>
                  <a:pt x="5816489" y="2056702"/>
                </a:lnTo>
                <a:lnTo>
                  <a:pt x="5814843" y="2056702"/>
                </a:lnTo>
                <a:lnTo>
                  <a:pt x="5813196" y="2056702"/>
                </a:lnTo>
                <a:lnTo>
                  <a:pt x="5811550" y="2056702"/>
                </a:lnTo>
                <a:lnTo>
                  <a:pt x="5809904" y="2056702"/>
                </a:lnTo>
                <a:lnTo>
                  <a:pt x="5808257" y="2056702"/>
                </a:lnTo>
                <a:lnTo>
                  <a:pt x="5806611" y="2056702"/>
                </a:lnTo>
                <a:lnTo>
                  <a:pt x="5804965" y="2056702"/>
                </a:lnTo>
                <a:lnTo>
                  <a:pt x="5803318" y="2056702"/>
                </a:lnTo>
                <a:lnTo>
                  <a:pt x="5801672" y="2056702"/>
                </a:lnTo>
                <a:lnTo>
                  <a:pt x="5800026" y="2056702"/>
                </a:lnTo>
                <a:lnTo>
                  <a:pt x="5798379" y="2056702"/>
                </a:lnTo>
                <a:lnTo>
                  <a:pt x="5796733" y="2056702"/>
                </a:lnTo>
                <a:lnTo>
                  <a:pt x="5795087" y="2056702"/>
                </a:lnTo>
                <a:lnTo>
                  <a:pt x="5793440" y="2056702"/>
                </a:lnTo>
                <a:lnTo>
                  <a:pt x="5791794" y="2056702"/>
                </a:lnTo>
                <a:lnTo>
                  <a:pt x="5790148" y="2056702"/>
                </a:lnTo>
                <a:lnTo>
                  <a:pt x="5788501" y="2056702"/>
                </a:lnTo>
                <a:lnTo>
                  <a:pt x="5786855" y="2056702"/>
                </a:lnTo>
                <a:lnTo>
                  <a:pt x="5785209" y="2056702"/>
                </a:lnTo>
                <a:lnTo>
                  <a:pt x="5783562" y="2056702"/>
                </a:lnTo>
                <a:lnTo>
                  <a:pt x="5781916" y="2056702"/>
                </a:lnTo>
                <a:lnTo>
                  <a:pt x="5780270" y="2056702"/>
                </a:lnTo>
                <a:lnTo>
                  <a:pt x="5778623" y="2056702"/>
                </a:lnTo>
                <a:lnTo>
                  <a:pt x="5776977" y="2056702"/>
                </a:lnTo>
                <a:lnTo>
                  <a:pt x="5775331" y="2056702"/>
                </a:lnTo>
                <a:lnTo>
                  <a:pt x="5773684" y="2056702"/>
                </a:lnTo>
                <a:lnTo>
                  <a:pt x="5772038" y="2056702"/>
                </a:lnTo>
                <a:lnTo>
                  <a:pt x="5770392" y="2056702"/>
                </a:lnTo>
                <a:lnTo>
                  <a:pt x="5768745" y="2056702"/>
                </a:lnTo>
                <a:lnTo>
                  <a:pt x="5767099" y="2056702"/>
                </a:lnTo>
                <a:lnTo>
                  <a:pt x="5765453" y="2056702"/>
                </a:lnTo>
                <a:lnTo>
                  <a:pt x="5763806" y="2056702"/>
                </a:lnTo>
                <a:lnTo>
                  <a:pt x="5762160" y="2056702"/>
                </a:lnTo>
                <a:lnTo>
                  <a:pt x="5760514" y="2056702"/>
                </a:lnTo>
                <a:lnTo>
                  <a:pt x="5758867" y="2056702"/>
                </a:lnTo>
                <a:lnTo>
                  <a:pt x="5757221" y="2056702"/>
                </a:lnTo>
                <a:lnTo>
                  <a:pt x="5755575" y="2056702"/>
                </a:lnTo>
                <a:lnTo>
                  <a:pt x="5753928" y="2056702"/>
                </a:lnTo>
                <a:lnTo>
                  <a:pt x="5752282" y="2056702"/>
                </a:lnTo>
                <a:lnTo>
                  <a:pt x="5750636" y="2056702"/>
                </a:lnTo>
                <a:lnTo>
                  <a:pt x="5748989" y="2056702"/>
                </a:lnTo>
                <a:lnTo>
                  <a:pt x="5747343" y="2056702"/>
                </a:lnTo>
                <a:lnTo>
                  <a:pt x="5745697" y="2056702"/>
                </a:lnTo>
                <a:lnTo>
                  <a:pt x="5744050" y="2056702"/>
                </a:lnTo>
                <a:lnTo>
                  <a:pt x="5742404" y="2056702"/>
                </a:lnTo>
                <a:lnTo>
                  <a:pt x="5740758" y="2056702"/>
                </a:lnTo>
                <a:lnTo>
                  <a:pt x="5739111" y="2056702"/>
                </a:lnTo>
                <a:lnTo>
                  <a:pt x="5737465" y="2056702"/>
                </a:lnTo>
                <a:lnTo>
                  <a:pt x="5735819" y="2056702"/>
                </a:lnTo>
                <a:lnTo>
                  <a:pt x="5734172" y="2056702"/>
                </a:lnTo>
                <a:lnTo>
                  <a:pt x="5732526" y="2056702"/>
                </a:lnTo>
                <a:lnTo>
                  <a:pt x="5730880" y="2056702"/>
                </a:lnTo>
                <a:lnTo>
                  <a:pt x="5729233" y="2056702"/>
                </a:lnTo>
                <a:lnTo>
                  <a:pt x="5727587" y="2056702"/>
                </a:lnTo>
                <a:lnTo>
                  <a:pt x="5725941" y="2056702"/>
                </a:lnTo>
                <a:lnTo>
                  <a:pt x="5724294" y="2056702"/>
                </a:lnTo>
                <a:lnTo>
                  <a:pt x="5722648" y="2056702"/>
                </a:lnTo>
                <a:lnTo>
                  <a:pt x="5721002" y="2056702"/>
                </a:lnTo>
                <a:lnTo>
                  <a:pt x="5719355" y="2056702"/>
                </a:lnTo>
                <a:lnTo>
                  <a:pt x="5717709" y="2056702"/>
                </a:lnTo>
                <a:lnTo>
                  <a:pt x="5716063" y="2056702"/>
                </a:lnTo>
                <a:lnTo>
                  <a:pt x="5714416" y="2056702"/>
                </a:lnTo>
                <a:lnTo>
                  <a:pt x="5712770" y="2056702"/>
                </a:lnTo>
                <a:lnTo>
                  <a:pt x="5711124" y="2056702"/>
                </a:lnTo>
                <a:lnTo>
                  <a:pt x="5709477" y="2056702"/>
                </a:lnTo>
                <a:lnTo>
                  <a:pt x="5707831" y="2056702"/>
                </a:lnTo>
                <a:lnTo>
                  <a:pt x="5706185" y="2056702"/>
                </a:lnTo>
                <a:lnTo>
                  <a:pt x="5704538" y="2056702"/>
                </a:lnTo>
                <a:lnTo>
                  <a:pt x="5702892" y="2056702"/>
                </a:lnTo>
                <a:lnTo>
                  <a:pt x="5701246" y="2056702"/>
                </a:lnTo>
                <a:lnTo>
                  <a:pt x="5699599" y="2056702"/>
                </a:lnTo>
                <a:lnTo>
                  <a:pt x="5697953" y="2056702"/>
                </a:lnTo>
                <a:lnTo>
                  <a:pt x="5696307" y="2056702"/>
                </a:lnTo>
                <a:lnTo>
                  <a:pt x="5694660" y="2056702"/>
                </a:lnTo>
                <a:lnTo>
                  <a:pt x="5693014" y="2056702"/>
                </a:lnTo>
                <a:lnTo>
                  <a:pt x="5691368" y="2056702"/>
                </a:lnTo>
                <a:lnTo>
                  <a:pt x="5689721" y="2056702"/>
                </a:lnTo>
                <a:lnTo>
                  <a:pt x="5688075" y="2056702"/>
                </a:lnTo>
                <a:lnTo>
                  <a:pt x="5686429" y="2056702"/>
                </a:lnTo>
                <a:lnTo>
                  <a:pt x="5684782" y="2056702"/>
                </a:lnTo>
                <a:lnTo>
                  <a:pt x="5683136" y="2056702"/>
                </a:lnTo>
                <a:lnTo>
                  <a:pt x="5681490" y="2056702"/>
                </a:lnTo>
                <a:lnTo>
                  <a:pt x="5679843" y="2056702"/>
                </a:lnTo>
                <a:lnTo>
                  <a:pt x="5678197" y="2056702"/>
                </a:lnTo>
                <a:lnTo>
                  <a:pt x="5676551" y="2056702"/>
                </a:lnTo>
                <a:lnTo>
                  <a:pt x="5674904" y="2056702"/>
                </a:lnTo>
                <a:lnTo>
                  <a:pt x="5673258" y="2056702"/>
                </a:lnTo>
                <a:lnTo>
                  <a:pt x="5671612" y="2056702"/>
                </a:lnTo>
                <a:lnTo>
                  <a:pt x="5669965" y="2056702"/>
                </a:lnTo>
                <a:lnTo>
                  <a:pt x="5668319" y="2056702"/>
                </a:lnTo>
                <a:lnTo>
                  <a:pt x="5666673" y="2056702"/>
                </a:lnTo>
                <a:lnTo>
                  <a:pt x="5665026" y="2056702"/>
                </a:lnTo>
                <a:lnTo>
                  <a:pt x="5663380" y="2056702"/>
                </a:lnTo>
                <a:lnTo>
                  <a:pt x="5661734" y="2056702"/>
                </a:lnTo>
                <a:lnTo>
                  <a:pt x="5660087" y="2056702"/>
                </a:lnTo>
                <a:lnTo>
                  <a:pt x="5658441" y="2056702"/>
                </a:lnTo>
                <a:lnTo>
                  <a:pt x="5656795" y="2056702"/>
                </a:lnTo>
                <a:lnTo>
                  <a:pt x="5655148" y="2056702"/>
                </a:lnTo>
                <a:lnTo>
                  <a:pt x="5653502" y="2056702"/>
                </a:lnTo>
                <a:lnTo>
                  <a:pt x="5651856" y="2056702"/>
                </a:lnTo>
                <a:lnTo>
                  <a:pt x="5650209" y="2056702"/>
                </a:lnTo>
                <a:lnTo>
                  <a:pt x="5648563" y="2056702"/>
                </a:lnTo>
                <a:lnTo>
                  <a:pt x="5646917" y="2056702"/>
                </a:lnTo>
                <a:lnTo>
                  <a:pt x="5645270" y="2056702"/>
                </a:lnTo>
                <a:lnTo>
                  <a:pt x="5643624" y="2056702"/>
                </a:lnTo>
                <a:lnTo>
                  <a:pt x="5641978" y="2056702"/>
                </a:lnTo>
                <a:lnTo>
                  <a:pt x="5640332" y="2056702"/>
                </a:lnTo>
                <a:lnTo>
                  <a:pt x="5638685" y="2056702"/>
                </a:lnTo>
                <a:lnTo>
                  <a:pt x="5637039" y="2056702"/>
                </a:lnTo>
                <a:lnTo>
                  <a:pt x="5635393" y="2056702"/>
                </a:lnTo>
                <a:lnTo>
                  <a:pt x="5633746" y="2056702"/>
                </a:lnTo>
                <a:lnTo>
                  <a:pt x="5632100" y="2056702"/>
                </a:lnTo>
                <a:lnTo>
                  <a:pt x="5630454" y="2056702"/>
                </a:lnTo>
                <a:lnTo>
                  <a:pt x="5628807" y="2056702"/>
                </a:lnTo>
                <a:lnTo>
                  <a:pt x="5627161" y="2056702"/>
                </a:lnTo>
                <a:lnTo>
                  <a:pt x="5625515" y="2056702"/>
                </a:lnTo>
                <a:lnTo>
                  <a:pt x="5623868" y="2056702"/>
                </a:lnTo>
                <a:lnTo>
                  <a:pt x="5622222" y="2056702"/>
                </a:lnTo>
                <a:lnTo>
                  <a:pt x="5620576" y="2056702"/>
                </a:lnTo>
                <a:lnTo>
                  <a:pt x="5618929" y="2056702"/>
                </a:lnTo>
                <a:lnTo>
                  <a:pt x="5617283" y="2056702"/>
                </a:lnTo>
                <a:lnTo>
                  <a:pt x="5615637" y="2056702"/>
                </a:lnTo>
                <a:lnTo>
                  <a:pt x="5613990" y="2056702"/>
                </a:lnTo>
                <a:lnTo>
                  <a:pt x="5612344" y="2056702"/>
                </a:lnTo>
                <a:lnTo>
                  <a:pt x="5610698" y="2056702"/>
                </a:lnTo>
                <a:lnTo>
                  <a:pt x="5609051" y="2056702"/>
                </a:lnTo>
                <a:lnTo>
                  <a:pt x="5607405" y="2056702"/>
                </a:lnTo>
                <a:lnTo>
                  <a:pt x="5605759" y="2056702"/>
                </a:lnTo>
                <a:lnTo>
                  <a:pt x="5604112" y="2056702"/>
                </a:lnTo>
                <a:lnTo>
                  <a:pt x="5602466" y="2056702"/>
                </a:lnTo>
                <a:lnTo>
                  <a:pt x="5600820" y="2056702"/>
                </a:lnTo>
                <a:lnTo>
                  <a:pt x="5599173" y="2056702"/>
                </a:lnTo>
                <a:lnTo>
                  <a:pt x="5597527" y="2056702"/>
                </a:lnTo>
                <a:lnTo>
                  <a:pt x="5595881" y="2056702"/>
                </a:lnTo>
                <a:lnTo>
                  <a:pt x="5594234" y="2056702"/>
                </a:lnTo>
                <a:lnTo>
                  <a:pt x="5592588" y="2056702"/>
                </a:lnTo>
                <a:lnTo>
                  <a:pt x="5590942" y="2056702"/>
                </a:lnTo>
                <a:lnTo>
                  <a:pt x="5589295" y="2056702"/>
                </a:lnTo>
                <a:lnTo>
                  <a:pt x="5587649" y="2056702"/>
                </a:lnTo>
                <a:lnTo>
                  <a:pt x="5586003" y="2056702"/>
                </a:lnTo>
                <a:lnTo>
                  <a:pt x="5584356" y="2056702"/>
                </a:lnTo>
                <a:lnTo>
                  <a:pt x="5582710" y="2056702"/>
                </a:lnTo>
                <a:lnTo>
                  <a:pt x="5581064" y="2056702"/>
                </a:lnTo>
                <a:lnTo>
                  <a:pt x="5579417" y="2056702"/>
                </a:lnTo>
                <a:lnTo>
                  <a:pt x="5577771" y="2056702"/>
                </a:lnTo>
                <a:lnTo>
                  <a:pt x="5576125" y="2056702"/>
                </a:lnTo>
                <a:lnTo>
                  <a:pt x="5574478" y="2056702"/>
                </a:lnTo>
                <a:lnTo>
                  <a:pt x="5572832" y="2056702"/>
                </a:lnTo>
                <a:lnTo>
                  <a:pt x="5571186" y="2056702"/>
                </a:lnTo>
                <a:lnTo>
                  <a:pt x="5569539" y="2056702"/>
                </a:lnTo>
                <a:lnTo>
                  <a:pt x="5567893" y="2056702"/>
                </a:lnTo>
                <a:lnTo>
                  <a:pt x="5566247" y="2056702"/>
                </a:lnTo>
                <a:lnTo>
                  <a:pt x="5564600" y="2056702"/>
                </a:lnTo>
                <a:lnTo>
                  <a:pt x="5562954" y="2056702"/>
                </a:lnTo>
                <a:lnTo>
                  <a:pt x="5561308" y="2056702"/>
                </a:lnTo>
                <a:lnTo>
                  <a:pt x="5559661" y="2056702"/>
                </a:lnTo>
                <a:lnTo>
                  <a:pt x="5558015" y="2056702"/>
                </a:lnTo>
                <a:lnTo>
                  <a:pt x="5556369" y="2056702"/>
                </a:lnTo>
                <a:lnTo>
                  <a:pt x="5554722" y="2056702"/>
                </a:lnTo>
                <a:lnTo>
                  <a:pt x="5553076" y="2056702"/>
                </a:lnTo>
                <a:lnTo>
                  <a:pt x="5551430" y="2056702"/>
                </a:lnTo>
                <a:lnTo>
                  <a:pt x="5549783" y="2056702"/>
                </a:lnTo>
                <a:lnTo>
                  <a:pt x="5548137" y="2056702"/>
                </a:lnTo>
                <a:lnTo>
                  <a:pt x="5546491" y="2056702"/>
                </a:lnTo>
                <a:lnTo>
                  <a:pt x="5544844" y="2056702"/>
                </a:lnTo>
                <a:lnTo>
                  <a:pt x="5543198" y="2056702"/>
                </a:lnTo>
                <a:lnTo>
                  <a:pt x="5541552" y="2056702"/>
                </a:lnTo>
                <a:lnTo>
                  <a:pt x="5539905" y="2056702"/>
                </a:lnTo>
                <a:lnTo>
                  <a:pt x="5538259" y="2056702"/>
                </a:lnTo>
                <a:lnTo>
                  <a:pt x="5536613" y="2056702"/>
                </a:lnTo>
                <a:lnTo>
                  <a:pt x="5534966" y="2056702"/>
                </a:lnTo>
                <a:lnTo>
                  <a:pt x="5533320" y="2056702"/>
                </a:lnTo>
                <a:lnTo>
                  <a:pt x="5531674" y="2056702"/>
                </a:lnTo>
                <a:lnTo>
                  <a:pt x="5530027" y="2056702"/>
                </a:lnTo>
                <a:lnTo>
                  <a:pt x="5528381" y="2056702"/>
                </a:lnTo>
                <a:lnTo>
                  <a:pt x="5526735" y="2056702"/>
                </a:lnTo>
                <a:lnTo>
                  <a:pt x="5525088" y="2056702"/>
                </a:lnTo>
                <a:lnTo>
                  <a:pt x="5523442" y="2056702"/>
                </a:lnTo>
                <a:lnTo>
                  <a:pt x="5521796" y="2056702"/>
                </a:lnTo>
                <a:lnTo>
                  <a:pt x="5520149" y="2056702"/>
                </a:lnTo>
                <a:lnTo>
                  <a:pt x="5518503" y="2056702"/>
                </a:lnTo>
                <a:lnTo>
                  <a:pt x="5516857" y="2056702"/>
                </a:lnTo>
                <a:lnTo>
                  <a:pt x="5515210" y="2056702"/>
                </a:lnTo>
                <a:lnTo>
                  <a:pt x="5513564" y="2056702"/>
                </a:lnTo>
                <a:lnTo>
                  <a:pt x="5511918" y="2056702"/>
                </a:lnTo>
                <a:lnTo>
                  <a:pt x="5510271" y="2056702"/>
                </a:lnTo>
                <a:lnTo>
                  <a:pt x="5508625" y="2056702"/>
                </a:lnTo>
                <a:lnTo>
                  <a:pt x="5506979" y="2056702"/>
                </a:lnTo>
                <a:lnTo>
                  <a:pt x="5505332" y="2056702"/>
                </a:lnTo>
                <a:lnTo>
                  <a:pt x="5503686" y="2056702"/>
                </a:lnTo>
                <a:lnTo>
                  <a:pt x="5502040" y="2056702"/>
                </a:lnTo>
                <a:lnTo>
                  <a:pt x="5500393" y="2056702"/>
                </a:lnTo>
                <a:lnTo>
                  <a:pt x="5498747" y="2056702"/>
                </a:lnTo>
                <a:lnTo>
                  <a:pt x="5497101" y="2056702"/>
                </a:lnTo>
                <a:lnTo>
                  <a:pt x="5495454" y="2056702"/>
                </a:lnTo>
                <a:lnTo>
                  <a:pt x="5493808" y="2056702"/>
                </a:lnTo>
                <a:lnTo>
                  <a:pt x="5492162" y="2056702"/>
                </a:lnTo>
                <a:lnTo>
                  <a:pt x="5490515" y="2056702"/>
                </a:lnTo>
                <a:lnTo>
                  <a:pt x="5488869" y="2056702"/>
                </a:lnTo>
                <a:lnTo>
                  <a:pt x="5487223" y="2056702"/>
                </a:lnTo>
                <a:lnTo>
                  <a:pt x="5485576" y="2056702"/>
                </a:lnTo>
                <a:lnTo>
                  <a:pt x="5483930" y="2056702"/>
                </a:lnTo>
                <a:lnTo>
                  <a:pt x="5482284" y="2056702"/>
                </a:lnTo>
                <a:lnTo>
                  <a:pt x="5480637" y="2056702"/>
                </a:lnTo>
                <a:lnTo>
                  <a:pt x="5478991" y="2056702"/>
                </a:lnTo>
                <a:lnTo>
                  <a:pt x="5477345" y="2056702"/>
                </a:lnTo>
                <a:lnTo>
                  <a:pt x="5475698" y="2056702"/>
                </a:lnTo>
                <a:lnTo>
                  <a:pt x="5474052" y="2056702"/>
                </a:lnTo>
                <a:lnTo>
                  <a:pt x="5472406" y="2056702"/>
                </a:lnTo>
                <a:lnTo>
                  <a:pt x="5470759" y="2056702"/>
                </a:lnTo>
                <a:lnTo>
                  <a:pt x="5469113" y="2056702"/>
                </a:lnTo>
                <a:lnTo>
                  <a:pt x="5467467" y="2056702"/>
                </a:lnTo>
                <a:lnTo>
                  <a:pt x="5465820" y="2056702"/>
                </a:lnTo>
                <a:lnTo>
                  <a:pt x="5464174" y="2056702"/>
                </a:lnTo>
                <a:lnTo>
                  <a:pt x="5462528" y="2056702"/>
                </a:lnTo>
                <a:lnTo>
                  <a:pt x="5460881" y="2056702"/>
                </a:lnTo>
                <a:lnTo>
                  <a:pt x="5459235" y="2056702"/>
                </a:lnTo>
                <a:lnTo>
                  <a:pt x="5457589" y="2056702"/>
                </a:lnTo>
                <a:lnTo>
                  <a:pt x="5455942" y="2056702"/>
                </a:lnTo>
                <a:lnTo>
                  <a:pt x="5454296" y="2056702"/>
                </a:lnTo>
                <a:lnTo>
                  <a:pt x="5452650" y="2056702"/>
                </a:lnTo>
                <a:lnTo>
                  <a:pt x="5451003" y="2056702"/>
                </a:lnTo>
                <a:lnTo>
                  <a:pt x="5449357" y="2056702"/>
                </a:lnTo>
                <a:lnTo>
                  <a:pt x="5447711" y="2056702"/>
                </a:lnTo>
                <a:lnTo>
                  <a:pt x="5446064" y="2056702"/>
                </a:lnTo>
                <a:lnTo>
                  <a:pt x="5444418" y="2056702"/>
                </a:lnTo>
                <a:lnTo>
                  <a:pt x="5442772" y="2056702"/>
                </a:lnTo>
                <a:lnTo>
                  <a:pt x="5441125" y="2056702"/>
                </a:lnTo>
                <a:lnTo>
                  <a:pt x="5439479" y="2056702"/>
                </a:lnTo>
                <a:lnTo>
                  <a:pt x="5437833" y="2056702"/>
                </a:lnTo>
                <a:lnTo>
                  <a:pt x="5436186" y="2056702"/>
                </a:lnTo>
                <a:lnTo>
                  <a:pt x="5434540" y="2056702"/>
                </a:lnTo>
                <a:lnTo>
                  <a:pt x="5432894" y="2056702"/>
                </a:lnTo>
                <a:lnTo>
                  <a:pt x="5431247" y="2056702"/>
                </a:lnTo>
                <a:lnTo>
                  <a:pt x="5429601" y="2056702"/>
                </a:lnTo>
                <a:lnTo>
                  <a:pt x="5427955" y="2056702"/>
                </a:lnTo>
                <a:lnTo>
                  <a:pt x="5426308" y="2056702"/>
                </a:lnTo>
                <a:lnTo>
                  <a:pt x="5424662" y="2056702"/>
                </a:lnTo>
                <a:lnTo>
                  <a:pt x="5423016" y="2056702"/>
                </a:lnTo>
                <a:lnTo>
                  <a:pt x="5421369" y="2056702"/>
                </a:lnTo>
                <a:lnTo>
                  <a:pt x="5419723" y="2056702"/>
                </a:lnTo>
                <a:lnTo>
                  <a:pt x="5418077" y="2056702"/>
                </a:lnTo>
                <a:lnTo>
                  <a:pt x="5416430" y="2056702"/>
                </a:lnTo>
                <a:lnTo>
                  <a:pt x="5414784" y="2056702"/>
                </a:lnTo>
                <a:lnTo>
                  <a:pt x="5413138" y="2056702"/>
                </a:lnTo>
                <a:lnTo>
                  <a:pt x="5411491" y="2056702"/>
                </a:lnTo>
                <a:lnTo>
                  <a:pt x="5409845" y="2056702"/>
                </a:lnTo>
                <a:lnTo>
                  <a:pt x="5408199" y="2056702"/>
                </a:lnTo>
                <a:lnTo>
                  <a:pt x="5406552" y="2056702"/>
                </a:lnTo>
                <a:lnTo>
                  <a:pt x="5404906" y="2056702"/>
                </a:lnTo>
                <a:lnTo>
                  <a:pt x="5403260" y="2056702"/>
                </a:lnTo>
                <a:lnTo>
                  <a:pt x="5401613" y="2056702"/>
                </a:lnTo>
                <a:lnTo>
                  <a:pt x="5399967" y="2056702"/>
                </a:lnTo>
                <a:lnTo>
                  <a:pt x="5398321" y="2056702"/>
                </a:lnTo>
                <a:lnTo>
                  <a:pt x="5396674" y="2056702"/>
                </a:lnTo>
                <a:lnTo>
                  <a:pt x="5395028" y="2056702"/>
                </a:lnTo>
                <a:lnTo>
                  <a:pt x="5393382" y="2056702"/>
                </a:lnTo>
                <a:lnTo>
                  <a:pt x="5391735" y="2056702"/>
                </a:lnTo>
                <a:lnTo>
                  <a:pt x="5390089" y="2056702"/>
                </a:lnTo>
                <a:lnTo>
                  <a:pt x="5388443" y="2056702"/>
                </a:lnTo>
                <a:lnTo>
                  <a:pt x="5386796" y="2056702"/>
                </a:lnTo>
                <a:lnTo>
                  <a:pt x="5385150" y="2056702"/>
                </a:lnTo>
                <a:lnTo>
                  <a:pt x="5383504" y="2056702"/>
                </a:lnTo>
                <a:lnTo>
                  <a:pt x="5381857" y="2056702"/>
                </a:lnTo>
                <a:lnTo>
                  <a:pt x="5380211" y="2056702"/>
                </a:lnTo>
                <a:lnTo>
                  <a:pt x="5378565" y="2056702"/>
                </a:lnTo>
                <a:lnTo>
                  <a:pt x="5376918" y="2056702"/>
                </a:lnTo>
                <a:lnTo>
                  <a:pt x="5375272" y="2056702"/>
                </a:lnTo>
                <a:lnTo>
                  <a:pt x="5373626" y="2056702"/>
                </a:lnTo>
                <a:lnTo>
                  <a:pt x="5371979" y="2056702"/>
                </a:lnTo>
                <a:lnTo>
                  <a:pt x="5370333" y="2056702"/>
                </a:lnTo>
                <a:lnTo>
                  <a:pt x="5368687" y="2056702"/>
                </a:lnTo>
                <a:lnTo>
                  <a:pt x="5367040" y="2056702"/>
                </a:lnTo>
                <a:lnTo>
                  <a:pt x="5365394" y="2056702"/>
                </a:lnTo>
                <a:lnTo>
                  <a:pt x="5363748" y="2056702"/>
                </a:lnTo>
                <a:lnTo>
                  <a:pt x="5362101" y="2056702"/>
                </a:lnTo>
                <a:lnTo>
                  <a:pt x="5360455" y="2056702"/>
                </a:lnTo>
                <a:lnTo>
                  <a:pt x="5358809" y="2056702"/>
                </a:lnTo>
                <a:lnTo>
                  <a:pt x="5357162" y="2056702"/>
                </a:lnTo>
                <a:lnTo>
                  <a:pt x="5355516" y="2056702"/>
                </a:lnTo>
                <a:lnTo>
                  <a:pt x="5353870" y="2056702"/>
                </a:lnTo>
                <a:lnTo>
                  <a:pt x="5352223" y="2056702"/>
                </a:lnTo>
                <a:lnTo>
                  <a:pt x="5350577" y="2056702"/>
                </a:lnTo>
                <a:lnTo>
                  <a:pt x="5348931" y="2056702"/>
                </a:lnTo>
                <a:lnTo>
                  <a:pt x="5347284" y="2056702"/>
                </a:lnTo>
                <a:lnTo>
                  <a:pt x="5345638" y="2056702"/>
                </a:lnTo>
                <a:lnTo>
                  <a:pt x="5343992" y="2056702"/>
                </a:lnTo>
                <a:lnTo>
                  <a:pt x="5342345" y="2056702"/>
                </a:lnTo>
                <a:lnTo>
                  <a:pt x="5340699" y="2056702"/>
                </a:lnTo>
                <a:lnTo>
                  <a:pt x="5339053" y="2056702"/>
                </a:lnTo>
                <a:lnTo>
                  <a:pt x="5337406" y="2056702"/>
                </a:lnTo>
                <a:lnTo>
                  <a:pt x="5335760" y="2056702"/>
                </a:lnTo>
                <a:lnTo>
                  <a:pt x="5334114" y="2056702"/>
                </a:lnTo>
                <a:lnTo>
                  <a:pt x="5332467" y="2056702"/>
                </a:lnTo>
                <a:lnTo>
                  <a:pt x="5330821" y="2056702"/>
                </a:lnTo>
                <a:lnTo>
                  <a:pt x="5329175" y="2056702"/>
                </a:lnTo>
                <a:lnTo>
                  <a:pt x="5327529" y="2056702"/>
                </a:lnTo>
                <a:lnTo>
                  <a:pt x="5325882" y="2056702"/>
                </a:lnTo>
                <a:lnTo>
                  <a:pt x="5324236" y="2056702"/>
                </a:lnTo>
                <a:lnTo>
                  <a:pt x="5322590" y="2056702"/>
                </a:lnTo>
                <a:lnTo>
                  <a:pt x="5320943" y="2056702"/>
                </a:lnTo>
                <a:lnTo>
                  <a:pt x="5319297" y="2056702"/>
                </a:lnTo>
                <a:lnTo>
                  <a:pt x="5317651" y="2056702"/>
                </a:lnTo>
                <a:lnTo>
                  <a:pt x="5316004" y="2056702"/>
                </a:lnTo>
                <a:lnTo>
                  <a:pt x="5314358" y="2056702"/>
                </a:lnTo>
                <a:lnTo>
                  <a:pt x="5312712" y="2056702"/>
                </a:lnTo>
                <a:lnTo>
                  <a:pt x="5311065" y="2056702"/>
                </a:lnTo>
                <a:lnTo>
                  <a:pt x="5309419" y="2056702"/>
                </a:lnTo>
                <a:lnTo>
                  <a:pt x="5307773" y="2056702"/>
                </a:lnTo>
                <a:lnTo>
                  <a:pt x="5306126" y="2056702"/>
                </a:lnTo>
                <a:lnTo>
                  <a:pt x="5304480" y="2056702"/>
                </a:lnTo>
                <a:lnTo>
                  <a:pt x="5302834" y="2056702"/>
                </a:lnTo>
                <a:lnTo>
                  <a:pt x="5301187" y="2056702"/>
                </a:lnTo>
                <a:lnTo>
                  <a:pt x="5299541" y="2056702"/>
                </a:lnTo>
                <a:lnTo>
                  <a:pt x="5297895" y="2056702"/>
                </a:lnTo>
                <a:lnTo>
                  <a:pt x="5296248" y="2056702"/>
                </a:lnTo>
                <a:lnTo>
                  <a:pt x="5294602" y="2056702"/>
                </a:lnTo>
                <a:lnTo>
                  <a:pt x="5292956" y="2056702"/>
                </a:lnTo>
                <a:lnTo>
                  <a:pt x="5291309" y="2056702"/>
                </a:lnTo>
                <a:lnTo>
                  <a:pt x="5289663" y="2056702"/>
                </a:lnTo>
                <a:lnTo>
                  <a:pt x="5288017" y="2056702"/>
                </a:lnTo>
                <a:lnTo>
                  <a:pt x="5286370" y="2056702"/>
                </a:lnTo>
                <a:lnTo>
                  <a:pt x="5284724" y="2056702"/>
                </a:lnTo>
                <a:lnTo>
                  <a:pt x="5283078" y="2056702"/>
                </a:lnTo>
                <a:lnTo>
                  <a:pt x="5281431" y="2056702"/>
                </a:lnTo>
                <a:lnTo>
                  <a:pt x="5279785" y="2056702"/>
                </a:lnTo>
                <a:lnTo>
                  <a:pt x="5278139" y="2056702"/>
                </a:lnTo>
                <a:lnTo>
                  <a:pt x="5276492" y="2056702"/>
                </a:lnTo>
                <a:lnTo>
                  <a:pt x="5274846" y="2056702"/>
                </a:lnTo>
                <a:lnTo>
                  <a:pt x="5273200" y="2056702"/>
                </a:lnTo>
                <a:lnTo>
                  <a:pt x="5271553" y="2056702"/>
                </a:lnTo>
                <a:lnTo>
                  <a:pt x="5269907" y="2056702"/>
                </a:lnTo>
                <a:lnTo>
                  <a:pt x="5268261" y="2056702"/>
                </a:lnTo>
                <a:lnTo>
                  <a:pt x="5266614" y="2056702"/>
                </a:lnTo>
                <a:lnTo>
                  <a:pt x="5264968" y="2056702"/>
                </a:lnTo>
                <a:lnTo>
                  <a:pt x="5263322" y="2056702"/>
                </a:lnTo>
                <a:lnTo>
                  <a:pt x="5261675" y="2056702"/>
                </a:lnTo>
                <a:lnTo>
                  <a:pt x="5260029" y="2056702"/>
                </a:lnTo>
                <a:lnTo>
                  <a:pt x="5258383" y="2056702"/>
                </a:lnTo>
                <a:lnTo>
                  <a:pt x="5256736" y="2056702"/>
                </a:lnTo>
                <a:lnTo>
                  <a:pt x="5255090" y="2056702"/>
                </a:lnTo>
                <a:lnTo>
                  <a:pt x="5253444" y="2056702"/>
                </a:lnTo>
                <a:lnTo>
                  <a:pt x="5251797" y="2056702"/>
                </a:lnTo>
                <a:lnTo>
                  <a:pt x="5250151" y="2056702"/>
                </a:lnTo>
                <a:lnTo>
                  <a:pt x="5248505" y="2056702"/>
                </a:lnTo>
                <a:lnTo>
                  <a:pt x="5246858" y="2056702"/>
                </a:lnTo>
                <a:lnTo>
                  <a:pt x="5245212" y="2056702"/>
                </a:lnTo>
                <a:lnTo>
                  <a:pt x="5243566" y="2056702"/>
                </a:lnTo>
                <a:lnTo>
                  <a:pt x="5241919" y="2056702"/>
                </a:lnTo>
                <a:lnTo>
                  <a:pt x="5240273" y="2056702"/>
                </a:lnTo>
                <a:lnTo>
                  <a:pt x="5238627" y="2056702"/>
                </a:lnTo>
                <a:lnTo>
                  <a:pt x="5236980" y="2056702"/>
                </a:lnTo>
                <a:lnTo>
                  <a:pt x="5235334" y="2056702"/>
                </a:lnTo>
                <a:lnTo>
                  <a:pt x="5233688" y="2056702"/>
                </a:lnTo>
                <a:lnTo>
                  <a:pt x="5232041" y="2056702"/>
                </a:lnTo>
                <a:lnTo>
                  <a:pt x="5230395" y="2056702"/>
                </a:lnTo>
                <a:lnTo>
                  <a:pt x="5228749" y="2056702"/>
                </a:lnTo>
                <a:lnTo>
                  <a:pt x="5227102" y="2056702"/>
                </a:lnTo>
                <a:lnTo>
                  <a:pt x="5225456" y="2056702"/>
                </a:lnTo>
                <a:lnTo>
                  <a:pt x="5223810" y="2056702"/>
                </a:lnTo>
                <a:lnTo>
                  <a:pt x="5222163" y="2056702"/>
                </a:lnTo>
                <a:lnTo>
                  <a:pt x="5220517" y="2056702"/>
                </a:lnTo>
                <a:lnTo>
                  <a:pt x="5218871" y="2056702"/>
                </a:lnTo>
                <a:lnTo>
                  <a:pt x="5217224" y="2056702"/>
                </a:lnTo>
                <a:lnTo>
                  <a:pt x="5215578" y="2056702"/>
                </a:lnTo>
                <a:lnTo>
                  <a:pt x="5213932" y="2056702"/>
                </a:lnTo>
                <a:lnTo>
                  <a:pt x="5212285" y="2056702"/>
                </a:lnTo>
                <a:lnTo>
                  <a:pt x="5210639" y="2056702"/>
                </a:lnTo>
                <a:lnTo>
                  <a:pt x="5208993" y="2056702"/>
                </a:lnTo>
                <a:lnTo>
                  <a:pt x="5207346" y="2056702"/>
                </a:lnTo>
                <a:lnTo>
                  <a:pt x="5205700" y="2056702"/>
                </a:lnTo>
                <a:lnTo>
                  <a:pt x="5204054" y="2056702"/>
                </a:lnTo>
                <a:lnTo>
                  <a:pt x="5202407" y="2056702"/>
                </a:lnTo>
                <a:lnTo>
                  <a:pt x="5200761" y="2056702"/>
                </a:lnTo>
                <a:lnTo>
                  <a:pt x="5199115" y="2056702"/>
                </a:lnTo>
                <a:lnTo>
                  <a:pt x="5197468" y="2056702"/>
                </a:lnTo>
                <a:lnTo>
                  <a:pt x="5195822" y="2056702"/>
                </a:lnTo>
                <a:lnTo>
                  <a:pt x="5194176" y="2056702"/>
                </a:lnTo>
                <a:lnTo>
                  <a:pt x="5192529" y="2056702"/>
                </a:lnTo>
                <a:lnTo>
                  <a:pt x="5190883" y="2056702"/>
                </a:lnTo>
                <a:lnTo>
                  <a:pt x="5189237" y="2056702"/>
                </a:lnTo>
                <a:lnTo>
                  <a:pt x="5187590" y="2056702"/>
                </a:lnTo>
                <a:lnTo>
                  <a:pt x="5185944" y="2056702"/>
                </a:lnTo>
                <a:lnTo>
                  <a:pt x="5184298" y="2056702"/>
                </a:lnTo>
                <a:lnTo>
                  <a:pt x="5182651" y="2056702"/>
                </a:lnTo>
                <a:lnTo>
                  <a:pt x="5181005" y="2056702"/>
                </a:lnTo>
                <a:lnTo>
                  <a:pt x="5179359" y="2056702"/>
                </a:lnTo>
                <a:lnTo>
                  <a:pt x="5177712" y="2056702"/>
                </a:lnTo>
                <a:lnTo>
                  <a:pt x="5176066" y="2056702"/>
                </a:lnTo>
                <a:lnTo>
                  <a:pt x="5174420" y="2056702"/>
                </a:lnTo>
                <a:lnTo>
                  <a:pt x="5172773" y="2056702"/>
                </a:lnTo>
                <a:lnTo>
                  <a:pt x="5171127" y="2056702"/>
                </a:lnTo>
                <a:lnTo>
                  <a:pt x="5169481" y="2056702"/>
                </a:lnTo>
                <a:lnTo>
                  <a:pt x="5167834" y="2056702"/>
                </a:lnTo>
                <a:lnTo>
                  <a:pt x="5166188" y="2056702"/>
                </a:lnTo>
                <a:lnTo>
                  <a:pt x="5164542" y="2056702"/>
                </a:lnTo>
                <a:lnTo>
                  <a:pt x="5162895" y="2056702"/>
                </a:lnTo>
                <a:lnTo>
                  <a:pt x="5161249" y="2056702"/>
                </a:lnTo>
                <a:lnTo>
                  <a:pt x="5159603" y="2056702"/>
                </a:lnTo>
                <a:lnTo>
                  <a:pt x="5157956" y="2056702"/>
                </a:lnTo>
                <a:lnTo>
                  <a:pt x="5156310" y="2056702"/>
                </a:lnTo>
                <a:lnTo>
                  <a:pt x="5154664" y="2056702"/>
                </a:lnTo>
                <a:lnTo>
                  <a:pt x="5153017" y="2056702"/>
                </a:lnTo>
                <a:lnTo>
                  <a:pt x="5151371" y="2056702"/>
                </a:lnTo>
                <a:lnTo>
                  <a:pt x="5149725" y="2056702"/>
                </a:lnTo>
                <a:lnTo>
                  <a:pt x="5148078" y="2056702"/>
                </a:lnTo>
                <a:lnTo>
                  <a:pt x="5146432" y="2056702"/>
                </a:lnTo>
                <a:lnTo>
                  <a:pt x="5144786" y="2056702"/>
                </a:lnTo>
                <a:lnTo>
                  <a:pt x="5143139" y="2056702"/>
                </a:lnTo>
                <a:lnTo>
                  <a:pt x="5141493" y="2056702"/>
                </a:lnTo>
                <a:lnTo>
                  <a:pt x="5139847" y="2056702"/>
                </a:lnTo>
                <a:lnTo>
                  <a:pt x="5138200" y="2056702"/>
                </a:lnTo>
                <a:lnTo>
                  <a:pt x="5136554" y="2056702"/>
                </a:lnTo>
                <a:lnTo>
                  <a:pt x="5134908" y="2056702"/>
                </a:lnTo>
                <a:lnTo>
                  <a:pt x="5133261" y="2056702"/>
                </a:lnTo>
                <a:lnTo>
                  <a:pt x="5131615" y="2056702"/>
                </a:lnTo>
                <a:lnTo>
                  <a:pt x="5129969" y="2056702"/>
                </a:lnTo>
                <a:lnTo>
                  <a:pt x="5128322" y="2056702"/>
                </a:lnTo>
                <a:lnTo>
                  <a:pt x="5126676" y="2056702"/>
                </a:lnTo>
                <a:lnTo>
                  <a:pt x="5125030" y="2056702"/>
                </a:lnTo>
                <a:lnTo>
                  <a:pt x="5123383" y="2056702"/>
                </a:lnTo>
                <a:lnTo>
                  <a:pt x="5121737" y="2056702"/>
                </a:lnTo>
                <a:lnTo>
                  <a:pt x="5120091" y="2056702"/>
                </a:lnTo>
                <a:lnTo>
                  <a:pt x="5118444" y="2056702"/>
                </a:lnTo>
                <a:lnTo>
                  <a:pt x="5116798" y="2056702"/>
                </a:lnTo>
                <a:lnTo>
                  <a:pt x="5115152" y="2056702"/>
                </a:lnTo>
                <a:lnTo>
                  <a:pt x="5113505" y="2056702"/>
                </a:lnTo>
                <a:lnTo>
                  <a:pt x="5111859" y="2056702"/>
                </a:lnTo>
                <a:lnTo>
                  <a:pt x="5110213" y="2056702"/>
                </a:lnTo>
                <a:lnTo>
                  <a:pt x="5108566" y="2056702"/>
                </a:lnTo>
                <a:lnTo>
                  <a:pt x="5106920" y="2056702"/>
                </a:lnTo>
                <a:lnTo>
                  <a:pt x="5105274" y="2056702"/>
                </a:lnTo>
                <a:lnTo>
                  <a:pt x="5103627" y="2056702"/>
                </a:lnTo>
                <a:lnTo>
                  <a:pt x="5101981" y="2056702"/>
                </a:lnTo>
                <a:lnTo>
                  <a:pt x="5100335" y="2056702"/>
                </a:lnTo>
                <a:lnTo>
                  <a:pt x="5098688" y="2056702"/>
                </a:lnTo>
                <a:lnTo>
                  <a:pt x="5097042" y="2056702"/>
                </a:lnTo>
                <a:lnTo>
                  <a:pt x="5095396" y="2056702"/>
                </a:lnTo>
                <a:lnTo>
                  <a:pt x="5093749" y="2056702"/>
                </a:lnTo>
                <a:lnTo>
                  <a:pt x="5092103" y="2056702"/>
                </a:lnTo>
                <a:lnTo>
                  <a:pt x="5090457" y="2056702"/>
                </a:lnTo>
                <a:lnTo>
                  <a:pt x="5088810" y="2056702"/>
                </a:lnTo>
                <a:lnTo>
                  <a:pt x="5087164" y="2056702"/>
                </a:lnTo>
                <a:lnTo>
                  <a:pt x="5085518" y="2056702"/>
                </a:lnTo>
                <a:lnTo>
                  <a:pt x="5083871" y="2056702"/>
                </a:lnTo>
                <a:lnTo>
                  <a:pt x="5082225" y="2056702"/>
                </a:lnTo>
                <a:lnTo>
                  <a:pt x="5080579" y="2056702"/>
                </a:lnTo>
                <a:lnTo>
                  <a:pt x="5078932" y="2056702"/>
                </a:lnTo>
                <a:lnTo>
                  <a:pt x="5077286" y="2056702"/>
                </a:lnTo>
                <a:lnTo>
                  <a:pt x="5075640" y="2056702"/>
                </a:lnTo>
                <a:lnTo>
                  <a:pt x="5073993" y="2056702"/>
                </a:lnTo>
                <a:lnTo>
                  <a:pt x="5072347" y="2056702"/>
                </a:lnTo>
                <a:lnTo>
                  <a:pt x="5070701" y="2056702"/>
                </a:lnTo>
                <a:lnTo>
                  <a:pt x="5069054" y="2056702"/>
                </a:lnTo>
                <a:lnTo>
                  <a:pt x="5067408" y="2056702"/>
                </a:lnTo>
                <a:lnTo>
                  <a:pt x="5065762" y="2056702"/>
                </a:lnTo>
                <a:lnTo>
                  <a:pt x="5064115" y="2056702"/>
                </a:lnTo>
                <a:lnTo>
                  <a:pt x="5062469" y="2056702"/>
                </a:lnTo>
                <a:lnTo>
                  <a:pt x="5060823" y="2056702"/>
                </a:lnTo>
                <a:lnTo>
                  <a:pt x="5059176" y="2056702"/>
                </a:lnTo>
                <a:lnTo>
                  <a:pt x="5057530" y="2056702"/>
                </a:lnTo>
                <a:lnTo>
                  <a:pt x="5055884" y="2056702"/>
                </a:lnTo>
                <a:lnTo>
                  <a:pt x="5054237" y="2056702"/>
                </a:lnTo>
                <a:lnTo>
                  <a:pt x="5052591" y="2056702"/>
                </a:lnTo>
                <a:lnTo>
                  <a:pt x="5050945" y="2056702"/>
                </a:lnTo>
                <a:lnTo>
                  <a:pt x="5049298" y="2056702"/>
                </a:lnTo>
                <a:lnTo>
                  <a:pt x="5047652" y="2056702"/>
                </a:lnTo>
                <a:lnTo>
                  <a:pt x="5046006" y="2056702"/>
                </a:lnTo>
                <a:lnTo>
                  <a:pt x="5044359" y="2056702"/>
                </a:lnTo>
                <a:lnTo>
                  <a:pt x="5042713" y="2056702"/>
                </a:lnTo>
                <a:lnTo>
                  <a:pt x="5041067" y="2056702"/>
                </a:lnTo>
                <a:lnTo>
                  <a:pt x="5039420" y="2056702"/>
                </a:lnTo>
                <a:lnTo>
                  <a:pt x="5037774" y="2056702"/>
                </a:lnTo>
                <a:lnTo>
                  <a:pt x="5036128" y="2056702"/>
                </a:lnTo>
                <a:lnTo>
                  <a:pt x="5034481" y="2056702"/>
                </a:lnTo>
                <a:lnTo>
                  <a:pt x="5032835" y="2056702"/>
                </a:lnTo>
                <a:lnTo>
                  <a:pt x="5031189" y="2056702"/>
                </a:lnTo>
                <a:lnTo>
                  <a:pt x="5029542" y="2056702"/>
                </a:lnTo>
                <a:lnTo>
                  <a:pt x="5027896" y="2056702"/>
                </a:lnTo>
                <a:lnTo>
                  <a:pt x="5026250" y="2056702"/>
                </a:lnTo>
                <a:lnTo>
                  <a:pt x="5024603" y="2056702"/>
                </a:lnTo>
                <a:lnTo>
                  <a:pt x="5022957" y="2056702"/>
                </a:lnTo>
                <a:lnTo>
                  <a:pt x="5021311" y="2056702"/>
                </a:lnTo>
                <a:lnTo>
                  <a:pt x="5019664" y="2056702"/>
                </a:lnTo>
                <a:lnTo>
                  <a:pt x="5018018" y="2056702"/>
                </a:lnTo>
                <a:lnTo>
                  <a:pt x="5016372" y="2056702"/>
                </a:lnTo>
                <a:lnTo>
                  <a:pt x="5014726" y="2056702"/>
                </a:lnTo>
                <a:lnTo>
                  <a:pt x="5013079" y="2056702"/>
                </a:lnTo>
                <a:lnTo>
                  <a:pt x="5011433" y="2056702"/>
                </a:lnTo>
                <a:lnTo>
                  <a:pt x="5009787" y="2056702"/>
                </a:lnTo>
                <a:lnTo>
                  <a:pt x="5008140" y="2056702"/>
                </a:lnTo>
                <a:lnTo>
                  <a:pt x="5006494" y="2056702"/>
                </a:lnTo>
                <a:lnTo>
                  <a:pt x="5004848" y="2056702"/>
                </a:lnTo>
                <a:lnTo>
                  <a:pt x="5003201" y="2056702"/>
                </a:lnTo>
                <a:lnTo>
                  <a:pt x="5001555" y="2056702"/>
                </a:lnTo>
                <a:lnTo>
                  <a:pt x="4999909" y="2056702"/>
                </a:lnTo>
                <a:lnTo>
                  <a:pt x="4998262" y="2056702"/>
                </a:lnTo>
                <a:lnTo>
                  <a:pt x="4996616" y="2056702"/>
                </a:lnTo>
                <a:lnTo>
                  <a:pt x="4994970" y="2056702"/>
                </a:lnTo>
                <a:lnTo>
                  <a:pt x="4993323" y="2056702"/>
                </a:lnTo>
                <a:lnTo>
                  <a:pt x="4991677" y="2056702"/>
                </a:lnTo>
                <a:lnTo>
                  <a:pt x="4990031" y="2056702"/>
                </a:lnTo>
                <a:lnTo>
                  <a:pt x="4988384" y="2056702"/>
                </a:lnTo>
                <a:lnTo>
                  <a:pt x="4986738" y="2056702"/>
                </a:lnTo>
                <a:lnTo>
                  <a:pt x="4985092" y="2056702"/>
                </a:lnTo>
                <a:lnTo>
                  <a:pt x="4983445" y="2056702"/>
                </a:lnTo>
                <a:lnTo>
                  <a:pt x="4981799" y="2056702"/>
                </a:lnTo>
                <a:lnTo>
                  <a:pt x="4980153" y="2056702"/>
                </a:lnTo>
                <a:lnTo>
                  <a:pt x="4978506" y="2056702"/>
                </a:lnTo>
                <a:lnTo>
                  <a:pt x="4976860" y="2056702"/>
                </a:lnTo>
                <a:lnTo>
                  <a:pt x="4975214" y="2056702"/>
                </a:lnTo>
                <a:lnTo>
                  <a:pt x="4973567" y="2056702"/>
                </a:lnTo>
                <a:lnTo>
                  <a:pt x="4971921" y="2056702"/>
                </a:lnTo>
                <a:lnTo>
                  <a:pt x="4970275" y="2056702"/>
                </a:lnTo>
                <a:lnTo>
                  <a:pt x="4968628" y="2056702"/>
                </a:lnTo>
                <a:lnTo>
                  <a:pt x="4966982" y="2056702"/>
                </a:lnTo>
                <a:lnTo>
                  <a:pt x="4965336" y="2056702"/>
                </a:lnTo>
                <a:lnTo>
                  <a:pt x="4963689" y="2056702"/>
                </a:lnTo>
                <a:lnTo>
                  <a:pt x="4962043" y="2056702"/>
                </a:lnTo>
                <a:lnTo>
                  <a:pt x="4960397" y="2056702"/>
                </a:lnTo>
                <a:lnTo>
                  <a:pt x="4958750" y="2056702"/>
                </a:lnTo>
                <a:lnTo>
                  <a:pt x="4957104" y="2056702"/>
                </a:lnTo>
                <a:lnTo>
                  <a:pt x="4955458" y="2056702"/>
                </a:lnTo>
                <a:lnTo>
                  <a:pt x="4953811" y="2056702"/>
                </a:lnTo>
                <a:lnTo>
                  <a:pt x="4952165" y="2056702"/>
                </a:lnTo>
                <a:lnTo>
                  <a:pt x="4950519" y="2056702"/>
                </a:lnTo>
                <a:lnTo>
                  <a:pt x="4948872" y="2056702"/>
                </a:lnTo>
                <a:lnTo>
                  <a:pt x="4947226" y="2056702"/>
                </a:lnTo>
                <a:lnTo>
                  <a:pt x="4945580" y="2056702"/>
                </a:lnTo>
                <a:lnTo>
                  <a:pt x="4943933" y="2056702"/>
                </a:lnTo>
                <a:lnTo>
                  <a:pt x="4942287" y="2056702"/>
                </a:lnTo>
                <a:lnTo>
                  <a:pt x="4940641" y="2056702"/>
                </a:lnTo>
                <a:lnTo>
                  <a:pt x="4938994" y="2056702"/>
                </a:lnTo>
                <a:lnTo>
                  <a:pt x="4937348" y="2056702"/>
                </a:lnTo>
                <a:lnTo>
                  <a:pt x="4935702" y="2056702"/>
                </a:lnTo>
                <a:lnTo>
                  <a:pt x="4934055" y="2056702"/>
                </a:lnTo>
                <a:lnTo>
                  <a:pt x="4932409" y="2056702"/>
                </a:lnTo>
                <a:lnTo>
                  <a:pt x="4930763" y="2056702"/>
                </a:lnTo>
                <a:lnTo>
                  <a:pt x="4929116" y="2056702"/>
                </a:lnTo>
                <a:lnTo>
                  <a:pt x="4927470" y="2056702"/>
                </a:lnTo>
                <a:lnTo>
                  <a:pt x="4925824" y="2056702"/>
                </a:lnTo>
                <a:lnTo>
                  <a:pt x="4924177" y="2056702"/>
                </a:lnTo>
                <a:lnTo>
                  <a:pt x="4922531" y="2056702"/>
                </a:lnTo>
                <a:lnTo>
                  <a:pt x="4920885" y="2056702"/>
                </a:lnTo>
                <a:lnTo>
                  <a:pt x="4919238" y="2056702"/>
                </a:lnTo>
                <a:lnTo>
                  <a:pt x="4917592" y="2056702"/>
                </a:lnTo>
                <a:lnTo>
                  <a:pt x="4915946" y="2056702"/>
                </a:lnTo>
                <a:lnTo>
                  <a:pt x="4914299" y="2056702"/>
                </a:lnTo>
                <a:lnTo>
                  <a:pt x="4912653" y="2056702"/>
                </a:lnTo>
                <a:lnTo>
                  <a:pt x="4911007" y="2056702"/>
                </a:lnTo>
                <a:lnTo>
                  <a:pt x="4909360" y="2056702"/>
                </a:lnTo>
                <a:lnTo>
                  <a:pt x="4907714" y="2056702"/>
                </a:lnTo>
                <a:lnTo>
                  <a:pt x="4906068" y="2056702"/>
                </a:lnTo>
                <a:lnTo>
                  <a:pt x="4904421" y="2056702"/>
                </a:lnTo>
                <a:lnTo>
                  <a:pt x="4902775" y="2056702"/>
                </a:lnTo>
                <a:lnTo>
                  <a:pt x="4901129" y="2056702"/>
                </a:lnTo>
                <a:lnTo>
                  <a:pt x="4899482" y="2056702"/>
                </a:lnTo>
                <a:lnTo>
                  <a:pt x="4897836" y="2056702"/>
                </a:lnTo>
                <a:lnTo>
                  <a:pt x="4896190" y="2056702"/>
                </a:lnTo>
                <a:lnTo>
                  <a:pt x="4894543" y="2056702"/>
                </a:lnTo>
                <a:lnTo>
                  <a:pt x="4892897" y="2056702"/>
                </a:lnTo>
                <a:lnTo>
                  <a:pt x="4891251" y="2056702"/>
                </a:lnTo>
                <a:lnTo>
                  <a:pt x="4889604" y="2056702"/>
                </a:lnTo>
                <a:lnTo>
                  <a:pt x="4887958" y="2056702"/>
                </a:lnTo>
                <a:lnTo>
                  <a:pt x="4886312" y="2056702"/>
                </a:lnTo>
                <a:lnTo>
                  <a:pt x="4884665" y="2056702"/>
                </a:lnTo>
                <a:lnTo>
                  <a:pt x="4883019" y="2056702"/>
                </a:lnTo>
                <a:lnTo>
                  <a:pt x="4881373" y="2056702"/>
                </a:lnTo>
                <a:lnTo>
                  <a:pt x="4879726" y="2056702"/>
                </a:lnTo>
                <a:lnTo>
                  <a:pt x="4878080" y="2056702"/>
                </a:lnTo>
                <a:lnTo>
                  <a:pt x="4876434" y="2056702"/>
                </a:lnTo>
                <a:lnTo>
                  <a:pt x="4874787" y="2056702"/>
                </a:lnTo>
                <a:lnTo>
                  <a:pt x="4873141" y="2056702"/>
                </a:lnTo>
                <a:lnTo>
                  <a:pt x="4871495" y="2056702"/>
                </a:lnTo>
                <a:lnTo>
                  <a:pt x="4869848" y="2056702"/>
                </a:lnTo>
                <a:lnTo>
                  <a:pt x="4868202" y="2056702"/>
                </a:lnTo>
                <a:lnTo>
                  <a:pt x="4866556" y="2056702"/>
                </a:lnTo>
                <a:lnTo>
                  <a:pt x="4864909" y="2056702"/>
                </a:lnTo>
                <a:lnTo>
                  <a:pt x="4863263" y="2056702"/>
                </a:lnTo>
                <a:lnTo>
                  <a:pt x="4861617" y="2056702"/>
                </a:lnTo>
                <a:lnTo>
                  <a:pt x="4859970" y="2056702"/>
                </a:lnTo>
                <a:lnTo>
                  <a:pt x="4858324" y="2056702"/>
                </a:lnTo>
                <a:lnTo>
                  <a:pt x="4856678" y="2056702"/>
                </a:lnTo>
                <a:lnTo>
                  <a:pt x="4855031" y="2056702"/>
                </a:lnTo>
                <a:lnTo>
                  <a:pt x="4853385" y="2056702"/>
                </a:lnTo>
                <a:lnTo>
                  <a:pt x="4851739" y="2056702"/>
                </a:lnTo>
                <a:lnTo>
                  <a:pt x="4850092" y="2056702"/>
                </a:lnTo>
                <a:lnTo>
                  <a:pt x="4848446" y="2056702"/>
                </a:lnTo>
                <a:lnTo>
                  <a:pt x="4846800" y="2056702"/>
                </a:lnTo>
                <a:lnTo>
                  <a:pt x="4845153" y="2056702"/>
                </a:lnTo>
                <a:lnTo>
                  <a:pt x="4843507" y="2056702"/>
                </a:lnTo>
                <a:lnTo>
                  <a:pt x="4841861" y="2056702"/>
                </a:lnTo>
                <a:lnTo>
                  <a:pt x="4840214" y="2056702"/>
                </a:lnTo>
                <a:lnTo>
                  <a:pt x="4838568" y="2056702"/>
                </a:lnTo>
                <a:lnTo>
                  <a:pt x="4836922" y="2056702"/>
                </a:lnTo>
                <a:lnTo>
                  <a:pt x="4835275" y="2056702"/>
                </a:lnTo>
                <a:lnTo>
                  <a:pt x="4833629" y="2056702"/>
                </a:lnTo>
                <a:lnTo>
                  <a:pt x="4831983" y="2056702"/>
                </a:lnTo>
                <a:lnTo>
                  <a:pt x="4830336" y="2056702"/>
                </a:lnTo>
                <a:lnTo>
                  <a:pt x="4828690" y="2056702"/>
                </a:lnTo>
                <a:lnTo>
                  <a:pt x="4827044" y="2056702"/>
                </a:lnTo>
                <a:lnTo>
                  <a:pt x="4825397" y="2056702"/>
                </a:lnTo>
                <a:lnTo>
                  <a:pt x="4823751" y="2056702"/>
                </a:lnTo>
                <a:lnTo>
                  <a:pt x="4822105" y="2056702"/>
                </a:lnTo>
                <a:lnTo>
                  <a:pt x="4820458" y="2056702"/>
                </a:lnTo>
                <a:lnTo>
                  <a:pt x="4818812" y="2056702"/>
                </a:lnTo>
                <a:lnTo>
                  <a:pt x="4817166" y="2056702"/>
                </a:lnTo>
                <a:lnTo>
                  <a:pt x="4815519" y="2056702"/>
                </a:lnTo>
                <a:lnTo>
                  <a:pt x="4813873" y="2056702"/>
                </a:lnTo>
                <a:lnTo>
                  <a:pt x="4812227" y="2056702"/>
                </a:lnTo>
                <a:lnTo>
                  <a:pt x="4810580" y="2056702"/>
                </a:lnTo>
                <a:lnTo>
                  <a:pt x="4808934" y="2056702"/>
                </a:lnTo>
                <a:lnTo>
                  <a:pt x="4807288" y="2056702"/>
                </a:lnTo>
                <a:lnTo>
                  <a:pt x="4805641" y="2056702"/>
                </a:lnTo>
                <a:lnTo>
                  <a:pt x="4803995" y="2056702"/>
                </a:lnTo>
                <a:lnTo>
                  <a:pt x="4802349" y="2056702"/>
                </a:lnTo>
                <a:lnTo>
                  <a:pt x="4800702" y="2056702"/>
                </a:lnTo>
                <a:lnTo>
                  <a:pt x="4799056" y="2056702"/>
                </a:lnTo>
                <a:lnTo>
                  <a:pt x="4797410" y="2056702"/>
                </a:lnTo>
                <a:lnTo>
                  <a:pt x="4795763" y="2056702"/>
                </a:lnTo>
                <a:lnTo>
                  <a:pt x="4794117" y="2056702"/>
                </a:lnTo>
                <a:lnTo>
                  <a:pt x="4792471" y="2056702"/>
                </a:lnTo>
                <a:lnTo>
                  <a:pt x="4790824" y="2056702"/>
                </a:lnTo>
                <a:lnTo>
                  <a:pt x="4789178" y="2056702"/>
                </a:lnTo>
                <a:lnTo>
                  <a:pt x="4787532" y="2056702"/>
                </a:lnTo>
                <a:lnTo>
                  <a:pt x="4785885" y="2056702"/>
                </a:lnTo>
                <a:lnTo>
                  <a:pt x="4784239" y="2056702"/>
                </a:lnTo>
                <a:lnTo>
                  <a:pt x="4782593" y="2056702"/>
                </a:lnTo>
                <a:lnTo>
                  <a:pt x="4780946" y="2056702"/>
                </a:lnTo>
                <a:lnTo>
                  <a:pt x="4779300" y="2056702"/>
                </a:lnTo>
                <a:lnTo>
                  <a:pt x="4777654" y="2056702"/>
                </a:lnTo>
                <a:lnTo>
                  <a:pt x="4776007" y="2056702"/>
                </a:lnTo>
                <a:lnTo>
                  <a:pt x="4774361" y="2056702"/>
                </a:lnTo>
                <a:lnTo>
                  <a:pt x="4772715" y="2056702"/>
                </a:lnTo>
                <a:lnTo>
                  <a:pt x="4771068" y="2056702"/>
                </a:lnTo>
                <a:lnTo>
                  <a:pt x="4769422" y="2056702"/>
                </a:lnTo>
                <a:lnTo>
                  <a:pt x="4767776" y="2056702"/>
                </a:lnTo>
                <a:lnTo>
                  <a:pt x="4766129" y="2056702"/>
                </a:lnTo>
                <a:lnTo>
                  <a:pt x="4764483" y="2056702"/>
                </a:lnTo>
                <a:lnTo>
                  <a:pt x="4762837" y="2056702"/>
                </a:lnTo>
                <a:lnTo>
                  <a:pt x="4761190" y="2056702"/>
                </a:lnTo>
                <a:lnTo>
                  <a:pt x="4759544" y="2056702"/>
                </a:lnTo>
                <a:lnTo>
                  <a:pt x="4757898" y="2056702"/>
                </a:lnTo>
                <a:lnTo>
                  <a:pt x="4756251" y="2056702"/>
                </a:lnTo>
                <a:lnTo>
                  <a:pt x="4754605" y="2056702"/>
                </a:lnTo>
                <a:lnTo>
                  <a:pt x="4752959" y="2056702"/>
                </a:lnTo>
                <a:lnTo>
                  <a:pt x="4751312" y="2056702"/>
                </a:lnTo>
                <a:lnTo>
                  <a:pt x="4749666" y="2056702"/>
                </a:lnTo>
                <a:lnTo>
                  <a:pt x="4748020" y="2056702"/>
                </a:lnTo>
                <a:lnTo>
                  <a:pt x="4746373" y="2056702"/>
                </a:lnTo>
                <a:lnTo>
                  <a:pt x="4744727" y="2056702"/>
                </a:lnTo>
                <a:lnTo>
                  <a:pt x="4743081" y="2056702"/>
                </a:lnTo>
                <a:lnTo>
                  <a:pt x="4741434" y="2056702"/>
                </a:lnTo>
                <a:lnTo>
                  <a:pt x="4739788" y="2056702"/>
                </a:lnTo>
                <a:lnTo>
                  <a:pt x="4738142" y="2056702"/>
                </a:lnTo>
                <a:lnTo>
                  <a:pt x="4736495" y="2056702"/>
                </a:lnTo>
                <a:lnTo>
                  <a:pt x="4734849" y="2056702"/>
                </a:lnTo>
                <a:lnTo>
                  <a:pt x="4733203" y="2056702"/>
                </a:lnTo>
                <a:lnTo>
                  <a:pt x="4731556" y="2056702"/>
                </a:lnTo>
                <a:lnTo>
                  <a:pt x="4729910" y="2056702"/>
                </a:lnTo>
                <a:lnTo>
                  <a:pt x="4728264" y="2056702"/>
                </a:lnTo>
                <a:lnTo>
                  <a:pt x="4726617" y="2056702"/>
                </a:lnTo>
                <a:lnTo>
                  <a:pt x="4724971" y="2056702"/>
                </a:lnTo>
                <a:lnTo>
                  <a:pt x="4723325" y="2056702"/>
                </a:lnTo>
                <a:lnTo>
                  <a:pt x="4721678" y="2056702"/>
                </a:lnTo>
                <a:lnTo>
                  <a:pt x="4720032" y="2056702"/>
                </a:lnTo>
                <a:lnTo>
                  <a:pt x="4718386" y="2056702"/>
                </a:lnTo>
                <a:lnTo>
                  <a:pt x="4716739" y="2056702"/>
                </a:lnTo>
                <a:lnTo>
                  <a:pt x="4715093" y="2056702"/>
                </a:lnTo>
                <a:lnTo>
                  <a:pt x="4713447" y="2056702"/>
                </a:lnTo>
                <a:lnTo>
                  <a:pt x="4711800" y="2056702"/>
                </a:lnTo>
                <a:lnTo>
                  <a:pt x="4710154" y="2056702"/>
                </a:lnTo>
                <a:lnTo>
                  <a:pt x="4708508" y="2056702"/>
                </a:lnTo>
                <a:lnTo>
                  <a:pt x="4706861" y="2056702"/>
                </a:lnTo>
                <a:lnTo>
                  <a:pt x="4705215" y="2056702"/>
                </a:lnTo>
                <a:lnTo>
                  <a:pt x="4703569" y="2056702"/>
                </a:lnTo>
                <a:lnTo>
                  <a:pt x="4701923" y="2056702"/>
                </a:lnTo>
                <a:lnTo>
                  <a:pt x="4700276" y="2056702"/>
                </a:lnTo>
                <a:lnTo>
                  <a:pt x="4698630" y="2056702"/>
                </a:lnTo>
                <a:lnTo>
                  <a:pt x="4696984" y="2056702"/>
                </a:lnTo>
                <a:lnTo>
                  <a:pt x="4695337" y="2056702"/>
                </a:lnTo>
                <a:lnTo>
                  <a:pt x="4693691" y="2056702"/>
                </a:lnTo>
                <a:lnTo>
                  <a:pt x="4692045" y="2056702"/>
                </a:lnTo>
                <a:lnTo>
                  <a:pt x="4690398" y="2056702"/>
                </a:lnTo>
                <a:lnTo>
                  <a:pt x="4688752" y="2056702"/>
                </a:lnTo>
                <a:lnTo>
                  <a:pt x="4687106" y="2056702"/>
                </a:lnTo>
                <a:lnTo>
                  <a:pt x="4685459" y="2056702"/>
                </a:lnTo>
                <a:lnTo>
                  <a:pt x="4683813" y="2056702"/>
                </a:lnTo>
                <a:lnTo>
                  <a:pt x="4682167" y="2056702"/>
                </a:lnTo>
                <a:lnTo>
                  <a:pt x="4680520" y="2056702"/>
                </a:lnTo>
                <a:lnTo>
                  <a:pt x="4678874" y="2056702"/>
                </a:lnTo>
                <a:lnTo>
                  <a:pt x="4677228" y="2056702"/>
                </a:lnTo>
                <a:lnTo>
                  <a:pt x="4675581" y="2056702"/>
                </a:lnTo>
                <a:lnTo>
                  <a:pt x="4673935" y="2056702"/>
                </a:lnTo>
                <a:lnTo>
                  <a:pt x="4672289" y="2056702"/>
                </a:lnTo>
                <a:lnTo>
                  <a:pt x="4670642" y="2056702"/>
                </a:lnTo>
                <a:lnTo>
                  <a:pt x="4668996" y="2056702"/>
                </a:lnTo>
                <a:lnTo>
                  <a:pt x="4667350" y="2056702"/>
                </a:lnTo>
                <a:lnTo>
                  <a:pt x="4665703" y="2056702"/>
                </a:lnTo>
                <a:lnTo>
                  <a:pt x="4664057" y="2056702"/>
                </a:lnTo>
                <a:lnTo>
                  <a:pt x="4662411" y="2056702"/>
                </a:lnTo>
                <a:lnTo>
                  <a:pt x="4660764" y="2056702"/>
                </a:lnTo>
                <a:lnTo>
                  <a:pt x="4659118" y="2056702"/>
                </a:lnTo>
                <a:lnTo>
                  <a:pt x="4657472" y="2056702"/>
                </a:lnTo>
                <a:lnTo>
                  <a:pt x="4655825" y="2056702"/>
                </a:lnTo>
                <a:lnTo>
                  <a:pt x="4654179" y="2056702"/>
                </a:lnTo>
                <a:lnTo>
                  <a:pt x="4652533" y="2056702"/>
                </a:lnTo>
                <a:lnTo>
                  <a:pt x="4650886" y="2056702"/>
                </a:lnTo>
                <a:lnTo>
                  <a:pt x="4649240" y="2056702"/>
                </a:lnTo>
                <a:lnTo>
                  <a:pt x="4647594" y="2056702"/>
                </a:lnTo>
                <a:lnTo>
                  <a:pt x="4645947" y="2056702"/>
                </a:lnTo>
                <a:lnTo>
                  <a:pt x="4644301" y="2056702"/>
                </a:lnTo>
                <a:lnTo>
                  <a:pt x="4642655" y="2056702"/>
                </a:lnTo>
                <a:lnTo>
                  <a:pt x="4641008" y="2056702"/>
                </a:lnTo>
                <a:lnTo>
                  <a:pt x="4639362" y="2056702"/>
                </a:lnTo>
                <a:lnTo>
                  <a:pt x="4637716" y="2056702"/>
                </a:lnTo>
                <a:lnTo>
                  <a:pt x="4636069" y="2056702"/>
                </a:lnTo>
                <a:lnTo>
                  <a:pt x="4634423" y="2056702"/>
                </a:lnTo>
                <a:lnTo>
                  <a:pt x="4632777" y="2056702"/>
                </a:lnTo>
                <a:lnTo>
                  <a:pt x="4631130" y="2056702"/>
                </a:lnTo>
                <a:lnTo>
                  <a:pt x="4629484" y="2056702"/>
                </a:lnTo>
                <a:lnTo>
                  <a:pt x="4627838" y="2056702"/>
                </a:lnTo>
                <a:lnTo>
                  <a:pt x="4626191" y="2056702"/>
                </a:lnTo>
                <a:lnTo>
                  <a:pt x="4624545" y="2056702"/>
                </a:lnTo>
                <a:lnTo>
                  <a:pt x="4622899" y="2056702"/>
                </a:lnTo>
                <a:lnTo>
                  <a:pt x="4621252" y="2056702"/>
                </a:lnTo>
                <a:lnTo>
                  <a:pt x="4619606" y="2056702"/>
                </a:lnTo>
                <a:lnTo>
                  <a:pt x="4617960" y="2056702"/>
                </a:lnTo>
                <a:lnTo>
                  <a:pt x="4616313" y="2056702"/>
                </a:lnTo>
                <a:lnTo>
                  <a:pt x="4614667" y="2056702"/>
                </a:lnTo>
                <a:lnTo>
                  <a:pt x="4613021" y="2056702"/>
                </a:lnTo>
                <a:lnTo>
                  <a:pt x="4611374" y="2056702"/>
                </a:lnTo>
                <a:lnTo>
                  <a:pt x="4609728" y="2056702"/>
                </a:lnTo>
                <a:lnTo>
                  <a:pt x="4608082" y="2056702"/>
                </a:lnTo>
                <a:lnTo>
                  <a:pt x="4606435" y="2056702"/>
                </a:lnTo>
                <a:lnTo>
                  <a:pt x="4604789" y="2056702"/>
                </a:lnTo>
                <a:lnTo>
                  <a:pt x="4603143" y="2056702"/>
                </a:lnTo>
                <a:lnTo>
                  <a:pt x="4601496" y="2056702"/>
                </a:lnTo>
                <a:lnTo>
                  <a:pt x="4599850" y="2056702"/>
                </a:lnTo>
                <a:lnTo>
                  <a:pt x="4598204" y="2056702"/>
                </a:lnTo>
                <a:lnTo>
                  <a:pt x="4596557" y="2056702"/>
                </a:lnTo>
                <a:lnTo>
                  <a:pt x="4594911" y="2056702"/>
                </a:lnTo>
                <a:lnTo>
                  <a:pt x="4593265" y="2056702"/>
                </a:lnTo>
                <a:lnTo>
                  <a:pt x="4591618" y="2056702"/>
                </a:lnTo>
                <a:lnTo>
                  <a:pt x="4589972" y="2056702"/>
                </a:lnTo>
                <a:lnTo>
                  <a:pt x="4588326" y="2056702"/>
                </a:lnTo>
                <a:lnTo>
                  <a:pt x="4586679" y="2056702"/>
                </a:lnTo>
                <a:lnTo>
                  <a:pt x="4585033" y="2056702"/>
                </a:lnTo>
                <a:lnTo>
                  <a:pt x="4583387" y="2056702"/>
                </a:lnTo>
                <a:lnTo>
                  <a:pt x="4581740" y="2056702"/>
                </a:lnTo>
                <a:lnTo>
                  <a:pt x="4580094" y="2056702"/>
                </a:lnTo>
                <a:lnTo>
                  <a:pt x="4578448" y="2056702"/>
                </a:lnTo>
                <a:lnTo>
                  <a:pt x="4576801" y="2056702"/>
                </a:lnTo>
                <a:lnTo>
                  <a:pt x="4575155" y="2056702"/>
                </a:lnTo>
                <a:lnTo>
                  <a:pt x="4573509" y="2056702"/>
                </a:lnTo>
                <a:lnTo>
                  <a:pt x="4571862" y="2056702"/>
                </a:lnTo>
                <a:lnTo>
                  <a:pt x="4570216" y="2056702"/>
                </a:lnTo>
                <a:lnTo>
                  <a:pt x="4568570" y="2056702"/>
                </a:lnTo>
                <a:lnTo>
                  <a:pt x="4566923" y="2056702"/>
                </a:lnTo>
                <a:lnTo>
                  <a:pt x="4565277" y="2056702"/>
                </a:lnTo>
                <a:lnTo>
                  <a:pt x="4563631" y="2056702"/>
                </a:lnTo>
                <a:lnTo>
                  <a:pt x="4561984" y="2056702"/>
                </a:lnTo>
                <a:lnTo>
                  <a:pt x="4560338" y="2056702"/>
                </a:lnTo>
                <a:lnTo>
                  <a:pt x="4558692" y="2056702"/>
                </a:lnTo>
                <a:lnTo>
                  <a:pt x="4557045" y="2056702"/>
                </a:lnTo>
                <a:lnTo>
                  <a:pt x="4555399" y="2056702"/>
                </a:lnTo>
                <a:lnTo>
                  <a:pt x="4553753" y="2056702"/>
                </a:lnTo>
                <a:lnTo>
                  <a:pt x="4552106" y="2056702"/>
                </a:lnTo>
                <a:lnTo>
                  <a:pt x="4550460" y="2056702"/>
                </a:lnTo>
                <a:lnTo>
                  <a:pt x="4548814" y="2056702"/>
                </a:lnTo>
                <a:lnTo>
                  <a:pt x="4547167" y="2056702"/>
                </a:lnTo>
                <a:lnTo>
                  <a:pt x="4545521" y="2056702"/>
                </a:lnTo>
                <a:lnTo>
                  <a:pt x="4543875" y="2056702"/>
                </a:lnTo>
                <a:lnTo>
                  <a:pt x="4542228" y="2056702"/>
                </a:lnTo>
                <a:lnTo>
                  <a:pt x="4540582" y="2056702"/>
                </a:lnTo>
                <a:lnTo>
                  <a:pt x="4538936" y="2056702"/>
                </a:lnTo>
                <a:lnTo>
                  <a:pt x="4537289" y="2056702"/>
                </a:lnTo>
                <a:lnTo>
                  <a:pt x="4535643" y="2056702"/>
                </a:lnTo>
                <a:lnTo>
                  <a:pt x="4533997" y="2056702"/>
                </a:lnTo>
                <a:lnTo>
                  <a:pt x="4532350" y="2056702"/>
                </a:lnTo>
                <a:lnTo>
                  <a:pt x="4530704" y="2056702"/>
                </a:lnTo>
                <a:lnTo>
                  <a:pt x="4529058" y="2056702"/>
                </a:lnTo>
                <a:lnTo>
                  <a:pt x="4527411" y="2056702"/>
                </a:lnTo>
                <a:lnTo>
                  <a:pt x="4525765" y="2056702"/>
                </a:lnTo>
                <a:lnTo>
                  <a:pt x="4524119" y="2056702"/>
                </a:lnTo>
                <a:lnTo>
                  <a:pt x="4522472" y="2056702"/>
                </a:lnTo>
                <a:lnTo>
                  <a:pt x="4520826" y="2056702"/>
                </a:lnTo>
                <a:lnTo>
                  <a:pt x="4519180" y="2056702"/>
                </a:lnTo>
                <a:lnTo>
                  <a:pt x="4517533" y="2056702"/>
                </a:lnTo>
                <a:lnTo>
                  <a:pt x="4515887" y="2056702"/>
                </a:lnTo>
                <a:lnTo>
                  <a:pt x="4514241" y="2056702"/>
                </a:lnTo>
                <a:lnTo>
                  <a:pt x="4512594" y="2056702"/>
                </a:lnTo>
                <a:lnTo>
                  <a:pt x="4510948" y="2056702"/>
                </a:lnTo>
                <a:lnTo>
                  <a:pt x="4509302" y="2056702"/>
                </a:lnTo>
                <a:lnTo>
                  <a:pt x="4507655" y="2056702"/>
                </a:lnTo>
                <a:lnTo>
                  <a:pt x="4506009" y="2056702"/>
                </a:lnTo>
                <a:lnTo>
                  <a:pt x="4504363" y="2056702"/>
                </a:lnTo>
                <a:lnTo>
                  <a:pt x="4502716" y="2056702"/>
                </a:lnTo>
                <a:lnTo>
                  <a:pt x="4501070" y="2056702"/>
                </a:lnTo>
                <a:lnTo>
                  <a:pt x="4499424" y="2056702"/>
                </a:lnTo>
                <a:lnTo>
                  <a:pt x="4497777" y="2056702"/>
                </a:lnTo>
                <a:lnTo>
                  <a:pt x="4496131" y="2056702"/>
                </a:lnTo>
                <a:lnTo>
                  <a:pt x="4494485" y="2056702"/>
                </a:lnTo>
                <a:lnTo>
                  <a:pt x="4492838" y="2056702"/>
                </a:lnTo>
                <a:lnTo>
                  <a:pt x="4491192" y="2056702"/>
                </a:lnTo>
                <a:lnTo>
                  <a:pt x="4489546" y="2056702"/>
                </a:lnTo>
                <a:lnTo>
                  <a:pt x="4487899" y="2056702"/>
                </a:lnTo>
                <a:lnTo>
                  <a:pt x="4486253" y="2056702"/>
                </a:lnTo>
                <a:lnTo>
                  <a:pt x="4484607" y="2056702"/>
                </a:lnTo>
                <a:lnTo>
                  <a:pt x="4482960" y="2056702"/>
                </a:lnTo>
                <a:lnTo>
                  <a:pt x="4481314" y="2056702"/>
                </a:lnTo>
                <a:lnTo>
                  <a:pt x="4479668" y="2056702"/>
                </a:lnTo>
                <a:lnTo>
                  <a:pt x="4478021" y="2056702"/>
                </a:lnTo>
                <a:lnTo>
                  <a:pt x="4476375" y="2056702"/>
                </a:lnTo>
                <a:lnTo>
                  <a:pt x="4474729" y="2056702"/>
                </a:lnTo>
                <a:lnTo>
                  <a:pt x="4473082" y="2056702"/>
                </a:lnTo>
                <a:lnTo>
                  <a:pt x="4471436" y="2056702"/>
                </a:lnTo>
                <a:lnTo>
                  <a:pt x="4469790" y="2056702"/>
                </a:lnTo>
                <a:lnTo>
                  <a:pt x="4468143" y="2056702"/>
                </a:lnTo>
                <a:lnTo>
                  <a:pt x="4466497" y="2056702"/>
                </a:lnTo>
                <a:lnTo>
                  <a:pt x="4464851" y="2056702"/>
                </a:lnTo>
                <a:lnTo>
                  <a:pt x="4463204" y="2056702"/>
                </a:lnTo>
                <a:lnTo>
                  <a:pt x="4461558" y="2056702"/>
                </a:lnTo>
                <a:lnTo>
                  <a:pt x="4459912" y="2056702"/>
                </a:lnTo>
                <a:lnTo>
                  <a:pt x="4458265" y="2056702"/>
                </a:lnTo>
                <a:lnTo>
                  <a:pt x="4456619" y="2056702"/>
                </a:lnTo>
                <a:lnTo>
                  <a:pt x="4454973" y="2056702"/>
                </a:lnTo>
                <a:lnTo>
                  <a:pt x="4453326" y="2056702"/>
                </a:lnTo>
                <a:lnTo>
                  <a:pt x="4451680" y="2056702"/>
                </a:lnTo>
                <a:lnTo>
                  <a:pt x="4450034" y="2056702"/>
                </a:lnTo>
                <a:lnTo>
                  <a:pt x="4448387" y="2056702"/>
                </a:lnTo>
                <a:lnTo>
                  <a:pt x="4446741" y="2056702"/>
                </a:lnTo>
                <a:lnTo>
                  <a:pt x="4445095" y="2056702"/>
                </a:lnTo>
                <a:lnTo>
                  <a:pt x="4443448" y="2056702"/>
                </a:lnTo>
                <a:lnTo>
                  <a:pt x="4441802" y="2056702"/>
                </a:lnTo>
                <a:lnTo>
                  <a:pt x="4440156" y="2056702"/>
                </a:lnTo>
                <a:lnTo>
                  <a:pt x="4438509" y="2056702"/>
                </a:lnTo>
                <a:lnTo>
                  <a:pt x="4436863" y="2056702"/>
                </a:lnTo>
                <a:lnTo>
                  <a:pt x="4435217" y="2056702"/>
                </a:lnTo>
                <a:lnTo>
                  <a:pt x="4433570" y="2056702"/>
                </a:lnTo>
                <a:lnTo>
                  <a:pt x="4431924" y="2056702"/>
                </a:lnTo>
                <a:lnTo>
                  <a:pt x="4430278" y="2056702"/>
                </a:lnTo>
                <a:lnTo>
                  <a:pt x="4428631" y="2056702"/>
                </a:lnTo>
                <a:lnTo>
                  <a:pt x="4426985" y="2056702"/>
                </a:lnTo>
                <a:lnTo>
                  <a:pt x="4425339" y="2056702"/>
                </a:lnTo>
                <a:lnTo>
                  <a:pt x="4423692" y="2056702"/>
                </a:lnTo>
                <a:lnTo>
                  <a:pt x="4422046" y="2056702"/>
                </a:lnTo>
                <a:lnTo>
                  <a:pt x="4420400" y="2056702"/>
                </a:lnTo>
                <a:lnTo>
                  <a:pt x="4418753" y="2056702"/>
                </a:lnTo>
                <a:lnTo>
                  <a:pt x="4417107" y="2056702"/>
                </a:lnTo>
                <a:lnTo>
                  <a:pt x="4415461" y="2056702"/>
                </a:lnTo>
                <a:lnTo>
                  <a:pt x="4413814" y="2056702"/>
                </a:lnTo>
                <a:lnTo>
                  <a:pt x="4412168" y="2056702"/>
                </a:lnTo>
                <a:lnTo>
                  <a:pt x="4410522" y="2056702"/>
                </a:lnTo>
                <a:lnTo>
                  <a:pt x="4408875" y="2056702"/>
                </a:lnTo>
                <a:lnTo>
                  <a:pt x="4407229" y="2056702"/>
                </a:lnTo>
                <a:lnTo>
                  <a:pt x="4405583" y="2056702"/>
                </a:lnTo>
                <a:lnTo>
                  <a:pt x="4403936" y="2056702"/>
                </a:lnTo>
                <a:lnTo>
                  <a:pt x="4402290" y="2056702"/>
                </a:lnTo>
                <a:lnTo>
                  <a:pt x="4400644" y="2056702"/>
                </a:lnTo>
                <a:lnTo>
                  <a:pt x="4398997" y="2056702"/>
                </a:lnTo>
                <a:lnTo>
                  <a:pt x="4397351" y="2056702"/>
                </a:lnTo>
                <a:lnTo>
                  <a:pt x="4395705" y="2056702"/>
                </a:lnTo>
                <a:lnTo>
                  <a:pt x="4394058" y="2056702"/>
                </a:lnTo>
                <a:lnTo>
                  <a:pt x="4392412" y="2056702"/>
                </a:lnTo>
                <a:lnTo>
                  <a:pt x="4390766" y="2056702"/>
                </a:lnTo>
                <a:lnTo>
                  <a:pt x="4389120" y="2056702"/>
                </a:lnTo>
                <a:lnTo>
                  <a:pt x="4387473" y="2056702"/>
                </a:lnTo>
                <a:lnTo>
                  <a:pt x="4385827" y="2056702"/>
                </a:lnTo>
                <a:lnTo>
                  <a:pt x="4384181" y="2056702"/>
                </a:lnTo>
                <a:lnTo>
                  <a:pt x="4382534" y="2056702"/>
                </a:lnTo>
                <a:lnTo>
                  <a:pt x="4380888" y="2056702"/>
                </a:lnTo>
                <a:lnTo>
                  <a:pt x="4379242" y="2056702"/>
                </a:lnTo>
                <a:lnTo>
                  <a:pt x="4377595" y="2056702"/>
                </a:lnTo>
                <a:lnTo>
                  <a:pt x="4375949" y="2056702"/>
                </a:lnTo>
                <a:lnTo>
                  <a:pt x="4374303" y="2056702"/>
                </a:lnTo>
                <a:lnTo>
                  <a:pt x="4372656" y="2056702"/>
                </a:lnTo>
                <a:lnTo>
                  <a:pt x="4371010" y="2056702"/>
                </a:lnTo>
                <a:lnTo>
                  <a:pt x="4369364" y="2056702"/>
                </a:lnTo>
                <a:lnTo>
                  <a:pt x="4367717" y="2056702"/>
                </a:lnTo>
                <a:lnTo>
                  <a:pt x="4366071" y="2056702"/>
                </a:lnTo>
                <a:lnTo>
                  <a:pt x="4364425" y="2056702"/>
                </a:lnTo>
                <a:lnTo>
                  <a:pt x="4362778" y="2056702"/>
                </a:lnTo>
                <a:lnTo>
                  <a:pt x="4361132" y="2056702"/>
                </a:lnTo>
                <a:lnTo>
                  <a:pt x="4359486" y="2056702"/>
                </a:lnTo>
                <a:lnTo>
                  <a:pt x="4357839" y="2056702"/>
                </a:lnTo>
                <a:lnTo>
                  <a:pt x="4356193" y="2056702"/>
                </a:lnTo>
                <a:lnTo>
                  <a:pt x="4354547" y="2056702"/>
                </a:lnTo>
                <a:lnTo>
                  <a:pt x="4352900" y="2056702"/>
                </a:lnTo>
                <a:lnTo>
                  <a:pt x="4351254" y="2056702"/>
                </a:lnTo>
                <a:lnTo>
                  <a:pt x="4349608" y="2056702"/>
                </a:lnTo>
                <a:lnTo>
                  <a:pt x="4347961" y="2056702"/>
                </a:lnTo>
                <a:lnTo>
                  <a:pt x="4346315" y="2056702"/>
                </a:lnTo>
                <a:lnTo>
                  <a:pt x="4344669" y="2056702"/>
                </a:lnTo>
                <a:lnTo>
                  <a:pt x="4343022" y="2056702"/>
                </a:lnTo>
                <a:lnTo>
                  <a:pt x="4341376" y="2056702"/>
                </a:lnTo>
                <a:lnTo>
                  <a:pt x="4339730" y="2056702"/>
                </a:lnTo>
                <a:lnTo>
                  <a:pt x="4338083" y="2056702"/>
                </a:lnTo>
                <a:lnTo>
                  <a:pt x="4336437" y="2056702"/>
                </a:lnTo>
                <a:lnTo>
                  <a:pt x="4334791" y="2056702"/>
                </a:lnTo>
                <a:lnTo>
                  <a:pt x="4333144" y="2056702"/>
                </a:lnTo>
                <a:lnTo>
                  <a:pt x="4331498" y="2056702"/>
                </a:lnTo>
                <a:lnTo>
                  <a:pt x="4329852" y="2056702"/>
                </a:lnTo>
                <a:lnTo>
                  <a:pt x="4328205" y="2056702"/>
                </a:lnTo>
                <a:lnTo>
                  <a:pt x="4326559" y="2056702"/>
                </a:lnTo>
                <a:lnTo>
                  <a:pt x="4324913" y="2056702"/>
                </a:lnTo>
                <a:lnTo>
                  <a:pt x="4323266" y="2056702"/>
                </a:lnTo>
                <a:lnTo>
                  <a:pt x="4321620" y="2056702"/>
                </a:lnTo>
                <a:lnTo>
                  <a:pt x="4319974" y="2056702"/>
                </a:lnTo>
                <a:lnTo>
                  <a:pt x="4318327" y="2056702"/>
                </a:lnTo>
                <a:lnTo>
                  <a:pt x="4316681" y="2056702"/>
                </a:lnTo>
                <a:lnTo>
                  <a:pt x="4315035" y="2056702"/>
                </a:lnTo>
                <a:lnTo>
                  <a:pt x="4313388" y="2056702"/>
                </a:lnTo>
                <a:lnTo>
                  <a:pt x="4311742" y="2056702"/>
                </a:lnTo>
                <a:lnTo>
                  <a:pt x="4310096" y="2056702"/>
                </a:lnTo>
                <a:lnTo>
                  <a:pt x="4308449" y="2056702"/>
                </a:lnTo>
                <a:lnTo>
                  <a:pt x="4306803" y="2056702"/>
                </a:lnTo>
                <a:lnTo>
                  <a:pt x="4305157" y="2056702"/>
                </a:lnTo>
                <a:lnTo>
                  <a:pt x="4303510" y="2056702"/>
                </a:lnTo>
                <a:lnTo>
                  <a:pt x="4301864" y="2056702"/>
                </a:lnTo>
                <a:lnTo>
                  <a:pt x="4300218" y="2056702"/>
                </a:lnTo>
                <a:lnTo>
                  <a:pt x="4298571" y="2056702"/>
                </a:lnTo>
                <a:lnTo>
                  <a:pt x="4296925" y="2056702"/>
                </a:lnTo>
                <a:lnTo>
                  <a:pt x="4295279" y="2056702"/>
                </a:lnTo>
                <a:lnTo>
                  <a:pt x="4293632" y="2056702"/>
                </a:lnTo>
                <a:lnTo>
                  <a:pt x="4291986" y="2056702"/>
                </a:lnTo>
                <a:lnTo>
                  <a:pt x="4290340" y="2056702"/>
                </a:lnTo>
                <a:lnTo>
                  <a:pt x="4288693" y="2056702"/>
                </a:lnTo>
                <a:lnTo>
                  <a:pt x="4287047" y="2056702"/>
                </a:lnTo>
                <a:lnTo>
                  <a:pt x="4285401" y="2056702"/>
                </a:lnTo>
                <a:lnTo>
                  <a:pt x="4283754" y="2056702"/>
                </a:lnTo>
                <a:lnTo>
                  <a:pt x="4282108" y="2056702"/>
                </a:lnTo>
                <a:lnTo>
                  <a:pt x="4280462" y="2056702"/>
                </a:lnTo>
                <a:lnTo>
                  <a:pt x="4278815" y="2056702"/>
                </a:lnTo>
                <a:lnTo>
                  <a:pt x="4277169" y="2056702"/>
                </a:lnTo>
                <a:lnTo>
                  <a:pt x="4275523" y="2056702"/>
                </a:lnTo>
                <a:lnTo>
                  <a:pt x="4273876" y="2056702"/>
                </a:lnTo>
                <a:lnTo>
                  <a:pt x="4272230" y="2056702"/>
                </a:lnTo>
                <a:lnTo>
                  <a:pt x="4270584" y="2056702"/>
                </a:lnTo>
                <a:lnTo>
                  <a:pt x="4268937" y="2056702"/>
                </a:lnTo>
                <a:lnTo>
                  <a:pt x="4267291" y="2056702"/>
                </a:lnTo>
                <a:lnTo>
                  <a:pt x="4265645" y="2056702"/>
                </a:lnTo>
                <a:lnTo>
                  <a:pt x="4263998" y="2056702"/>
                </a:lnTo>
                <a:lnTo>
                  <a:pt x="4262352" y="2056702"/>
                </a:lnTo>
                <a:lnTo>
                  <a:pt x="4260706" y="2056702"/>
                </a:lnTo>
                <a:lnTo>
                  <a:pt x="4259059" y="2056702"/>
                </a:lnTo>
                <a:lnTo>
                  <a:pt x="4257413" y="2056702"/>
                </a:lnTo>
                <a:lnTo>
                  <a:pt x="4255767" y="2056702"/>
                </a:lnTo>
                <a:lnTo>
                  <a:pt x="4254120" y="2056702"/>
                </a:lnTo>
                <a:lnTo>
                  <a:pt x="4252474" y="2056702"/>
                </a:lnTo>
                <a:lnTo>
                  <a:pt x="4250828" y="2056702"/>
                </a:lnTo>
                <a:lnTo>
                  <a:pt x="4249181" y="2056702"/>
                </a:lnTo>
                <a:lnTo>
                  <a:pt x="4247535" y="2056702"/>
                </a:lnTo>
                <a:lnTo>
                  <a:pt x="4245889" y="2056702"/>
                </a:lnTo>
                <a:lnTo>
                  <a:pt x="4244242" y="2056702"/>
                </a:lnTo>
                <a:lnTo>
                  <a:pt x="4242596" y="2056702"/>
                </a:lnTo>
                <a:lnTo>
                  <a:pt x="4240950" y="2056702"/>
                </a:lnTo>
                <a:lnTo>
                  <a:pt x="4239303" y="2056702"/>
                </a:lnTo>
                <a:lnTo>
                  <a:pt x="4237657" y="2056702"/>
                </a:lnTo>
                <a:lnTo>
                  <a:pt x="4236011" y="2056702"/>
                </a:lnTo>
                <a:lnTo>
                  <a:pt x="4234364" y="2056702"/>
                </a:lnTo>
                <a:lnTo>
                  <a:pt x="4232718" y="2056702"/>
                </a:lnTo>
                <a:lnTo>
                  <a:pt x="4231072" y="2056702"/>
                </a:lnTo>
                <a:lnTo>
                  <a:pt x="4229425" y="2056702"/>
                </a:lnTo>
                <a:lnTo>
                  <a:pt x="4227779" y="2056702"/>
                </a:lnTo>
                <a:lnTo>
                  <a:pt x="4226133" y="2056702"/>
                </a:lnTo>
                <a:lnTo>
                  <a:pt x="4224486" y="2056702"/>
                </a:lnTo>
                <a:lnTo>
                  <a:pt x="4222840" y="2056702"/>
                </a:lnTo>
                <a:lnTo>
                  <a:pt x="4221194" y="2056702"/>
                </a:lnTo>
                <a:lnTo>
                  <a:pt x="4219547" y="2056702"/>
                </a:lnTo>
                <a:lnTo>
                  <a:pt x="4217901" y="2056702"/>
                </a:lnTo>
                <a:lnTo>
                  <a:pt x="4216255" y="2056702"/>
                </a:lnTo>
                <a:lnTo>
                  <a:pt x="4214608" y="2056702"/>
                </a:lnTo>
                <a:lnTo>
                  <a:pt x="4212962" y="2056702"/>
                </a:lnTo>
                <a:lnTo>
                  <a:pt x="4211316" y="2056702"/>
                </a:lnTo>
                <a:lnTo>
                  <a:pt x="4209669" y="2056702"/>
                </a:lnTo>
                <a:lnTo>
                  <a:pt x="4208023" y="2056702"/>
                </a:lnTo>
                <a:lnTo>
                  <a:pt x="4206377" y="2056702"/>
                </a:lnTo>
                <a:lnTo>
                  <a:pt x="4204730" y="2056702"/>
                </a:lnTo>
                <a:lnTo>
                  <a:pt x="4203084" y="2056702"/>
                </a:lnTo>
                <a:lnTo>
                  <a:pt x="4201438" y="2056702"/>
                </a:lnTo>
                <a:lnTo>
                  <a:pt x="4199791" y="2056702"/>
                </a:lnTo>
                <a:lnTo>
                  <a:pt x="4198145" y="2056702"/>
                </a:lnTo>
                <a:lnTo>
                  <a:pt x="4196499" y="2056702"/>
                </a:lnTo>
                <a:lnTo>
                  <a:pt x="4194852" y="2056702"/>
                </a:lnTo>
                <a:lnTo>
                  <a:pt x="4193206" y="2056702"/>
                </a:lnTo>
                <a:lnTo>
                  <a:pt x="4191560" y="2056702"/>
                </a:lnTo>
                <a:lnTo>
                  <a:pt x="4189913" y="2056702"/>
                </a:lnTo>
                <a:lnTo>
                  <a:pt x="4188267" y="2056702"/>
                </a:lnTo>
                <a:lnTo>
                  <a:pt x="4186621" y="2056702"/>
                </a:lnTo>
                <a:lnTo>
                  <a:pt x="4184974" y="2056702"/>
                </a:lnTo>
                <a:lnTo>
                  <a:pt x="4183328" y="2056702"/>
                </a:lnTo>
                <a:lnTo>
                  <a:pt x="4181682" y="2056702"/>
                </a:lnTo>
                <a:lnTo>
                  <a:pt x="4180035" y="2056702"/>
                </a:lnTo>
                <a:lnTo>
                  <a:pt x="4178389" y="2056702"/>
                </a:lnTo>
                <a:lnTo>
                  <a:pt x="4176743" y="2056702"/>
                </a:lnTo>
                <a:lnTo>
                  <a:pt x="4175096" y="2056702"/>
                </a:lnTo>
                <a:lnTo>
                  <a:pt x="4173450" y="2056702"/>
                </a:lnTo>
                <a:lnTo>
                  <a:pt x="4171804" y="2056702"/>
                </a:lnTo>
                <a:lnTo>
                  <a:pt x="4170157" y="2056702"/>
                </a:lnTo>
                <a:lnTo>
                  <a:pt x="4168511" y="2056702"/>
                </a:lnTo>
                <a:lnTo>
                  <a:pt x="4166865" y="2056702"/>
                </a:lnTo>
                <a:lnTo>
                  <a:pt x="4165218" y="2056702"/>
                </a:lnTo>
                <a:lnTo>
                  <a:pt x="4163572" y="2056702"/>
                </a:lnTo>
                <a:lnTo>
                  <a:pt x="4161926" y="2056702"/>
                </a:lnTo>
                <a:lnTo>
                  <a:pt x="4160279" y="2056702"/>
                </a:lnTo>
                <a:lnTo>
                  <a:pt x="4158633" y="2056702"/>
                </a:lnTo>
                <a:lnTo>
                  <a:pt x="4156987" y="2056702"/>
                </a:lnTo>
                <a:lnTo>
                  <a:pt x="4155340" y="2056702"/>
                </a:lnTo>
                <a:lnTo>
                  <a:pt x="4153694" y="2056702"/>
                </a:lnTo>
                <a:lnTo>
                  <a:pt x="4152048" y="2056702"/>
                </a:lnTo>
                <a:lnTo>
                  <a:pt x="4150401" y="2056702"/>
                </a:lnTo>
                <a:lnTo>
                  <a:pt x="4148755" y="2056702"/>
                </a:lnTo>
                <a:lnTo>
                  <a:pt x="4147109" y="2056702"/>
                </a:lnTo>
                <a:lnTo>
                  <a:pt x="4145462" y="2056702"/>
                </a:lnTo>
                <a:lnTo>
                  <a:pt x="4143816" y="2056702"/>
                </a:lnTo>
                <a:lnTo>
                  <a:pt x="4142170" y="2056702"/>
                </a:lnTo>
                <a:lnTo>
                  <a:pt x="4140523" y="2056702"/>
                </a:lnTo>
                <a:lnTo>
                  <a:pt x="4138877" y="2056702"/>
                </a:lnTo>
                <a:lnTo>
                  <a:pt x="4137231" y="2056702"/>
                </a:lnTo>
                <a:lnTo>
                  <a:pt x="4135584" y="2056702"/>
                </a:lnTo>
                <a:lnTo>
                  <a:pt x="4133938" y="2056702"/>
                </a:lnTo>
                <a:lnTo>
                  <a:pt x="4132292" y="2056702"/>
                </a:lnTo>
                <a:lnTo>
                  <a:pt x="4130645" y="2056702"/>
                </a:lnTo>
                <a:lnTo>
                  <a:pt x="4128999" y="2056702"/>
                </a:lnTo>
                <a:lnTo>
                  <a:pt x="4127353" y="2056702"/>
                </a:lnTo>
                <a:lnTo>
                  <a:pt x="4125706" y="2056702"/>
                </a:lnTo>
                <a:lnTo>
                  <a:pt x="4124060" y="2056702"/>
                </a:lnTo>
                <a:lnTo>
                  <a:pt x="4122414" y="2056702"/>
                </a:lnTo>
                <a:lnTo>
                  <a:pt x="4120767" y="2056702"/>
                </a:lnTo>
                <a:lnTo>
                  <a:pt x="4119121" y="2056702"/>
                </a:lnTo>
                <a:lnTo>
                  <a:pt x="4117475" y="2056702"/>
                </a:lnTo>
                <a:lnTo>
                  <a:pt x="4115828" y="2056702"/>
                </a:lnTo>
                <a:lnTo>
                  <a:pt x="4114182" y="2056702"/>
                </a:lnTo>
                <a:lnTo>
                  <a:pt x="4112536" y="2056702"/>
                </a:lnTo>
                <a:lnTo>
                  <a:pt x="4110889" y="2056702"/>
                </a:lnTo>
                <a:lnTo>
                  <a:pt x="4109243" y="2056702"/>
                </a:lnTo>
                <a:lnTo>
                  <a:pt x="4107597" y="2056702"/>
                </a:lnTo>
                <a:lnTo>
                  <a:pt x="4105950" y="2056702"/>
                </a:lnTo>
                <a:lnTo>
                  <a:pt x="4104304" y="2056702"/>
                </a:lnTo>
                <a:lnTo>
                  <a:pt x="4102658" y="2056702"/>
                </a:lnTo>
                <a:lnTo>
                  <a:pt x="4101011" y="2056702"/>
                </a:lnTo>
                <a:lnTo>
                  <a:pt x="4099365" y="2056702"/>
                </a:lnTo>
                <a:lnTo>
                  <a:pt x="4097719" y="2056702"/>
                </a:lnTo>
                <a:lnTo>
                  <a:pt x="4096072" y="2056702"/>
                </a:lnTo>
                <a:lnTo>
                  <a:pt x="4094426" y="2056702"/>
                </a:lnTo>
                <a:lnTo>
                  <a:pt x="4092780" y="2056702"/>
                </a:lnTo>
                <a:lnTo>
                  <a:pt x="4091133" y="2056702"/>
                </a:lnTo>
                <a:lnTo>
                  <a:pt x="4089487" y="2056702"/>
                </a:lnTo>
                <a:lnTo>
                  <a:pt x="4087841" y="2056702"/>
                </a:lnTo>
                <a:lnTo>
                  <a:pt x="4086194" y="2056702"/>
                </a:lnTo>
                <a:lnTo>
                  <a:pt x="4084548" y="2056702"/>
                </a:lnTo>
                <a:lnTo>
                  <a:pt x="4082902" y="2056702"/>
                </a:lnTo>
                <a:lnTo>
                  <a:pt x="4081255" y="2056702"/>
                </a:lnTo>
                <a:lnTo>
                  <a:pt x="4079609" y="2056702"/>
                </a:lnTo>
                <a:lnTo>
                  <a:pt x="4077963" y="2056702"/>
                </a:lnTo>
                <a:lnTo>
                  <a:pt x="4076316" y="2056702"/>
                </a:lnTo>
                <a:lnTo>
                  <a:pt x="4074670" y="2056702"/>
                </a:lnTo>
                <a:lnTo>
                  <a:pt x="4073024" y="2056702"/>
                </a:lnTo>
                <a:lnTo>
                  <a:pt x="4071378" y="2056702"/>
                </a:lnTo>
                <a:lnTo>
                  <a:pt x="4069731" y="2056702"/>
                </a:lnTo>
                <a:lnTo>
                  <a:pt x="4068085" y="2056702"/>
                </a:lnTo>
                <a:lnTo>
                  <a:pt x="4066439" y="2056702"/>
                </a:lnTo>
                <a:lnTo>
                  <a:pt x="4064792" y="2056702"/>
                </a:lnTo>
                <a:lnTo>
                  <a:pt x="4063146" y="2056702"/>
                </a:lnTo>
                <a:lnTo>
                  <a:pt x="4061500" y="2056702"/>
                </a:lnTo>
                <a:lnTo>
                  <a:pt x="4059853" y="2056702"/>
                </a:lnTo>
                <a:lnTo>
                  <a:pt x="4058207" y="2056702"/>
                </a:lnTo>
                <a:lnTo>
                  <a:pt x="4056561" y="2056702"/>
                </a:lnTo>
                <a:lnTo>
                  <a:pt x="4054914" y="2056702"/>
                </a:lnTo>
                <a:lnTo>
                  <a:pt x="4053268" y="2056702"/>
                </a:lnTo>
                <a:lnTo>
                  <a:pt x="4051622" y="2056702"/>
                </a:lnTo>
                <a:lnTo>
                  <a:pt x="4049975" y="2056702"/>
                </a:lnTo>
                <a:lnTo>
                  <a:pt x="4048329" y="2056702"/>
                </a:lnTo>
                <a:lnTo>
                  <a:pt x="4046683" y="2056702"/>
                </a:lnTo>
                <a:lnTo>
                  <a:pt x="4045036" y="2056702"/>
                </a:lnTo>
                <a:lnTo>
                  <a:pt x="4043390" y="2056702"/>
                </a:lnTo>
                <a:lnTo>
                  <a:pt x="4041744" y="2056702"/>
                </a:lnTo>
                <a:lnTo>
                  <a:pt x="4040097" y="2056702"/>
                </a:lnTo>
                <a:lnTo>
                  <a:pt x="4038451" y="2056702"/>
                </a:lnTo>
                <a:lnTo>
                  <a:pt x="4036805" y="2056702"/>
                </a:lnTo>
                <a:lnTo>
                  <a:pt x="4035158" y="2056702"/>
                </a:lnTo>
                <a:lnTo>
                  <a:pt x="4033512" y="2056702"/>
                </a:lnTo>
                <a:lnTo>
                  <a:pt x="4031866" y="2056702"/>
                </a:lnTo>
                <a:lnTo>
                  <a:pt x="4030219" y="2056702"/>
                </a:lnTo>
                <a:lnTo>
                  <a:pt x="4028573" y="2056702"/>
                </a:lnTo>
                <a:lnTo>
                  <a:pt x="4026927" y="2056702"/>
                </a:lnTo>
                <a:lnTo>
                  <a:pt x="4025280" y="2056702"/>
                </a:lnTo>
                <a:lnTo>
                  <a:pt x="4023634" y="2056702"/>
                </a:lnTo>
                <a:lnTo>
                  <a:pt x="4021988" y="2056702"/>
                </a:lnTo>
                <a:lnTo>
                  <a:pt x="4020341" y="2056702"/>
                </a:lnTo>
                <a:lnTo>
                  <a:pt x="4018695" y="2056702"/>
                </a:lnTo>
                <a:lnTo>
                  <a:pt x="4017049" y="2056702"/>
                </a:lnTo>
                <a:lnTo>
                  <a:pt x="4015402" y="2056702"/>
                </a:lnTo>
                <a:lnTo>
                  <a:pt x="4013756" y="2056702"/>
                </a:lnTo>
                <a:lnTo>
                  <a:pt x="4012110" y="2056702"/>
                </a:lnTo>
                <a:lnTo>
                  <a:pt x="4010463" y="2056702"/>
                </a:lnTo>
                <a:lnTo>
                  <a:pt x="4008817" y="2056702"/>
                </a:lnTo>
                <a:lnTo>
                  <a:pt x="4007171" y="2056702"/>
                </a:lnTo>
                <a:lnTo>
                  <a:pt x="4005524" y="2056702"/>
                </a:lnTo>
                <a:lnTo>
                  <a:pt x="4003878" y="2056702"/>
                </a:lnTo>
                <a:lnTo>
                  <a:pt x="4002232" y="2056702"/>
                </a:lnTo>
                <a:lnTo>
                  <a:pt x="4000585" y="2056702"/>
                </a:lnTo>
                <a:lnTo>
                  <a:pt x="3998939" y="2056702"/>
                </a:lnTo>
                <a:lnTo>
                  <a:pt x="3997293" y="2056702"/>
                </a:lnTo>
                <a:lnTo>
                  <a:pt x="3995646" y="2056702"/>
                </a:lnTo>
                <a:lnTo>
                  <a:pt x="3994000" y="2056702"/>
                </a:lnTo>
                <a:lnTo>
                  <a:pt x="3992354" y="2056702"/>
                </a:lnTo>
                <a:lnTo>
                  <a:pt x="3990707" y="2056702"/>
                </a:lnTo>
                <a:lnTo>
                  <a:pt x="3989061" y="2056702"/>
                </a:lnTo>
                <a:lnTo>
                  <a:pt x="3987415" y="2056702"/>
                </a:lnTo>
                <a:lnTo>
                  <a:pt x="3985768" y="2056702"/>
                </a:lnTo>
                <a:lnTo>
                  <a:pt x="3984122" y="2056702"/>
                </a:lnTo>
                <a:lnTo>
                  <a:pt x="3982476" y="2056702"/>
                </a:lnTo>
                <a:lnTo>
                  <a:pt x="3980829" y="2056702"/>
                </a:lnTo>
                <a:lnTo>
                  <a:pt x="3979183" y="2056702"/>
                </a:lnTo>
                <a:lnTo>
                  <a:pt x="3977537" y="2056702"/>
                </a:lnTo>
                <a:lnTo>
                  <a:pt x="3975890" y="2056702"/>
                </a:lnTo>
                <a:lnTo>
                  <a:pt x="3974244" y="2056702"/>
                </a:lnTo>
                <a:lnTo>
                  <a:pt x="3972598" y="2056702"/>
                </a:lnTo>
                <a:lnTo>
                  <a:pt x="3970951" y="2056702"/>
                </a:lnTo>
                <a:lnTo>
                  <a:pt x="3969305" y="2056702"/>
                </a:lnTo>
                <a:lnTo>
                  <a:pt x="3967659" y="2056702"/>
                </a:lnTo>
                <a:lnTo>
                  <a:pt x="3966012" y="2056702"/>
                </a:lnTo>
                <a:lnTo>
                  <a:pt x="3964366" y="2056702"/>
                </a:lnTo>
                <a:lnTo>
                  <a:pt x="3962720" y="2056702"/>
                </a:lnTo>
                <a:lnTo>
                  <a:pt x="3961073" y="2056702"/>
                </a:lnTo>
                <a:lnTo>
                  <a:pt x="3959427" y="2056702"/>
                </a:lnTo>
                <a:lnTo>
                  <a:pt x="3957781" y="2056702"/>
                </a:lnTo>
                <a:lnTo>
                  <a:pt x="3956134" y="2056702"/>
                </a:lnTo>
                <a:lnTo>
                  <a:pt x="3954488" y="2056702"/>
                </a:lnTo>
                <a:lnTo>
                  <a:pt x="3952842" y="2056702"/>
                </a:lnTo>
                <a:lnTo>
                  <a:pt x="3951195" y="2056702"/>
                </a:lnTo>
                <a:lnTo>
                  <a:pt x="3949549" y="2056702"/>
                </a:lnTo>
                <a:lnTo>
                  <a:pt x="3947903" y="2056702"/>
                </a:lnTo>
                <a:lnTo>
                  <a:pt x="3946256" y="2056702"/>
                </a:lnTo>
                <a:lnTo>
                  <a:pt x="3944610" y="2056702"/>
                </a:lnTo>
                <a:lnTo>
                  <a:pt x="3942964" y="2056702"/>
                </a:lnTo>
                <a:lnTo>
                  <a:pt x="3941317" y="2056702"/>
                </a:lnTo>
                <a:lnTo>
                  <a:pt x="3939671" y="2056702"/>
                </a:lnTo>
                <a:lnTo>
                  <a:pt x="3938025" y="2056702"/>
                </a:lnTo>
                <a:lnTo>
                  <a:pt x="3936378" y="2056702"/>
                </a:lnTo>
                <a:lnTo>
                  <a:pt x="3934732" y="2056702"/>
                </a:lnTo>
                <a:lnTo>
                  <a:pt x="3933086" y="2056702"/>
                </a:lnTo>
                <a:lnTo>
                  <a:pt x="3931439" y="2056702"/>
                </a:lnTo>
                <a:lnTo>
                  <a:pt x="3929793" y="2056702"/>
                </a:lnTo>
                <a:lnTo>
                  <a:pt x="3928147" y="2056702"/>
                </a:lnTo>
                <a:lnTo>
                  <a:pt x="3926500" y="2056702"/>
                </a:lnTo>
                <a:lnTo>
                  <a:pt x="3924854" y="2056702"/>
                </a:lnTo>
                <a:lnTo>
                  <a:pt x="3923208" y="2056702"/>
                </a:lnTo>
                <a:lnTo>
                  <a:pt x="3921561" y="2056702"/>
                </a:lnTo>
                <a:lnTo>
                  <a:pt x="3919915" y="2056702"/>
                </a:lnTo>
                <a:lnTo>
                  <a:pt x="3918269" y="2056702"/>
                </a:lnTo>
                <a:lnTo>
                  <a:pt x="3916622" y="2056702"/>
                </a:lnTo>
                <a:lnTo>
                  <a:pt x="3914976" y="2056702"/>
                </a:lnTo>
                <a:lnTo>
                  <a:pt x="3913330" y="2056702"/>
                </a:lnTo>
                <a:lnTo>
                  <a:pt x="3911683" y="2056702"/>
                </a:lnTo>
                <a:lnTo>
                  <a:pt x="3910037" y="2056702"/>
                </a:lnTo>
                <a:lnTo>
                  <a:pt x="3908391" y="2056702"/>
                </a:lnTo>
                <a:lnTo>
                  <a:pt x="3906744" y="2056702"/>
                </a:lnTo>
                <a:lnTo>
                  <a:pt x="3905098" y="2056702"/>
                </a:lnTo>
                <a:lnTo>
                  <a:pt x="3903452" y="2056702"/>
                </a:lnTo>
                <a:lnTo>
                  <a:pt x="3901805" y="2056702"/>
                </a:lnTo>
                <a:lnTo>
                  <a:pt x="3900159" y="2056702"/>
                </a:lnTo>
                <a:lnTo>
                  <a:pt x="3898513" y="2056702"/>
                </a:lnTo>
                <a:lnTo>
                  <a:pt x="3896866" y="2056702"/>
                </a:lnTo>
                <a:lnTo>
                  <a:pt x="3895220" y="2056702"/>
                </a:lnTo>
                <a:lnTo>
                  <a:pt x="3893574" y="2056702"/>
                </a:lnTo>
                <a:lnTo>
                  <a:pt x="3891927" y="2056702"/>
                </a:lnTo>
                <a:lnTo>
                  <a:pt x="3890281" y="2056702"/>
                </a:lnTo>
                <a:lnTo>
                  <a:pt x="3888635" y="2056702"/>
                </a:lnTo>
                <a:lnTo>
                  <a:pt x="3886988" y="2056702"/>
                </a:lnTo>
                <a:lnTo>
                  <a:pt x="3885342" y="2056702"/>
                </a:lnTo>
                <a:lnTo>
                  <a:pt x="3883696" y="2056702"/>
                </a:lnTo>
                <a:lnTo>
                  <a:pt x="3882049" y="2056702"/>
                </a:lnTo>
                <a:lnTo>
                  <a:pt x="3880403" y="2056702"/>
                </a:lnTo>
                <a:lnTo>
                  <a:pt x="3878757" y="2056702"/>
                </a:lnTo>
                <a:lnTo>
                  <a:pt x="3877110" y="2056702"/>
                </a:lnTo>
                <a:lnTo>
                  <a:pt x="3875464" y="2056702"/>
                </a:lnTo>
                <a:lnTo>
                  <a:pt x="3873818" y="2056702"/>
                </a:lnTo>
                <a:lnTo>
                  <a:pt x="3872171" y="2056702"/>
                </a:lnTo>
                <a:lnTo>
                  <a:pt x="3870525" y="2056702"/>
                </a:lnTo>
                <a:lnTo>
                  <a:pt x="3868879" y="2056702"/>
                </a:lnTo>
                <a:lnTo>
                  <a:pt x="3867232" y="2056702"/>
                </a:lnTo>
                <a:lnTo>
                  <a:pt x="3865586" y="2056702"/>
                </a:lnTo>
                <a:lnTo>
                  <a:pt x="3863940" y="2056702"/>
                </a:lnTo>
                <a:lnTo>
                  <a:pt x="3862293" y="2056702"/>
                </a:lnTo>
                <a:lnTo>
                  <a:pt x="3860647" y="2056702"/>
                </a:lnTo>
                <a:lnTo>
                  <a:pt x="3859001" y="2056702"/>
                </a:lnTo>
                <a:lnTo>
                  <a:pt x="3857354" y="2056702"/>
                </a:lnTo>
                <a:lnTo>
                  <a:pt x="3855708" y="2056702"/>
                </a:lnTo>
                <a:lnTo>
                  <a:pt x="3854062" y="2056702"/>
                </a:lnTo>
                <a:lnTo>
                  <a:pt x="3852415" y="2056702"/>
                </a:lnTo>
                <a:lnTo>
                  <a:pt x="3850769" y="2056702"/>
                </a:lnTo>
                <a:lnTo>
                  <a:pt x="3849123" y="2056702"/>
                </a:lnTo>
                <a:lnTo>
                  <a:pt x="3847476" y="2056702"/>
                </a:lnTo>
                <a:lnTo>
                  <a:pt x="3845830" y="2056702"/>
                </a:lnTo>
                <a:lnTo>
                  <a:pt x="3844184" y="2056702"/>
                </a:lnTo>
                <a:lnTo>
                  <a:pt x="3842537" y="2056702"/>
                </a:lnTo>
                <a:lnTo>
                  <a:pt x="3840891" y="2056702"/>
                </a:lnTo>
                <a:lnTo>
                  <a:pt x="3839245" y="2056702"/>
                </a:lnTo>
                <a:lnTo>
                  <a:pt x="3837598" y="2056702"/>
                </a:lnTo>
                <a:lnTo>
                  <a:pt x="3835952" y="2056702"/>
                </a:lnTo>
                <a:lnTo>
                  <a:pt x="3834306" y="2056702"/>
                </a:lnTo>
                <a:lnTo>
                  <a:pt x="3832659" y="2056702"/>
                </a:lnTo>
                <a:lnTo>
                  <a:pt x="3831013" y="2056702"/>
                </a:lnTo>
                <a:lnTo>
                  <a:pt x="3829367" y="2056702"/>
                </a:lnTo>
                <a:lnTo>
                  <a:pt x="3827720" y="2056702"/>
                </a:lnTo>
                <a:lnTo>
                  <a:pt x="3826074" y="2056702"/>
                </a:lnTo>
                <a:lnTo>
                  <a:pt x="3824428" y="2056702"/>
                </a:lnTo>
                <a:lnTo>
                  <a:pt x="3822781" y="2056702"/>
                </a:lnTo>
                <a:lnTo>
                  <a:pt x="3821135" y="2056702"/>
                </a:lnTo>
                <a:lnTo>
                  <a:pt x="3819489" y="2056702"/>
                </a:lnTo>
                <a:lnTo>
                  <a:pt x="3817842" y="2056702"/>
                </a:lnTo>
                <a:lnTo>
                  <a:pt x="3816196" y="2056702"/>
                </a:lnTo>
                <a:lnTo>
                  <a:pt x="3814550" y="2056702"/>
                </a:lnTo>
                <a:lnTo>
                  <a:pt x="3812903" y="2056702"/>
                </a:lnTo>
                <a:lnTo>
                  <a:pt x="3811257" y="2056702"/>
                </a:lnTo>
                <a:lnTo>
                  <a:pt x="3809611" y="2056702"/>
                </a:lnTo>
                <a:lnTo>
                  <a:pt x="3807964" y="2056702"/>
                </a:lnTo>
                <a:lnTo>
                  <a:pt x="3806318" y="2056702"/>
                </a:lnTo>
                <a:lnTo>
                  <a:pt x="3804672" y="2056702"/>
                </a:lnTo>
                <a:lnTo>
                  <a:pt x="3803025" y="2056702"/>
                </a:lnTo>
                <a:lnTo>
                  <a:pt x="3801379" y="2056702"/>
                </a:lnTo>
                <a:lnTo>
                  <a:pt x="3799733" y="2056702"/>
                </a:lnTo>
                <a:lnTo>
                  <a:pt x="3798086" y="2056702"/>
                </a:lnTo>
                <a:lnTo>
                  <a:pt x="3796440" y="2056702"/>
                </a:lnTo>
                <a:lnTo>
                  <a:pt x="3794794" y="2056702"/>
                </a:lnTo>
                <a:lnTo>
                  <a:pt x="3793147" y="2056702"/>
                </a:lnTo>
                <a:lnTo>
                  <a:pt x="3791501" y="2056702"/>
                </a:lnTo>
                <a:lnTo>
                  <a:pt x="3789855" y="2056702"/>
                </a:lnTo>
                <a:lnTo>
                  <a:pt x="3788208" y="2056702"/>
                </a:lnTo>
                <a:lnTo>
                  <a:pt x="3786562" y="2056702"/>
                </a:lnTo>
                <a:lnTo>
                  <a:pt x="3784916" y="2056702"/>
                </a:lnTo>
                <a:lnTo>
                  <a:pt x="3783269" y="2056702"/>
                </a:lnTo>
                <a:lnTo>
                  <a:pt x="3781623" y="2056702"/>
                </a:lnTo>
                <a:lnTo>
                  <a:pt x="3779977" y="2056702"/>
                </a:lnTo>
                <a:lnTo>
                  <a:pt x="3778330" y="2056702"/>
                </a:lnTo>
                <a:lnTo>
                  <a:pt x="3776684" y="2056702"/>
                </a:lnTo>
                <a:lnTo>
                  <a:pt x="3775038" y="2056702"/>
                </a:lnTo>
                <a:lnTo>
                  <a:pt x="3773391" y="2056702"/>
                </a:lnTo>
                <a:lnTo>
                  <a:pt x="3771745" y="2056702"/>
                </a:lnTo>
                <a:lnTo>
                  <a:pt x="3770099" y="2056702"/>
                </a:lnTo>
                <a:lnTo>
                  <a:pt x="3768452" y="2056702"/>
                </a:lnTo>
                <a:lnTo>
                  <a:pt x="3766806" y="2056702"/>
                </a:lnTo>
                <a:lnTo>
                  <a:pt x="3765160" y="2056702"/>
                </a:lnTo>
                <a:lnTo>
                  <a:pt x="3763513" y="2056702"/>
                </a:lnTo>
                <a:lnTo>
                  <a:pt x="3761867" y="2056702"/>
                </a:lnTo>
                <a:lnTo>
                  <a:pt x="3760221" y="2056702"/>
                </a:lnTo>
                <a:lnTo>
                  <a:pt x="3758575" y="2056702"/>
                </a:lnTo>
                <a:lnTo>
                  <a:pt x="3756928" y="2056702"/>
                </a:lnTo>
                <a:lnTo>
                  <a:pt x="3755282" y="2056702"/>
                </a:lnTo>
                <a:lnTo>
                  <a:pt x="3753636" y="2056702"/>
                </a:lnTo>
                <a:lnTo>
                  <a:pt x="3751989" y="2056702"/>
                </a:lnTo>
                <a:lnTo>
                  <a:pt x="3750343" y="2056702"/>
                </a:lnTo>
                <a:lnTo>
                  <a:pt x="3748697" y="2056702"/>
                </a:lnTo>
                <a:lnTo>
                  <a:pt x="3747050" y="2056702"/>
                </a:lnTo>
                <a:lnTo>
                  <a:pt x="3745404" y="2056702"/>
                </a:lnTo>
                <a:lnTo>
                  <a:pt x="3743758" y="2056702"/>
                </a:lnTo>
                <a:lnTo>
                  <a:pt x="3742111" y="2056702"/>
                </a:lnTo>
                <a:lnTo>
                  <a:pt x="3740465" y="2056702"/>
                </a:lnTo>
                <a:lnTo>
                  <a:pt x="3738819" y="2056702"/>
                </a:lnTo>
                <a:lnTo>
                  <a:pt x="3737172" y="2056702"/>
                </a:lnTo>
                <a:lnTo>
                  <a:pt x="3735526" y="2056702"/>
                </a:lnTo>
                <a:lnTo>
                  <a:pt x="3733880" y="2056702"/>
                </a:lnTo>
                <a:lnTo>
                  <a:pt x="3732233" y="2056702"/>
                </a:lnTo>
                <a:lnTo>
                  <a:pt x="3730587" y="2056702"/>
                </a:lnTo>
                <a:lnTo>
                  <a:pt x="3728941" y="2056702"/>
                </a:lnTo>
                <a:lnTo>
                  <a:pt x="3727294" y="2056702"/>
                </a:lnTo>
                <a:lnTo>
                  <a:pt x="3725648" y="2056702"/>
                </a:lnTo>
                <a:lnTo>
                  <a:pt x="3724002" y="2056702"/>
                </a:lnTo>
                <a:lnTo>
                  <a:pt x="3722355" y="2056702"/>
                </a:lnTo>
                <a:lnTo>
                  <a:pt x="3720709" y="2056702"/>
                </a:lnTo>
                <a:lnTo>
                  <a:pt x="3719063" y="2056702"/>
                </a:lnTo>
                <a:lnTo>
                  <a:pt x="3717416" y="2056702"/>
                </a:lnTo>
                <a:lnTo>
                  <a:pt x="3715770" y="2056702"/>
                </a:lnTo>
                <a:lnTo>
                  <a:pt x="3714124" y="2056702"/>
                </a:lnTo>
                <a:lnTo>
                  <a:pt x="3712477" y="2056702"/>
                </a:lnTo>
                <a:lnTo>
                  <a:pt x="3710831" y="2056702"/>
                </a:lnTo>
                <a:lnTo>
                  <a:pt x="3709185" y="2056702"/>
                </a:lnTo>
                <a:lnTo>
                  <a:pt x="3707538" y="2056702"/>
                </a:lnTo>
                <a:lnTo>
                  <a:pt x="3705892" y="2056702"/>
                </a:lnTo>
                <a:lnTo>
                  <a:pt x="3704246" y="2056702"/>
                </a:lnTo>
                <a:lnTo>
                  <a:pt x="3702599" y="2056702"/>
                </a:lnTo>
                <a:lnTo>
                  <a:pt x="3700953" y="2056702"/>
                </a:lnTo>
                <a:lnTo>
                  <a:pt x="3699307" y="2056702"/>
                </a:lnTo>
                <a:lnTo>
                  <a:pt x="3697660" y="2056702"/>
                </a:lnTo>
                <a:lnTo>
                  <a:pt x="3696014" y="2056702"/>
                </a:lnTo>
                <a:lnTo>
                  <a:pt x="3694368" y="2056702"/>
                </a:lnTo>
                <a:lnTo>
                  <a:pt x="3692721" y="2056702"/>
                </a:lnTo>
                <a:lnTo>
                  <a:pt x="3691075" y="2056702"/>
                </a:lnTo>
                <a:lnTo>
                  <a:pt x="3689429" y="2056702"/>
                </a:lnTo>
                <a:lnTo>
                  <a:pt x="3687782" y="2056702"/>
                </a:lnTo>
                <a:lnTo>
                  <a:pt x="3686136" y="2056702"/>
                </a:lnTo>
                <a:lnTo>
                  <a:pt x="3684490" y="2056702"/>
                </a:lnTo>
                <a:lnTo>
                  <a:pt x="3682843" y="2056702"/>
                </a:lnTo>
                <a:lnTo>
                  <a:pt x="3681197" y="2056702"/>
                </a:lnTo>
                <a:lnTo>
                  <a:pt x="3679551" y="2056702"/>
                </a:lnTo>
                <a:lnTo>
                  <a:pt x="3677904" y="2056702"/>
                </a:lnTo>
                <a:lnTo>
                  <a:pt x="3676258" y="2056702"/>
                </a:lnTo>
                <a:lnTo>
                  <a:pt x="3674612" y="2056702"/>
                </a:lnTo>
                <a:lnTo>
                  <a:pt x="3672965" y="2056702"/>
                </a:lnTo>
                <a:lnTo>
                  <a:pt x="3671319" y="2056702"/>
                </a:lnTo>
                <a:lnTo>
                  <a:pt x="3669673" y="2056702"/>
                </a:lnTo>
                <a:lnTo>
                  <a:pt x="3668026" y="2056702"/>
                </a:lnTo>
                <a:lnTo>
                  <a:pt x="3666380" y="2056702"/>
                </a:lnTo>
                <a:lnTo>
                  <a:pt x="3664734" y="2056702"/>
                </a:lnTo>
                <a:lnTo>
                  <a:pt x="3663087" y="2056702"/>
                </a:lnTo>
                <a:lnTo>
                  <a:pt x="3661441" y="2056702"/>
                </a:lnTo>
                <a:lnTo>
                  <a:pt x="3659795" y="2056702"/>
                </a:lnTo>
                <a:lnTo>
                  <a:pt x="3658148" y="2056702"/>
                </a:lnTo>
                <a:lnTo>
                  <a:pt x="3656502" y="2056702"/>
                </a:lnTo>
                <a:lnTo>
                  <a:pt x="3654856" y="2056702"/>
                </a:lnTo>
                <a:lnTo>
                  <a:pt x="3653209" y="2056702"/>
                </a:lnTo>
                <a:lnTo>
                  <a:pt x="3651563" y="2056702"/>
                </a:lnTo>
                <a:lnTo>
                  <a:pt x="3649917" y="2056702"/>
                </a:lnTo>
                <a:lnTo>
                  <a:pt x="3648270" y="2056702"/>
                </a:lnTo>
                <a:lnTo>
                  <a:pt x="3646624" y="2056702"/>
                </a:lnTo>
                <a:lnTo>
                  <a:pt x="3644978" y="2056702"/>
                </a:lnTo>
                <a:lnTo>
                  <a:pt x="3643331" y="2056702"/>
                </a:lnTo>
                <a:lnTo>
                  <a:pt x="3641685" y="2056702"/>
                </a:lnTo>
                <a:lnTo>
                  <a:pt x="3640039" y="2056702"/>
                </a:lnTo>
                <a:lnTo>
                  <a:pt x="3638392" y="2056702"/>
                </a:lnTo>
                <a:lnTo>
                  <a:pt x="3636746" y="2056702"/>
                </a:lnTo>
                <a:lnTo>
                  <a:pt x="3635100" y="2056702"/>
                </a:lnTo>
                <a:lnTo>
                  <a:pt x="3633453" y="2056702"/>
                </a:lnTo>
                <a:lnTo>
                  <a:pt x="3631807" y="2056702"/>
                </a:lnTo>
                <a:lnTo>
                  <a:pt x="3630161" y="2056702"/>
                </a:lnTo>
                <a:lnTo>
                  <a:pt x="3628514" y="2056702"/>
                </a:lnTo>
                <a:lnTo>
                  <a:pt x="3626868" y="2056702"/>
                </a:lnTo>
                <a:lnTo>
                  <a:pt x="3625222" y="2056702"/>
                </a:lnTo>
                <a:lnTo>
                  <a:pt x="3623575" y="2056702"/>
                </a:lnTo>
                <a:lnTo>
                  <a:pt x="3621929" y="2056702"/>
                </a:lnTo>
                <a:lnTo>
                  <a:pt x="3620283" y="2056702"/>
                </a:lnTo>
                <a:lnTo>
                  <a:pt x="3618636" y="2056702"/>
                </a:lnTo>
                <a:lnTo>
                  <a:pt x="3616990" y="2056702"/>
                </a:lnTo>
                <a:lnTo>
                  <a:pt x="3615344" y="2056702"/>
                </a:lnTo>
                <a:lnTo>
                  <a:pt x="3613697" y="2056702"/>
                </a:lnTo>
                <a:lnTo>
                  <a:pt x="3612051" y="2056702"/>
                </a:lnTo>
                <a:lnTo>
                  <a:pt x="3610405" y="2056702"/>
                </a:lnTo>
                <a:lnTo>
                  <a:pt x="3608758" y="2056702"/>
                </a:lnTo>
                <a:lnTo>
                  <a:pt x="3607112" y="2056702"/>
                </a:lnTo>
                <a:lnTo>
                  <a:pt x="3605466" y="2056702"/>
                </a:lnTo>
                <a:lnTo>
                  <a:pt x="3603819" y="2056702"/>
                </a:lnTo>
                <a:lnTo>
                  <a:pt x="3602173" y="2056702"/>
                </a:lnTo>
                <a:lnTo>
                  <a:pt x="3600527" y="2056702"/>
                </a:lnTo>
                <a:lnTo>
                  <a:pt x="3598880" y="2056702"/>
                </a:lnTo>
                <a:lnTo>
                  <a:pt x="3597234" y="2056702"/>
                </a:lnTo>
                <a:lnTo>
                  <a:pt x="3595588" y="2056702"/>
                </a:lnTo>
                <a:lnTo>
                  <a:pt x="3593941" y="2056702"/>
                </a:lnTo>
                <a:lnTo>
                  <a:pt x="3592295" y="2056702"/>
                </a:lnTo>
                <a:lnTo>
                  <a:pt x="3590649" y="2056702"/>
                </a:lnTo>
                <a:lnTo>
                  <a:pt x="3589002" y="2056702"/>
                </a:lnTo>
                <a:lnTo>
                  <a:pt x="3587356" y="2056702"/>
                </a:lnTo>
                <a:lnTo>
                  <a:pt x="3585710" y="2056702"/>
                </a:lnTo>
                <a:lnTo>
                  <a:pt x="3584063" y="2056702"/>
                </a:lnTo>
                <a:lnTo>
                  <a:pt x="3582417" y="2056702"/>
                </a:lnTo>
                <a:lnTo>
                  <a:pt x="3580771" y="2056702"/>
                </a:lnTo>
                <a:lnTo>
                  <a:pt x="3579124" y="2056702"/>
                </a:lnTo>
                <a:lnTo>
                  <a:pt x="3577478" y="2056702"/>
                </a:lnTo>
                <a:lnTo>
                  <a:pt x="3575832" y="2056702"/>
                </a:lnTo>
                <a:lnTo>
                  <a:pt x="3574185" y="2056702"/>
                </a:lnTo>
                <a:lnTo>
                  <a:pt x="3572539" y="2056702"/>
                </a:lnTo>
                <a:lnTo>
                  <a:pt x="3570893" y="2056702"/>
                </a:lnTo>
                <a:lnTo>
                  <a:pt x="3569246" y="2056702"/>
                </a:lnTo>
                <a:lnTo>
                  <a:pt x="3567600" y="2056702"/>
                </a:lnTo>
                <a:lnTo>
                  <a:pt x="3565954" y="2056702"/>
                </a:lnTo>
                <a:lnTo>
                  <a:pt x="3564307" y="2056702"/>
                </a:lnTo>
                <a:lnTo>
                  <a:pt x="3562661" y="2056702"/>
                </a:lnTo>
                <a:lnTo>
                  <a:pt x="3561015" y="2056702"/>
                </a:lnTo>
                <a:lnTo>
                  <a:pt x="3559368" y="2056702"/>
                </a:lnTo>
                <a:lnTo>
                  <a:pt x="3557722" y="2056702"/>
                </a:lnTo>
                <a:lnTo>
                  <a:pt x="3556076" y="2056702"/>
                </a:lnTo>
                <a:lnTo>
                  <a:pt x="3554429" y="2056702"/>
                </a:lnTo>
                <a:lnTo>
                  <a:pt x="3552783" y="2056702"/>
                </a:lnTo>
                <a:lnTo>
                  <a:pt x="3551137" y="2056702"/>
                </a:lnTo>
                <a:lnTo>
                  <a:pt x="3549490" y="2056702"/>
                </a:lnTo>
                <a:lnTo>
                  <a:pt x="3547844" y="2056702"/>
                </a:lnTo>
                <a:lnTo>
                  <a:pt x="3546198" y="2056702"/>
                </a:lnTo>
                <a:lnTo>
                  <a:pt x="3544551" y="2056702"/>
                </a:lnTo>
                <a:lnTo>
                  <a:pt x="3542905" y="2056702"/>
                </a:lnTo>
                <a:lnTo>
                  <a:pt x="3541259" y="2056702"/>
                </a:lnTo>
                <a:lnTo>
                  <a:pt x="3539612" y="2056702"/>
                </a:lnTo>
                <a:lnTo>
                  <a:pt x="3537966" y="2056702"/>
                </a:lnTo>
                <a:lnTo>
                  <a:pt x="3536320" y="2056702"/>
                </a:lnTo>
                <a:lnTo>
                  <a:pt x="3534673" y="2056702"/>
                </a:lnTo>
                <a:lnTo>
                  <a:pt x="3533027" y="2056702"/>
                </a:lnTo>
                <a:lnTo>
                  <a:pt x="3531381" y="2056702"/>
                </a:lnTo>
                <a:lnTo>
                  <a:pt x="3529734" y="2056702"/>
                </a:lnTo>
                <a:lnTo>
                  <a:pt x="3528088" y="2056702"/>
                </a:lnTo>
                <a:lnTo>
                  <a:pt x="3526442" y="2056702"/>
                </a:lnTo>
                <a:lnTo>
                  <a:pt x="3524795" y="2056702"/>
                </a:lnTo>
                <a:lnTo>
                  <a:pt x="3523149" y="2056702"/>
                </a:lnTo>
                <a:lnTo>
                  <a:pt x="3521503" y="2056702"/>
                </a:lnTo>
                <a:lnTo>
                  <a:pt x="3519856" y="2056702"/>
                </a:lnTo>
                <a:lnTo>
                  <a:pt x="3518210" y="2056702"/>
                </a:lnTo>
                <a:lnTo>
                  <a:pt x="3516564" y="2056702"/>
                </a:lnTo>
                <a:lnTo>
                  <a:pt x="3514917" y="2056702"/>
                </a:lnTo>
                <a:lnTo>
                  <a:pt x="3513271" y="2056702"/>
                </a:lnTo>
                <a:lnTo>
                  <a:pt x="3511625" y="2056702"/>
                </a:lnTo>
                <a:lnTo>
                  <a:pt x="3509978" y="2056702"/>
                </a:lnTo>
                <a:lnTo>
                  <a:pt x="3508332" y="2056702"/>
                </a:lnTo>
                <a:lnTo>
                  <a:pt x="3506686" y="2056702"/>
                </a:lnTo>
                <a:lnTo>
                  <a:pt x="3505039" y="2056702"/>
                </a:lnTo>
                <a:lnTo>
                  <a:pt x="3503393" y="2056702"/>
                </a:lnTo>
                <a:lnTo>
                  <a:pt x="3501747" y="2056702"/>
                </a:lnTo>
                <a:lnTo>
                  <a:pt x="3500100" y="2056702"/>
                </a:lnTo>
                <a:lnTo>
                  <a:pt x="3498454" y="2056702"/>
                </a:lnTo>
                <a:lnTo>
                  <a:pt x="3496808" y="2056702"/>
                </a:lnTo>
                <a:lnTo>
                  <a:pt x="3495161" y="2056702"/>
                </a:lnTo>
                <a:lnTo>
                  <a:pt x="3493515" y="2056702"/>
                </a:lnTo>
                <a:lnTo>
                  <a:pt x="3491869" y="2056702"/>
                </a:lnTo>
                <a:lnTo>
                  <a:pt x="3490222" y="2056702"/>
                </a:lnTo>
                <a:lnTo>
                  <a:pt x="3488576" y="2056702"/>
                </a:lnTo>
                <a:lnTo>
                  <a:pt x="3486930" y="2056702"/>
                </a:lnTo>
                <a:lnTo>
                  <a:pt x="3485283" y="2056702"/>
                </a:lnTo>
                <a:lnTo>
                  <a:pt x="3483637" y="2056702"/>
                </a:lnTo>
                <a:lnTo>
                  <a:pt x="3481991" y="2056702"/>
                </a:lnTo>
                <a:lnTo>
                  <a:pt x="3480344" y="2056702"/>
                </a:lnTo>
                <a:lnTo>
                  <a:pt x="3478698" y="2056702"/>
                </a:lnTo>
                <a:lnTo>
                  <a:pt x="3477052" y="2056702"/>
                </a:lnTo>
                <a:lnTo>
                  <a:pt x="3475405" y="2056702"/>
                </a:lnTo>
                <a:lnTo>
                  <a:pt x="3473759" y="2056702"/>
                </a:lnTo>
                <a:lnTo>
                  <a:pt x="3472113" y="2056702"/>
                </a:lnTo>
                <a:lnTo>
                  <a:pt x="3470466" y="2056702"/>
                </a:lnTo>
                <a:lnTo>
                  <a:pt x="3468820" y="2056702"/>
                </a:lnTo>
                <a:lnTo>
                  <a:pt x="3467174" y="2056702"/>
                </a:lnTo>
                <a:lnTo>
                  <a:pt x="3465527" y="2056702"/>
                </a:lnTo>
                <a:lnTo>
                  <a:pt x="3463881" y="2056702"/>
                </a:lnTo>
                <a:lnTo>
                  <a:pt x="3462235" y="2056702"/>
                </a:lnTo>
                <a:lnTo>
                  <a:pt x="3460588" y="2056702"/>
                </a:lnTo>
                <a:lnTo>
                  <a:pt x="3458942" y="2056702"/>
                </a:lnTo>
                <a:lnTo>
                  <a:pt x="3457296" y="2056702"/>
                </a:lnTo>
                <a:lnTo>
                  <a:pt x="3455649" y="2056702"/>
                </a:lnTo>
                <a:lnTo>
                  <a:pt x="3454003" y="2056702"/>
                </a:lnTo>
                <a:lnTo>
                  <a:pt x="3452357" y="2056702"/>
                </a:lnTo>
                <a:lnTo>
                  <a:pt x="3450710" y="2056702"/>
                </a:lnTo>
                <a:lnTo>
                  <a:pt x="3449064" y="2056702"/>
                </a:lnTo>
                <a:lnTo>
                  <a:pt x="3447418" y="2056702"/>
                </a:lnTo>
                <a:lnTo>
                  <a:pt x="3445772" y="2056702"/>
                </a:lnTo>
                <a:lnTo>
                  <a:pt x="3444125" y="2056702"/>
                </a:lnTo>
                <a:lnTo>
                  <a:pt x="3442479" y="2056702"/>
                </a:lnTo>
                <a:lnTo>
                  <a:pt x="3440833" y="2056702"/>
                </a:lnTo>
                <a:lnTo>
                  <a:pt x="3439186" y="2056702"/>
                </a:lnTo>
                <a:lnTo>
                  <a:pt x="3437540" y="2056702"/>
                </a:lnTo>
                <a:lnTo>
                  <a:pt x="3435894" y="2056702"/>
                </a:lnTo>
                <a:lnTo>
                  <a:pt x="3434247" y="2056702"/>
                </a:lnTo>
                <a:lnTo>
                  <a:pt x="3432601" y="2056702"/>
                </a:lnTo>
                <a:lnTo>
                  <a:pt x="3430955" y="2056702"/>
                </a:lnTo>
                <a:lnTo>
                  <a:pt x="3429308" y="2056702"/>
                </a:lnTo>
                <a:lnTo>
                  <a:pt x="3427662" y="2056702"/>
                </a:lnTo>
                <a:lnTo>
                  <a:pt x="3426016" y="2056702"/>
                </a:lnTo>
                <a:lnTo>
                  <a:pt x="3424369" y="2056702"/>
                </a:lnTo>
                <a:lnTo>
                  <a:pt x="3422723" y="2056702"/>
                </a:lnTo>
                <a:lnTo>
                  <a:pt x="3421077" y="2056702"/>
                </a:lnTo>
                <a:lnTo>
                  <a:pt x="3419430" y="2056702"/>
                </a:lnTo>
                <a:lnTo>
                  <a:pt x="3417784" y="2056702"/>
                </a:lnTo>
                <a:lnTo>
                  <a:pt x="3416138" y="2056702"/>
                </a:lnTo>
                <a:lnTo>
                  <a:pt x="3414491" y="2056702"/>
                </a:lnTo>
                <a:lnTo>
                  <a:pt x="3412845" y="2056702"/>
                </a:lnTo>
                <a:lnTo>
                  <a:pt x="3411199" y="2056702"/>
                </a:lnTo>
                <a:lnTo>
                  <a:pt x="3409552" y="2056702"/>
                </a:lnTo>
                <a:lnTo>
                  <a:pt x="3407906" y="2056702"/>
                </a:lnTo>
                <a:lnTo>
                  <a:pt x="3406260" y="2056702"/>
                </a:lnTo>
                <a:lnTo>
                  <a:pt x="3404613" y="2056702"/>
                </a:lnTo>
                <a:lnTo>
                  <a:pt x="3402967" y="2056702"/>
                </a:lnTo>
                <a:lnTo>
                  <a:pt x="3401321" y="2056702"/>
                </a:lnTo>
                <a:lnTo>
                  <a:pt x="3399674" y="2056702"/>
                </a:lnTo>
                <a:lnTo>
                  <a:pt x="3398028" y="2056702"/>
                </a:lnTo>
                <a:lnTo>
                  <a:pt x="3396382" y="2056702"/>
                </a:lnTo>
                <a:lnTo>
                  <a:pt x="3394735" y="2056702"/>
                </a:lnTo>
                <a:lnTo>
                  <a:pt x="3393089" y="2056702"/>
                </a:lnTo>
                <a:lnTo>
                  <a:pt x="3391443" y="2056702"/>
                </a:lnTo>
                <a:lnTo>
                  <a:pt x="3389796" y="2056702"/>
                </a:lnTo>
                <a:lnTo>
                  <a:pt x="3388150" y="2056702"/>
                </a:lnTo>
                <a:lnTo>
                  <a:pt x="3386504" y="2056702"/>
                </a:lnTo>
                <a:lnTo>
                  <a:pt x="3384857" y="2056702"/>
                </a:lnTo>
                <a:lnTo>
                  <a:pt x="3383211" y="2056702"/>
                </a:lnTo>
                <a:lnTo>
                  <a:pt x="3381565" y="2056702"/>
                </a:lnTo>
                <a:lnTo>
                  <a:pt x="3379918" y="2056702"/>
                </a:lnTo>
                <a:lnTo>
                  <a:pt x="3378272" y="2056702"/>
                </a:lnTo>
                <a:lnTo>
                  <a:pt x="3376626" y="2056702"/>
                </a:lnTo>
                <a:lnTo>
                  <a:pt x="3374979" y="2056702"/>
                </a:lnTo>
                <a:lnTo>
                  <a:pt x="3373333" y="2056702"/>
                </a:lnTo>
                <a:lnTo>
                  <a:pt x="3371687" y="2056702"/>
                </a:lnTo>
                <a:lnTo>
                  <a:pt x="3370040" y="2056702"/>
                </a:lnTo>
                <a:lnTo>
                  <a:pt x="3368394" y="2056702"/>
                </a:lnTo>
                <a:lnTo>
                  <a:pt x="3366748" y="2056702"/>
                </a:lnTo>
                <a:lnTo>
                  <a:pt x="3365101" y="2056702"/>
                </a:lnTo>
                <a:lnTo>
                  <a:pt x="3363455" y="2056702"/>
                </a:lnTo>
                <a:lnTo>
                  <a:pt x="3361809" y="2056702"/>
                </a:lnTo>
                <a:lnTo>
                  <a:pt x="3360162" y="2056702"/>
                </a:lnTo>
                <a:lnTo>
                  <a:pt x="3358516" y="2056702"/>
                </a:lnTo>
                <a:lnTo>
                  <a:pt x="3356870" y="2056702"/>
                </a:lnTo>
                <a:lnTo>
                  <a:pt x="3355223" y="2056702"/>
                </a:lnTo>
                <a:lnTo>
                  <a:pt x="3353577" y="2056702"/>
                </a:lnTo>
                <a:lnTo>
                  <a:pt x="3351931" y="2056702"/>
                </a:lnTo>
                <a:lnTo>
                  <a:pt x="3350284" y="2056702"/>
                </a:lnTo>
                <a:lnTo>
                  <a:pt x="3348638" y="2056702"/>
                </a:lnTo>
                <a:lnTo>
                  <a:pt x="3346992" y="2056702"/>
                </a:lnTo>
                <a:lnTo>
                  <a:pt x="3345345" y="2056702"/>
                </a:lnTo>
                <a:lnTo>
                  <a:pt x="3343699" y="2056702"/>
                </a:lnTo>
                <a:lnTo>
                  <a:pt x="3342053" y="2056702"/>
                </a:lnTo>
                <a:lnTo>
                  <a:pt x="3340406" y="2056702"/>
                </a:lnTo>
                <a:lnTo>
                  <a:pt x="3338760" y="2056702"/>
                </a:lnTo>
                <a:lnTo>
                  <a:pt x="3337114" y="2056702"/>
                </a:lnTo>
                <a:lnTo>
                  <a:pt x="3335467" y="2056702"/>
                </a:lnTo>
                <a:lnTo>
                  <a:pt x="3333821" y="2056702"/>
                </a:lnTo>
                <a:lnTo>
                  <a:pt x="3332175" y="2056702"/>
                </a:lnTo>
                <a:lnTo>
                  <a:pt x="3330528" y="2056702"/>
                </a:lnTo>
                <a:lnTo>
                  <a:pt x="3328882" y="2056702"/>
                </a:lnTo>
                <a:lnTo>
                  <a:pt x="3327236" y="2056702"/>
                </a:lnTo>
                <a:lnTo>
                  <a:pt x="3325589" y="2056702"/>
                </a:lnTo>
                <a:lnTo>
                  <a:pt x="3323943" y="2056702"/>
                </a:lnTo>
                <a:lnTo>
                  <a:pt x="3322297" y="2056702"/>
                </a:lnTo>
                <a:lnTo>
                  <a:pt x="3320650" y="2056702"/>
                </a:lnTo>
                <a:lnTo>
                  <a:pt x="3319004" y="2056702"/>
                </a:lnTo>
                <a:lnTo>
                  <a:pt x="3317358" y="2056702"/>
                </a:lnTo>
                <a:lnTo>
                  <a:pt x="3315711" y="2056702"/>
                </a:lnTo>
                <a:lnTo>
                  <a:pt x="3314065" y="2056702"/>
                </a:lnTo>
                <a:lnTo>
                  <a:pt x="3312419" y="2056702"/>
                </a:lnTo>
                <a:lnTo>
                  <a:pt x="3310772" y="2056702"/>
                </a:lnTo>
                <a:lnTo>
                  <a:pt x="3309126" y="2056702"/>
                </a:lnTo>
                <a:lnTo>
                  <a:pt x="3307480" y="2056702"/>
                </a:lnTo>
                <a:lnTo>
                  <a:pt x="3305833" y="2056702"/>
                </a:lnTo>
                <a:lnTo>
                  <a:pt x="3304187" y="2056702"/>
                </a:lnTo>
                <a:lnTo>
                  <a:pt x="3302541" y="2056702"/>
                </a:lnTo>
                <a:lnTo>
                  <a:pt x="3300894" y="2056702"/>
                </a:lnTo>
                <a:lnTo>
                  <a:pt x="3299248" y="2056702"/>
                </a:lnTo>
                <a:lnTo>
                  <a:pt x="3297602" y="2056702"/>
                </a:lnTo>
                <a:lnTo>
                  <a:pt x="3295955" y="2056702"/>
                </a:lnTo>
                <a:lnTo>
                  <a:pt x="3294309" y="2056702"/>
                </a:lnTo>
                <a:lnTo>
                  <a:pt x="3292663" y="2056702"/>
                </a:lnTo>
                <a:lnTo>
                  <a:pt x="3291016" y="2056702"/>
                </a:lnTo>
                <a:lnTo>
                  <a:pt x="3289370" y="2056702"/>
                </a:lnTo>
                <a:lnTo>
                  <a:pt x="3287724" y="2056702"/>
                </a:lnTo>
                <a:lnTo>
                  <a:pt x="3286077" y="2056702"/>
                </a:lnTo>
                <a:lnTo>
                  <a:pt x="3284431" y="2056702"/>
                </a:lnTo>
                <a:lnTo>
                  <a:pt x="3282785" y="2056702"/>
                </a:lnTo>
                <a:lnTo>
                  <a:pt x="3281138" y="2056702"/>
                </a:lnTo>
                <a:lnTo>
                  <a:pt x="3279492" y="2056702"/>
                </a:lnTo>
                <a:lnTo>
                  <a:pt x="3277846" y="2056702"/>
                </a:lnTo>
                <a:lnTo>
                  <a:pt x="3276199" y="2056702"/>
                </a:lnTo>
                <a:lnTo>
                  <a:pt x="3274553" y="2056702"/>
                </a:lnTo>
                <a:lnTo>
                  <a:pt x="3272907" y="2056702"/>
                </a:lnTo>
                <a:lnTo>
                  <a:pt x="3271260" y="2056702"/>
                </a:lnTo>
                <a:lnTo>
                  <a:pt x="3269614" y="2056702"/>
                </a:lnTo>
                <a:lnTo>
                  <a:pt x="3267968" y="2056702"/>
                </a:lnTo>
                <a:lnTo>
                  <a:pt x="3266321" y="2056702"/>
                </a:lnTo>
                <a:lnTo>
                  <a:pt x="3264675" y="2056702"/>
                </a:lnTo>
                <a:lnTo>
                  <a:pt x="3263029" y="2056702"/>
                </a:lnTo>
                <a:lnTo>
                  <a:pt x="3261382" y="2056702"/>
                </a:lnTo>
                <a:lnTo>
                  <a:pt x="3259736" y="2056702"/>
                </a:lnTo>
                <a:lnTo>
                  <a:pt x="3258090" y="2056702"/>
                </a:lnTo>
                <a:lnTo>
                  <a:pt x="3256443" y="2056702"/>
                </a:lnTo>
                <a:lnTo>
                  <a:pt x="3254797" y="2056702"/>
                </a:lnTo>
                <a:lnTo>
                  <a:pt x="3253151" y="2056702"/>
                </a:lnTo>
                <a:lnTo>
                  <a:pt x="3251504" y="2056702"/>
                </a:lnTo>
                <a:lnTo>
                  <a:pt x="3249858" y="2056702"/>
                </a:lnTo>
                <a:lnTo>
                  <a:pt x="3248212" y="2056702"/>
                </a:lnTo>
                <a:lnTo>
                  <a:pt x="3246565" y="2056702"/>
                </a:lnTo>
                <a:lnTo>
                  <a:pt x="3244919" y="2056702"/>
                </a:lnTo>
                <a:lnTo>
                  <a:pt x="3243273" y="2056702"/>
                </a:lnTo>
                <a:lnTo>
                  <a:pt x="3241626" y="2056702"/>
                </a:lnTo>
                <a:lnTo>
                  <a:pt x="3239980" y="2056702"/>
                </a:lnTo>
                <a:lnTo>
                  <a:pt x="3238334" y="2056702"/>
                </a:lnTo>
                <a:lnTo>
                  <a:pt x="3236687" y="2056702"/>
                </a:lnTo>
                <a:lnTo>
                  <a:pt x="3235041" y="2056702"/>
                </a:lnTo>
                <a:lnTo>
                  <a:pt x="3233395" y="2056702"/>
                </a:lnTo>
                <a:lnTo>
                  <a:pt x="3231748" y="2056702"/>
                </a:lnTo>
                <a:lnTo>
                  <a:pt x="3230102" y="2056702"/>
                </a:lnTo>
                <a:lnTo>
                  <a:pt x="3228456" y="2056702"/>
                </a:lnTo>
                <a:lnTo>
                  <a:pt x="3226809" y="2056702"/>
                </a:lnTo>
                <a:lnTo>
                  <a:pt x="3225163" y="2056702"/>
                </a:lnTo>
                <a:lnTo>
                  <a:pt x="3223517" y="2056702"/>
                </a:lnTo>
                <a:lnTo>
                  <a:pt x="3221870" y="2056702"/>
                </a:lnTo>
                <a:lnTo>
                  <a:pt x="3220224" y="2056702"/>
                </a:lnTo>
                <a:lnTo>
                  <a:pt x="3218578" y="2056702"/>
                </a:lnTo>
                <a:lnTo>
                  <a:pt x="3216931" y="2056702"/>
                </a:lnTo>
                <a:lnTo>
                  <a:pt x="3215285" y="2056702"/>
                </a:lnTo>
                <a:lnTo>
                  <a:pt x="3213639" y="2056702"/>
                </a:lnTo>
                <a:lnTo>
                  <a:pt x="3211992" y="2056702"/>
                </a:lnTo>
                <a:lnTo>
                  <a:pt x="3210346" y="2056702"/>
                </a:lnTo>
                <a:lnTo>
                  <a:pt x="3208700" y="2056702"/>
                </a:lnTo>
                <a:lnTo>
                  <a:pt x="3207053" y="2056702"/>
                </a:lnTo>
                <a:lnTo>
                  <a:pt x="3205407" y="2056702"/>
                </a:lnTo>
                <a:lnTo>
                  <a:pt x="3203761" y="2056702"/>
                </a:lnTo>
                <a:lnTo>
                  <a:pt x="3202114" y="2056702"/>
                </a:lnTo>
                <a:lnTo>
                  <a:pt x="3200468" y="2056702"/>
                </a:lnTo>
                <a:lnTo>
                  <a:pt x="3198822" y="2056702"/>
                </a:lnTo>
                <a:lnTo>
                  <a:pt x="3197175" y="2056702"/>
                </a:lnTo>
                <a:lnTo>
                  <a:pt x="3195529" y="2056702"/>
                </a:lnTo>
                <a:lnTo>
                  <a:pt x="3193883" y="2056702"/>
                </a:lnTo>
                <a:lnTo>
                  <a:pt x="3192236" y="2056702"/>
                </a:lnTo>
                <a:lnTo>
                  <a:pt x="3190590" y="2056702"/>
                </a:lnTo>
                <a:lnTo>
                  <a:pt x="3188944" y="2056702"/>
                </a:lnTo>
                <a:lnTo>
                  <a:pt x="3187297" y="2056702"/>
                </a:lnTo>
                <a:lnTo>
                  <a:pt x="3185651" y="2056702"/>
                </a:lnTo>
                <a:lnTo>
                  <a:pt x="3184005" y="2056702"/>
                </a:lnTo>
                <a:lnTo>
                  <a:pt x="3182358" y="2056702"/>
                </a:lnTo>
                <a:lnTo>
                  <a:pt x="3180712" y="2056702"/>
                </a:lnTo>
                <a:lnTo>
                  <a:pt x="3179066" y="2056702"/>
                </a:lnTo>
                <a:lnTo>
                  <a:pt x="3177419" y="2056702"/>
                </a:lnTo>
                <a:lnTo>
                  <a:pt x="3175773" y="2056702"/>
                </a:lnTo>
                <a:lnTo>
                  <a:pt x="3174127" y="2056702"/>
                </a:lnTo>
                <a:lnTo>
                  <a:pt x="3172480" y="2056702"/>
                </a:lnTo>
                <a:lnTo>
                  <a:pt x="3170834" y="2056702"/>
                </a:lnTo>
                <a:lnTo>
                  <a:pt x="3169188" y="2056702"/>
                </a:lnTo>
                <a:lnTo>
                  <a:pt x="3167541" y="2056702"/>
                </a:lnTo>
                <a:lnTo>
                  <a:pt x="3165895" y="2056702"/>
                </a:lnTo>
                <a:lnTo>
                  <a:pt x="3164249" y="2056702"/>
                </a:lnTo>
                <a:lnTo>
                  <a:pt x="3162602" y="2056702"/>
                </a:lnTo>
                <a:lnTo>
                  <a:pt x="3160956" y="2056702"/>
                </a:lnTo>
                <a:lnTo>
                  <a:pt x="3159310" y="2056702"/>
                </a:lnTo>
                <a:lnTo>
                  <a:pt x="3157663" y="2056702"/>
                </a:lnTo>
                <a:lnTo>
                  <a:pt x="3156017" y="2056702"/>
                </a:lnTo>
                <a:lnTo>
                  <a:pt x="3154371" y="2056702"/>
                </a:lnTo>
                <a:lnTo>
                  <a:pt x="3152724" y="2056702"/>
                </a:lnTo>
                <a:lnTo>
                  <a:pt x="3151078" y="2056702"/>
                </a:lnTo>
                <a:lnTo>
                  <a:pt x="3149432" y="2056702"/>
                </a:lnTo>
                <a:lnTo>
                  <a:pt x="3147785" y="2056702"/>
                </a:lnTo>
                <a:lnTo>
                  <a:pt x="3146139" y="2056702"/>
                </a:lnTo>
                <a:lnTo>
                  <a:pt x="3144493" y="2056702"/>
                </a:lnTo>
                <a:lnTo>
                  <a:pt x="3142846" y="2056702"/>
                </a:lnTo>
                <a:lnTo>
                  <a:pt x="3141200" y="2056702"/>
                </a:lnTo>
                <a:lnTo>
                  <a:pt x="3139554" y="2056702"/>
                </a:lnTo>
                <a:lnTo>
                  <a:pt x="3137907" y="2056702"/>
                </a:lnTo>
                <a:lnTo>
                  <a:pt x="3136261" y="2056702"/>
                </a:lnTo>
                <a:lnTo>
                  <a:pt x="3134615" y="2056702"/>
                </a:lnTo>
                <a:lnTo>
                  <a:pt x="3132969" y="2056702"/>
                </a:lnTo>
                <a:lnTo>
                  <a:pt x="3131322" y="2056702"/>
                </a:lnTo>
                <a:lnTo>
                  <a:pt x="3129676" y="2056702"/>
                </a:lnTo>
                <a:lnTo>
                  <a:pt x="3128030" y="2056702"/>
                </a:lnTo>
                <a:lnTo>
                  <a:pt x="3126383" y="2056702"/>
                </a:lnTo>
                <a:lnTo>
                  <a:pt x="3124737" y="2056702"/>
                </a:lnTo>
                <a:lnTo>
                  <a:pt x="3123091" y="2056702"/>
                </a:lnTo>
                <a:lnTo>
                  <a:pt x="3121444" y="2056702"/>
                </a:lnTo>
                <a:lnTo>
                  <a:pt x="3119798" y="2056702"/>
                </a:lnTo>
                <a:lnTo>
                  <a:pt x="3118152" y="2056702"/>
                </a:lnTo>
                <a:lnTo>
                  <a:pt x="3116505" y="2056702"/>
                </a:lnTo>
                <a:lnTo>
                  <a:pt x="3114859" y="2056702"/>
                </a:lnTo>
                <a:lnTo>
                  <a:pt x="3113213" y="2056702"/>
                </a:lnTo>
                <a:lnTo>
                  <a:pt x="3111566" y="2056702"/>
                </a:lnTo>
                <a:lnTo>
                  <a:pt x="3109920" y="2056702"/>
                </a:lnTo>
                <a:lnTo>
                  <a:pt x="3108274" y="2056702"/>
                </a:lnTo>
                <a:lnTo>
                  <a:pt x="3106627" y="2056702"/>
                </a:lnTo>
                <a:lnTo>
                  <a:pt x="3104981" y="2056702"/>
                </a:lnTo>
                <a:lnTo>
                  <a:pt x="3103335" y="2056702"/>
                </a:lnTo>
                <a:lnTo>
                  <a:pt x="3101688" y="2056702"/>
                </a:lnTo>
                <a:lnTo>
                  <a:pt x="3100042" y="2056702"/>
                </a:lnTo>
                <a:lnTo>
                  <a:pt x="3098396" y="2056702"/>
                </a:lnTo>
                <a:lnTo>
                  <a:pt x="3096749" y="2056702"/>
                </a:lnTo>
                <a:lnTo>
                  <a:pt x="3095103" y="2056702"/>
                </a:lnTo>
                <a:lnTo>
                  <a:pt x="3093457" y="2056702"/>
                </a:lnTo>
                <a:lnTo>
                  <a:pt x="3091810" y="2056702"/>
                </a:lnTo>
                <a:lnTo>
                  <a:pt x="3090164" y="2056702"/>
                </a:lnTo>
                <a:lnTo>
                  <a:pt x="3088518" y="2056702"/>
                </a:lnTo>
                <a:lnTo>
                  <a:pt x="3086871" y="2056702"/>
                </a:lnTo>
                <a:lnTo>
                  <a:pt x="3085225" y="2056702"/>
                </a:lnTo>
                <a:lnTo>
                  <a:pt x="3083579" y="2056702"/>
                </a:lnTo>
                <a:lnTo>
                  <a:pt x="3081932" y="2056702"/>
                </a:lnTo>
                <a:lnTo>
                  <a:pt x="3080286" y="2056702"/>
                </a:lnTo>
                <a:lnTo>
                  <a:pt x="3078640" y="2056702"/>
                </a:lnTo>
                <a:lnTo>
                  <a:pt x="3076993" y="2056702"/>
                </a:lnTo>
                <a:lnTo>
                  <a:pt x="3075347" y="2056702"/>
                </a:lnTo>
                <a:lnTo>
                  <a:pt x="3073701" y="2056702"/>
                </a:lnTo>
                <a:lnTo>
                  <a:pt x="3072054" y="2056702"/>
                </a:lnTo>
                <a:lnTo>
                  <a:pt x="3070408" y="2056702"/>
                </a:lnTo>
                <a:lnTo>
                  <a:pt x="3068762" y="2056702"/>
                </a:lnTo>
                <a:lnTo>
                  <a:pt x="3067115" y="2056702"/>
                </a:lnTo>
                <a:lnTo>
                  <a:pt x="3065469" y="2056702"/>
                </a:lnTo>
                <a:lnTo>
                  <a:pt x="3063823" y="2056702"/>
                </a:lnTo>
                <a:lnTo>
                  <a:pt x="3062176" y="2056702"/>
                </a:lnTo>
                <a:lnTo>
                  <a:pt x="3060530" y="2056702"/>
                </a:lnTo>
                <a:lnTo>
                  <a:pt x="3058884" y="2056702"/>
                </a:lnTo>
                <a:lnTo>
                  <a:pt x="3057237" y="2056702"/>
                </a:lnTo>
                <a:lnTo>
                  <a:pt x="3055591" y="2056702"/>
                </a:lnTo>
                <a:lnTo>
                  <a:pt x="3053945" y="2056702"/>
                </a:lnTo>
                <a:lnTo>
                  <a:pt x="3052298" y="2056702"/>
                </a:lnTo>
                <a:lnTo>
                  <a:pt x="3050652" y="2056702"/>
                </a:lnTo>
                <a:lnTo>
                  <a:pt x="3049006" y="2056702"/>
                </a:lnTo>
                <a:lnTo>
                  <a:pt x="3047359" y="2056702"/>
                </a:lnTo>
                <a:lnTo>
                  <a:pt x="3045713" y="2056702"/>
                </a:lnTo>
                <a:lnTo>
                  <a:pt x="3044067" y="2056702"/>
                </a:lnTo>
                <a:lnTo>
                  <a:pt x="3042420" y="2056702"/>
                </a:lnTo>
                <a:lnTo>
                  <a:pt x="3040774" y="2056702"/>
                </a:lnTo>
                <a:lnTo>
                  <a:pt x="3039128" y="2056702"/>
                </a:lnTo>
                <a:lnTo>
                  <a:pt x="3037481" y="2056702"/>
                </a:lnTo>
                <a:lnTo>
                  <a:pt x="3035835" y="2056702"/>
                </a:lnTo>
                <a:lnTo>
                  <a:pt x="3034189" y="2056702"/>
                </a:lnTo>
                <a:lnTo>
                  <a:pt x="3032542" y="2056702"/>
                </a:lnTo>
                <a:lnTo>
                  <a:pt x="3030896" y="2056702"/>
                </a:lnTo>
                <a:lnTo>
                  <a:pt x="3029250" y="2056702"/>
                </a:lnTo>
                <a:lnTo>
                  <a:pt x="3027603" y="2056702"/>
                </a:lnTo>
                <a:lnTo>
                  <a:pt x="3025957" y="2056702"/>
                </a:lnTo>
                <a:lnTo>
                  <a:pt x="3024311" y="2056702"/>
                </a:lnTo>
                <a:lnTo>
                  <a:pt x="3022664" y="2056702"/>
                </a:lnTo>
                <a:lnTo>
                  <a:pt x="3021018" y="2056702"/>
                </a:lnTo>
                <a:lnTo>
                  <a:pt x="3019372" y="2056702"/>
                </a:lnTo>
                <a:lnTo>
                  <a:pt x="3017725" y="2056702"/>
                </a:lnTo>
                <a:lnTo>
                  <a:pt x="3016079" y="2056702"/>
                </a:lnTo>
                <a:lnTo>
                  <a:pt x="3014433" y="2056702"/>
                </a:lnTo>
                <a:lnTo>
                  <a:pt x="3012786" y="2056702"/>
                </a:lnTo>
                <a:lnTo>
                  <a:pt x="3011140" y="2056702"/>
                </a:lnTo>
                <a:lnTo>
                  <a:pt x="3009494" y="2056702"/>
                </a:lnTo>
                <a:lnTo>
                  <a:pt x="3007847" y="2056702"/>
                </a:lnTo>
                <a:lnTo>
                  <a:pt x="3006201" y="2056702"/>
                </a:lnTo>
                <a:lnTo>
                  <a:pt x="3004555" y="2056702"/>
                </a:lnTo>
                <a:lnTo>
                  <a:pt x="3002908" y="2056702"/>
                </a:lnTo>
                <a:lnTo>
                  <a:pt x="3001262" y="2056702"/>
                </a:lnTo>
                <a:lnTo>
                  <a:pt x="2999616" y="2056702"/>
                </a:lnTo>
                <a:lnTo>
                  <a:pt x="2997969" y="2056702"/>
                </a:lnTo>
                <a:lnTo>
                  <a:pt x="2996323" y="2056702"/>
                </a:lnTo>
                <a:lnTo>
                  <a:pt x="2994677" y="2056702"/>
                </a:lnTo>
                <a:lnTo>
                  <a:pt x="2993030" y="2056702"/>
                </a:lnTo>
                <a:lnTo>
                  <a:pt x="2991384" y="2056702"/>
                </a:lnTo>
                <a:lnTo>
                  <a:pt x="2989738" y="2056702"/>
                </a:lnTo>
                <a:lnTo>
                  <a:pt x="2988091" y="2056702"/>
                </a:lnTo>
                <a:lnTo>
                  <a:pt x="2986445" y="2056702"/>
                </a:lnTo>
                <a:lnTo>
                  <a:pt x="2984799" y="2056702"/>
                </a:lnTo>
                <a:lnTo>
                  <a:pt x="2983152" y="2056702"/>
                </a:lnTo>
                <a:lnTo>
                  <a:pt x="2981506" y="2056702"/>
                </a:lnTo>
                <a:lnTo>
                  <a:pt x="2979860" y="2056702"/>
                </a:lnTo>
                <a:lnTo>
                  <a:pt x="2978213" y="2056702"/>
                </a:lnTo>
                <a:lnTo>
                  <a:pt x="2976567" y="2056702"/>
                </a:lnTo>
                <a:lnTo>
                  <a:pt x="2974921" y="2056702"/>
                </a:lnTo>
                <a:lnTo>
                  <a:pt x="2973274" y="2056702"/>
                </a:lnTo>
                <a:lnTo>
                  <a:pt x="2971628" y="2056702"/>
                </a:lnTo>
                <a:lnTo>
                  <a:pt x="2969982" y="2056702"/>
                </a:lnTo>
                <a:lnTo>
                  <a:pt x="2968335" y="2056702"/>
                </a:lnTo>
                <a:lnTo>
                  <a:pt x="2966689" y="2056702"/>
                </a:lnTo>
                <a:lnTo>
                  <a:pt x="2965043" y="2056702"/>
                </a:lnTo>
                <a:lnTo>
                  <a:pt x="2963396" y="2056702"/>
                </a:lnTo>
                <a:lnTo>
                  <a:pt x="2961750" y="2056702"/>
                </a:lnTo>
                <a:lnTo>
                  <a:pt x="2960104" y="2056702"/>
                </a:lnTo>
                <a:lnTo>
                  <a:pt x="2958457" y="2056702"/>
                </a:lnTo>
                <a:lnTo>
                  <a:pt x="2956811" y="2056702"/>
                </a:lnTo>
                <a:lnTo>
                  <a:pt x="2955165" y="2056702"/>
                </a:lnTo>
                <a:lnTo>
                  <a:pt x="2953518" y="2056702"/>
                </a:lnTo>
                <a:lnTo>
                  <a:pt x="2951872" y="2056702"/>
                </a:lnTo>
                <a:lnTo>
                  <a:pt x="2950226" y="2056702"/>
                </a:lnTo>
                <a:lnTo>
                  <a:pt x="2948579" y="2056702"/>
                </a:lnTo>
                <a:lnTo>
                  <a:pt x="2946933" y="2056702"/>
                </a:lnTo>
                <a:lnTo>
                  <a:pt x="2945287" y="2056702"/>
                </a:lnTo>
                <a:lnTo>
                  <a:pt x="2943640" y="2056702"/>
                </a:lnTo>
                <a:lnTo>
                  <a:pt x="2941994" y="2056702"/>
                </a:lnTo>
                <a:lnTo>
                  <a:pt x="2940348" y="2056702"/>
                </a:lnTo>
                <a:lnTo>
                  <a:pt x="2938701" y="2056702"/>
                </a:lnTo>
                <a:lnTo>
                  <a:pt x="2937055" y="2056702"/>
                </a:lnTo>
                <a:lnTo>
                  <a:pt x="2935409" y="2056702"/>
                </a:lnTo>
                <a:lnTo>
                  <a:pt x="2933762" y="2056702"/>
                </a:lnTo>
                <a:lnTo>
                  <a:pt x="2932116" y="2056702"/>
                </a:lnTo>
                <a:lnTo>
                  <a:pt x="2930470" y="2056702"/>
                </a:lnTo>
                <a:lnTo>
                  <a:pt x="2928823" y="2056702"/>
                </a:lnTo>
                <a:lnTo>
                  <a:pt x="2927177" y="2056702"/>
                </a:lnTo>
                <a:lnTo>
                  <a:pt x="2925531" y="2056702"/>
                </a:lnTo>
                <a:lnTo>
                  <a:pt x="2923884" y="2056702"/>
                </a:lnTo>
                <a:lnTo>
                  <a:pt x="2922238" y="2056702"/>
                </a:lnTo>
                <a:lnTo>
                  <a:pt x="2920592" y="2056702"/>
                </a:lnTo>
                <a:lnTo>
                  <a:pt x="2918945" y="2056702"/>
                </a:lnTo>
                <a:lnTo>
                  <a:pt x="2917299" y="2056702"/>
                </a:lnTo>
                <a:lnTo>
                  <a:pt x="2915653" y="2056702"/>
                </a:lnTo>
                <a:lnTo>
                  <a:pt x="2914006" y="2056702"/>
                </a:lnTo>
                <a:lnTo>
                  <a:pt x="2912360" y="2056702"/>
                </a:lnTo>
                <a:lnTo>
                  <a:pt x="2910714" y="2056702"/>
                </a:lnTo>
                <a:lnTo>
                  <a:pt x="2909067" y="2056702"/>
                </a:lnTo>
                <a:lnTo>
                  <a:pt x="2907421" y="2056702"/>
                </a:lnTo>
                <a:lnTo>
                  <a:pt x="2905775" y="2056702"/>
                </a:lnTo>
                <a:lnTo>
                  <a:pt x="2904128" y="2056702"/>
                </a:lnTo>
                <a:lnTo>
                  <a:pt x="2902482" y="2056702"/>
                </a:lnTo>
                <a:lnTo>
                  <a:pt x="2900836" y="2056702"/>
                </a:lnTo>
                <a:lnTo>
                  <a:pt x="2899189" y="2056702"/>
                </a:lnTo>
                <a:lnTo>
                  <a:pt x="2897543" y="2056702"/>
                </a:lnTo>
                <a:lnTo>
                  <a:pt x="2895897" y="2056702"/>
                </a:lnTo>
                <a:lnTo>
                  <a:pt x="2894250" y="2056702"/>
                </a:lnTo>
                <a:lnTo>
                  <a:pt x="2892604" y="2056702"/>
                </a:lnTo>
                <a:lnTo>
                  <a:pt x="2890958" y="2056702"/>
                </a:lnTo>
                <a:lnTo>
                  <a:pt x="2889311" y="2056702"/>
                </a:lnTo>
                <a:lnTo>
                  <a:pt x="2887665" y="2056702"/>
                </a:lnTo>
                <a:lnTo>
                  <a:pt x="2886019" y="2056702"/>
                </a:lnTo>
                <a:lnTo>
                  <a:pt x="2884372" y="2056702"/>
                </a:lnTo>
                <a:lnTo>
                  <a:pt x="2882726" y="2056702"/>
                </a:lnTo>
                <a:lnTo>
                  <a:pt x="2881080" y="2056702"/>
                </a:lnTo>
                <a:lnTo>
                  <a:pt x="2879433" y="2056702"/>
                </a:lnTo>
                <a:lnTo>
                  <a:pt x="2877787" y="2056702"/>
                </a:lnTo>
                <a:lnTo>
                  <a:pt x="2876141" y="2056702"/>
                </a:lnTo>
                <a:lnTo>
                  <a:pt x="2874494" y="2056702"/>
                </a:lnTo>
                <a:lnTo>
                  <a:pt x="2872848" y="2056702"/>
                </a:lnTo>
                <a:lnTo>
                  <a:pt x="2871202" y="2056702"/>
                </a:lnTo>
                <a:lnTo>
                  <a:pt x="2869555" y="2056702"/>
                </a:lnTo>
                <a:lnTo>
                  <a:pt x="2867909" y="2056702"/>
                </a:lnTo>
                <a:lnTo>
                  <a:pt x="2866263" y="2056702"/>
                </a:lnTo>
                <a:lnTo>
                  <a:pt x="2864616" y="2056702"/>
                </a:lnTo>
                <a:lnTo>
                  <a:pt x="2862970" y="2056702"/>
                </a:lnTo>
                <a:lnTo>
                  <a:pt x="2861324" y="2056702"/>
                </a:lnTo>
                <a:lnTo>
                  <a:pt x="2859677" y="2056702"/>
                </a:lnTo>
                <a:lnTo>
                  <a:pt x="2858031" y="2056702"/>
                </a:lnTo>
                <a:lnTo>
                  <a:pt x="2856385" y="2056702"/>
                </a:lnTo>
                <a:lnTo>
                  <a:pt x="2854738" y="2056702"/>
                </a:lnTo>
                <a:lnTo>
                  <a:pt x="2853092" y="2056702"/>
                </a:lnTo>
                <a:lnTo>
                  <a:pt x="2851446" y="2056702"/>
                </a:lnTo>
                <a:lnTo>
                  <a:pt x="2849799" y="2056702"/>
                </a:lnTo>
                <a:lnTo>
                  <a:pt x="2848153" y="2056702"/>
                </a:lnTo>
                <a:lnTo>
                  <a:pt x="2846507" y="2056702"/>
                </a:lnTo>
                <a:lnTo>
                  <a:pt x="2844860" y="2056702"/>
                </a:lnTo>
                <a:lnTo>
                  <a:pt x="2843214" y="2056702"/>
                </a:lnTo>
                <a:lnTo>
                  <a:pt x="2841568" y="2056702"/>
                </a:lnTo>
                <a:lnTo>
                  <a:pt x="2839921" y="2056702"/>
                </a:lnTo>
                <a:lnTo>
                  <a:pt x="2838275" y="2056702"/>
                </a:lnTo>
                <a:lnTo>
                  <a:pt x="2836629" y="2056702"/>
                </a:lnTo>
                <a:lnTo>
                  <a:pt x="2834982" y="2056702"/>
                </a:lnTo>
                <a:lnTo>
                  <a:pt x="2833336" y="2056702"/>
                </a:lnTo>
                <a:lnTo>
                  <a:pt x="2831690" y="2056702"/>
                </a:lnTo>
                <a:lnTo>
                  <a:pt x="2830043" y="2056702"/>
                </a:lnTo>
                <a:lnTo>
                  <a:pt x="2828397" y="2056702"/>
                </a:lnTo>
                <a:lnTo>
                  <a:pt x="2826751" y="2056702"/>
                </a:lnTo>
                <a:lnTo>
                  <a:pt x="2825104" y="2056702"/>
                </a:lnTo>
                <a:lnTo>
                  <a:pt x="2823458" y="2056702"/>
                </a:lnTo>
                <a:lnTo>
                  <a:pt x="2821812" y="2056702"/>
                </a:lnTo>
                <a:lnTo>
                  <a:pt x="2820166" y="2056702"/>
                </a:lnTo>
                <a:lnTo>
                  <a:pt x="2818519" y="2056702"/>
                </a:lnTo>
                <a:lnTo>
                  <a:pt x="2816873" y="2056702"/>
                </a:lnTo>
                <a:lnTo>
                  <a:pt x="2815227" y="2056702"/>
                </a:lnTo>
                <a:lnTo>
                  <a:pt x="2813580" y="2056702"/>
                </a:lnTo>
                <a:lnTo>
                  <a:pt x="2811934" y="2056702"/>
                </a:lnTo>
                <a:lnTo>
                  <a:pt x="2810288" y="2056702"/>
                </a:lnTo>
                <a:lnTo>
                  <a:pt x="2808641" y="2056702"/>
                </a:lnTo>
                <a:lnTo>
                  <a:pt x="2806995" y="2056702"/>
                </a:lnTo>
                <a:lnTo>
                  <a:pt x="2805349" y="2056702"/>
                </a:lnTo>
                <a:lnTo>
                  <a:pt x="2803702" y="2056702"/>
                </a:lnTo>
                <a:lnTo>
                  <a:pt x="2802056" y="2056702"/>
                </a:lnTo>
                <a:lnTo>
                  <a:pt x="2800410" y="2056702"/>
                </a:lnTo>
                <a:lnTo>
                  <a:pt x="2798763" y="2056702"/>
                </a:lnTo>
                <a:lnTo>
                  <a:pt x="2797117" y="2056702"/>
                </a:lnTo>
                <a:lnTo>
                  <a:pt x="2795471" y="2056702"/>
                </a:lnTo>
                <a:lnTo>
                  <a:pt x="2793824" y="2056702"/>
                </a:lnTo>
                <a:lnTo>
                  <a:pt x="2792178" y="2056702"/>
                </a:lnTo>
                <a:lnTo>
                  <a:pt x="2790532" y="2056702"/>
                </a:lnTo>
                <a:lnTo>
                  <a:pt x="2788885" y="2056702"/>
                </a:lnTo>
                <a:lnTo>
                  <a:pt x="2787239" y="2056702"/>
                </a:lnTo>
                <a:lnTo>
                  <a:pt x="2785593" y="2056702"/>
                </a:lnTo>
                <a:lnTo>
                  <a:pt x="2783946" y="2056702"/>
                </a:lnTo>
                <a:lnTo>
                  <a:pt x="2782300" y="2056702"/>
                </a:lnTo>
                <a:lnTo>
                  <a:pt x="2780654" y="2056702"/>
                </a:lnTo>
                <a:lnTo>
                  <a:pt x="2779007" y="2056702"/>
                </a:lnTo>
                <a:lnTo>
                  <a:pt x="2777361" y="2056702"/>
                </a:lnTo>
                <a:lnTo>
                  <a:pt x="2775715" y="2056702"/>
                </a:lnTo>
                <a:lnTo>
                  <a:pt x="2774068" y="2056702"/>
                </a:lnTo>
                <a:lnTo>
                  <a:pt x="2772422" y="2056702"/>
                </a:lnTo>
                <a:lnTo>
                  <a:pt x="2770776" y="2056702"/>
                </a:lnTo>
                <a:lnTo>
                  <a:pt x="2769129" y="2056702"/>
                </a:lnTo>
                <a:lnTo>
                  <a:pt x="2767483" y="2056702"/>
                </a:lnTo>
                <a:lnTo>
                  <a:pt x="2765837" y="2056702"/>
                </a:lnTo>
                <a:lnTo>
                  <a:pt x="2764190" y="2056702"/>
                </a:lnTo>
                <a:lnTo>
                  <a:pt x="2762544" y="2056702"/>
                </a:lnTo>
                <a:lnTo>
                  <a:pt x="2760898" y="2056702"/>
                </a:lnTo>
                <a:lnTo>
                  <a:pt x="2759251" y="2056702"/>
                </a:lnTo>
                <a:lnTo>
                  <a:pt x="2757605" y="2056702"/>
                </a:lnTo>
                <a:lnTo>
                  <a:pt x="2755959" y="2056702"/>
                </a:lnTo>
                <a:lnTo>
                  <a:pt x="2754312" y="2056702"/>
                </a:lnTo>
                <a:lnTo>
                  <a:pt x="2752666" y="2056702"/>
                </a:lnTo>
                <a:lnTo>
                  <a:pt x="2751020" y="2056702"/>
                </a:lnTo>
                <a:lnTo>
                  <a:pt x="2749373" y="2056702"/>
                </a:lnTo>
                <a:lnTo>
                  <a:pt x="2747727" y="2056702"/>
                </a:lnTo>
                <a:lnTo>
                  <a:pt x="2746081" y="2056702"/>
                </a:lnTo>
                <a:lnTo>
                  <a:pt x="2744434" y="2056702"/>
                </a:lnTo>
                <a:lnTo>
                  <a:pt x="2742788" y="2056702"/>
                </a:lnTo>
                <a:lnTo>
                  <a:pt x="2741142" y="2056702"/>
                </a:lnTo>
                <a:lnTo>
                  <a:pt x="2739495" y="2056702"/>
                </a:lnTo>
                <a:lnTo>
                  <a:pt x="2737849" y="2056702"/>
                </a:lnTo>
                <a:lnTo>
                  <a:pt x="2736203" y="2056702"/>
                </a:lnTo>
                <a:lnTo>
                  <a:pt x="2734556" y="2056702"/>
                </a:lnTo>
                <a:lnTo>
                  <a:pt x="2732910" y="2056702"/>
                </a:lnTo>
                <a:lnTo>
                  <a:pt x="2731264" y="2056702"/>
                </a:lnTo>
                <a:lnTo>
                  <a:pt x="2729617" y="2056702"/>
                </a:lnTo>
                <a:lnTo>
                  <a:pt x="2727971" y="2056702"/>
                </a:lnTo>
                <a:lnTo>
                  <a:pt x="2726325" y="2056702"/>
                </a:lnTo>
                <a:lnTo>
                  <a:pt x="2724678" y="2056702"/>
                </a:lnTo>
                <a:lnTo>
                  <a:pt x="2723032" y="2056702"/>
                </a:lnTo>
                <a:lnTo>
                  <a:pt x="2721386" y="2056702"/>
                </a:lnTo>
                <a:lnTo>
                  <a:pt x="2719739" y="2056702"/>
                </a:lnTo>
                <a:lnTo>
                  <a:pt x="2718093" y="2056702"/>
                </a:lnTo>
                <a:lnTo>
                  <a:pt x="2716447" y="2056702"/>
                </a:lnTo>
                <a:lnTo>
                  <a:pt x="2714800" y="2056702"/>
                </a:lnTo>
                <a:lnTo>
                  <a:pt x="2713154" y="2056702"/>
                </a:lnTo>
                <a:lnTo>
                  <a:pt x="2711508" y="2056702"/>
                </a:lnTo>
                <a:lnTo>
                  <a:pt x="2709861" y="2056702"/>
                </a:lnTo>
                <a:lnTo>
                  <a:pt x="2708215" y="2056702"/>
                </a:lnTo>
                <a:lnTo>
                  <a:pt x="2706569" y="2056702"/>
                </a:lnTo>
                <a:lnTo>
                  <a:pt x="2704922" y="2056702"/>
                </a:lnTo>
                <a:lnTo>
                  <a:pt x="2703276" y="2056702"/>
                </a:lnTo>
                <a:lnTo>
                  <a:pt x="2701630" y="2056702"/>
                </a:lnTo>
                <a:lnTo>
                  <a:pt x="2699983" y="2056702"/>
                </a:lnTo>
                <a:lnTo>
                  <a:pt x="2698337" y="2056702"/>
                </a:lnTo>
                <a:lnTo>
                  <a:pt x="2696691" y="2056702"/>
                </a:lnTo>
                <a:lnTo>
                  <a:pt x="2695044" y="2056702"/>
                </a:lnTo>
                <a:lnTo>
                  <a:pt x="2693398" y="2056702"/>
                </a:lnTo>
                <a:lnTo>
                  <a:pt x="2691752" y="2056702"/>
                </a:lnTo>
                <a:lnTo>
                  <a:pt x="2690105" y="2056702"/>
                </a:lnTo>
                <a:lnTo>
                  <a:pt x="2688459" y="2056702"/>
                </a:lnTo>
                <a:lnTo>
                  <a:pt x="2686813" y="2056702"/>
                </a:lnTo>
                <a:lnTo>
                  <a:pt x="2685166" y="2056702"/>
                </a:lnTo>
                <a:lnTo>
                  <a:pt x="2683520" y="2056702"/>
                </a:lnTo>
                <a:lnTo>
                  <a:pt x="2681874" y="2056702"/>
                </a:lnTo>
                <a:lnTo>
                  <a:pt x="2680227" y="2056702"/>
                </a:lnTo>
                <a:lnTo>
                  <a:pt x="2678581" y="2056702"/>
                </a:lnTo>
                <a:lnTo>
                  <a:pt x="2676935" y="2056702"/>
                </a:lnTo>
                <a:lnTo>
                  <a:pt x="2675288" y="2056702"/>
                </a:lnTo>
                <a:lnTo>
                  <a:pt x="2673642" y="2056702"/>
                </a:lnTo>
                <a:lnTo>
                  <a:pt x="2671996" y="2056702"/>
                </a:lnTo>
                <a:lnTo>
                  <a:pt x="2670349" y="2056702"/>
                </a:lnTo>
                <a:lnTo>
                  <a:pt x="2668703" y="2056702"/>
                </a:lnTo>
                <a:lnTo>
                  <a:pt x="2667057" y="2056702"/>
                </a:lnTo>
                <a:lnTo>
                  <a:pt x="2665410" y="2056702"/>
                </a:lnTo>
                <a:lnTo>
                  <a:pt x="2663764" y="2056702"/>
                </a:lnTo>
                <a:lnTo>
                  <a:pt x="2662118" y="2056702"/>
                </a:lnTo>
                <a:lnTo>
                  <a:pt x="2660471" y="2056702"/>
                </a:lnTo>
                <a:lnTo>
                  <a:pt x="2658825" y="2056702"/>
                </a:lnTo>
                <a:lnTo>
                  <a:pt x="2657179" y="2056702"/>
                </a:lnTo>
                <a:lnTo>
                  <a:pt x="2655532" y="2056702"/>
                </a:lnTo>
                <a:lnTo>
                  <a:pt x="2653886" y="2056702"/>
                </a:lnTo>
                <a:lnTo>
                  <a:pt x="2652240" y="2056702"/>
                </a:lnTo>
                <a:lnTo>
                  <a:pt x="2650593" y="2056702"/>
                </a:lnTo>
                <a:lnTo>
                  <a:pt x="2648947" y="2056702"/>
                </a:lnTo>
                <a:lnTo>
                  <a:pt x="2647301" y="2056702"/>
                </a:lnTo>
                <a:lnTo>
                  <a:pt x="2645654" y="2056702"/>
                </a:lnTo>
                <a:lnTo>
                  <a:pt x="2644008" y="2056702"/>
                </a:lnTo>
                <a:lnTo>
                  <a:pt x="2642362" y="2056702"/>
                </a:lnTo>
                <a:lnTo>
                  <a:pt x="2640715" y="2056702"/>
                </a:lnTo>
                <a:lnTo>
                  <a:pt x="2639069" y="2056702"/>
                </a:lnTo>
                <a:lnTo>
                  <a:pt x="2637423" y="2056702"/>
                </a:lnTo>
                <a:lnTo>
                  <a:pt x="2635776" y="2056702"/>
                </a:lnTo>
                <a:lnTo>
                  <a:pt x="2634130" y="2056702"/>
                </a:lnTo>
                <a:lnTo>
                  <a:pt x="2632484" y="2056702"/>
                </a:lnTo>
                <a:lnTo>
                  <a:pt x="2630837" y="2056702"/>
                </a:lnTo>
                <a:lnTo>
                  <a:pt x="2629191" y="2056702"/>
                </a:lnTo>
                <a:lnTo>
                  <a:pt x="2627545" y="2056702"/>
                </a:lnTo>
                <a:lnTo>
                  <a:pt x="2625898" y="2056702"/>
                </a:lnTo>
                <a:lnTo>
                  <a:pt x="2624252" y="2056702"/>
                </a:lnTo>
                <a:lnTo>
                  <a:pt x="2622606" y="2056702"/>
                </a:lnTo>
                <a:lnTo>
                  <a:pt x="2620959" y="2056702"/>
                </a:lnTo>
                <a:lnTo>
                  <a:pt x="2619313" y="2056702"/>
                </a:lnTo>
                <a:lnTo>
                  <a:pt x="2617667" y="2056702"/>
                </a:lnTo>
                <a:lnTo>
                  <a:pt x="2616020" y="2056702"/>
                </a:lnTo>
                <a:lnTo>
                  <a:pt x="2614374" y="2056702"/>
                </a:lnTo>
                <a:lnTo>
                  <a:pt x="2612728" y="2056702"/>
                </a:lnTo>
                <a:lnTo>
                  <a:pt x="2611081" y="2056702"/>
                </a:lnTo>
                <a:lnTo>
                  <a:pt x="2609435" y="2056702"/>
                </a:lnTo>
                <a:lnTo>
                  <a:pt x="2607789" y="2056702"/>
                </a:lnTo>
                <a:lnTo>
                  <a:pt x="2606142" y="2056702"/>
                </a:lnTo>
                <a:lnTo>
                  <a:pt x="2604496" y="2056702"/>
                </a:lnTo>
                <a:lnTo>
                  <a:pt x="2602850" y="2056702"/>
                </a:lnTo>
                <a:lnTo>
                  <a:pt x="2601203" y="2056702"/>
                </a:lnTo>
                <a:lnTo>
                  <a:pt x="2599557" y="2056702"/>
                </a:lnTo>
                <a:lnTo>
                  <a:pt x="2597911" y="2056702"/>
                </a:lnTo>
                <a:lnTo>
                  <a:pt x="2596264" y="2056702"/>
                </a:lnTo>
                <a:lnTo>
                  <a:pt x="2594618" y="2056702"/>
                </a:lnTo>
                <a:lnTo>
                  <a:pt x="2592972" y="2056702"/>
                </a:lnTo>
                <a:lnTo>
                  <a:pt x="2591325" y="2056702"/>
                </a:lnTo>
                <a:lnTo>
                  <a:pt x="2589679" y="2056702"/>
                </a:lnTo>
                <a:lnTo>
                  <a:pt x="2588033" y="2056702"/>
                </a:lnTo>
                <a:lnTo>
                  <a:pt x="2586386" y="2056702"/>
                </a:lnTo>
                <a:lnTo>
                  <a:pt x="2584740" y="2056702"/>
                </a:lnTo>
                <a:lnTo>
                  <a:pt x="2583094" y="2056702"/>
                </a:lnTo>
                <a:lnTo>
                  <a:pt x="2581447" y="2056702"/>
                </a:lnTo>
                <a:lnTo>
                  <a:pt x="2579801" y="2056702"/>
                </a:lnTo>
                <a:lnTo>
                  <a:pt x="2578155" y="2056702"/>
                </a:lnTo>
                <a:lnTo>
                  <a:pt x="2576508" y="2056702"/>
                </a:lnTo>
                <a:lnTo>
                  <a:pt x="2574862" y="2056702"/>
                </a:lnTo>
                <a:lnTo>
                  <a:pt x="2573216" y="2056702"/>
                </a:lnTo>
                <a:lnTo>
                  <a:pt x="2571569" y="2056702"/>
                </a:lnTo>
                <a:lnTo>
                  <a:pt x="2569923" y="2056702"/>
                </a:lnTo>
                <a:lnTo>
                  <a:pt x="2568277" y="2056702"/>
                </a:lnTo>
                <a:lnTo>
                  <a:pt x="2566630" y="2056702"/>
                </a:lnTo>
                <a:lnTo>
                  <a:pt x="2564984" y="2056702"/>
                </a:lnTo>
                <a:lnTo>
                  <a:pt x="2563338" y="2056702"/>
                </a:lnTo>
                <a:lnTo>
                  <a:pt x="2561691" y="2056702"/>
                </a:lnTo>
                <a:lnTo>
                  <a:pt x="2560045" y="2056702"/>
                </a:lnTo>
                <a:lnTo>
                  <a:pt x="2558399" y="2056702"/>
                </a:lnTo>
                <a:lnTo>
                  <a:pt x="2556752" y="2056702"/>
                </a:lnTo>
                <a:lnTo>
                  <a:pt x="2555106" y="2056702"/>
                </a:lnTo>
                <a:lnTo>
                  <a:pt x="2553460" y="2056702"/>
                </a:lnTo>
                <a:lnTo>
                  <a:pt x="2551813" y="2056702"/>
                </a:lnTo>
                <a:lnTo>
                  <a:pt x="2550167" y="2056702"/>
                </a:lnTo>
                <a:lnTo>
                  <a:pt x="2548521" y="2056702"/>
                </a:lnTo>
                <a:lnTo>
                  <a:pt x="2546874" y="2056702"/>
                </a:lnTo>
                <a:lnTo>
                  <a:pt x="2545228" y="2056702"/>
                </a:lnTo>
                <a:lnTo>
                  <a:pt x="2543582" y="2056702"/>
                </a:lnTo>
                <a:lnTo>
                  <a:pt x="2541935" y="2056702"/>
                </a:lnTo>
                <a:lnTo>
                  <a:pt x="2540289" y="2056702"/>
                </a:lnTo>
                <a:lnTo>
                  <a:pt x="2538643" y="2056702"/>
                </a:lnTo>
                <a:lnTo>
                  <a:pt x="2536996" y="2056702"/>
                </a:lnTo>
                <a:lnTo>
                  <a:pt x="2535350" y="2056702"/>
                </a:lnTo>
                <a:lnTo>
                  <a:pt x="2533704" y="2056702"/>
                </a:lnTo>
                <a:lnTo>
                  <a:pt x="2532057" y="2056702"/>
                </a:lnTo>
                <a:lnTo>
                  <a:pt x="2530411" y="2056702"/>
                </a:lnTo>
                <a:lnTo>
                  <a:pt x="2528765" y="2056702"/>
                </a:lnTo>
                <a:lnTo>
                  <a:pt x="2527118" y="2056702"/>
                </a:lnTo>
                <a:lnTo>
                  <a:pt x="2525472" y="2056702"/>
                </a:lnTo>
                <a:lnTo>
                  <a:pt x="2523826" y="2056702"/>
                </a:lnTo>
                <a:lnTo>
                  <a:pt x="2522179" y="2056702"/>
                </a:lnTo>
                <a:lnTo>
                  <a:pt x="2520533" y="2056702"/>
                </a:lnTo>
                <a:lnTo>
                  <a:pt x="2518887" y="2056702"/>
                </a:lnTo>
                <a:lnTo>
                  <a:pt x="2517240" y="2056702"/>
                </a:lnTo>
                <a:lnTo>
                  <a:pt x="2515594" y="2056702"/>
                </a:lnTo>
                <a:lnTo>
                  <a:pt x="2513948" y="2056702"/>
                </a:lnTo>
                <a:lnTo>
                  <a:pt x="2512301" y="2056702"/>
                </a:lnTo>
                <a:lnTo>
                  <a:pt x="2510655" y="2056702"/>
                </a:lnTo>
                <a:lnTo>
                  <a:pt x="2509009" y="2056702"/>
                </a:lnTo>
                <a:lnTo>
                  <a:pt x="2507363" y="2056702"/>
                </a:lnTo>
                <a:lnTo>
                  <a:pt x="2505716" y="2056702"/>
                </a:lnTo>
                <a:lnTo>
                  <a:pt x="2504070" y="2056702"/>
                </a:lnTo>
                <a:lnTo>
                  <a:pt x="2502424" y="2056702"/>
                </a:lnTo>
                <a:lnTo>
                  <a:pt x="2500777" y="2056702"/>
                </a:lnTo>
                <a:lnTo>
                  <a:pt x="2499131" y="2056702"/>
                </a:lnTo>
                <a:lnTo>
                  <a:pt x="2497485" y="2056702"/>
                </a:lnTo>
                <a:lnTo>
                  <a:pt x="2495838" y="2056702"/>
                </a:lnTo>
                <a:lnTo>
                  <a:pt x="2494192" y="2056702"/>
                </a:lnTo>
                <a:lnTo>
                  <a:pt x="2492546" y="2056702"/>
                </a:lnTo>
                <a:lnTo>
                  <a:pt x="2490899" y="2056702"/>
                </a:lnTo>
                <a:lnTo>
                  <a:pt x="2489253" y="2056702"/>
                </a:lnTo>
                <a:lnTo>
                  <a:pt x="2487607" y="2056702"/>
                </a:lnTo>
                <a:lnTo>
                  <a:pt x="2485960" y="2056702"/>
                </a:lnTo>
                <a:lnTo>
                  <a:pt x="2484314" y="2056702"/>
                </a:lnTo>
                <a:lnTo>
                  <a:pt x="2482668" y="2056702"/>
                </a:lnTo>
                <a:lnTo>
                  <a:pt x="2481021" y="2056702"/>
                </a:lnTo>
                <a:lnTo>
                  <a:pt x="2479375" y="2056702"/>
                </a:lnTo>
                <a:lnTo>
                  <a:pt x="2477729" y="2056702"/>
                </a:lnTo>
                <a:lnTo>
                  <a:pt x="2476082" y="2056702"/>
                </a:lnTo>
                <a:lnTo>
                  <a:pt x="2474436" y="2056702"/>
                </a:lnTo>
                <a:lnTo>
                  <a:pt x="2472790" y="2056702"/>
                </a:lnTo>
                <a:lnTo>
                  <a:pt x="2471143" y="2056702"/>
                </a:lnTo>
                <a:lnTo>
                  <a:pt x="2469497" y="2056702"/>
                </a:lnTo>
                <a:lnTo>
                  <a:pt x="2467851" y="2056702"/>
                </a:lnTo>
                <a:lnTo>
                  <a:pt x="2466204" y="2056702"/>
                </a:lnTo>
                <a:lnTo>
                  <a:pt x="2464558" y="2056702"/>
                </a:lnTo>
                <a:lnTo>
                  <a:pt x="2462912" y="2056702"/>
                </a:lnTo>
                <a:lnTo>
                  <a:pt x="2461265" y="2056702"/>
                </a:lnTo>
                <a:lnTo>
                  <a:pt x="2459619" y="2056702"/>
                </a:lnTo>
                <a:lnTo>
                  <a:pt x="2457973" y="2056702"/>
                </a:lnTo>
                <a:lnTo>
                  <a:pt x="2456326" y="2056702"/>
                </a:lnTo>
                <a:lnTo>
                  <a:pt x="2454680" y="2056702"/>
                </a:lnTo>
                <a:lnTo>
                  <a:pt x="2453034" y="2056702"/>
                </a:lnTo>
                <a:lnTo>
                  <a:pt x="2451387" y="2056702"/>
                </a:lnTo>
                <a:lnTo>
                  <a:pt x="2449741" y="2056702"/>
                </a:lnTo>
                <a:lnTo>
                  <a:pt x="2448095" y="2056702"/>
                </a:lnTo>
                <a:lnTo>
                  <a:pt x="2446448" y="2056702"/>
                </a:lnTo>
                <a:lnTo>
                  <a:pt x="2444802" y="2056702"/>
                </a:lnTo>
                <a:lnTo>
                  <a:pt x="2443156" y="2056702"/>
                </a:lnTo>
                <a:lnTo>
                  <a:pt x="2441509" y="2056702"/>
                </a:lnTo>
                <a:lnTo>
                  <a:pt x="2439863" y="2056702"/>
                </a:lnTo>
                <a:lnTo>
                  <a:pt x="2438217" y="2056702"/>
                </a:lnTo>
                <a:lnTo>
                  <a:pt x="2436570" y="2056702"/>
                </a:lnTo>
                <a:lnTo>
                  <a:pt x="2434924" y="2056702"/>
                </a:lnTo>
                <a:lnTo>
                  <a:pt x="2433278" y="2056702"/>
                </a:lnTo>
                <a:lnTo>
                  <a:pt x="2431631" y="2056702"/>
                </a:lnTo>
                <a:lnTo>
                  <a:pt x="2429985" y="2056702"/>
                </a:lnTo>
                <a:lnTo>
                  <a:pt x="2428339" y="2056702"/>
                </a:lnTo>
                <a:lnTo>
                  <a:pt x="2426692" y="2056702"/>
                </a:lnTo>
                <a:lnTo>
                  <a:pt x="2425046" y="2056702"/>
                </a:lnTo>
                <a:lnTo>
                  <a:pt x="2423400" y="2056702"/>
                </a:lnTo>
                <a:lnTo>
                  <a:pt x="2421753" y="2056702"/>
                </a:lnTo>
                <a:lnTo>
                  <a:pt x="2420107" y="2056702"/>
                </a:lnTo>
                <a:lnTo>
                  <a:pt x="2418461" y="2056702"/>
                </a:lnTo>
                <a:lnTo>
                  <a:pt x="2416814" y="2056702"/>
                </a:lnTo>
                <a:lnTo>
                  <a:pt x="2415168" y="2056702"/>
                </a:lnTo>
                <a:lnTo>
                  <a:pt x="2413522" y="2056702"/>
                </a:lnTo>
                <a:lnTo>
                  <a:pt x="2411875" y="2056702"/>
                </a:lnTo>
                <a:lnTo>
                  <a:pt x="2410229" y="2056702"/>
                </a:lnTo>
                <a:lnTo>
                  <a:pt x="2408583" y="2056702"/>
                </a:lnTo>
                <a:lnTo>
                  <a:pt x="2406936" y="2056702"/>
                </a:lnTo>
                <a:lnTo>
                  <a:pt x="2405290" y="2056702"/>
                </a:lnTo>
                <a:lnTo>
                  <a:pt x="2403644" y="2056702"/>
                </a:lnTo>
                <a:lnTo>
                  <a:pt x="2401997" y="2056702"/>
                </a:lnTo>
                <a:lnTo>
                  <a:pt x="2400351" y="2056702"/>
                </a:lnTo>
                <a:lnTo>
                  <a:pt x="2398705" y="2056702"/>
                </a:lnTo>
                <a:lnTo>
                  <a:pt x="2397058" y="2056702"/>
                </a:lnTo>
                <a:lnTo>
                  <a:pt x="2395412" y="2056702"/>
                </a:lnTo>
                <a:lnTo>
                  <a:pt x="2393766" y="2056702"/>
                </a:lnTo>
                <a:lnTo>
                  <a:pt x="2392119" y="2056702"/>
                </a:lnTo>
                <a:lnTo>
                  <a:pt x="2390473" y="2056702"/>
                </a:lnTo>
                <a:lnTo>
                  <a:pt x="2388827" y="2056702"/>
                </a:lnTo>
                <a:lnTo>
                  <a:pt x="2387180" y="2056702"/>
                </a:lnTo>
                <a:lnTo>
                  <a:pt x="2385534" y="2056702"/>
                </a:lnTo>
                <a:lnTo>
                  <a:pt x="2383888" y="2056702"/>
                </a:lnTo>
                <a:lnTo>
                  <a:pt x="2382241" y="2056702"/>
                </a:lnTo>
                <a:lnTo>
                  <a:pt x="2380595" y="2056702"/>
                </a:lnTo>
                <a:lnTo>
                  <a:pt x="2378949" y="2056702"/>
                </a:lnTo>
                <a:lnTo>
                  <a:pt x="2377302" y="2056702"/>
                </a:lnTo>
                <a:lnTo>
                  <a:pt x="2375656" y="2056702"/>
                </a:lnTo>
                <a:lnTo>
                  <a:pt x="2374010" y="2056702"/>
                </a:lnTo>
                <a:lnTo>
                  <a:pt x="2372363" y="2056702"/>
                </a:lnTo>
                <a:lnTo>
                  <a:pt x="2370717" y="2056702"/>
                </a:lnTo>
                <a:lnTo>
                  <a:pt x="2369071" y="2056702"/>
                </a:lnTo>
                <a:lnTo>
                  <a:pt x="2367424" y="2056702"/>
                </a:lnTo>
                <a:lnTo>
                  <a:pt x="2365778" y="2056702"/>
                </a:lnTo>
                <a:lnTo>
                  <a:pt x="2364132" y="2056702"/>
                </a:lnTo>
                <a:lnTo>
                  <a:pt x="2362485" y="2056702"/>
                </a:lnTo>
                <a:lnTo>
                  <a:pt x="2360839" y="2056702"/>
                </a:lnTo>
                <a:lnTo>
                  <a:pt x="2359193" y="2056702"/>
                </a:lnTo>
                <a:lnTo>
                  <a:pt x="2357546" y="2056702"/>
                </a:lnTo>
                <a:lnTo>
                  <a:pt x="2355900" y="2056702"/>
                </a:lnTo>
                <a:lnTo>
                  <a:pt x="2354254" y="2056702"/>
                </a:lnTo>
                <a:lnTo>
                  <a:pt x="2352607" y="2056702"/>
                </a:lnTo>
                <a:lnTo>
                  <a:pt x="2350961" y="2056702"/>
                </a:lnTo>
                <a:lnTo>
                  <a:pt x="2349315" y="2056702"/>
                </a:lnTo>
                <a:lnTo>
                  <a:pt x="2347668" y="2056702"/>
                </a:lnTo>
                <a:lnTo>
                  <a:pt x="2346022" y="2056702"/>
                </a:lnTo>
                <a:lnTo>
                  <a:pt x="2344376" y="2056702"/>
                </a:lnTo>
                <a:lnTo>
                  <a:pt x="2342729" y="2056702"/>
                </a:lnTo>
                <a:lnTo>
                  <a:pt x="2341083" y="2056702"/>
                </a:lnTo>
                <a:lnTo>
                  <a:pt x="2339437" y="2056702"/>
                </a:lnTo>
                <a:lnTo>
                  <a:pt x="2337790" y="2056702"/>
                </a:lnTo>
                <a:lnTo>
                  <a:pt x="2336144" y="2056702"/>
                </a:lnTo>
                <a:lnTo>
                  <a:pt x="2334498" y="2056702"/>
                </a:lnTo>
                <a:lnTo>
                  <a:pt x="2332851" y="2056702"/>
                </a:lnTo>
                <a:lnTo>
                  <a:pt x="2331205" y="2056702"/>
                </a:lnTo>
                <a:lnTo>
                  <a:pt x="2329559" y="2056702"/>
                </a:lnTo>
                <a:lnTo>
                  <a:pt x="2327912" y="2056702"/>
                </a:lnTo>
                <a:lnTo>
                  <a:pt x="2326266" y="2056702"/>
                </a:lnTo>
                <a:lnTo>
                  <a:pt x="2324620" y="2056702"/>
                </a:lnTo>
                <a:lnTo>
                  <a:pt x="2322973" y="2056702"/>
                </a:lnTo>
                <a:lnTo>
                  <a:pt x="2321327" y="2056702"/>
                </a:lnTo>
                <a:lnTo>
                  <a:pt x="2319681" y="2056702"/>
                </a:lnTo>
                <a:lnTo>
                  <a:pt x="2318034" y="2056702"/>
                </a:lnTo>
                <a:lnTo>
                  <a:pt x="2316388" y="2056702"/>
                </a:lnTo>
                <a:lnTo>
                  <a:pt x="2314742" y="2056702"/>
                </a:lnTo>
                <a:lnTo>
                  <a:pt x="2313095" y="2056702"/>
                </a:lnTo>
                <a:lnTo>
                  <a:pt x="2311449" y="2056702"/>
                </a:lnTo>
                <a:lnTo>
                  <a:pt x="2309803" y="2056702"/>
                </a:lnTo>
                <a:lnTo>
                  <a:pt x="2308156" y="2056702"/>
                </a:lnTo>
                <a:lnTo>
                  <a:pt x="2306510" y="2056702"/>
                </a:lnTo>
                <a:lnTo>
                  <a:pt x="2304864" y="2056702"/>
                </a:lnTo>
                <a:lnTo>
                  <a:pt x="2303217" y="2056702"/>
                </a:lnTo>
                <a:lnTo>
                  <a:pt x="2301571" y="2056702"/>
                </a:lnTo>
                <a:lnTo>
                  <a:pt x="2299925" y="2056702"/>
                </a:lnTo>
                <a:lnTo>
                  <a:pt x="2298278" y="2056702"/>
                </a:lnTo>
                <a:lnTo>
                  <a:pt x="2296632" y="2056702"/>
                </a:lnTo>
                <a:lnTo>
                  <a:pt x="2294986" y="2056702"/>
                </a:lnTo>
                <a:lnTo>
                  <a:pt x="2293339" y="2056702"/>
                </a:lnTo>
                <a:lnTo>
                  <a:pt x="2291693" y="2056702"/>
                </a:lnTo>
                <a:lnTo>
                  <a:pt x="2290047" y="2056702"/>
                </a:lnTo>
                <a:lnTo>
                  <a:pt x="2288400" y="2056702"/>
                </a:lnTo>
                <a:lnTo>
                  <a:pt x="2286754" y="2056702"/>
                </a:lnTo>
                <a:lnTo>
                  <a:pt x="2285108" y="2056702"/>
                </a:lnTo>
                <a:lnTo>
                  <a:pt x="2283461" y="2056702"/>
                </a:lnTo>
                <a:lnTo>
                  <a:pt x="2281815" y="2056702"/>
                </a:lnTo>
                <a:lnTo>
                  <a:pt x="2280169" y="2056702"/>
                </a:lnTo>
                <a:lnTo>
                  <a:pt x="2278522" y="2056702"/>
                </a:lnTo>
                <a:lnTo>
                  <a:pt x="2276876" y="2056702"/>
                </a:lnTo>
                <a:lnTo>
                  <a:pt x="2275230" y="2056702"/>
                </a:lnTo>
                <a:lnTo>
                  <a:pt x="2273583" y="2056702"/>
                </a:lnTo>
                <a:lnTo>
                  <a:pt x="2271937" y="2056702"/>
                </a:lnTo>
                <a:lnTo>
                  <a:pt x="2270291" y="2056702"/>
                </a:lnTo>
                <a:lnTo>
                  <a:pt x="2268644" y="2056702"/>
                </a:lnTo>
                <a:lnTo>
                  <a:pt x="2266998" y="2056702"/>
                </a:lnTo>
                <a:lnTo>
                  <a:pt x="2265352" y="2056702"/>
                </a:lnTo>
                <a:lnTo>
                  <a:pt x="2263705" y="2056702"/>
                </a:lnTo>
                <a:lnTo>
                  <a:pt x="2262059" y="2056702"/>
                </a:lnTo>
                <a:lnTo>
                  <a:pt x="2260413" y="2056702"/>
                </a:lnTo>
                <a:lnTo>
                  <a:pt x="2258766" y="2056702"/>
                </a:lnTo>
                <a:lnTo>
                  <a:pt x="2257120" y="2056702"/>
                </a:lnTo>
                <a:lnTo>
                  <a:pt x="2255474" y="2056702"/>
                </a:lnTo>
                <a:lnTo>
                  <a:pt x="2253827" y="2056702"/>
                </a:lnTo>
                <a:lnTo>
                  <a:pt x="2252181" y="2056702"/>
                </a:lnTo>
                <a:lnTo>
                  <a:pt x="2250535" y="2056702"/>
                </a:lnTo>
                <a:lnTo>
                  <a:pt x="2248888" y="2056702"/>
                </a:lnTo>
                <a:lnTo>
                  <a:pt x="2247242" y="2056702"/>
                </a:lnTo>
                <a:lnTo>
                  <a:pt x="2245596" y="2056702"/>
                </a:lnTo>
                <a:lnTo>
                  <a:pt x="2243949" y="2056702"/>
                </a:lnTo>
                <a:lnTo>
                  <a:pt x="2242303" y="2056702"/>
                </a:lnTo>
                <a:lnTo>
                  <a:pt x="2240657" y="2056702"/>
                </a:lnTo>
                <a:lnTo>
                  <a:pt x="2239010" y="2056702"/>
                </a:lnTo>
                <a:lnTo>
                  <a:pt x="2237364" y="2056702"/>
                </a:lnTo>
                <a:lnTo>
                  <a:pt x="2235718" y="2056702"/>
                </a:lnTo>
                <a:lnTo>
                  <a:pt x="2234071" y="2056702"/>
                </a:lnTo>
                <a:lnTo>
                  <a:pt x="2232425" y="2056702"/>
                </a:lnTo>
                <a:lnTo>
                  <a:pt x="2230779" y="2056702"/>
                </a:lnTo>
                <a:lnTo>
                  <a:pt x="2229132" y="2056702"/>
                </a:lnTo>
                <a:lnTo>
                  <a:pt x="2227486" y="2056702"/>
                </a:lnTo>
                <a:lnTo>
                  <a:pt x="2225840" y="2056702"/>
                </a:lnTo>
                <a:lnTo>
                  <a:pt x="2224193" y="2056702"/>
                </a:lnTo>
                <a:lnTo>
                  <a:pt x="2222547" y="2056702"/>
                </a:lnTo>
                <a:lnTo>
                  <a:pt x="2220901" y="2056702"/>
                </a:lnTo>
                <a:lnTo>
                  <a:pt x="2219254" y="2056702"/>
                </a:lnTo>
                <a:lnTo>
                  <a:pt x="2217608" y="2056702"/>
                </a:lnTo>
                <a:lnTo>
                  <a:pt x="2215962" y="2056702"/>
                </a:lnTo>
                <a:lnTo>
                  <a:pt x="2214315" y="2056702"/>
                </a:lnTo>
                <a:lnTo>
                  <a:pt x="2212669" y="2056702"/>
                </a:lnTo>
                <a:lnTo>
                  <a:pt x="2211023" y="2056702"/>
                </a:lnTo>
                <a:lnTo>
                  <a:pt x="2209376" y="2056702"/>
                </a:lnTo>
                <a:lnTo>
                  <a:pt x="2207730" y="2056702"/>
                </a:lnTo>
                <a:lnTo>
                  <a:pt x="2206084" y="2056702"/>
                </a:lnTo>
                <a:lnTo>
                  <a:pt x="2204437" y="2056702"/>
                </a:lnTo>
                <a:lnTo>
                  <a:pt x="2202791" y="2056702"/>
                </a:lnTo>
                <a:lnTo>
                  <a:pt x="2201145" y="2056702"/>
                </a:lnTo>
                <a:lnTo>
                  <a:pt x="2199498" y="2056702"/>
                </a:lnTo>
                <a:lnTo>
                  <a:pt x="2197852" y="2056702"/>
                </a:lnTo>
                <a:lnTo>
                  <a:pt x="2196206" y="2056702"/>
                </a:lnTo>
                <a:lnTo>
                  <a:pt x="2194560" y="2056702"/>
                </a:lnTo>
                <a:lnTo>
                  <a:pt x="2192913" y="2056702"/>
                </a:lnTo>
                <a:lnTo>
                  <a:pt x="2191267" y="2056702"/>
                </a:lnTo>
                <a:lnTo>
                  <a:pt x="2189621" y="2056702"/>
                </a:lnTo>
                <a:lnTo>
                  <a:pt x="2187974" y="2056702"/>
                </a:lnTo>
                <a:lnTo>
                  <a:pt x="2186328" y="2056702"/>
                </a:lnTo>
                <a:lnTo>
                  <a:pt x="2184682" y="2056702"/>
                </a:lnTo>
                <a:lnTo>
                  <a:pt x="2183035" y="2056702"/>
                </a:lnTo>
                <a:lnTo>
                  <a:pt x="2181389" y="2056702"/>
                </a:lnTo>
                <a:lnTo>
                  <a:pt x="2179743" y="2056702"/>
                </a:lnTo>
                <a:lnTo>
                  <a:pt x="2178096" y="2056702"/>
                </a:lnTo>
                <a:lnTo>
                  <a:pt x="2176450" y="2056702"/>
                </a:lnTo>
                <a:lnTo>
                  <a:pt x="2174804" y="2056702"/>
                </a:lnTo>
                <a:lnTo>
                  <a:pt x="2173157" y="2056702"/>
                </a:lnTo>
                <a:lnTo>
                  <a:pt x="2171511" y="2056702"/>
                </a:lnTo>
                <a:lnTo>
                  <a:pt x="2169865" y="2056702"/>
                </a:lnTo>
                <a:lnTo>
                  <a:pt x="2168218" y="2056702"/>
                </a:lnTo>
                <a:lnTo>
                  <a:pt x="2166572" y="2056702"/>
                </a:lnTo>
                <a:lnTo>
                  <a:pt x="2164926" y="2056702"/>
                </a:lnTo>
                <a:lnTo>
                  <a:pt x="2163279" y="2056702"/>
                </a:lnTo>
                <a:lnTo>
                  <a:pt x="2161633" y="2056702"/>
                </a:lnTo>
                <a:lnTo>
                  <a:pt x="2159987" y="2056702"/>
                </a:lnTo>
                <a:lnTo>
                  <a:pt x="2158340" y="2056702"/>
                </a:lnTo>
                <a:lnTo>
                  <a:pt x="2156694" y="2056702"/>
                </a:lnTo>
                <a:lnTo>
                  <a:pt x="2155048" y="2056702"/>
                </a:lnTo>
                <a:lnTo>
                  <a:pt x="2153401" y="2056702"/>
                </a:lnTo>
                <a:lnTo>
                  <a:pt x="2151755" y="2056702"/>
                </a:lnTo>
                <a:lnTo>
                  <a:pt x="2150109" y="2056702"/>
                </a:lnTo>
                <a:lnTo>
                  <a:pt x="2148462" y="2056702"/>
                </a:lnTo>
                <a:lnTo>
                  <a:pt x="2146816" y="2056702"/>
                </a:lnTo>
                <a:lnTo>
                  <a:pt x="2145170" y="2056702"/>
                </a:lnTo>
                <a:lnTo>
                  <a:pt x="2143523" y="2056702"/>
                </a:lnTo>
                <a:lnTo>
                  <a:pt x="2141877" y="2056702"/>
                </a:lnTo>
                <a:lnTo>
                  <a:pt x="2140231" y="2056702"/>
                </a:lnTo>
                <a:lnTo>
                  <a:pt x="2138584" y="2056702"/>
                </a:lnTo>
                <a:lnTo>
                  <a:pt x="2136938" y="2056702"/>
                </a:lnTo>
                <a:lnTo>
                  <a:pt x="2135292" y="2056702"/>
                </a:lnTo>
                <a:lnTo>
                  <a:pt x="2133645" y="2056702"/>
                </a:lnTo>
                <a:lnTo>
                  <a:pt x="2131999" y="2056702"/>
                </a:lnTo>
                <a:lnTo>
                  <a:pt x="2130353" y="2056702"/>
                </a:lnTo>
                <a:lnTo>
                  <a:pt x="2128706" y="2056702"/>
                </a:lnTo>
                <a:lnTo>
                  <a:pt x="2127060" y="2056702"/>
                </a:lnTo>
                <a:lnTo>
                  <a:pt x="2125414" y="2056702"/>
                </a:lnTo>
                <a:lnTo>
                  <a:pt x="2123767" y="2056702"/>
                </a:lnTo>
                <a:lnTo>
                  <a:pt x="2122121" y="2056702"/>
                </a:lnTo>
                <a:lnTo>
                  <a:pt x="2120475" y="2056702"/>
                </a:lnTo>
                <a:lnTo>
                  <a:pt x="2118828" y="2056702"/>
                </a:lnTo>
                <a:lnTo>
                  <a:pt x="2117182" y="2056702"/>
                </a:lnTo>
                <a:lnTo>
                  <a:pt x="2115536" y="2056702"/>
                </a:lnTo>
                <a:lnTo>
                  <a:pt x="2113889" y="2056702"/>
                </a:lnTo>
                <a:lnTo>
                  <a:pt x="2112243" y="2056702"/>
                </a:lnTo>
                <a:lnTo>
                  <a:pt x="2110597" y="2056702"/>
                </a:lnTo>
                <a:lnTo>
                  <a:pt x="2108950" y="2056702"/>
                </a:lnTo>
                <a:lnTo>
                  <a:pt x="2107304" y="2056702"/>
                </a:lnTo>
                <a:lnTo>
                  <a:pt x="2105658" y="2056702"/>
                </a:lnTo>
                <a:lnTo>
                  <a:pt x="2104011" y="2056702"/>
                </a:lnTo>
                <a:lnTo>
                  <a:pt x="2102365" y="2056702"/>
                </a:lnTo>
                <a:lnTo>
                  <a:pt x="2100719" y="2056702"/>
                </a:lnTo>
                <a:lnTo>
                  <a:pt x="2099072" y="2056702"/>
                </a:lnTo>
                <a:lnTo>
                  <a:pt x="2097426" y="2056702"/>
                </a:lnTo>
                <a:lnTo>
                  <a:pt x="2095780" y="2056702"/>
                </a:lnTo>
                <a:lnTo>
                  <a:pt x="2094133" y="2056702"/>
                </a:lnTo>
                <a:lnTo>
                  <a:pt x="2092487" y="2056702"/>
                </a:lnTo>
                <a:lnTo>
                  <a:pt x="2090841" y="2056702"/>
                </a:lnTo>
                <a:lnTo>
                  <a:pt x="2089194" y="2056702"/>
                </a:lnTo>
                <a:lnTo>
                  <a:pt x="2087548" y="2056702"/>
                </a:lnTo>
                <a:lnTo>
                  <a:pt x="2085902" y="2056702"/>
                </a:lnTo>
                <a:lnTo>
                  <a:pt x="2084255" y="2056702"/>
                </a:lnTo>
                <a:lnTo>
                  <a:pt x="2082609" y="2056702"/>
                </a:lnTo>
                <a:lnTo>
                  <a:pt x="2080963" y="2056702"/>
                </a:lnTo>
                <a:lnTo>
                  <a:pt x="2079316" y="2056702"/>
                </a:lnTo>
                <a:lnTo>
                  <a:pt x="2077670" y="2056702"/>
                </a:lnTo>
                <a:lnTo>
                  <a:pt x="2076024" y="2056702"/>
                </a:lnTo>
                <a:lnTo>
                  <a:pt x="2074377" y="2056702"/>
                </a:lnTo>
                <a:lnTo>
                  <a:pt x="2072731" y="2056702"/>
                </a:lnTo>
                <a:lnTo>
                  <a:pt x="2071085" y="2056702"/>
                </a:lnTo>
                <a:lnTo>
                  <a:pt x="2069438" y="2056702"/>
                </a:lnTo>
                <a:lnTo>
                  <a:pt x="2067792" y="2056702"/>
                </a:lnTo>
                <a:lnTo>
                  <a:pt x="2066146" y="2056702"/>
                </a:lnTo>
                <a:lnTo>
                  <a:pt x="2064499" y="2056702"/>
                </a:lnTo>
                <a:lnTo>
                  <a:pt x="2062853" y="2056702"/>
                </a:lnTo>
                <a:lnTo>
                  <a:pt x="2061207" y="2056702"/>
                </a:lnTo>
                <a:lnTo>
                  <a:pt x="2059560" y="2056702"/>
                </a:lnTo>
                <a:lnTo>
                  <a:pt x="2057914" y="2056702"/>
                </a:lnTo>
                <a:lnTo>
                  <a:pt x="2056268" y="2056702"/>
                </a:lnTo>
                <a:lnTo>
                  <a:pt x="2054621" y="2056702"/>
                </a:lnTo>
                <a:lnTo>
                  <a:pt x="2052975" y="2056702"/>
                </a:lnTo>
                <a:lnTo>
                  <a:pt x="2051329" y="2056702"/>
                </a:lnTo>
                <a:lnTo>
                  <a:pt x="2049682" y="2056702"/>
                </a:lnTo>
                <a:lnTo>
                  <a:pt x="2048036" y="2056702"/>
                </a:lnTo>
                <a:lnTo>
                  <a:pt x="2046390" y="2056702"/>
                </a:lnTo>
                <a:lnTo>
                  <a:pt x="2044743" y="2056702"/>
                </a:lnTo>
                <a:lnTo>
                  <a:pt x="2043097" y="2056702"/>
                </a:lnTo>
                <a:lnTo>
                  <a:pt x="2041451" y="2056702"/>
                </a:lnTo>
                <a:lnTo>
                  <a:pt x="2039804" y="2056702"/>
                </a:lnTo>
                <a:lnTo>
                  <a:pt x="2038158" y="2056702"/>
                </a:lnTo>
                <a:lnTo>
                  <a:pt x="2036512" y="2056702"/>
                </a:lnTo>
                <a:lnTo>
                  <a:pt x="2034865" y="2056702"/>
                </a:lnTo>
                <a:lnTo>
                  <a:pt x="2033219" y="2056702"/>
                </a:lnTo>
                <a:lnTo>
                  <a:pt x="2031573" y="2056702"/>
                </a:lnTo>
                <a:lnTo>
                  <a:pt x="2029926" y="2056702"/>
                </a:lnTo>
                <a:lnTo>
                  <a:pt x="2028280" y="2056702"/>
                </a:lnTo>
                <a:lnTo>
                  <a:pt x="2026634" y="2056702"/>
                </a:lnTo>
                <a:lnTo>
                  <a:pt x="2024987" y="2056702"/>
                </a:lnTo>
                <a:lnTo>
                  <a:pt x="2023341" y="2056702"/>
                </a:lnTo>
                <a:lnTo>
                  <a:pt x="2021695" y="2056702"/>
                </a:lnTo>
                <a:lnTo>
                  <a:pt x="2020048" y="2056702"/>
                </a:lnTo>
                <a:lnTo>
                  <a:pt x="2018402" y="2056702"/>
                </a:lnTo>
                <a:lnTo>
                  <a:pt x="2016756" y="2056702"/>
                </a:lnTo>
                <a:lnTo>
                  <a:pt x="2015109" y="2056702"/>
                </a:lnTo>
                <a:lnTo>
                  <a:pt x="2013463" y="2056702"/>
                </a:lnTo>
                <a:lnTo>
                  <a:pt x="2011817" y="2056702"/>
                </a:lnTo>
                <a:lnTo>
                  <a:pt x="2010170" y="2056702"/>
                </a:lnTo>
                <a:lnTo>
                  <a:pt x="2008524" y="2056702"/>
                </a:lnTo>
                <a:lnTo>
                  <a:pt x="2006878" y="2056702"/>
                </a:lnTo>
                <a:lnTo>
                  <a:pt x="2005231" y="2056702"/>
                </a:lnTo>
                <a:lnTo>
                  <a:pt x="2003585" y="2056702"/>
                </a:lnTo>
                <a:lnTo>
                  <a:pt x="2001939" y="2056702"/>
                </a:lnTo>
                <a:lnTo>
                  <a:pt x="2000292" y="2056702"/>
                </a:lnTo>
                <a:lnTo>
                  <a:pt x="1998646" y="2056702"/>
                </a:lnTo>
                <a:lnTo>
                  <a:pt x="1997000" y="2056702"/>
                </a:lnTo>
                <a:lnTo>
                  <a:pt x="1995353" y="2056702"/>
                </a:lnTo>
                <a:lnTo>
                  <a:pt x="1993707" y="2056702"/>
                </a:lnTo>
                <a:lnTo>
                  <a:pt x="1992061" y="2056702"/>
                </a:lnTo>
                <a:lnTo>
                  <a:pt x="1990414" y="2056702"/>
                </a:lnTo>
                <a:lnTo>
                  <a:pt x="1988768" y="2056702"/>
                </a:lnTo>
                <a:lnTo>
                  <a:pt x="1987122" y="2056702"/>
                </a:lnTo>
                <a:lnTo>
                  <a:pt x="1985475" y="2056702"/>
                </a:lnTo>
                <a:lnTo>
                  <a:pt x="1983829" y="2056702"/>
                </a:lnTo>
                <a:lnTo>
                  <a:pt x="1982183" y="2056702"/>
                </a:lnTo>
                <a:lnTo>
                  <a:pt x="1980536" y="2056702"/>
                </a:lnTo>
                <a:lnTo>
                  <a:pt x="1978890" y="2056702"/>
                </a:lnTo>
                <a:lnTo>
                  <a:pt x="1977244" y="2056702"/>
                </a:lnTo>
                <a:lnTo>
                  <a:pt x="1975597" y="2056702"/>
                </a:lnTo>
                <a:lnTo>
                  <a:pt x="1973951" y="2056702"/>
                </a:lnTo>
                <a:lnTo>
                  <a:pt x="1972305" y="2056702"/>
                </a:lnTo>
                <a:lnTo>
                  <a:pt x="1970658" y="2056702"/>
                </a:lnTo>
                <a:lnTo>
                  <a:pt x="1969012" y="2056702"/>
                </a:lnTo>
                <a:lnTo>
                  <a:pt x="1967366" y="2056702"/>
                </a:lnTo>
                <a:lnTo>
                  <a:pt x="1965719" y="2056702"/>
                </a:lnTo>
                <a:lnTo>
                  <a:pt x="1964073" y="2056702"/>
                </a:lnTo>
                <a:lnTo>
                  <a:pt x="1962427" y="2056702"/>
                </a:lnTo>
                <a:lnTo>
                  <a:pt x="1960780" y="2056702"/>
                </a:lnTo>
                <a:lnTo>
                  <a:pt x="1959134" y="2056702"/>
                </a:lnTo>
                <a:lnTo>
                  <a:pt x="1957488" y="2056702"/>
                </a:lnTo>
                <a:lnTo>
                  <a:pt x="1955841" y="2056702"/>
                </a:lnTo>
                <a:lnTo>
                  <a:pt x="1954195" y="2056702"/>
                </a:lnTo>
                <a:lnTo>
                  <a:pt x="1952549" y="2056702"/>
                </a:lnTo>
                <a:lnTo>
                  <a:pt x="1950902" y="2056702"/>
                </a:lnTo>
                <a:lnTo>
                  <a:pt x="1949256" y="2056702"/>
                </a:lnTo>
                <a:lnTo>
                  <a:pt x="1947610" y="2056702"/>
                </a:lnTo>
                <a:lnTo>
                  <a:pt x="1945963" y="2056702"/>
                </a:lnTo>
                <a:lnTo>
                  <a:pt x="1944317" y="2056702"/>
                </a:lnTo>
                <a:lnTo>
                  <a:pt x="1942671" y="2056702"/>
                </a:lnTo>
                <a:lnTo>
                  <a:pt x="1941024" y="2056702"/>
                </a:lnTo>
                <a:lnTo>
                  <a:pt x="1939378" y="2056702"/>
                </a:lnTo>
                <a:lnTo>
                  <a:pt x="1937732" y="2056702"/>
                </a:lnTo>
                <a:lnTo>
                  <a:pt x="1936085" y="2056702"/>
                </a:lnTo>
                <a:lnTo>
                  <a:pt x="1934439" y="2056702"/>
                </a:lnTo>
                <a:lnTo>
                  <a:pt x="1932793" y="2056702"/>
                </a:lnTo>
                <a:lnTo>
                  <a:pt x="1931146" y="2056702"/>
                </a:lnTo>
                <a:lnTo>
                  <a:pt x="1929500" y="2056702"/>
                </a:lnTo>
                <a:lnTo>
                  <a:pt x="1927854" y="2056702"/>
                </a:lnTo>
                <a:lnTo>
                  <a:pt x="1926207" y="2056702"/>
                </a:lnTo>
                <a:lnTo>
                  <a:pt x="1924561" y="2056702"/>
                </a:lnTo>
                <a:lnTo>
                  <a:pt x="1922915" y="2056702"/>
                </a:lnTo>
                <a:lnTo>
                  <a:pt x="1921268" y="2056702"/>
                </a:lnTo>
                <a:lnTo>
                  <a:pt x="1919622" y="2056702"/>
                </a:lnTo>
                <a:lnTo>
                  <a:pt x="1917976" y="2056702"/>
                </a:lnTo>
                <a:lnTo>
                  <a:pt x="1916329" y="2056702"/>
                </a:lnTo>
                <a:lnTo>
                  <a:pt x="1914683" y="2056702"/>
                </a:lnTo>
                <a:lnTo>
                  <a:pt x="1913037" y="2056702"/>
                </a:lnTo>
                <a:lnTo>
                  <a:pt x="1911390" y="2056702"/>
                </a:lnTo>
                <a:lnTo>
                  <a:pt x="1909744" y="2056702"/>
                </a:lnTo>
                <a:lnTo>
                  <a:pt x="1908098" y="2056702"/>
                </a:lnTo>
                <a:lnTo>
                  <a:pt x="1906451" y="2056702"/>
                </a:lnTo>
                <a:lnTo>
                  <a:pt x="1904805" y="2056702"/>
                </a:lnTo>
                <a:lnTo>
                  <a:pt x="1903159" y="2056702"/>
                </a:lnTo>
                <a:lnTo>
                  <a:pt x="1901512" y="2056702"/>
                </a:lnTo>
                <a:lnTo>
                  <a:pt x="1899866" y="2056702"/>
                </a:lnTo>
                <a:lnTo>
                  <a:pt x="1898220" y="2056702"/>
                </a:lnTo>
                <a:lnTo>
                  <a:pt x="1896573" y="2056702"/>
                </a:lnTo>
                <a:lnTo>
                  <a:pt x="1894927" y="2056702"/>
                </a:lnTo>
                <a:lnTo>
                  <a:pt x="1893281" y="2056702"/>
                </a:lnTo>
                <a:lnTo>
                  <a:pt x="1891634" y="2056702"/>
                </a:lnTo>
                <a:lnTo>
                  <a:pt x="1889988" y="2056702"/>
                </a:lnTo>
                <a:lnTo>
                  <a:pt x="1888342" y="2056702"/>
                </a:lnTo>
                <a:lnTo>
                  <a:pt x="1886695" y="2056702"/>
                </a:lnTo>
                <a:lnTo>
                  <a:pt x="1885049" y="2056702"/>
                </a:lnTo>
                <a:lnTo>
                  <a:pt x="1883403" y="2056702"/>
                </a:lnTo>
                <a:lnTo>
                  <a:pt x="1881756" y="2056702"/>
                </a:lnTo>
                <a:lnTo>
                  <a:pt x="1880110" y="2056702"/>
                </a:lnTo>
                <a:lnTo>
                  <a:pt x="1878464" y="2056702"/>
                </a:lnTo>
                <a:lnTo>
                  <a:pt x="1876818" y="2056702"/>
                </a:lnTo>
                <a:lnTo>
                  <a:pt x="1875171" y="2056702"/>
                </a:lnTo>
                <a:lnTo>
                  <a:pt x="1873525" y="2056702"/>
                </a:lnTo>
                <a:lnTo>
                  <a:pt x="1871879" y="2056702"/>
                </a:lnTo>
                <a:lnTo>
                  <a:pt x="1870232" y="2056702"/>
                </a:lnTo>
                <a:lnTo>
                  <a:pt x="1868586" y="2056702"/>
                </a:lnTo>
                <a:lnTo>
                  <a:pt x="1866940" y="2056702"/>
                </a:lnTo>
                <a:lnTo>
                  <a:pt x="1865293" y="2056702"/>
                </a:lnTo>
                <a:lnTo>
                  <a:pt x="1863647" y="2056702"/>
                </a:lnTo>
                <a:lnTo>
                  <a:pt x="1862001" y="2056702"/>
                </a:lnTo>
                <a:lnTo>
                  <a:pt x="1860354" y="2056702"/>
                </a:lnTo>
                <a:lnTo>
                  <a:pt x="1858708" y="2056702"/>
                </a:lnTo>
                <a:lnTo>
                  <a:pt x="1857062" y="2056702"/>
                </a:lnTo>
                <a:lnTo>
                  <a:pt x="1855415" y="2056702"/>
                </a:lnTo>
                <a:lnTo>
                  <a:pt x="1853769" y="2056702"/>
                </a:lnTo>
                <a:lnTo>
                  <a:pt x="1852123" y="2056702"/>
                </a:lnTo>
                <a:lnTo>
                  <a:pt x="1850476" y="2056702"/>
                </a:lnTo>
                <a:lnTo>
                  <a:pt x="1848830" y="2056702"/>
                </a:lnTo>
                <a:lnTo>
                  <a:pt x="1847184" y="2056702"/>
                </a:lnTo>
                <a:lnTo>
                  <a:pt x="1845537" y="2056702"/>
                </a:lnTo>
                <a:lnTo>
                  <a:pt x="1843891" y="2056702"/>
                </a:lnTo>
                <a:lnTo>
                  <a:pt x="1842245" y="2056702"/>
                </a:lnTo>
                <a:lnTo>
                  <a:pt x="1840598" y="2056702"/>
                </a:lnTo>
                <a:lnTo>
                  <a:pt x="1838952" y="2056702"/>
                </a:lnTo>
                <a:lnTo>
                  <a:pt x="1837306" y="2056702"/>
                </a:lnTo>
                <a:lnTo>
                  <a:pt x="1835659" y="2056702"/>
                </a:lnTo>
                <a:lnTo>
                  <a:pt x="1834013" y="2056702"/>
                </a:lnTo>
                <a:lnTo>
                  <a:pt x="1832367" y="2056702"/>
                </a:lnTo>
                <a:lnTo>
                  <a:pt x="1830720" y="2056702"/>
                </a:lnTo>
                <a:lnTo>
                  <a:pt x="1829074" y="2056702"/>
                </a:lnTo>
                <a:lnTo>
                  <a:pt x="1827428" y="2056702"/>
                </a:lnTo>
                <a:lnTo>
                  <a:pt x="1825781" y="2056702"/>
                </a:lnTo>
                <a:lnTo>
                  <a:pt x="1824135" y="2056702"/>
                </a:lnTo>
                <a:lnTo>
                  <a:pt x="1822489" y="2056702"/>
                </a:lnTo>
                <a:lnTo>
                  <a:pt x="1820842" y="2056702"/>
                </a:lnTo>
                <a:lnTo>
                  <a:pt x="1819196" y="2056702"/>
                </a:lnTo>
                <a:lnTo>
                  <a:pt x="1817550" y="2056702"/>
                </a:lnTo>
                <a:lnTo>
                  <a:pt x="1815903" y="2056702"/>
                </a:lnTo>
                <a:lnTo>
                  <a:pt x="1814257" y="2056702"/>
                </a:lnTo>
                <a:lnTo>
                  <a:pt x="1812611" y="2056702"/>
                </a:lnTo>
                <a:lnTo>
                  <a:pt x="1810964" y="2056702"/>
                </a:lnTo>
                <a:lnTo>
                  <a:pt x="1809318" y="2056702"/>
                </a:lnTo>
                <a:lnTo>
                  <a:pt x="1807672" y="2056702"/>
                </a:lnTo>
                <a:lnTo>
                  <a:pt x="1806025" y="2056702"/>
                </a:lnTo>
                <a:lnTo>
                  <a:pt x="1804379" y="2056702"/>
                </a:lnTo>
                <a:lnTo>
                  <a:pt x="1802733" y="2056702"/>
                </a:lnTo>
                <a:lnTo>
                  <a:pt x="1801086" y="2056702"/>
                </a:lnTo>
                <a:lnTo>
                  <a:pt x="1799440" y="2056702"/>
                </a:lnTo>
                <a:lnTo>
                  <a:pt x="1797794" y="2056702"/>
                </a:lnTo>
                <a:lnTo>
                  <a:pt x="1796147" y="2056702"/>
                </a:lnTo>
                <a:lnTo>
                  <a:pt x="1794501" y="2056702"/>
                </a:lnTo>
                <a:lnTo>
                  <a:pt x="1792855" y="2056702"/>
                </a:lnTo>
                <a:lnTo>
                  <a:pt x="1791208" y="2056702"/>
                </a:lnTo>
                <a:lnTo>
                  <a:pt x="1789562" y="2056702"/>
                </a:lnTo>
                <a:lnTo>
                  <a:pt x="1787916" y="2056702"/>
                </a:lnTo>
                <a:lnTo>
                  <a:pt x="1786269" y="2056702"/>
                </a:lnTo>
                <a:lnTo>
                  <a:pt x="1784623" y="2056702"/>
                </a:lnTo>
                <a:lnTo>
                  <a:pt x="1782977" y="2056702"/>
                </a:lnTo>
                <a:lnTo>
                  <a:pt x="1781330" y="2056702"/>
                </a:lnTo>
                <a:lnTo>
                  <a:pt x="1779684" y="2056702"/>
                </a:lnTo>
                <a:lnTo>
                  <a:pt x="1778038" y="2056702"/>
                </a:lnTo>
                <a:lnTo>
                  <a:pt x="1776391" y="2056702"/>
                </a:lnTo>
                <a:lnTo>
                  <a:pt x="1774745" y="2056702"/>
                </a:lnTo>
                <a:lnTo>
                  <a:pt x="1773099" y="2056702"/>
                </a:lnTo>
                <a:lnTo>
                  <a:pt x="1771452" y="2056702"/>
                </a:lnTo>
                <a:lnTo>
                  <a:pt x="1769806" y="2056702"/>
                </a:lnTo>
                <a:lnTo>
                  <a:pt x="1768160" y="2056702"/>
                </a:lnTo>
                <a:lnTo>
                  <a:pt x="1766513" y="2056702"/>
                </a:lnTo>
                <a:lnTo>
                  <a:pt x="1764867" y="2056702"/>
                </a:lnTo>
                <a:lnTo>
                  <a:pt x="1763221" y="2056702"/>
                </a:lnTo>
                <a:lnTo>
                  <a:pt x="1761574" y="2056702"/>
                </a:lnTo>
                <a:lnTo>
                  <a:pt x="1759928" y="2056702"/>
                </a:lnTo>
                <a:lnTo>
                  <a:pt x="1758282" y="2056702"/>
                </a:lnTo>
                <a:lnTo>
                  <a:pt x="1756635" y="2056702"/>
                </a:lnTo>
                <a:lnTo>
                  <a:pt x="1754989" y="2056702"/>
                </a:lnTo>
                <a:lnTo>
                  <a:pt x="1753343" y="2056702"/>
                </a:lnTo>
                <a:lnTo>
                  <a:pt x="1751696" y="2056702"/>
                </a:lnTo>
                <a:lnTo>
                  <a:pt x="1750050" y="2056702"/>
                </a:lnTo>
                <a:lnTo>
                  <a:pt x="1748404" y="2056702"/>
                </a:lnTo>
                <a:lnTo>
                  <a:pt x="1746757" y="2056702"/>
                </a:lnTo>
                <a:lnTo>
                  <a:pt x="1745111" y="2056702"/>
                </a:lnTo>
                <a:lnTo>
                  <a:pt x="1743465" y="2056702"/>
                </a:lnTo>
                <a:lnTo>
                  <a:pt x="1741818" y="2056702"/>
                </a:lnTo>
                <a:lnTo>
                  <a:pt x="1740172" y="2056702"/>
                </a:lnTo>
                <a:lnTo>
                  <a:pt x="1738526" y="2056702"/>
                </a:lnTo>
                <a:lnTo>
                  <a:pt x="1736879" y="2056702"/>
                </a:lnTo>
                <a:lnTo>
                  <a:pt x="1735233" y="2056702"/>
                </a:lnTo>
                <a:lnTo>
                  <a:pt x="1733587" y="2056702"/>
                </a:lnTo>
                <a:lnTo>
                  <a:pt x="1731940" y="2056702"/>
                </a:lnTo>
                <a:lnTo>
                  <a:pt x="1730294" y="2056702"/>
                </a:lnTo>
                <a:lnTo>
                  <a:pt x="1728648" y="2056702"/>
                </a:lnTo>
                <a:lnTo>
                  <a:pt x="1727001" y="2056702"/>
                </a:lnTo>
                <a:lnTo>
                  <a:pt x="1725355" y="2056702"/>
                </a:lnTo>
                <a:lnTo>
                  <a:pt x="1723709" y="2056702"/>
                </a:lnTo>
                <a:lnTo>
                  <a:pt x="1722062" y="2056702"/>
                </a:lnTo>
                <a:lnTo>
                  <a:pt x="1720416" y="2056702"/>
                </a:lnTo>
                <a:lnTo>
                  <a:pt x="1718770" y="2056702"/>
                </a:lnTo>
                <a:lnTo>
                  <a:pt x="1717123" y="2056702"/>
                </a:lnTo>
                <a:lnTo>
                  <a:pt x="1715477" y="2056702"/>
                </a:lnTo>
                <a:lnTo>
                  <a:pt x="1713831" y="2056702"/>
                </a:lnTo>
                <a:lnTo>
                  <a:pt x="1712184" y="2056702"/>
                </a:lnTo>
                <a:lnTo>
                  <a:pt x="1710538" y="2056702"/>
                </a:lnTo>
                <a:lnTo>
                  <a:pt x="1708892" y="2056702"/>
                </a:lnTo>
                <a:lnTo>
                  <a:pt x="1707245" y="2056702"/>
                </a:lnTo>
                <a:lnTo>
                  <a:pt x="1705599" y="2056702"/>
                </a:lnTo>
                <a:lnTo>
                  <a:pt x="1703953" y="2056702"/>
                </a:lnTo>
                <a:lnTo>
                  <a:pt x="1702306" y="2056702"/>
                </a:lnTo>
                <a:lnTo>
                  <a:pt x="1700660" y="2056702"/>
                </a:lnTo>
                <a:lnTo>
                  <a:pt x="1699014" y="2056702"/>
                </a:lnTo>
                <a:lnTo>
                  <a:pt x="1697367" y="2056702"/>
                </a:lnTo>
                <a:lnTo>
                  <a:pt x="1695721" y="2056702"/>
                </a:lnTo>
                <a:lnTo>
                  <a:pt x="1694075" y="2056702"/>
                </a:lnTo>
                <a:lnTo>
                  <a:pt x="1692428" y="2056702"/>
                </a:lnTo>
                <a:lnTo>
                  <a:pt x="1690782" y="2056702"/>
                </a:lnTo>
                <a:lnTo>
                  <a:pt x="1689136" y="2056702"/>
                </a:lnTo>
                <a:lnTo>
                  <a:pt x="1687489" y="2056702"/>
                </a:lnTo>
                <a:lnTo>
                  <a:pt x="1685843" y="2056702"/>
                </a:lnTo>
                <a:lnTo>
                  <a:pt x="1684197" y="2056702"/>
                </a:lnTo>
                <a:lnTo>
                  <a:pt x="1682550" y="2056702"/>
                </a:lnTo>
                <a:lnTo>
                  <a:pt x="1680904" y="2056702"/>
                </a:lnTo>
                <a:lnTo>
                  <a:pt x="1679258" y="2056702"/>
                </a:lnTo>
                <a:lnTo>
                  <a:pt x="1677611" y="2056702"/>
                </a:lnTo>
                <a:lnTo>
                  <a:pt x="1675965" y="2056702"/>
                </a:lnTo>
                <a:lnTo>
                  <a:pt x="1674319" y="2056702"/>
                </a:lnTo>
                <a:lnTo>
                  <a:pt x="1672672" y="2056702"/>
                </a:lnTo>
                <a:lnTo>
                  <a:pt x="1671026" y="2056702"/>
                </a:lnTo>
                <a:lnTo>
                  <a:pt x="1669380" y="2056702"/>
                </a:lnTo>
                <a:lnTo>
                  <a:pt x="1667733" y="2056702"/>
                </a:lnTo>
                <a:lnTo>
                  <a:pt x="1666087" y="2056702"/>
                </a:lnTo>
                <a:lnTo>
                  <a:pt x="1664441" y="2056702"/>
                </a:lnTo>
                <a:lnTo>
                  <a:pt x="1662794" y="2056702"/>
                </a:lnTo>
                <a:lnTo>
                  <a:pt x="1661148" y="2056702"/>
                </a:lnTo>
                <a:lnTo>
                  <a:pt x="1659502" y="2056702"/>
                </a:lnTo>
                <a:lnTo>
                  <a:pt x="1657855" y="2056702"/>
                </a:lnTo>
                <a:lnTo>
                  <a:pt x="1656209" y="2056702"/>
                </a:lnTo>
                <a:lnTo>
                  <a:pt x="1654563" y="2056702"/>
                </a:lnTo>
                <a:lnTo>
                  <a:pt x="1652916" y="2056702"/>
                </a:lnTo>
                <a:lnTo>
                  <a:pt x="1651270" y="2056702"/>
                </a:lnTo>
                <a:lnTo>
                  <a:pt x="1649624" y="2056702"/>
                </a:lnTo>
                <a:lnTo>
                  <a:pt x="1647977" y="2056702"/>
                </a:lnTo>
                <a:lnTo>
                  <a:pt x="1646331" y="2056702"/>
                </a:lnTo>
                <a:lnTo>
                  <a:pt x="1644685" y="2056702"/>
                </a:lnTo>
                <a:lnTo>
                  <a:pt x="1643038" y="2056702"/>
                </a:lnTo>
                <a:lnTo>
                  <a:pt x="1641392" y="2056702"/>
                </a:lnTo>
                <a:lnTo>
                  <a:pt x="1639746" y="2056702"/>
                </a:lnTo>
                <a:lnTo>
                  <a:pt x="1638099" y="2056702"/>
                </a:lnTo>
                <a:lnTo>
                  <a:pt x="1636453" y="2056702"/>
                </a:lnTo>
                <a:lnTo>
                  <a:pt x="1634807" y="2056702"/>
                </a:lnTo>
                <a:lnTo>
                  <a:pt x="1633160" y="2056702"/>
                </a:lnTo>
                <a:lnTo>
                  <a:pt x="1631514" y="2056702"/>
                </a:lnTo>
                <a:lnTo>
                  <a:pt x="1629868" y="2056702"/>
                </a:lnTo>
                <a:lnTo>
                  <a:pt x="1628221" y="2056702"/>
                </a:lnTo>
                <a:lnTo>
                  <a:pt x="1626575" y="2056702"/>
                </a:lnTo>
                <a:lnTo>
                  <a:pt x="1624929" y="2056702"/>
                </a:lnTo>
                <a:lnTo>
                  <a:pt x="1623282" y="2056702"/>
                </a:lnTo>
                <a:lnTo>
                  <a:pt x="1621636" y="2056702"/>
                </a:lnTo>
                <a:lnTo>
                  <a:pt x="1619990" y="2056702"/>
                </a:lnTo>
                <a:lnTo>
                  <a:pt x="1618343" y="2056702"/>
                </a:lnTo>
                <a:lnTo>
                  <a:pt x="1616697" y="2056702"/>
                </a:lnTo>
                <a:lnTo>
                  <a:pt x="1615051" y="2056702"/>
                </a:lnTo>
                <a:lnTo>
                  <a:pt x="1613404" y="2056702"/>
                </a:lnTo>
                <a:lnTo>
                  <a:pt x="1611758" y="2056702"/>
                </a:lnTo>
                <a:lnTo>
                  <a:pt x="1610112" y="2056702"/>
                </a:lnTo>
                <a:lnTo>
                  <a:pt x="1608465" y="2056702"/>
                </a:lnTo>
                <a:lnTo>
                  <a:pt x="1606819" y="2056702"/>
                </a:lnTo>
                <a:lnTo>
                  <a:pt x="1605173" y="2056702"/>
                </a:lnTo>
                <a:lnTo>
                  <a:pt x="1603526" y="2056702"/>
                </a:lnTo>
                <a:lnTo>
                  <a:pt x="1601880" y="2056702"/>
                </a:lnTo>
                <a:lnTo>
                  <a:pt x="1600234" y="2056702"/>
                </a:lnTo>
                <a:lnTo>
                  <a:pt x="1598587" y="2056702"/>
                </a:lnTo>
                <a:lnTo>
                  <a:pt x="1596941" y="2056702"/>
                </a:lnTo>
                <a:lnTo>
                  <a:pt x="1595295" y="2056702"/>
                </a:lnTo>
                <a:lnTo>
                  <a:pt x="1593648" y="2056702"/>
                </a:lnTo>
                <a:lnTo>
                  <a:pt x="1592002" y="2056702"/>
                </a:lnTo>
                <a:lnTo>
                  <a:pt x="1590356" y="2056702"/>
                </a:lnTo>
                <a:lnTo>
                  <a:pt x="1588709" y="2056702"/>
                </a:lnTo>
                <a:lnTo>
                  <a:pt x="1587063" y="2056702"/>
                </a:lnTo>
                <a:lnTo>
                  <a:pt x="1585417" y="2056702"/>
                </a:lnTo>
                <a:lnTo>
                  <a:pt x="1583770" y="2056702"/>
                </a:lnTo>
                <a:lnTo>
                  <a:pt x="1582124" y="2056702"/>
                </a:lnTo>
                <a:lnTo>
                  <a:pt x="1580478" y="2056702"/>
                </a:lnTo>
                <a:lnTo>
                  <a:pt x="1578831" y="2056702"/>
                </a:lnTo>
                <a:lnTo>
                  <a:pt x="1577185" y="2056702"/>
                </a:lnTo>
                <a:lnTo>
                  <a:pt x="1575539" y="2056702"/>
                </a:lnTo>
                <a:lnTo>
                  <a:pt x="1573892" y="2056702"/>
                </a:lnTo>
                <a:lnTo>
                  <a:pt x="1572246" y="2056702"/>
                </a:lnTo>
                <a:lnTo>
                  <a:pt x="1570600" y="2056702"/>
                </a:lnTo>
                <a:lnTo>
                  <a:pt x="1568953" y="2056702"/>
                </a:lnTo>
                <a:lnTo>
                  <a:pt x="1567307" y="2056702"/>
                </a:lnTo>
                <a:lnTo>
                  <a:pt x="1565661" y="2056702"/>
                </a:lnTo>
                <a:lnTo>
                  <a:pt x="1564015" y="2056702"/>
                </a:lnTo>
                <a:lnTo>
                  <a:pt x="1562368" y="2056702"/>
                </a:lnTo>
                <a:lnTo>
                  <a:pt x="1560722" y="2056702"/>
                </a:lnTo>
                <a:lnTo>
                  <a:pt x="1559076" y="2056702"/>
                </a:lnTo>
                <a:lnTo>
                  <a:pt x="1557429" y="2056702"/>
                </a:lnTo>
                <a:lnTo>
                  <a:pt x="1555783" y="2056702"/>
                </a:lnTo>
                <a:lnTo>
                  <a:pt x="1554137" y="2056702"/>
                </a:lnTo>
                <a:lnTo>
                  <a:pt x="1552490" y="2056702"/>
                </a:lnTo>
                <a:lnTo>
                  <a:pt x="1550844" y="2056702"/>
                </a:lnTo>
                <a:lnTo>
                  <a:pt x="1549198" y="2056702"/>
                </a:lnTo>
                <a:lnTo>
                  <a:pt x="1547551" y="2056702"/>
                </a:lnTo>
                <a:lnTo>
                  <a:pt x="1545905" y="2056702"/>
                </a:lnTo>
                <a:lnTo>
                  <a:pt x="1544259" y="2056702"/>
                </a:lnTo>
                <a:lnTo>
                  <a:pt x="1542612" y="2056702"/>
                </a:lnTo>
                <a:lnTo>
                  <a:pt x="1540966" y="2056702"/>
                </a:lnTo>
                <a:lnTo>
                  <a:pt x="1539320" y="2056702"/>
                </a:lnTo>
                <a:lnTo>
                  <a:pt x="1537673" y="2056702"/>
                </a:lnTo>
                <a:lnTo>
                  <a:pt x="1536027" y="2056702"/>
                </a:lnTo>
                <a:lnTo>
                  <a:pt x="1534381" y="2056702"/>
                </a:lnTo>
                <a:lnTo>
                  <a:pt x="1532734" y="2056702"/>
                </a:lnTo>
                <a:lnTo>
                  <a:pt x="1531088" y="2056702"/>
                </a:lnTo>
                <a:lnTo>
                  <a:pt x="1529442" y="2056702"/>
                </a:lnTo>
                <a:lnTo>
                  <a:pt x="1527795" y="2056702"/>
                </a:lnTo>
                <a:lnTo>
                  <a:pt x="1526149" y="2056702"/>
                </a:lnTo>
                <a:lnTo>
                  <a:pt x="1524503" y="2056702"/>
                </a:lnTo>
                <a:lnTo>
                  <a:pt x="1522856" y="2056702"/>
                </a:lnTo>
                <a:lnTo>
                  <a:pt x="1521210" y="2056702"/>
                </a:lnTo>
                <a:lnTo>
                  <a:pt x="1519564" y="2056702"/>
                </a:lnTo>
                <a:lnTo>
                  <a:pt x="1517917" y="2056702"/>
                </a:lnTo>
                <a:lnTo>
                  <a:pt x="1516271" y="2056702"/>
                </a:lnTo>
                <a:lnTo>
                  <a:pt x="1514625" y="2056702"/>
                </a:lnTo>
                <a:lnTo>
                  <a:pt x="1512978" y="2056702"/>
                </a:lnTo>
                <a:lnTo>
                  <a:pt x="1511332" y="2056702"/>
                </a:lnTo>
                <a:lnTo>
                  <a:pt x="1509686" y="2056702"/>
                </a:lnTo>
                <a:lnTo>
                  <a:pt x="1508039" y="2056702"/>
                </a:lnTo>
                <a:lnTo>
                  <a:pt x="1506393" y="2056702"/>
                </a:lnTo>
                <a:lnTo>
                  <a:pt x="1504747" y="2056702"/>
                </a:lnTo>
                <a:lnTo>
                  <a:pt x="1503100" y="2056702"/>
                </a:lnTo>
                <a:lnTo>
                  <a:pt x="1501454" y="2056702"/>
                </a:lnTo>
                <a:lnTo>
                  <a:pt x="1499808" y="2056702"/>
                </a:lnTo>
                <a:lnTo>
                  <a:pt x="1498161" y="2056702"/>
                </a:lnTo>
                <a:lnTo>
                  <a:pt x="1496515" y="2056702"/>
                </a:lnTo>
                <a:lnTo>
                  <a:pt x="1494869" y="2056702"/>
                </a:lnTo>
                <a:lnTo>
                  <a:pt x="1493222" y="2056702"/>
                </a:lnTo>
                <a:lnTo>
                  <a:pt x="1491576" y="2056702"/>
                </a:lnTo>
                <a:lnTo>
                  <a:pt x="1489930" y="2056702"/>
                </a:lnTo>
                <a:lnTo>
                  <a:pt x="1488283" y="2056702"/>
                </a:lnTo>
                <a:lnTo>
                  <a:pt x="1486637" y="2056702"/>
                </a:lnTo>
                <a:lnTo>
                  <a:pt x="1484991" y="2056702"/>
                </a:lnTo>
                <a:lnTo>
                  <a:pt x="1483344" y="2056702"/>
                </a:lnTo>
                <a:lnTo>
                  <a:pt x="1481698" y="2056702"/>
                </a:lnTo>
                <a:lnTo>
                  <a:pt x="1480052" y="2056702"/>
                </a:lnTo>
                <a:lnTo>
                  <a:pt x="1478405" y="2056702"/>
                </a:lnTo>
                <a:lnTo>
                  <a:pt x="1476759" y="2056702"/>
                </a:lnTo>
                <a:lnTo>
                  <a:pt x="1475113" y="2056702"/>
                </a:lnTo>
                <a:lnTo>
                  <a:pt x="1473466" y="2056702"/>
                </a:lnTo>
                <a:lnTo>
                  <a:pt x="1471820" y="2056702"/>
                </a:lnTo>
                <a:lnTo>
                  <a:pt x="1470174" y="2056702"/>
                </a:lnTo>
                <a:lnTo>
                  <a:pt x="1468527" y="2056702"/>
                </a:lnTo>
                <a:lnTo>
                  <a:pt x="1466881" y="2056702"/>
                </a:lnTo>
                <a:lnTo>
                  <a:pt x="1465235" y="2056702"/>
                </a:lnTo>
                <a:lnTo>
                  <a:pt x="1463588" y="2056702"/>
                </a:lnTo>
                <a:lnTo>
                  <a:pt x="1461942" y="2056702"/>
                </a:lnTo>
                <a:lnTo>
                  <a:pt x="1460296" y="2056702"/>
                </a:lnTo>
                <a:lnTo>
                  <a:pt x="1458649" y="2056702"/>
                </a:lnTo>
                <a:lnTo>
                  <a:pt x="1457003" y="2056702"/>
                </a:lnTo>
                <a:lnTo>
                  <a:pt x="1455357" y="2056702"/>
                </a:lnTo>
                <a:lnTo>
                  <a:pt x="1453710" y="2056702"/>
                </a:lnTo>
                <a:lnTo>
                  <a:pt x="1452064" y="2056702"/>
                </a:lnTo>
                <a:lnTo>
                  <a:pt x="1450418" y="2056702"/>
                </a:lnTo>
                <a:lnTo>
                  <a:pt x="1448771" y="2056702"/>
                </a:lnTo>
                <a:lnTo>
                  <a:pt x="1447125" y="2056702"/>
                </a:lnTo>
                <a:lnTo>
                  <a:pt x="1445479" y="2056702"/>
                </a:lnTo>
                <a:lnTo>
                  <a:pt x="1443832" y="2056702"/>
                </a:lnTo>
                <a:lnTo>
                  <a:pt x="1442186" y="2056702"/>
                </a:lnTo>
                <a:lnTo>
                  <a:pt x="1440540" y="2056702"/>
                </a:lnTo>
                <a:lnTo>
                  <a:pt x="1438893" y="2056702"/>
                </a:lnTo>
                <a:lnTo>
                  <a:pt x="1437247" y="2056702"/>
                </a:lnTo>
                <a:lnTo>
                  <a:pt x="1435601" y="2056702"/>
                </a:lnTo>
                <a:lnTo>
                  <a:pt x="1433954" y="2056702"/>
                </a:lnTo>
                <a:lnTo>
                  <a:pt x="1432308" y="2056702"/>
                </a:lnTo>
                <a:lnTo>
                  <a:pt x="1430662" y="2056702"/>
                </a:lnTo>
                <a:lnTo>
                  <a:pt x="1429015" y="2056702"/>
                </a:lnTo>
                <a:lnTo>
                  <a:pt x="1427369" y="2056702"/>
                </a:lnTo>
                <a:lnTo>
                  <a:pt x="1425723" y="2056702"/>
                </a:lnTo>
                <a:lnTo>
                  <a:pt x="1424076" y="2056702"/>
                </a:lnTo>
                <a:lnTo>
                  <a:pt x="1422430" y="2056702"/>
                </a:lnTo>
                <a:lnTo>
                  <a:pt x="1420784" y="2056702"/>
                </a:lnTo>
                <a:lnTo>
                  <a:pt x="1419137" y="2056702"/>
                </a:lnTo>
                <a:lnTo>
                  <a:pt x="1417491" y="2056702"/>
                </a:lnTo>
                <a:lnTo>
                  <a:pt x="1415845" y="2056702"/>
                </a:lnTo>
                <a:lnTo>
                  <a:pt x="1414198" y="2056702"/>
                </a:lnTo>
                <a:lnTo>
                  <a:pt x="1412552" y="2056702"/>
                </a:lnTo>
                <a:lnTo>
                  <a:pt x="1410906" y="2056702"/>
                </a:lnTo>
                <a:lnTo>
                  <a:pt x="1409259" y="2056702"/>
                </a:lnTo>
                <a:lnTo>
                  <a:pt x="1407613" y="2056702"/>
                </a:lnTo>
                <a:lnTo>
                  <a:pt x="1405967" y="2056702"/>
                </a:lnTo>
                <a:lnTo>
                  <a:pt x="1404320" y="2056702"/>
                </a:lnTo>
                <a:lnTo>
                  <a:pt x="1402674" y="2056702"/>
                </a:lnTo>
                <a:lnTo>
                  <a:pt x="1401028" y="2056702"/>
                </a:lnTo>
                <a:lnTo>
                  <a:pt x="1399381" y="2056702"/>
                </a:lnTo>
                <a:lnTo>
                  <a:pt x="1397735" y="2056702"/>
                </a:lnTo>
                <a:lnTo>
                  <a:pt x="1396089" y="2056702"/>
                </a:lnTo>
                <a:lnTo>
                  <a:pt x="1394442" y="2056702"/>
                </a:lnTo>
                <a:lnTo>
                  <a:pt x="1392796" y="2056702"/>
                </a:lnTo>
                <a:lnTo>
                  <a:pt x="1391150" y="2056702"/>
                </a:lnTo>
                <a:lnTo>
                  <a:pt x="1389503" y="2056702"/>
                </a:lnTo>
                <a:lnTo>
                  <a:pt x="1387857" y="2056702"/>
                </a:lnTo>
                <a:lnTo>
                  <a:pt x="1386211" y="2056702"/>
                </a:lnTo>
                <a:lnTo>
                  <a:pt x="1384564" y="2056702"/>
                </a:lnTo>
                <a:lnTo>
                  <a:pt x="1382918" y="2056702"/>
                </a:lnTo>
                <a:lnTo>
                  <a:pt x="1381272" y="2056702"/>
                </a:lnTo>
                <a:lnTo>
                  <a:pt x="1379625" y="2056702"/>
                </a:lnTo>
                <a:lnTo>
                  <a:pt x="1377979" y="2056702"/>
                </a:lnTo>
                <a:lnTo>
                  <a:pt x="1376333" y="2056702"/>
                </a:lnTo>
                <a:lnTo>
                  <a:pt x="1374686" y="2056702"/>
                </a:lnTo>
                <a:lnTo>
                  <a:pt x="1373040" y="2056702"/>
                </a:lnTo>
                <a:lnTo>
                  <a:pt x="1371394" y="2056702"/>
                </a:lnTo>
                <a:lnTo>
                  <a:pt x="1369747" y="2056702"/>
                </a:lnTo>
                <a:lnTo>
                  <a:pt x="1368101" y="2056702"/>
                </a:lnTo>
                <a:lnTo>
                  <a:pt x="1366455" y="2056702"/>
                </a:lnTo>
                <a:lnTo>
                  <a:pt x="1364808" y="2056702"/>
                </a:lnTo>
                <a:lnTo>
                  <a:pt x="1363162" y="2056702"/>
                </a:lnTo>
                <a:lnTo>
                  <a:pt x="1361516" y="2056702"/>
                </a:lnTo>
                <a:lnTo>
                  <a:pt x="1359869" y="2056702"/>
                </a:lnTo>
                <a:lnTo>
                  <a:pt x="1358223" y="2056702"/>
                </a:lnTo>
                <a:lnTo>
                  <a:pt x="1356577" y="2056702"/>
                </a:lnTo>
                <a:lnTo>
                  <a:pt x="1354930" y="2056702"/>
                </a:lnTo>
                <a:lnTo>
                  <a:pt x="1353284" y="2056702"/>
                </a:lnTo>
                <a:lnTo>
                  <a:pt x="1351638" y="2056702"/>
                </a:lnTo>
                <a:lnTo>
                  <a:pt x="1349991" y="2056702"/>
                </a:lnTo>
                <a:lnTo>
                  <a:pt x="1348345" y="2056702"/>
                </a:lnTo>
                <a:lnTo>
                  <a:pt x="1346699" y="2056702"/>
                </a:lnTo>
                <a:lnTo>
                  <a:pt x="1345052" y="2056702"/>
                </a:lnTo>
                <a:lnTo>
                  <a:pt x="1343406" y="2056702"/>
                </a:lnTo>
                <a:lnTo>
                  <a:pt x="1341760" y="2056702"/>
                </a:lnTo>
                <a:lnTo>
                  <a:pt x="1340113" y="2056702"/>
                </a:lnTo>
                <a:lnTo>
                  <a:pt x="1338467" y="2056702"/>
                </a:lnTo>
                <a:lnTo>
                  <a:pt x="1336821" y="2056702"/>
                </a:lnTo>
                <a:lnTo>
                  <a:pt x="1335174" y="2056702"/>
                </a:lnTo>
                <a:lnTo>
                  <a:pt x="1333528" y="2056702"/>
                </a:lnTo>
                <a:lnTo>
                  <a:pt x="1331882" y="2056702"/>
                </a:lnTo>
                <a:lnTo>
                  <a:pt x="1330235" y="2056702"/>
                </a:lnTo>
                <a:lnTo>
                  <a:pt x="1328589" y="2056702"/>
                </a:lnTo>
                <a:lnTo>
                  <a:pt x="1326943" y="2056702"/>
                </a:lnTo>
                <a:lnTo>
                  <a:pt x="1325296" y="2056702"/>
                </a:lnTo>
                <a:lnTo>
                  <a:pt x="1323650" y="2056702"/>
                </a:lnTo>
                <a:lnTo>
                  <a:pt x="1322004" y="2056702"/>
                </a:lnTo>
                <a:lnTo>
                  <a:pt x="1320357" y="2056702"/>
                </a:lnTo>
                <a:lnTo>
                  <a:pt x="1318711" y="2056702"/>
                </a:lnTo>
                <a:lnTo>
                  <a:pt x="1317065" y="2056702"/>
                </a:lnTo>
                <a:lnTo>
                  <a:pt x="1315418" y="2056702"/>
                </a:lnTo>
                <a:lnTo>
                  <a:pt x="1313772" y="2056702"/>
                </a:lnTo>
                <a:lnTo>
                  <a:pt x="1312126" y="2056702"/>
                </a:lnTo>
                <a:lnTo>
                  <a:pt x="1310479" y="2056702"/>
                </a:lnTo>
                <a:lnTo>
                  <a:pt x="1308833" y="2056702"/>
                </a:lnTo>
                <a:lnTo>
                  <a:pt x="1307187" y="2056702"/>
                </a:lnTo>
                <a:lnTo>
                  <a:pt x="1305540" y="2056702"/>
                </a:lnTo>
                <a:lnTo>
                  <a:pt x="1303894" y="2056702"/>
                </a:lnTo>
                <a:lnTo>
                  <a:pt x="1302248" y="2056702"/>
                </a:lnTo>
                <a:lnTo>
                  <a:pt x="1300601" y="2056702"/>
                </a:lnTo>
                <a:lnTo>
                  <a:pt x="1298955" y="2056702"/>
                </a:lnTo>
                <a:lnTo>
                  <a:pt x="1297309" y="2056702"/>
                </a:lnTo>
                <a:lnTo>
                  <a:pt x="1295662" y="2056702"/>
                </a:lnTo>
                <a:lnTo>
                  <a:pt x="1294016" y="2056702"/>
                </a:lnTo>
                <a:lnTo>
                  <a:pt x="1292370" y="2056702"/>
                </a:lnTo>
                <a:lnTo>
                  <a:pt x="1290723" y="2056702"/>
                </a:lnTo>
                <a:lnTo>
                  <a:pt x="1289077" y="2056702"/>
                </a:lnTo>
                <a:lnTo>
                  <a:pt x="1287431" y="2056702"/>
                </a:lnTo>
                <a:lnTo>
                  <a:pt x="1285784" y="2056702"/>
                </a:lnTo>
                <a:lnTo>
                  <a:pt x="1284138" y="2056702"/>
                </a:lnTo>
                <a:lnTo>
                  <a:pt x="1282492" y="2056702"/>
                </a:lnTo>
                <a:lnTo>
                  <a:pt x="1280845" y="2056702"/>
                </a:lnTo>
                <a:lnTo>
                  <a:pt x="1279199" y="2056702"/>
                </a:lnTo>
                <a:lnTo>
                  <a:pt x="1277553" y="2056702"/>
                </a:lnTo>
                <a:lnTo>
                  <a:pt x="1275906" y="2056702"/>
                </a:lnTo>
                <a:lnTo>
                  <a:pt x="1274260" y="2056702"/>
                </a:lnTo>
                <a:lnTo>
                  <a:pt x="1272614" y="2056702"/>
                </a:lnTo>
                <a:lnTo>
                  <a:pt x="1270967" y="2056702"/>
                </a:lnTo>
                <a:lnTo>
                  <a:pt x="1269321" y="2056702"/>
                </a:lnTo>
                <a:lnTo>
                  <a:pt x="1267675" y="2056702"/>
                </a:lnTo>
                <a:lnTo>
                  <a:pt x="1266028" y="2056702"/>
                </a:lnTo>
                <a:lnTo>
                  <a:pt x="1264382" y="2056702"/>
                </a:lnTo>
                <a:lnTo>
                  <a:pt x="1262736" y="2056702"/>
                </a:lnTo>
                <a:lnTo>
                  <a:pt x="1261089" y="2056702"/>
                </a:lnTo>
                <a:lnTo>
                  <a:pt x="1259443" y="2056702"/>
                </a:lnTo>
                <a:lnTo>
                  <a:pt x="1257797" y="2056702"/>
                </a:lnTo>
                <a:lnTo>
                  <a:pt x="1256150" y="2056702"/>
                </a:lnTo>
                <a:lnTo>
                  <a:pt x="1254504" y="2056702"/>
                </a:lnTo>
                <a:lnTo>
                  <a:pt x="1252858" y="2056702"/>
                </a:lnTo>
                <a:lnTo>
                  <a:pt x="1251212" y="2056702"/>
                </a:lnTo>
                <a:lnTo>
                  <a:pt x="1249565" y="2056702"/>
                </a:lnTo>
                <a:lnTo>
                  <a:pt x="1247919" y="2056702"/>
                </a:lnTo>
                <a:lnTo>
                  <a:pt x="1246273" y="2056702"/>
                </a:lnTo>
                <a:lnTo>
                  <a:pt x="1244626" y="2056702"/>
                </a:lnTo>
                <a:lnTo>
                  <a:pt x="1242980" y="2056702"/>
                </a:lnTo>
                <a:lnTo>
                  <a:pt x="1241334" y="2056702"/>
                </a:lnTo>
                <a:lnTo>
                  <a:pt x="1239687" y="2056702"/>
                </a:lnTo>
                <a:lnTo>
                  <a:pt x="1238041" y="2056702"/>
                </a:lnTo>
                <a:lnTo>
                  <a:pt x="1236395" y="2056702"/>
                </a:lnTo>
                <a:lnTo>
                  <a:pt x="1234748" y="2056702"/>
                </a:lnTo>
                <a:lnTo>
                  <a:pt x="1233102" y="2056702"/>
                </a:lnTo>
                <a:lnTo>
                  <a:pt x="1231456" y="2056702"/>
                </a:lnTo>
                <a:lnTo>
                  <a:pt x="1229809" y="2056702"/>
                </a:lnTo>
                <a:lnTo>
                  <a:pt x="1228163" y="2056702"/>
                </a:lnTo>
                <a:lnTo>
                  <a:pt x="1226517" y="2056702"/>
                </a:lnTo>
                <a:lnTo>
                  <a:pt x="1224870" y="2056702"/>
                </a:lnTo>
                <a:lnTo>
                  <a:pt x="1223224" y="2056702"/>
                </a:lnTo>
                <a:lnTo>
                  <a:pt x="1221578" y="2056702"/>
                </a:lnTo>
                <a:lnTo>
                  <a:pt x="1219931" y="2056702"/>
                </a:lnTo>
                <a:lnTo>
                  <a:pt x="1218285" y="2056702"/>
                </a:lnTo>
                <a:lnTo>
                  <a:pt x="1216639" y="2056702"/>
                </a:lnTo>
                <a:lnTo>
                  <a:pt x="1214992" y="2056702"/>
                </a:lnTo>
                <a:lnTo>
                  <a:pt x="1213346" y="2056702"/>
                </a:lnTo>
                <a:lnTo>
                  <a:pt x="1211700" y="2056702"/>
                </a:lnTo>
                <a:lnTo>
                  <a:pt x="1210053" y="2056702"/>
                </a:lnTo>
                <a:lnTo>
                  <a:pt x="1208407" y="2056702"/>
                </a:lnTo>
                <a:lnTo>
                  <a:pt x="1206761" y="2056702"/>
                </a:lnTo>
                <a:lnTo>
                  <a:pt x="1205114" y="2056702"/>
                </a:lnTo>
                <a:lnTo>
                  <a:pt x="1203468" y="2056702"/>
                </a:lnTo>
                <a:lnTo>
                  <a:pt x="1201822" y="2056702"/>
                </a:lnTo>
                <a:lnTo>
                  <a:pt x="1200175" y="2056702"/>
                </a:lnTo>
                <a:lnTo>
                  <a:pt x="1198529" y="2056702"/>
                </a:lnTo>
                <a:lnTo>
                  <a:pt x="1196883" y="2056702"/>
                </a:lnTo>
                <a:lnTo>
                  <a:pt x="1195236" y="2056702"/>
                </a:lnTo>
                <a:lnTo>
                  <a:pt x="1193590" y="2056702"/>
                </a:lnTo>
                <a:lnTo>
                  <a:pt x="1191944" y="2056702"/>
                </a:lnTo>
                <a:lnTo>
                  <a:pt x="1190297" y="2056702"/>
                </a:lnTo>
                <a:lnTo>
                  <a:pt x="1188651" y="2056702"/>
                </a:lnTo>
                <a:lnTo>
                  <a:pt x="1187005" y="2056702"/>
                </a:lnTo>
                <a:lnTo>
                  <a:pt x="1185358" y="2056702"/>
                </a:lnTo>
                <a:lnTo>
                  <a:pt x="1183712" y="2056702"/>
                </a:lnTo>
                <a:lnTo>
                  <a:pt x="1182066" y="2056702"/>
                </a:lnTo>
                <a:lnTo>
                  <a:pt x="1180419" y="2056702"/>
                </a:lnTo>
                <a:lnTo>
                  <a:pt x="1178773" y="2056702"/>
                </a:lnTo>
                <a:lnTo>
                  <a:pt x="1177127" y="2056702"/>
                </a:lnTo>
                <a:lnTo>
                  <a:pt x="1175480" y="2056702"/>
                </a:lnTo>
                <a:lnTo>
                  <a:pt x="1173834" y="2056702"/>
                </a:lnTo>
                <a:lnTo>
                  <a:pt x="1172188" y="2056702"/>
                </a:lnTo>
                <a:lnTo>
                  <a:pt x="1170541" y="2056702"/>
                </a:lnTo>
                <a:lnTo>
                  <a:pt x="1168895" y="2056702"/>
                </a:lnTo>
                <a:lnTo>
                  <a:pt x="1167249" y="2056702"/>
                </a:lnTo>
                <a:lnTo>
                  <a:pt x="1165602" y="2056702"/>
                </a:lnTo>
                <a:lnTo>
                  <a:pt x="1163956" y="2056702"/>
                </a:lnTo>
                <a:lnTo>
                  <a:pt x="1162310" y="2056702"/>
                </a:lnTo>
                <a:lnTo>
                  <a:pt x="1160663" y="2056702"/>
                </a:lnTo>
                <a:lnTo>
                  <a:pt x="1159017" y="2056702"/>
                </a:lnTo>
                <a:lnTo>
                  <a:pt x="1157371" y="2056702"/>
                </a:lnTo>
                <a:lnTo>
                  <a:pt x="1155724" y="2056702"/>
                </a:lnTo>
                <a:lnTo>
                  <a:pt x="1154078" y="2056702"/>
                </a:lnTo>
                <a:lnTo>
                  <a:pt x="1152432" y="2056702"/>
                </a:lnTo>
                <a:lnTo>
                  <a:pt x="1150785" y="2056702"/>
                </a:lnTo>
                <a:lnTo>
                  <a:pt x="1149139" y="2056702"/>
                </a:lnTo>
                <a:lnTo>
                  <a:pt x="1147493" y="2056702"/>
                </a:lnTo>
                <a:lnTo>
                  <a:pt x="1145846" y="2056702"/>
                </a:lnTo>
                <a:lnTo>
                  <a:pt x="1144200" y="2056702"/>
                </a:lnTo>
                <a:lnTo>
                  <a:pt x="1142554" y="2056702"/>
                </a:lnTo>
                <a:lnTo>
                  <a:pt x="1140907" y="2056702"/>
                </a:lnTo>
                <a:lnTo>
                  <a:pt x="1139261" y="2056702"/>
                </a:lnTo>
                <a:lnTo>
                  <a:pt x="1137615" y="2056702"/>
                </a:lnTo>
                <a:lnTo>
                  <a:pt x="1135968" y="2056702"/>
                </a:lnTo>
                <a:lnTo>
                  <a:pt x="1134322" y="2056702"/>
                </a:lnTo>
                <a:lnTo>
                  <a:pt x="1132676" y="2056702"/>
                </a:lnTo>
                <a:lnTo>
                  <a:pt x="1131029" y="2056702"/>
                </a:lnTo>
                <a:lnTo>
                  <a:pt x="1129383" y="2056702"/>
                </a:lnTo>
                <a:lnTo>
                  <a:pt x="1127737" y="2056702"/>
                </a:lnTo>
                <a:lnTo>
                  <a:pt x="1126090" y="2056702"/>
                </a:lnTo>
                <a:lnTo>
                  <a:pt x="1124444" y="2056702"/>
                </a:lnTo>
                <a:lnTo>
                  <a:pt x="1122798" y="2056702"/>
                </a:lnTo>
                <a:lnTo>
                  <a:pt x="1121151" y="2056702"/>
                </a:lnTo>
                <a:lnTo>
                  <a:pt x="1119505" y="2056702"/>
                </a:lnTo>
                <a:lnTo>
                  <a:pt x="1117859" y="2056702"/>
                </a:lnTo>
                <a:lnTo>
                  <a:pt x="1116212" y="2056702"/>
                </a:lnTo>
                <a:lnTo>
                  <a:pt x="1114566" y="2056702"/>
                </a:lnTo>
                <a:lnTo>
                  <a:pt x="1112920" y="2056702"/>
                </a:lnTo>
                <a:lnTo>
                  <a:pt x="1111273" y="2056702"/>
                </a:lnTo>
                <a:lnTo>
                  <a:pt x="1109627" y="2056702"/>
                </a:lnTo>
                <a:lnTo>
                  <a:pt x="1107981" y="2056702"/>
                </a:lnTo>
                <a:lnTo>
                  <a:pt x="1106334" y="2056702"/>
                </a:lnTo>
                <a:lnTo>
                  <a:pt x="1104688" y="2056702"/>
                </a:lnTo>
                <a:lnTo>
                  <a:pt x="1103042" y="2056702"/>
                </a:lnTo>
                <a:lnTo>
                  <a:pt x="1101395" y="2056702"/>
                </a:lnTo>
                <a:lnTo>
                  <a:pt x="1099749" y="2056702"/>
                </a:lnTo>
                <a:lnTo>
                  <a:pt x="1098103" y="2056702"/>
                </a:lnTo>
                <a:lnTo>
                  <a:pt x="1096456" y="2056702"/>
                </a:lnTo>
                <a:lnTo>
                  <a:pt x="1094810" y="2056702"/>
                </a:lnTo>
                <a:lnTo>
                  <a:pt x="1093164" y="2056702"/>
                </a:lnTo>
                <a:lnTo>
                  <a:pt x="1091517" y="2056702"/>
                </a:lnTo>
                <a:lnTo>
                  <a:pt x="1089871" y="2056702"/>
                </a:lnTo>
                <a:lnTo>
                  <a:pt x="1088225" y="2056702"/>
                </a:lnTo>
                <a:lnTo>
                  <a:pt x="1086578" y="2056702"/>
                </a:lnTo>
                <a:lnTo>
                  <a:pt x="1084932" y="2056702"/>
                </a:lnTo>
                <a:lnTo>
                  <a:pt x="1083286" y="2056702"/>
                </a:lnTo>
                <a:lnTo>
                  <a:pt x="1081639" y="2056702"/>
                </a:lnTo>
                <a:lnTo>
                  <a:pt x="1079993" y="2056702"/>
                </a:lnTo>
                <a:lnTo>
                  <a:pt x="1078347" y="2056702"/>
                </a:lnTo>
                <a:lnTo>
                  <a:pt x="1076700" y="2056702"/>
                </a:lnTo>
                <a:lnTo>
                  <a:pt x="1075054" y="2056702"/>
                </a:lnTo>
                <a:lnTo>
                  <a:pt x="1073408" y="2056702"/>
                </a:lnTo>
                <a:lnTo>
                  <a:pt x="1071761" y="2056702"/>
                </a:lnTo>
                <a:lnTo>
                  <a:pt x="1070115" y="2056702"/>
                </a:lnTo>
                <a:lnTo>
                  <a:pt x="1068469" y="2056702"/>
                </a:lnTo>
                <a:lnTo>
                  <a:pt x="1066822" y="2056702"/>
                </a:lnTo>
                <a:lnTo>
                  <a:pt x="1065176" y="2056702"/>
                </a:lnTo>
                <a:lnTo>
                  <a:pt x="1063530" y="2056702"/>
                </a:lnTo>
                <a:lnTo>
                  <a:pt x="1061883" y="2056702"/>
                </a:lnTo>
                <a:lnTo>
                  <a:pt x="1060237" y="2056702"/>
                </a:lnTo>
                <a:lnTo>
                  <a:pt x="1058591" y="2056702"/>
                </a:lnTo>
                <a:lnTo>
                  <a:pt x="1056944" y="2056702"/>
                </a:lnTo>
                <a:lnTo>
                  <a:pt x="1055298" y="2056702"/>
                </a:lnTo>
                <a:lnTo>
                  <a:pt x="1053652" y="2056702"/>
                </a:lnTo>
                <a:lnTo>
                  <a:pt x="1052005" y="2056702"/>
                </a:lnTo>
                <a:lnTo>
                  <a:pt x="1050359" y="2056702"/>
                </a:lnTo>
                <a:lnTo>
                  <a:pt x="1048713" y="2056702"/>
                </a:lnTo>
                <a:lnTo>
                  <a:pt x="1047066" y="2056702"/>
                </a:lnTo>
                <a:lnTo>
                  <a:pt x="1045420" y="2056702"/>
                </a:lnTo>
                <a:lnTo>
                  <a:pt x="1043774" y="2056702"/>
                </a:lnTo>
                <a:lnTo>
                  <a:pt x="1042127" y="2056702"/>
                </a:lnTo>
                <a:lnTo>
                  <a:pt x="1040481" y="2056702"/>
                </a:lnTo>
                <a:lnTo>
                  <a:pt x="1038835" y="2056702"/>
                </a:lnTo>
                <a:lnTo>
                  <a:pt x="1037188" y="2056702"/>
                </a:lnTo>
                <a:lnTo>
                  <a:pt x="1035542" y="2056702"/>
                </a:lnTo>
                <a:lnTo>
                  <a:pt x="1033896" y="2056702"/>
                </a:lnTo>
                <a:lnTo>
                  <a:pt x="1032249" y="2056702"/>
                </a:lnTo>
                <a:lnTo>
                  <a:pt x="1030603" y="2056702"/>
                </a:lnTo>
                <a:lnTo>
                  <a:pt x="1028957" y="2056702"/>
                </a:lnTo>
                <a:lnTo>
                  <a:pt x="1027310" y="2056702"/>
                </a:lnTo>
                <a:lnTo>
                  <a:pt x="1025664" y="2056702"/>
                </a:lnTo>
                <a:lnTo>
                  <a:pt x="1024018" y="2056702"/>
                </a:lnTo>
                <a:lnTo>
                  <a:pt x="1022371" y="2056702"/>
                </a:lnTo>
                <a:lnTo>
                  <a:pt x="1020725" y="2056702"/>
                </a:lnTo>
                <a:lnTo>
                  <a:pt x="1019079" y="2056702"/>
                </a:lnTo>
                <a:lnTo>
                  <a:pt x="1017432" y="2056702"/>
                </a:lnTo>
                <a:lnTo>
                  <a:pt x="1015786" y="2056702"/>
                </a:lnTo>
                <a:lnTo>
                  <a:pt x="1014140" y="2056702"/>
                </a:lnTo>
                <a:lnTo>
                  <a:pt x="1012493" y="2056702"/>
                </a:lnTo>
                <a:lnTo>
                  <a:pt x="1010847" y="2056702"/>
                </a:lnTo>
                <a:lnTo>
                  <a:pt x="1009201" y="2056702"/>
                </a:lnTo>
                <a:lnTo>
                  <a:pt x="1007554" y="2056702"/>
                </a:lnTo>
                <a:lnTo>
                  <a:pt x="1005908" y="2056702"/>
                </a:lnTo>
                <a:lnTo>
                  <a:pt x="1004262" y="2056702"/>
                </a:lnTo>
                <a:lnTo>
                  <a:pt x="1002615" y="2056702"/>
                </a:lnTo>
                <a:lnTo>
                  <a:pt x="1000969" y="2056702"/>
                </a:lnTo>
                <a:lnTo>
                  <a:pt x="999323" y="2056702"/>
                </a:lnTo>
                <a:lnTo>
                  <a:pt x="997676" y="2056702"/>
                </a:lnTo>
                <a:lnTo>
                  <a:pt x="996030" y="2056702"/>
                </a:lnTo>
                <a:lnTo>
                  <a:pt x="994384" y="2056702"/>
                </a:lnTo>
                <a:lnTo>
                  <a:pt x="992737" y="2056702"/>
                </a:lnTo>
                <a:lnTo>
                  <a:pt x="991091" y="2056702"/>
                </a:lnTo>
                <a:lnTo>
                  <a:pt x="989445" y="2056702"/>
                </a:lnTo>
                <a:lnTo>
                  <a:pt x="987798" y="2056702"/>
                </a:lnTo>
                <a:lnTo>
                  <a:pt x="986152" y="2056702"/>
                </a:lnTo>
                <a:lnTo>
                  <a:pt x="984506" y="2056702"/>
                </a:lnTo>
                <a:lnTo>
                  <a:pt x="982859" y="2056702"/>
                </a:lnTo>
                <a:lnTo>
                  <a:pt x="981213" y="2056702"/>
                </a:lnTo>
                <a:lnTo>
                  <a:pt x="979567" y="2056702"/>
                </a:lnTo>
                <a:lnTo>
                  <a:pt x="977920" y="2056702"/>
                </a:lnTo>
                <a:lnTo>
                  <a:pt x="976274" y="2056702"/>
                </a:lnTo>
                <a:lnTo>
                  <a:pt x="974628" y="2056702"/>
                </a:lnTo>
                <a:lnTo>
                  <a:pt x="972981" y="2056702"/>
                </a:lnTo>
                <a:lnTo>
                  <a:pt x="971335" y="2056702"/>
                </a:lnTo>
                <a:lnTo>
                  <a:pt x="969689" y="2056702"/>
                </a:lnTo>
                <a:lnTo>
                  <a:pt x="968042" y="2056702"/>
                </a:lnTo>
                <a:lnTo>
                  <a:pt x="966396" y="2056702"/>
                </a:lnTo>
                <a:lnTo>
                  <a:pt x="964750" y="2056702"/>
                </a:lnTo>
                <a:lnTo>
                  <a:pt x="963103" y="2056702"/>
                </a:lnTo>
                <a:lnTo>
                  <a:pt x="961457" y="2056702"/>
                </a:lnTo>
                <a:lnTo>
                  <a:pt x="959811" y="2056702"/>
                </a:lnTo>
                <a:lnTo>
                  <a:pt x="958164" y="2056702"/>
                </a:lnTo>
                <a:lnTo>
                  <a:pt x="956518" y="2056702"/>
                </a:lnTo>
                <a:lnTo>
                  <a:pt x="954872" y="2056702"/>
                </a:lnTo>
                <a:lnTo>
                  <a:pt x="953225" y="2056702"/>
                </a:lnTo>
                <a:lnTo>
                  <a:pt x="951579" y="2056702"/>
                </a:lnTo>
                <a:lnTo>
                  <a:pt x="949933" y="2056702"/>
                </a:lnTo>
                <a:lnTo>
                  <a:pt x="948286" y="2056702"/>
                </a:lnTo>
                <a:lnTo>
                  <a:pt x="946640" y="2056702"/>
                </a:lnTo>
                <a:lnTo>
                  <a:pt x="944994" y="2056702"/>
                </a:lnTo>
                <a:lnTo>
                  <a:pt x="943347" y="2056702"/>
                </a:lnTo>
                <a:lnTo>
                  <a:pt x="941701" y="2056702"/>
                </a:lnTo>
                <a:lnTo>
                  <a:pt x="940055" y="2056702"/>
                </a:lnTo>
                <a:lnTo>
                  <a:pt x="938409" y="2056702"/>
                </a:lnTo>
                <a:lnTo>
                  <a:pt x="936762" y="2056702"/>
                </a:lnTo>
                <a:lnTo>
                  <a:pt x="935116" y="2056702"/>
                </a:lnTo>
                <a:lnTo>
                  <a:pt x="933470" y="2056702"/>
                </a:lnTo>
                <a:lnTo>
                  <a:pt x="931823" y="2056702"/>
                </a:lnTo>
                <a:lnTo>
                  <a:pt x="930177" y="2056702"/>
                </a:lnTo>
                <a:lnTo>
                  <a:pt x="928531" y="2056702"/>
                </a:lnTo>
                <a:lnTo>
                  <a:pt x="926884" y="2056702"/>
                </a:lnTo>
                <a:lnTo>
                  <a:pt x="925238" y="2056702"/>
                </a:lnTo>
                <a:lnTo>
                  <a:pt x="923592" y="2056702"/>
                </a:lnTo>
                <a:lnTo>
                  <a:pt x="921945" y="2056702"/>
                </a:lnTo>
                <a:lnTo>
                  <a:pt x="920299" y="2056702"/>
                </a:lnTo>
                <a:lnTo>
                  <a:pt x="918653" y="2056702"/>
                </a:lnTo>
                <a:lnTo>
                  <a:pt x="917006" y="2056702"/>
                </a:lnTo>
                <a:lnTo>
                  <a:pt x="915360" y="2056702"/>
                </a:lnTo>
                <a:lnTo>
                  <a:pt x="913714" y="2056702"/>
                </a:lnTo>
                <a:lnTo>
                  <a:pt x="912067" y="2056702"/>
                </a:lnTo>
                <a:lnTo>
                  <a:pt x="910421" y="2056702"/>
                </a:lnTo>
                <a:lnTo>
                  <a:pt x="908775" y="2056702"/>
                </a:lnTo>
                <a:lnTo>
                  <a:pt x="907128" y="2056702"/>
                </a:lnTo>
                <a:lnTo>
                  <a:pt x="905482" y="2056702"/>
                </a:lnTo>
                <a:lnTo>
                  <a:pt x="903836" y="2056702"/>
                </a:lnTo>
                <a:lnTo>
                  <a:pt x="902189" y="2056702"/>
                </a:lnTo>
                <a:lnTo>
                  <a:pt x="900543" y="2056702"/>
                </a:lnTo>
                <a:lnTo>
                  <a:pt x="898897" y="2056702"/>
                </a:lnTo>
                <a:lnTo>
                  <a:pt x="897250" y="2056702"/>
                </a:lnTo>
                <a:lnTo>
                  <a:pt x="895604" y="2056702"/>
                </a:lnTo>
                <a:lnTo>
                  <a:pt x="893958" y="2056702"/>
                </a:lnTo>
                <a:lnTo>
                  <a:pt x="892311" y="2056702"/>
                </a:lnTo>
                <a:lnTo>
                  <a:pt x="890665" y="2056702"/>
                </a:lnTo>
                <a:lnTo>
                  <a:pt x="889019" y="2056702"/>
                </a:lnTo>
                <a:lnTo>
                  <a:pt x="887372" y="2056702"/>
                </a:lnTo>
                <a:lnTo>
                  <a:pt x="885726" y="2056702"/>
                </a:lnTo>
                <a:lnTo>
                  <a:pt x="884080" y="2056702"/>
                </a:lnTo>
                <a:lnTo>
                  <a:pt x="882433" y="2056702"/>
                </a:lnTo>
                <a:lnTo>
                  <a:pt x="880787" y="2056702"/>
                </a:lnTo>
                <a:lnTo>
                  <a:pt x="879141" y="2056702"/>
                </a:lnTo>
                <a:lnTo>
                  <a:pt x="877494" y="2056702"/>
                </a:lnTo>
                <a:lnTo>
                  <a:pt x="875848" y="2056702"/>
                </a:lnTo>
                <a:lnTo>
                  <a:pt x="874202" y="2056702"/>
                </a:lnTo>
                <a:lnTo>
                  <a:pt x="872555" y="2056702"/>
                </a:lnTo>
                <a:lnTo>
                  <a:pt x="870909" y="2056702"/>
                </a:lnTo>
                <a:lnTo>
                  <a:pt x="869263" y="2056702"/>
                </a:lnTo>
                <a:lnTo>
                  <a:pt x="867616" y="2056702"/>
                </a:lnTo>
                <a:lnTo>
                  <a:pt x="865970" y="2056702"/>
                </a:lnTo>
                <a:lnTo>
                  <a:pt x="864324" y="2056702"/>
                </a:lnTo>
                <a:lnTo>
                  <a:pt x="862677" y="2056702"/>
                </a:lnTo>
                <a:lnTo>
                  <a:pt x="861031" y="2056702"/>
                </a:lnTo>
                <a:lnTo>
                  <a:pt x="859385" y="2056702"/>
                </a:lnTo>
                <a:lnTo>
                  <a:pt x="857738" y="2056702"/>
                </a:lnTo>
                <a:lnTo>
                  <a:pt x="856092" y="2056702"/>
                </a:lnTo>
                <a:lnTo>
                  <a:pt x="854446" y="2056702"/>
                </a:lnTo>
                <a:lnTo>
                  <a:pt x="852799" y="2056702"/>
                </a:lnTo>
                <a:lnTo>
                  <a:pt x="851153" y="2056702"/>
                </a:lnTo>
                <a:lnTo>
                  <a:pt x="849507" y="2056702"/>
                </a:lnTo>
                <a:lnTo>
                  <a:pt x="847860" y="2056702"/>
                </a:lnTo>
                <a:lnTo>
                  <a:pt x="846214" y="2056702"/>
                </a:lnTo>
                <a:lnTo>
                  <a:pt x="844568" y="2056702"/>
                </a:lnTo>
                <a:lnTo>
                  <a:pt x="842921" y="2056702"/>
                </a:lnTo>
                <a:lnTo>
                  <a:pt x="841275" y="2056702"/>
                </a:lnTo>
                <a:lnTo>
                  <a:pt x="839629" y="2056702"/>
                </a:lnTo>
                <a:lnTo>
                  <a:pt x="837982" y="2056702"/>
                </a:lnTo>
                <a:lnTo>
                  <a:pt x="836336" y="2056702"/>
                </a:lnTo>
                <a:lnTo>
                  <a:pt x="834690" y="2056702"/>
                </a:lnTo>
                <a:lnTo>
                  <a:pt x="833043" y="2056702"/>
                </a:lnTo>
                <a:lnTo>
                  <a:pt x="831397" y="2056702"/>
                </a:lnTo>
                <a:lnTo>
                  <a:pt x="829751" y="2056702"/>
                </a:lnTo>
                <a:lnTo>
                  <a:pt x="828104" y="2056702"/>
                </a:lnTo>
                <a:lnTo>
                  <a:pt x="826458" y="2056702"/>
                </a:lnTo>
                <a:lnTo>
                  <a:pt x="824812" y="2056702"/>
                </a:lnTo>
                <a:lnTo>
                  <a:pt x="823165" y="2056702"/>
                </a:lnTo>
                <a:lnTo>
                  <a:pt x="821519" y="2056702"/>
                </a:lnTo>
                <a:lnTo>
                  <a:pt x="819873" y="2056702"/>
                </a:lnTo>
                <a:lnTo>
                  <a:pt x="818226" y="2056702"/>
                </a:lnTo>
                <a:lnTo>
                  <a:pt x="816580" y="2056702"/>
                </a:lnTo>
                <a:lnTo>
                  <a:pt x="814934" y="2056702"/>
                </a:lnTo>
                <a:lnTo>
                  <a:pt x="813287" y="2056702"/>
                </a:lnTo>
                <a:lnTo>
                  <a:pt x="811641" y="2056702"/>
                </a:lnTo>
                <a:lnTo>
                  <a:pt x="809995" y="2056702"/>
                </a:lnTo>
                <a:lnTo>
                  <a:pt x="808348" y="2056702"/>
                </a:lnTo>
                <a:lnTo>
                  <a:pt x="806702" y="2056702"/>
                </a:lnTo>
                <a:lnTo>
                  <a:pt x="805056" y="2056702"/>
                </a:lnTo>
                <a:lnTo>
                  <a:pt x="803409" y="2056702"/>
                </a:lnTo>
                <a:lnTo>
                  <a:pt x="801763" y="2056702"/>
                </a:lnTo>
                <a:lnTo>
                  <a:pt x="800117" y="2056702"/>
                </a:lnTo>
                <a:lnTo>
                  <a:pt x="798470" y="2056702"/>
                </a:lnTo>
                <a:lnTo>
                  <a:pt x="796824" y="2056702"/>
                </a:lnTo>
                <a:lnTo>
                  <a:pt x="795178" y="2056702"/>
                </a:lnTo>
                <a:lnTo>
                  <a:pt x="793531" y="2056702"/>
                </a:lnTo>
                <a:lnTo>
                  <a:pt x="791885" y="2056702"/>
                </a:lnTo>
                <a:lnTo>
                  <a:pt x="790239" y="2056702"/>
                </a:lnTo>
                <a:lnTo>
                  <a:pt x="788592" y="2056702"/>
                </a:lnTo>
                <a:lnTo>
                  <a:pt x="786946" y="2056702"/>
                </a:lnTo>
                <a:lnTo>
                  <a:pt x="785300" y="2056702"/>
                </a:lnTo>
                <a:lnTo>
                  <a:pt x="783653" y="2056702"/>
                </a:lnTo>
                <a:lnTo>
                  <a:pt x="782007" y="2056702"/>
                </a:lnTo>
                <a:lnTo>
                  <a:pt x="780361" y="2056702"/>
                </a:lnTo>
                <a:lnTo>
                  <a:pt x="778714" y="2056702"/>
                </a:lnTo>
                <a:lnTo>
                  <a:pt x="777068" y="2056702"/>
                </a:lnTo>
                <a:lnTo>
                  <a:pt x="775422" y="2056702"/>
                </a:lnTo>
                <a:lnTo>
                  <a:pt x="773775" y="2056702"/>
                </a:lnTo>
                <a:lnTo>
                  <a:pt x="772129" y="2056702"/>
                </a:lnTo>
                <a:lnTo>
                  <a:pt x="770483" y="2056702"/>
                </a:lnTo>
                <a:lnTo>
                  <a:pt x="768836" y="2056702"/>
                </a:lnTo>
                <a:lnTo>
                  <a:pt x="767190" y="2056702"/>
                </a:lnTo>
                <a:lnTo>
                  <a:pt x="765544" y="2056702"/>
                </a:lnTo>
                <a:lnTo>
                  <a:pt x="763897" y="2056702"/>
                </a:lnTo>
                <a:lnTo>
                  <a:pt x="762251" y="2056702"/>
                </a:lnTo>
                <a:lnTo>
                  <a:pt x="760605" y="2056702"/>
                </a:lnTo>
                <a:lnTo>
                  <a:pt x="758958" y="2056702"/>
                </a:lnTo>
                <a:lnTo>
                  <a:pt x="757312" y="2056702"/>
                </a:lnTo>
                <a:lnTo>
                  <a:pt x="755666" y="2056702"/>
                </a:lnTo>
                <a:lnTo>
                  <a:pt x="754019" y="2056702"/>
                </a:lnTo>
                <a:lnTo>
                  <a:pt x="752373" y="2056702"/>
                </a:lnTo>
                <a:lnTo>
                  <a:pt x="750727" y="2056702"/>
                </a:lnTo>
                <a:lnTo>
                  <a:pt x="749080" y="2056702"/>
                </a:lnTo>
                <a:lnTo>
                  <a:pt x="747434" y="2056702"/>
                </a:lnTo>
                <a:lnTo>
                  <a:pt x="745788" y="2056702"/>
                </a:lnTo>
                <a:lnTo>
                  <a:pt x="744141" y="2056702"/>
                </a:lnTo>
                <a:lnTo>
                  <a:pt x="742495" y="2056702"/>
                </a:lnTo>
                <a:lnTo>
                  <a:pt x="740849" y="2056702"/>
                </a:lnTo>
                <a:lnTo>
                  <a:pt x="739202" y="2056702"/>
                </a:lnTo>
                <a:lnTo>
                  <a:pt x="737556" y="2056702"/>
                </a:lnTo>
                <a:lnTo>
                  <a:pt x="735910" y="2056702"/>
                </a:lnTo>
                <a:lnTo>
                  <a:pt x="734263" y="2056702"/>
                </a:lnTo>
                <a:lnTo>
                  <a:pt x="732617" y="2056702"/>
                </a:lnTo>
                <a:lnTo>
                  <a:pt x="730971" y="2056702"/>
                </a:lnTo>
                <a:lnTo>
                  <a:pt x="729324" y="2056702"/>
                </a:lnTo>
                <a:lnTo>
                  <a:pt x="727678" y="2056702"/>
                </a:lnTo>
                <a:lnTo>
                  <a:pt x="726032" y="2056702"/>
                </a:lnTo>
                <a:lnTo>
                  <a:pt x="724385" y="2056702"/>
                </a:lnTo>
                <a:lnTo>
                  <a:pt x="722739" y="2056702"/>
                </a:lnTo>
                <a:lnTo>
                  <a:pt x="721093" y="2056702"/>
                </a:lnTo>
                <a:lnTo>
                  <a:pt x="719446" y="2056702"/>
                </a:lnTo>
                <a:lnTo>
                  <a:pt x="717800" y="2056702"/>
                </a:lnTo>
                <a:lnTo>
                  <a:pt x="716154" y="2056702"/>
                </a:lnTo>
                <a:lnTo>
                  <a:pt x="714507" y="2056702"/>
                </a:lnTo>
                <a:lnTo>
                  <a:pt x="712861" y="2056702"/>
                </a:lnTo>
                <a:lnTo>
                  <a:pt x="711215" y="2056702"/>
                </a:lnTo>
                <a:lnTo>
                  <a:pt x="709568" y="2056702"/>
                </a:lnTo>
                <a:lnTo>
                  <a:pt x="707922" y="2056702"/>
                </a:lnTo>
                <a:lnTo>
                  <a:pt x="706276" y="2056702"/>
                </a:lnTo>
                <a:lnTo>
                  <a:pt x="704629" y="2056702"/>
                </a:lnTo>
                <a:lnTo>
                  <a:pt x="702983" y="2056702"/>
                </a:lnTo>
                <a:lnTo>
                  <a:pt x="701337" y="2056702"/>
                </a:lnTo>
                <a:lnTo>
                  <a:pt x="699690" y="2056702"/>
                </a:lnTo>
                <a:lnTo>
                  <a:pt x="698044" y="2056702"/>
                </a:lnTo>
                <a:lnTo>
                  <a:pt x="696398" y="2056702"/>
                </a:lnTo>
                <a:lnTo>
                  <a:pt x="694751" y="2056702"/>
                </a:lnTo>
                <a:lnTo>
                  <a:pt x="693105" y="2056702"/>
                </a:lnTo>
                <a:lnTo>
                  <a:pt x="691459" y="2056702"/>
                </a:lnTo>
                <a:lnTo>
                  <a:pt x="689812" y="2056702"/>
                </a:lnTo>
                <a:lnTo>
                  <a:pt x="688166" y="2056702"/>
                </a:lnTo>
                <a:lnTo>
                  <a:pt x="686520" y="2056702"/>
                </a:lnTo>
                <a:lnTo>
                  <a:pt x="684873" y="2056702"/>
                </a:lnTo>
                <a:lnTo>
                  <a:pt x="683227" y="2056702"/>
                </a:lnTo>
                <a:lnTo>
                  <a:pt x="681581" y="2056702"/>
                </a:lnTo>
                <a:lnTo>
                  <a:pt x="679934" y="2056702"/>
                </a:lnTo>
                <a:lnTo>
                  <a:pt x="678288" y="2056702"/>
                </a:lnTo>
                <a:lnTo>
                  <a:pt x="676642" y="2056702"/>
                </a:lnTo>
                <a:lnTo>
                  <a:pt x="674995" y="2056702"/>
                </a:lnTo>
                <a:lnTo>
                  <a:pt x="673349" y="2056702"/>
                </a:lnTo>
                <a:lnTo>
                  <a:pt x="671703" y="2056702"/>
                </a:lnTo>
                <a:lnTo>
                  <a:pt x="670056" y="2056702"/>
                </a:lnTo>
                <a:lnTo>
                  <a:pt x="668410" y="2056702"/>
                </a:lnTo>
                <a:lnTo>
                  <a:pt x="666764" y="2056702"/>
                </a:lnTo>
                <a:lnTo>
                  <a:pt x="665117" y="2056702"/>
                </a:lnTo>
                <a:lnTo>
                  <a:pt x="663471" y="2056702"/>
                </a:lnTo>
                <a:lnTo>
                  <a:pt x="661825" y="2056702"/>
                </a:lnTo>
                <a:lnTo>
                  <a:pt x="660178" y="2056702"/>
                </a:lnTo>
                <a:lnTo>
                  <a:pt x="658532" y="2056702"/>
                </a:lnTo>
                <a:lnTo>
                  <a:pt x="656886" y="2056702"/>
                </a:lnTo>
                <a:lnTo>
                  <a:pt x="655239" y="2056702"/>
                </a:lnTo>
                <a:lnTo>
                  <a:pt x="653593" y="2056702"/>
                </a:lnTo>
                <a:lnTo>
                  <a:pt x="651947" y="2056702"/>
                </a:lnTo>
                <a:lnTo>
                  <a:pt x="650300" y="2056702"/>
                </a:lnTo>
                <a:lnTo>
                  <a:pt x="648654" y="2056702"/>
                </a:lnTo>
                <a:lnTo>
                  <a:pt x="647008" y="2056702"/>
                </a:lnTo>
                <a:lnTo>
                  <a:pt x="645361" y="2056702"/>
                </a:lnTo>
                <a:lnTo>
                  <a:pt x="643715" y="2056702"/>
                </a:lnTo>
                <a:lnTo>
                  <a:pt x="642069" y="2056702"/>
                </a:lnTo>
                <a:lnTo>
                  <a:pt x="640422" y="2056702"/>
                </a:lnTo>
                <a:lnTo>
                  <a:pt x="638776" y="2056702"/>
                </a:lnTo>
                <a:lnTo>
                  <a:pt x="637130" y="2056702"/>
                </a:lnTo>
                <a:lnTo>
                  <a:pt x="635483" y="2056702"/>
                </a:lnTo>
                <a:lnTo>
                  <a:pt x="633837" y="2056702"/>
                </a:lnTo>
                <a:lnTo>
                  <a:pt x="632191" y="2056702"/>
                </a:lnTo>
                <a:lnTo>
                  <a:pt x="630544" y="2056702"/>
                </a:lnTo>
                <a:lnTo>
                  <a:pt x="628898" y="2056702"/>
                </a:lnTo>
                <a:lnTo>
                  <a:pt x="627252" y="2056702"/>
                </a:lnTo>
                <a:lnTo>
                  <a:pt x="625606" y="2056702"/>
                </a:lnTo>
                <a:lnTo>
                  <a:pt x="623959" y="2056702"/>
                </a:lnTo>
                <a:lnTo>
                  <a:pt x="622313" y="2056702"/>
                </a:lnTo>
                <a:lnTo>
                  <a:pt x="620667" y="2056702"/>
                </a:lnTo>
                <a:lnTo>
                  <a:pt x="619020" y="2056702"/>
                </a:lnTo>
                <a:lnTo>
                  <a:pt x="617374" y="2056702"/>
                </a:lnTo>
                <a:lnTo>
                  <a:pt x="615728" y="2056702"/>
                </a:lnTo>
                <a:lnTo>
                  <a:pt x="614081" y="2056702"/>
                </a:lnTo>
                <a:lnTo>
                  <a:pt x="612435" y="2056702"/>
                </a:lnTo>
                <a:lnTo>
                  <a:pt x="610789" y="2056702"/>
                </a:lnTo>
                <a:lnTo>
                  <a:pt x="609142" y="2056702"/>
                </a:lnTo>
                <a:lnTo>
                  <a:pt x="607496" y="2056702"/>
                </a:lnTo>
                <a:lnTo>
                  <a:pt x="605850" y="2056702"/>
                </a:lnTo>
                <a:lnTo>
                  <a:pt x="604203" y="2056702"/>
                </a:lnTo>
                <a:lnTo>
                  <a:pt x="602557" y="2056702"/>
                </a:lnTo>
                <a:lnTo>
                  <a:pt x="600911" y="2056702"/>
                </a:lnTo>
                <a:lnTo>
                  <a:pt x="599264" y="2056702"/>
                </a:lnTo>
                <a:lnTo>
                  <a:pt x="597618" y="2056702"/>
                </a:lnTo>
                <a:lnTo>
                  <a:pt x="595972" y="2056702"/>
                </a:lnTo>
                <a:lnTo>
                  <a:pt x="594325" y="2056702"/>
                </a:lnTo>
                <a:lnTo>
                  <a:pt x="592679" y="2056702"/>
                </a:lnTo>
                <a:lnTo>
                  <a:pt x="591033" y="2056702"/>
                </a:lnTo>
                <a:lnTo>
                  <a:pt x="589386" y="2056702"/>
                </a:lnTo>
                <a:lnTo>
                  <a:pt x="587740" y="2056702"/>
                </a:lnTo>
                <a:lnTo>
                  <a:pt x="586094" y="2056702"/>
                </a:lnTo>
                <a:lnTo>
                  <a:pt x="584447" y="2056702"/>
                </a:lnTo>
                <a:lnTo>
                  <a:pt x="582801" y="2056702"/>
                </a:lnTo>
                <a:lnTo>
                  <a:pt x="581155" y="2056702"/>
                </a:lnTo>
                <a:lnTo>
                  <a:pt x="579508" y="2056702"/>
                </a:lnTo>
                <a:lnTo>
                  <a:pt x="577862" y="2056702"/>
                </a:lnTo>
                <a:lnTo>
                  <a:pt x="576216" y="2056702"/>
                </a:lnTo>
                <a:lnTo>
                  <a:pt x="574569" y="2056702"/>
                </a:lnTo>
                <a:lnTo>
                  <a:pt x="572923" y="2056702"/>
                </a:lnTo>
                <a:lnTo>
                  <a:pt x="571277" y="2056702"/>
                </a:lnTo>
                <a:lnTo>
                  <a:pt x="569630" y="2056702"/>
                </a:lnTo>
                <a:lnTo>
                  <a:pt x="567984" y="2056702"/>
                </a:lnTo>
                <a:lnTo>
                  <a:pt x="566338" y="2056702"/>
                </a:lnTo>
                <a:lnTo>
                  <a:pt x="564691" y="2056702"/>
                </a:lnTo>
                <a:lnTo>
                  <a:pt x="563045" y="2056702"/>
                </a:lnTo>
                <a:lnTo>
                  <a:pt x="561399" y="2056702"/>
                </a:lnTo>
                <a:lnTo>
                  <a:pt x="559752" y="2056702"/>
                </a:lnTo>
                <a:lnTo>
                  <a:pt x="558106" y="2056702"/>
                </a:lnTo>
                <a:lnTo>
                  <a:pt x="556460" y="2056702"/>
                </a:lnTo>
                <a:lnTo>
                  <a:pt x="554813" y="2056702"/>
                </a:lnTo>
                <a:lnTo>
                  <a:pt x="553167" y="2056702"/>
                </a:lnTo>
                <a:lnTo>
                  <a:pt x="551521" y="2056702"/>
                </a:lnTo>
                <a:lnTo>
                  <a:pt x="549874" y="2056702"/>
                </a:lnTo>
                <a:lnTo>
                  <a:pt x="548228" y="2056702"/>
                </a:lnTo>
                <a:lnTo>
                  <a:pt x="546582" y="2056702"/>
                </a:lnTo>
                <a:lnTo>
                  <a:pt x="544935" y="2056702"/>
                </a:lnTo>
                <a:lnTo>
                  <a:pt x="543289" y="2056702"/>
                </a:lnTo>
                <a:lnTo>
                  <a:pt x="541643" y="2056702"/>
                </a:lnTo>
                <a:lnTo>
                  <a:pt x="539996" y="2056702"/>
                </a:lnTo>
                <a:lnTo>
                  <a:pt x="538350" y="2056702"/>
                </a:lnTo>
                <a:lnTo>
                  <a:pt x="536704" y="2056702"/>
                </a:lnTo>
                <a:lnTo>
                  <a:pt x="535057" y="2056702"/>
                </a:lnTo>
                <a:lnTo>
                  <a:pt x="533411" y="2056702"/>
                </a:lnTo>
                <a:lnTo>
                  <a:pt x="531765" y="2056702"/>
                </a:lnTo>
                <a:lnTo>
                  <a:pt x="530118" y="2056702"/>
                </a:lnTo>
                <a:lnTo>
                  <a:pt x="528472" y="2056702"/>
                </a:lnTo>
                <a:lnTo>
                  <a:pt x="526826" y="2056702"/>
                </a:lnTo>
                <a:lnTo>
                  <a:pt x="525179" y="2056702"/>
                </a:lnTo>
                <a:lnTo>
                  <a:pt x="523533" y="2056702"/>
                </a:lnTo>
                <a:lnTo>
                  <a:pt x="521887" y="2056702"/>
                </a:lnTo>
                <a:lnTo>
                  <a:pt x="520240" y="2056702"/>
                </a:lnTo>
                <a:lnTo>
                  <a:pt x="518594" y="2056702"/>
                </a:lnTo>
                <a:lnTo>
                  <a:pt x="516948" y="2056702"/>
                </a:lnTo>
                <a:lnTo>
                  <a:pt x="515301" y="2056702"/>
                </a:lnTo>
                <a:lnTo>
                  <a:pt x="513655" y="2056702"/>
                </a:lnTo>
                <a:lnTo>
                  <a:pt x="512009" y="2056702"/>
                </a:lnTo>
                <a:lnTo>
                  <a:pt x="510362" y="2056702"/>
                </a:lnTo>
                <a:lnTo>
                  <a:pt x="508716" y="2056702"/>
                </a:lnTo>
                <a:lnTo>
                  <a:pt x="507070" y="2056702"/>
                </a:lnTo>
                <a:lnTo>
                  <a:pt x="505423" y="2056702"/>
                </a:lnTo>
                <a:lnTo>
                  <a:pt x="503777" y="2056702"/>
                </a:lnTo>
                <a:lnTo>
                  <a:pt x="502131" y="2056702"/>
                </a:lnTo>
                <a:lnTo>
                  <a:pt x="500484" y="2056702"/>
                </a:lnTo>
                <a:lnTo>
                  <a:pt x="498838" y="2056702"/>
                </a:lnTo>
                <a:lnTo>
                  <a:pt x="497192" y="2056702"/>
                </a:lnTo>
                <a:lnTo>
                  <a:pt x="495545" y="2056702"/>
                </a:lnTo>
                <a:lnTo>
                  <a:pt x="493899" y="2056702"/>
                </a:lnTo>
                <a:lnTo>
                  <a:pt x="492253" y="2056702"/>
                </a:lnTo>
                <a:lnTo>
                  <a:pt x="490606" y="2056702"/>
                </a:lnTo>
                <a:lnTo>
                  <a:pt x="488960" y="2056702"/>
                </a:lnTo>
                <a:lnTo>
                  <a:pt x="487314" y="2056702"/>
                </a:lnTo>
                <a:lnTo>
                  <a:pt x="485667" y="2056702"/>
                </a:lnTo>
                <a:lnTo>
                  <a:pt x="484021" y="2056702"/>
                </a:lnTo>
                <a:lnTo>
                  <a:pt x="482375" y="2056702"/>
                </a:lnTo>
                <a:lnTo>
                  <a:pt x="480728" y="2056702"/>
                </a:lnTo>
                <a:lnTo>
                  <a:pt x="479082" y="2056702"/>
                </a:lnTo>
                <a:lnTo>
                  <a:pt x="477436" y="2056702"/>
                </a:lnTo>
                <a:lnTo>
                  <a:pt x="475789" y="2056702"/>
                </a:lnTo>
                <a:lnTo>
                  <a:pt x="474143" y="2056702"/>
                </a:lnTo>
                <a:lnTo>
                  <a:pt x="472497" y="2056702"/>
                </a:lnTo>
                <a:lnTo>
                  <a:pt x="470850" y="2056702"/>
                </a:lnTo>
                <a:lnTo>
                  <a:pt x="469204" y="2056702"/>
                </a:lnTo>
                <a:lnTo>
                  <a:pt x="467558" y="2056702"/>
                </a:lnTo>
                <a:lnTo>
                  <a:pt x="465911" y="2056702"/>
                </a:lnTo>
                <a:lnTo>
                  <a:pt x="464265" y="2056702"/>
                </a:lnTo>
                <a:lnTo>
                  <a:pt x="462619" y="2056702"/>
                </a:lnTo>
                <a:lnTo>
                  <a:pt x="460972" y="2056702"/>
                </a:lnTo>
                <a:lnTo>
                  <a:pt x="459326" y="2056702"/>
                </a:lnTo>
                <a:lnTo>
                  <a:pt x="457680" y="2056702"/>
                </a:lnTo>
                <a:lnTo>
                  <a:pt x="456033" y="2056702"/>
                </a:lnTo>
                <a:lnTo>
                  <a:pt x="454387" y="2056702"/>
                </a:lnTo>
                <a:lnTo>
                  <a:pt x="452741" y="2056702"/>
                </a:lnTo>
                <a:lnTo>
                  <a:pt x="451094" y="2056702"/>
                </a:lnTo>
                <a:lnTo>
                  <a:pt x="449448" y="2056702"/>
                </a:lnTo>
                <a:lnTo>
                  <a:pt x="447802" y="2056702"/>
                </a:lnTo>
                <a:lnTo>
                  <a:pt x="446155" y="2056702"/>
                </a:lnTo>
                <a:lnTo>
                  <a:pt x="444509" y="2056702"/>
                </a:lnTo>
                <a:lnTo>
                  <a:pt x="442863" y="2056702"/>
                </a:lnTo>
                <a:lnTo>
                  <a:pt x="441216" y="2056702"/>
                </a:lnTo>
                <a:lnTo>
                  <a:pt x="439570" y="2056702"/>
                </a:lnTo>
                <a:lnTo>
                  <a:pt x="437924" y="2056702"/>
                </a:lnTo>
                <a:lnTo>
                  <a:pt x="436277" y="2056702"/>
                </a:lnTo>
                <a:lnTo>
                  <a:pt x="434631" y="2056702"/>
                </a:lnTo>
                <a:lnTo>
                  <a:pt x="432985" y="2056702"/>
                </a:lnTo>
                <a:lnTo>
                  <a:pt x="431338" y="2056702"/>
                </a:lnTo>
                <a:lnTo>
                  <a:pt x="429692" y="2056702"/>
                </a:lnTo>
                <a:lnTo>
                  <a:pt x="428046" y="2056702"/>
                </a:lnTo>
                <a:lnTo>
                  <a:pt x="426399" y="2056702"/>
                </a:lnTo>
                <a:lnTo>
                  <a:pt x="424753" y="2056702"/>
                </a:lnTo>
                <a:lnTo>
                  <a:pt x="423107" y="2056702"/>
                </a:lnTo>
                <a:lnTo>
                  <a:pt x="421460" y="2056702"/>
                </a:lnTo>
                <a:lnTo>
                  <a:pt x="419814" y="2056702"/>
                </a:lnTo>
                <a:lnTo>
                  <a:pt x="418168" y="2056702"/>
                </a:lnTo>
                <a:lnTo>
                  <a:pt x="416521" y="2056702"/>
                </a:lnTo>
                <a:lnTo>
                  <a:pt x="414875" y="2056702"/>
                </a:lnTo>
                <a:lnTo>
                  <a:pt x="413229" y="2056702"/>
                </a:lnTo>
                <a:lnTo>
                  <a:pt x="411582" y="2056702"/>
                </a:lnTo>
                <a:lnTo>
                  <a:pt x="409936" y="2056702"/>
                </a:lnTo>
                <a:lnTo>
                  <a:pt x="408290" y="2056702"/>
                </a:lnTo>
                <a:lnTo>
                  <a:pt x="406643" y="2056702"/>
                </a:lnTo>
                <a:lnTo>
                  <a:pt x="404997" y="2056702"/>
                </a:lnTo>
                <a:lnTo>
                  <a:pt x="403351" y="2056702"/>
                </a:lnTo>
                <a:lnTo>
                  <a:pt x="401704" y="2056702"/>
                </a:lnTo>
                <a:lnTo>
                  <a:pt x="400058" y="2056702"/>
                </a:lnTo>
                <a:lnTo>
                  <a:pt x="398412" y="2056702"/>
                </a:lnTo>
                <a:lnTo>
                  <a:pt x="396765" y="2056702"/>
                </a:lnTo>
                <a:lnTo>
                  <a:pt x="395119" y="2056702"/>
                </a:lnTo>
                <a:lnTo>
                  <a:pt x="393473" y="2056702"/>
                </a:lnTo>
                <a:lnTo>
                  <a:pt x="391826" y="2056702"/>
                </a:lnTo>
                <a:lnTo>
                  <a:pt x="390180" y="2056702"/>
                </a:lnTo>
                <a:lnTo>
                  <a:pt x="388534" y="2056702"/>
                </a:lnTo>
                <a:lnTo>
                  <a:pt x="386887" y="2056702"/>
                </a:lnTo>
                <a:lnTo>
                  <a:pt x="385241" y="2056702"/>
                </a:lnTo>
                <a:lnTo>
                  <a:pt x="383595" y="2056702"/>
                </a:lnTo>
                <a:lnTo>
                  <a:pt x="381948" y="2056702"/>
                </a:lnTo>
                <a:lnTo>
                  <a:pt x="380302" y="2056702"/>
                </a:lnTo>
                <a:lnTo>
                  <a:pt x="378656" y="2056702"/>
                </a:lnTo>
                <a:lnTo>
                  <a:pt x="377009" y="2056702"/>
                </a:lnTo>
                <a:lnTo>
                  <a:pt x="375363" y="2056702"/>
                </a:lnTo>
                <a:lnTo>
                  <a:pt x="373717" y="2056702"/>
                </a:lnTo>
                <a:lnTo>
                  <a:pt x="372070" y="2056702"/>
                </a:lnTo>
                <a:lnTo>
                  <a:pt x="370424" y="2056702"/>
                </a:lnTo>
                <a:lnTo>
                  <a:pt x="368778" y="2056702"/>
                </a:lnTo>
                <a:lnTo>
                  <a:pt x="367131" y="2056702"/>
                </a:lnTo>
                <a:lnTo>
                  <a:pt x="365485" y="2056702"/>
                </a:lnTo>
                <a:lnTo>
                  <a:pt x="363839" y="2056702"/>
                </a:lnTo>
                <a:lnTo>
                  <a:pt x="362192" y="2056702"/>
                </a:lnTo>
                <a:lnTo>
                  <a:pt x="360546" y="2056702"/>
                </a:lnTo>
                <a:lnTo>
                  <a:pt x="358900" y="2056702"/>
                </a:lnTo>
                <a:lnTo>
                  <a:pt x="357253" y="2056702"/>
                </a:lnTo>
                <a:lnTo>
                  <a:pt x="355607" y="2056702"/>
                </a:lnTo>
                <a:lnTo>
                  <a:pt x="353961" y="2056702"/>
                </a:lnTo>
                <a:lnTo>
                  <a:pt x="352314" y="2056702"/>
                </a:lnTo>
                <a:lnTo>
                  <a:pt x="350668" y="2056702"/>
                </a:lnTo>
                <a:lnTo>
                  <a:pt x="349022" y="2056702"/>
                </a:lnTo>
                <a:lnTo>
                  <a:pt x="347375" y="2056702"/>
                </a:lnTo>
                <a:lnTo>
                  <a:pt x="345729" y="2056702"/>
                </a:lnTo>
                <a:lnTo>
                  <a:pt x="344083" y="2056702"/>
                </a:lnTo>
                <a:lnTo>
                  <a:pt x="342436" y="2056702"/>
                </a:lnTo>
                <a:lnTo>
                  <a:pt x="340790" y="2056702"/>
                </a:lnTo>
                <a:lnTo>
                  <a:pt x="339144" y="2056702"/>
                </a:lnTo>
                <a:lnTo>
                  <a:pt x="337497" y="2056702"/>
                </a:lnTo>
                <a:lnTo>
                  <a:pt x="335851" y="2056702"/>
                </a:lnTo>
                <a:lnTo>
                  <a:pt x="334205" y="2056702"/>
                </a:lnTo>
                <a:lnTo>
                  <a:pt x="332558" y="2056702"/>
                </a:lnTo>
                <a:lnTo>
                  <a:pt x="330912" y="2056702"/>
                </a:lnTo>
                <a:lnTo>
                  <a:pt x="329266" y="2056702"/>
                </a:lnTo>
                <a:lnTo>
                  <a:pt x="327619" y="2056702"/>
                </a:lnTo>
                <a:lnTo>
                  <a:pt x="325973" y="2056702"/>
                </a:lnTo>
                <a:lnTo>
                  <a:pt x="324327" y="2056702"/>
                </a:lnTo>
                <a:lnTo>
                  <a:pt x="322680" y="2056702"/>
                </a:lnTo>
                <a:lnTo>
                  <a:pt x="321034" y="2056702"/>
                </a:lnTo>
                <a:lnTo>
                  <a:pt x="319388" y="2056702"/>
                </a:lnTo>
                <a:lnTo>
                  <a:pt x="317741" y="2056702"/>
                </a:lnTo>
                <a:lnTo>
                  <a:pt x="316095" y="2056702"/>
                </a:lnTo>
                <a:lnTo>
                  <a:pt x="314449" y="2056702"/>
                </a:lnTo>
                <a:lnTo>
                  <a:pt x="312803" y="2056702"/>
                </a:lnTo>
                <a:lnTo>
                  <a:pt x="311156" y="2056702"/>
                </a:lnTo>
                <a:lnTo>
                  <a:pt x="309510" y="2056702"/>
                </a:lnTo>
                <a:lnTo>
                  <a:pt x="307864" y="2056702"/>
                </a:lnTo>
                <a:lnTo>
                  <a:pt x="306217" y="2056702"/>
                </a:lnTo>
                <a:lnTo>
                  <a:pt x="304571" y="2056702"/>
                </a:lnTo>
                <a:lnTo>
                  <a:pt x="302925" y="2056702"/>
                </a:lnTo>
                <a:lnTo>
                  <a:pt x="301278" y="2056702"/>
                </a:lnTo>
                <a:lnTo>
                  <a:pt x="299632" y="2056702"/>
                </a:lnTo>
                <a:lnTo>
                  <a:pt x="297986" y="2056702"/>
                </a:lnTo>
                <a:lnTo>
                  <a:pt x="296339" y="2056702"/>
                </a:lnTo>
                <a:lnTo>
                  <a:pt x="294693" y="2056702"/>
                </a:lnTo>
                <a:lnTo>
                  <a:pt x="293047" y="2056702"/>
                </a:lnTo>
                <a:lnTo>
                  <a:pt x="291400" y="2056702"/>
                </a:lnTo>
                <a:lnTo>
                  <a:pt x="289754" y="2056702"/>
                </a:lnTo>
                <a:lnTo>
                  <a:pt x="288108" y="2056702"/>
                </a:lnTo>
                <a:lnTo>
                  <a:pt x="286461" y="2056702"/>
                </a:lnTo>
                <a:lnTo>
                  <a:pt x="284815" y="2056702"/>
                </a:lnTo>
                <a:lnTo>
                  <a:pt x="283169" y="2056702"/>
                </a:lnTo>
                <a:lnTo>
                  <a:pt x="281522" y="2056702"/>
                </a:lnTo>
                <a:lnTo>
                  <a:pt x="279876" y="2056702"/>
                </a:lnTo>
                <a:lnTo>
                  <a:pt x="278230" y="2056702"/>
                </a:lnTo>
                <a:lnTo>
                  <a:pt x="276583" y="2056702"/>
                </a:lnTo>
                <a:lnTo>
                  <a:pt x="274937" y="2056702"/>
                </a:lnTo>
                <a:lnTo>
                  <a:pt x="273291" y="2056702"/>
                </a:lnTo>
                <a:lnTo>
                  <a:pt x="271644" y="2056702"/>
                </a:lnTo>
                <a:lnTo>
                  <a:pt x="269998" y="2056702"/>
                </a:lnTo>
                <a:lnTo>
                  <a:pt x="268352" y="2056702"/>
                </a:lnTo>
                <a:lnTo>
                  <a:pt x="266705" y="2056702"/>
                </a:lnTo>
                <a:lnTo>
                  <a:pt x="265059" y="2056702"/>
                </a:lnTo>
                <a:lnTo>
                  <a:pt x="263413" y="2056702"/>
                </a:lnTo>
                <a:lnTo>
                  <a:pt x="261766" y="2056702"/>
                </a:lnTo>
                <a:lnTo>
                  <a:pt x="260120" y="2056702"/>
                </a:lnTo>
                <a:lnTo>
                  <a:pt x="258474" y="2056702"/>
                </a:lnTo>
                <a:lnTo>
                  <a:pt x="256827" y="2056702"/>
                </a:lnTo>
                <a:lnTo>
                  <a:pt x="255181" y="2056702"/>
                </a:lnTo>
                <a:lnTo>
                  <a:pt x="253535" y="2056702"/>
                </a:lnTo>
                <a:lnTo>
                  <a:pt x="251888" y="2056702"/>
                </a:lnTo>
                <a:lnTo>
                  <a:pt x="250242" y="2056702"/>
                </a:lnTo>
                <a:lnTo>
                  <a:pt x="248596" y="2056702"/>
                </a:lnTo>
                <a:lnTo>
                  <a:pt x="246949" y="2056702"/>
                </a:lnTo>
                <a:lnTo>
                  <a:pt x="245303" y="2056702"/>
                </a:lnTo>
                <a:lnTo>
                  <a:pt x="243657" y="2056702"/>
                </a:lnTo>
                <a:lnTo>
                  <a:pt x="242010" y="2056702"/>
                </a:lnTo>
                <a:lnTo>
                  <a:pt x="240364" y="2056702"/>
                </a:lnTo>
                <a:lnTo>
                  <a:pt x="238718" y="2056702"/>
                </a:lnTo>
                <a:lnTo>
                  <a:pt x="237071" y="2056702"/>
                </a:lnTo>
                <a:lnTo>
                  <a:pt x="235425" y="2056702"/>
                </a:lnTo>
                <a:lnTo>
                  <a:pt x="233779" y="2056702"/>
                </a:lnTo>
                <a:lnTo>
                  <a:pt x="232132" y="2056702"/>
                </a:lnTo>
                <a:lnTo>
                  <a:pt x="230486" y="2056702"/>
                </a:lnTo>
                <a:lnTo>
                  <a:pt x="228840" y="2056702"/>
                </a:lnTo>
                <a:lnTo>
                  <a:pt x="227193" y="2056702"/>
                </a:lnTo>
                <a:lnTo>
                  <a:pt x="225547" y="2056702"/>
                </a:lnTo>
                <a:lnTo>
                  <a:pt x="223901" y="2056702"/>
                </a:lnTo>
                <a:lnTo>
                  <a:pt x="222254" y="2056702"/>
                </a:lnTo>
                <a:lnTo>
                  <a:pt x="220608" y="2056702"/>
                </a:lnTo>
                <a:lnTo>
                  <a:pt x="218962" y="2056702"/>
                </a:lnTo>
                <a:lnTo>
                  <a:pt x="217315" y="2056702"/>
                </a:lnTo>
                <a:lnTo>
                  <a:pt x="215669" y="2056702"/>
                </a:lnTo>
                <a:lnTo>
                  <a:pt x="214023" y="2056702"/>
                </a:lnTo>
                <a:lnTo>
                  <a:pt x="212376" y="2056702"/>
                </a:lnTo>
                <a:lnTo>
                  <a:pt x="210730" y="2056702"/>
                </a:lnTo>
                <a:lnTo>
                  <a:pt x="209084" y="2056702"/>
                </a:lnTo>
                <a:lnTo>
                  <a:pt x="207437" y="2056702"/>
                </a:lnTo>
                <a:lnTo>
                  <a:pt x="205791" y="2056702"/>
                </a:lnTo>
                <a:lnTo>
                  <a:pt x="204145" y="2056702"/>
                </a:lnTo>
                <a:lnTo>
                  <a:pt x="202498" y="2056702"/>
                </a:lnTo>
                <a:lnTo>
                  <a:pt x="200852" y="2056702"/>
                </a:lnTo>
                <a:lnTo>
                  <a:pt x="199206" y="2056702"/>
                </a:lnTo>
                <a:lnTo>
                  <a:pt x="197559" y="2056702"/>
                </a:lnTo>
                <a:lnTo>
                  <a:pt x="195913" y="2056702"/>
                </a:lnTo>
                <a:lnTo>
                  <a:pt x="194267" y="2056702"/>
                </a:lnTo>
                <a:lnTo>
                  <a:pt x="192620" y="2056702"/>
                </a:lnTo>
                <a:lnTo>
                  <a:pt x="190974" y="2056702"/>
                </a:lnTo>
                <a:lnTo>
                  <a:pt x="189328" y="2056702"/>
                </a:lnTo>
                <a:lnTo>
                  <a:pt x="187681" y="2056702"/>
                </a:lnTo>
                <a:lnTo>
                  <a:pt x="186035" y="2056702"/>
                </a:lnTo>
                <a:lnTo>
                  <a:pt x="184389" y="2056702"/>
                </a:lnTo>
                <a:lnTo>
                  <a:pt x="182742" y="2056702"/>
                </a:lnTo>
                <a:lnTo>
                  <a:pt x="181096" y="2056702"/>
                </a:lnTo>
                <a:lnTo>
                  <a:pt x="179450" y="2056702"/>
                </a:lnTo>
                <a:lnTo>
                  <a:pt x="177803" y="2056702"/>
                </a:lnTo>
                <a:lnTo>
                  <a:pt x="176157" y="2056702"/>
                </a:lnTo>
                <a:lnTo>
                  <a:pt x="174511" y="2056702"/>
                </a:lnTo>
                <a:lnTo>
                  <a:pt x="172864" y="2056702"/>
                </a:lnTo>
                <a:lnTo>
                  <a:pt x="171218" y="2056702"/>
                </a:lnTo>
                <a:lnTo>
                  <a:pt x="169572" y="2056702"/>
                </a:lnTo>
                <a:lnTo>
                  <a:pt x="167925" y="2056702"/>
                </a:lnTo>
                <a:lnTo>
                  <a:pt x="166279" y="2056702"/>
                </a:lnTo>
                <a:lnTo>
                  <a:pt x="164633" y="2056702"/>
                </a:lnTo>
                <a:lnTo>
                  <a:pt x="162986" y="2056702"/>
                </a:lnTo>
                <a:lnTo>
                  <a:pt x="161340" y="2056702"/>
                </a:lnTo>
                <a:lnTo>
                  <a:pt x="159694" y="2056702"/>
                </a:lnTo>
                <a:lnTo>
                  <a:pt x="158047" y="2056702"/>
                </a:lnTo>
                <a:lnTo>
                  <a:pt x="156401" y="2056702"/>
                </a:lnTo>
                <a:lnTo>
                  <a:pt x="154755" y="2056702"/>
                </a:lnTo>
                <a:lnTo>
                  <a:pt x="153108" y="2056702"/>
                </a:lnTo>
                <a:lnTo>
                  <a:pt x="151462" y="2056702"/>
                </a:lnTo>
                <a:lnTo>
                  <a:pt x="149816" y="2056702"/>
                </a:lnTo>
                <a:lnTo>
                  <a:pt x="148169" y="2056702"/>
                </a:lnTo>
                <a:lnTo>
                  <a:pt x="146523" y="2056702"/>
                </a:lnTo>
                <a:lnTo>
                  <a:pt x="144877" y="2056702"/>
                </a:lnTo>
                <a:lnTo>
                  <a:pt x="143230" y="2056702"/>
                </a:lnTo>
                <a:lnTo>
                  <a:pt x="141584" y="2056702"/>
                </a:lnTo>
                <a:lnTo>
                  <a:pt x="139938" y="2056702"/>
                </a:lnTo>
                <a:lnTo>
                  <a:pt x="138291" y="2056702"/>
                </a:lnTo>
                <a:lnTo>
                  <a:pt x="136645" y="2056702"/>
                </a:lnTo>
                <a:lnTo>
                  <a:pt x="134999" y="2056702"/>
                </a:lnTo>
                <a:lnTo>
                  <a:pt x="133352" y="2056702"/>
                </a:lnTo>
                <a:lnTo>
                  <a:pt x="131706" y="2056702"/>
                </a:lnTo>
                <a:lnTo>
                  <a:pt x="130060" y="2056702"/>
                </a:lnTo>
                <a:lnTo>
                  <a:pt x="128413" y="2056702"/>
                </a:lnTo>
                <a:lnTo>
                  <a:pt x="126767" y="2056702"/>
                </a:lnTo>
                <a:lnTo>
                  <a:pt x="125121" y="2056702"/>
                </a:lnTo>
                <a:lnTo>
                  <a:pt x="123474" y="2056702"/>
                </a:lnTo>
                <a:lnTo>
                  <a:pt x="121828" y="2056702"/>
                </a:lnTo>
                <a:lnTo>
                  <a:pt x="120182" y="2056702"/>
                </a:lnTo>
                <a:lnTo>
                  <a:pt x="118535" y="2056702"/>
                </a:lnTo>
                <a:lnTo>
                  <a:pt x="116889" y="2056702"/>
                </a:lnTo>
                <a:lnTo>
                  <a:pt x="115243" y="2056702"/>
                </a:lnTo>
                <a:lnTo>
                  <a:pt x="113596" y="2056702"/>
                </a:lnTo>
                <a:lnTo>
                  <a:pt x="111950" y="2056702"/>
                </a:lnTo>
                <a:lnTo>
                  <a:pt x="110304" y="2056702"/>
                </a:lnTo>
                <a:lnTo>
                  <a:pt x="108657" y="2056702"/>
                </a:lnTo>
                <a:lnTo>
                  <a:pt x="107011" y="2056702"/>
                </a:lnTo>
                <a:lnTo>
                  <a:pt x="105365" y="2056702"/>
                </a:lnTo>
                <a:lnTo>
                  <a:pt x="103718" y="2056702"/>
                </a:lnTo>
                <a:lnTo>
                  <a:pt x="102072" y="2056702"/>
                </a:lnTo>
                <a:lnTo>
                  <a:pt x="100426" y="2056702"/>
                </a:lnTo>
                <a:lnTo>
                  <a:pt x="98779" y="2056702"/>
                </a:lnTo>
                <a:lnTo>
                  <a:pt x="97133" y="2056702"/>
                </a:lnTo>
                <a:lnTo>
                  <a:pt x="95487" y="2056702"/>
                </a:lnTo>
                <a:lnTo>
                  <a:pt x="93840" y="2056702"/>
                </a:lnTo>
                <a:lnTo>
                  <a:pt x="92194" y="2056702"/>
                </a:lnTo>
                <a:lnTo>
                  <a:pt x="90548" y="2056702"/>
                </a:lnTo>
                <a:lnTo>
                  <a:pt x="88901" y="2056702"/>
                </a:lnTo>
                <a:lnTo>
                  <a:pt x="87255" y="2056702"/>
                </a:lnTo>
                <a:lnTo>
                  <a:pt x="85609" y="2056702"/>
                </a:lnTo>
                <a:lnTo>
                  <a:pt x="83962" y="2056702"/>
                </a:lnTo>
                <a:lnTo>
                  <a:pt x="82316" y="2056702"/>
                </a:lnTo>
                <a:lnTo>
                  <a:pt x="80670" y="2056702"/>
                </a:lnTo>
                <a:lnTo>
                  <a:pt x="79023" y="2056702"/>
                </a:lnTo>
                <a:lnTo>
                  <a:pt x="77377" y="2056702"/>
                </a:lnTo>
                <a:lnTo>
                  <a:pt x="75731" y="2056702"/>
                </a:lnTo>
                <a:lnTo>
                  <a:pt x="74084" y="2056702"/>
                </a:lnTo>
                <a:lnTo>
                  <a:pt x="72438" y="2056702"/>
                </a:lnTo>
                <a:lnTo>
                  <a:pt x="70792" y="2056702"/>
                </a:lnTo>
                <a:lnTo>
                  <a:pt x="69145" y="2056702"/>
                </a:lnTo>
                <a:lnTo>
                  <a:pt x="67499" y="2056702"/>
                </a:lnTo>
                <a:lnTo>
                  <a:pt x="65853" y="2056702"/>
                </a:lnTo>
                <a:lnTo>
                  <a:pt x="64206" y="2056702"/>
                </a:lnTo>
                <a:lnTo>
                  <a:pt x="62560" y="2056702"/>
                </a:lnTo>
                <a:lnTo>
                  <a:pt x="60914" y="2056702"/>
                </a:lnTo>
                <a:lnTo>
                  <a:pt x="59267" y="2056702"/>
                </a:lnTo>
                <a:lnTo>
                  <a:pt x="57621" y="2056702"/>
                </a:lnTo>
                <a:lnTo>
                  <a:pt x="55975" y="2056702"/>
                </a:lnTo>
                <a:lnTo>
                  <a:pt x="54328" y="2056702"/>
                </a:lnTo>
                <a:lnTo>
                  <a:pt x="52682" y="2056702"/>
                </a:lnTo>
                <a:lnTo>
                  <a:pt x="51036" y="2056702"/>
                </a:lnTo>
                <a:lnTo>
                  <a:pt x="49389" y="2056702"/>
                </a:lnTo>
                <a:lnTo>
                  <a:pt x="47743" y="2056702"/>
                </a:lnTo>
                <a:lnTo>
                  <a:pt x="46097" y="2056702"/>
                </a:lnTo>
                <a:lnTo>
                  <a:pt x="44450" y="2056702"/>
                </a:lnTo>
                <a:lnTo>
                  <a:pt x="42804" y="2056702"/>
                </a:lnTo>
                <a:lnTo>
                  <a:pt x="41158" y="2056702"/>
                </a:lnTo>
                <a:lnTo>
                  <a:pt x="39511" y="2056702"/>
                </a:lnTo>
                <a:lnTo>
                  <a:pt x="37865" y="2056702"/>
                </a:lnTo>
                <a:lnTo>
                  <a:pt x="36219" y="2056702"/>
                </a:lnTo>
                <a:lnTo>
                  <a:pt x="34572" y="2056702"/>
                </a:lnTo>
                <a:lnTo>
                  <a:pt x="32926" y="2056702"/>
                </a:lnTo>
                <a:lnTo>
                  <a:pt x="31280" y="2056702"/>
                </a:lnTo>
                <a:lnTo>
                  <a:pt x="29633" y="2056702"/>
                </a:lnTo>
                <a:lnTo>
                  <a:pt x="27987" y="2056702"/>
                </a:lnTo>
                <a:lnTo>
                  <a:pt x="26341" y="2056702"/>
                </a:lnTo>
                <a:lnTo>
                  <a:pt x="24694" y="2056702"/>
                </a:lnTo>
                <a:lnTo>
                  <a:pt x="23048" y="2056702"/>
                </a:lnTo>
                <a:lnTo>
                  <a:pt x="21402" y="2056702"/>
                </a:lnTo>
                <a:lnTo>
                  <a:pt x="19755" y="2056702"/>
                </a:lnTo>
                <a:lnTo>
                  <a:pt x="18109" y="2056702"/>
                </a:lnTo>
                <a:lnTo>
                  <a:pt x="16463" y="2056702"/>
                </a:lnTo>
                <a:lnTo>
                  <a:pt x="14816" y="2056702"/>
                </a:lnTo>
                <a:lnTo>
                  <a:pt x="13170" y="2056702"/>
                </a:lnTo>
                <a:lnTo>
                  <a:pt x="11524" y="2056702"/>
                </a:lnTo>
                <a:lnTo>
                  <a:pt x="9877" y="2056702"/>
                </a:lnTo>
                <a:lnTo>
                  <a:pt x="8231" y="2056702"/>
                </a:lnTo>
                <a:lnTo>
                  <a:pt x="6585" y="2056702"/>
                </a:lnTo>
                <a:lnTo>
                  <a:pt x="4938" y="2056702"/>
                </a:lnTo>
                <a:lnTo>
                  <a:pt x="3292" y="2056702"/>
                </a:lnTo>
                <a:lnTo>
                  <a:pt x="1646" y="2056702"/>
                </a:lnTo>
                <a:lnTo>
                  <a:pt x="0" y="2056702"/>
                </a:lnTo>
                <a:close/>
              </a:path>
            </a:pathLst>
          </a:custGeom>
          <a:solidFill>
            <a:srgbClr val="8EDBD4">
              <a:alpha val="55000"/>
            </a:srgbClr>
          </a:solidFill>
          <a:ln w="10160">
            <a:solidFill>
              <a:srgbClr val="8EDBD4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C1-E11 polygon 34" descr="sci-ppt:o034"/>
          <p:cNvSpPr/>
          <p:nvPr/>
        </p:nvSpPr>
        <p:spPr>
          <a:xfrm>
            <a:off x="914400" y="2913424"/>
            <a:ext cx="6583679" cy="2298656"/>
          </a:xfrm>
          <a:custGeom>
            <a:avLst/>
            <a:gdLst/>
            <a:ahLst/>
            <a:cxnLst/>
            <a:rect l="l" t="t" r="r" b="b"/>
            <a:pathLst>
              <a:path w="6583679" h="2298656">
                <a:moveTo>
                  <a:pt x="0" y="2298656"/>
                </a:moveTo>
                <a:lnTo>
                  <a:pt x="1646" y="2298629"/>
                </a:lnTo>
                <a:lnTo>
                  <a:pt x="3292" y="2298549"/>
                </a:lnTo>
                <a:lnTo>
                  <a:pt x="4938" y="2298417"/>
                </a:lnTo>
                <a:lnTo>
                  <a:pt x="6585" y="2298232"/>
                </a:lnTo>
                <a:lnTo>
                  <a:pt x="8231" y="2297994"/>
                </a:lnTo>
                <a:lnTo>
                  <a:pt x="9877" y="2297704"/>
                </a:lnTo>
                <a:lnTo>
                  <a:pt x="11524" y="2297361"/>
                </a:lnTo>
                <a:lnTo>
                  <a:pt x="13170" y="2296966"/>
                </a:lnTo>
                <a:lnTo>
                  <a:pt x="14816" y="2296518"/>
                </a:lnTo>
                <a:lnTo>
                  <a:pt x="16463" y="2296019"/>
                </a:lnTo>
                <a:lnTo>
                  <a:pt x="18109" y="2295467"/>
                </a:lnTo>
                <a:lnTo>
                  <a:pt x="19755" y="2294864"/>
                </a:lnTo>
                <a:lnTo>
                  <a:pt x="21402" y="2294209"/>
                </a:lnTo>
                <a:lnTo>
                  <a:pt x="23048" y="2293503"/>
                </a:lnTo>
                <a:lnTo>
                  <a:pt x="24694" y="2292745"/>
                </a:lnTo>
                <a:lnTo>
                  <a:pt x="26341" y="2291936"/>
                </a:lnTo>
                <a:lnTo>
                  <a:pt x="27987" y="2291076"/>
                </a:lnTo>
                <a:lnTo>
                  <a:pt x="29633" y="2290166"/>
                </a:lnTo>
                <a:lnTo>
                  <a:pt x="31280" y="2289204"/>
                </a:lnTo>
                <a:lnTo>
                  <a:pt x="32926" y="2288192"/>
                </a:lnTo>
                <a:lnTo>
                  <a:pt x="34572" y="2287129"/>
                </a:lnTo>
                <a:lnTo>
                  <a:pt x="36219" y="2286017"/>
                </a:lnTo>
                <a:lnTo>
                  <a:pt x="37865" y="2284854"/>
                </a:lnTo>
                <a:lnTo>
                  <a:pt x="39511" y="2283641"/>
                </a:lnTo>
                <a:lnTo>
                  <a:pt x="41158" y="2282379"/>
                </a:lnTo>
                <a:lnTo>
                  <a:pt x="42804" y="2281067"/>
                </a:lnTo>
                <a:lnTo>
                  <a:pt x="44450" y="2279706"/>
                </a:lnTo>
                <a:lnTo>
                  <a:pt x="46097" y="2278296"/>
                </a:lnTo>
                <a:lnTo>
                  <a:pt x="47743" y="2276837"/>
                </a:lnTo>
                <a:lnTo>
                  <a:pt x="49389" y="2275329"/>
                </a:lnTo>
                <a:lnTo>
                  <a:pt x="51036" y="2273773"/>
                </a:lnTo>
                <a:lnTo>
                  <a:pt x="52682" y="2272168"/>
                </a:lnTo>
                <a:lnTo>
                  <a:pt x="54328" y="2270516"/>
                </a:lnTo>
                <a:lnTo>
                  <a:pt x="55975" y="2268815"/>
                </a:lnTo>
                <a:lnTo>
                  <a:pt x="57621" y="2267067"/>
                </a:lnTo>
                <a:lnTo>
                  <a:pt x="59267" y="2265272"/>
                </a:lnTo>
                <a:lnTo>
                  <a:pt x="60914" y="2263429"/>
                </a:lnTo>
                <a:lnTo>
                  <a:pt x="62560" y="2261540"/>
                </a:lnTo>
                <a:lnTo>
                  <a:pt x="64206" y="2259604"/>
                </a:lnTo>
                <a:lnTo>
                  <a:pt x="65853" y="2257621"/>
                </a:lnTo>
                <a:lnTo>
                  <a:pt x="67499" y="2255592"/>
                </a:lnTo>
                <a:lnTo>
                  <a:pt x="69145" y="2253518"/>
                </a:lnTo>
                <a:lnTo>
                  <a:pt x="70792" y="2251397"/>
                </a:lnTo>
                <a:lnTo>
                  <a:pt x="72438" y="2249231"/>
                </a:lnTo>
                <a:lnTo>
                  <a:pt x="74084" y="2247020"/>
                </a:lnTo>
                <a:lnTo>
                  <a:pt x="75731" y="2244763"/>
                </a:lnTo>
                <a:lnTo>
                  <a:pt x="77377" y="2242462"/>
                </a:lnTo>
                <a:lnTo>
                  <a:pt x="79023" y="2240117"/>
                </a:lnTo>
                <a:lnTo>
                  <a:pt x="80670" y="2237727"/>
                </a:lnTo>
                <a:lnTo>
                  <a:pt x="82316" y="2235294"/>
                </a:lnTo>
                <a:lnTo>
                  <a:pt x="83962" y="2232816"/>
                </a:lnTo>
                <a:lnTo>
                  <a:pt x="85609" y="2230296"/>
                </a:lnTo>
                <a:lnTo>
                  <a:pt x="87255" y="2227732"/>
                </a:lnTo>
                <a:lnTo>
                  <a:pt x="88901" y="2225125"/>
                </a:lnTo>
                <a:lnTo>
                  <a:pt x="90548" y="2222476"/>
                </a:lnTo>
                <a:lnTo>
                  <a:pt x="92194" y="2219784"/>
                </a:lnTo>
                <a:lnTo>
                  <a:pt x="93840" y="2217051"/>
                </a:lnTo>
                <a:lnTo>
                  <a:pt x="95487" y="2214275"/>
                </a:lnTo>
                <a:lnTo>
                  <a:pt x="97133" y="2211458"/>
                </a:lnTo>
                <a:lnTo>
                  <a:pt x="98779" y="2208600"/>
                </a:lnTo>
                <a:lnTo>
                  <a:pt x="100426" y="2205701"/>
                </a:lnTo>
                <a:lnTo>
                  <a:pt x="102072" y="2202762"/>
                </a:lnTo>
                <a:lnTo>
                  <a:pt x="103718" y="2199782"/>
                </a:lnTo>
                <a:lnTo>
                  <a:pt x="105365" y="2196762"/>
                </a:lnTo>
                <a:lnTo>
                  <a:pt x="107011" y="2193703"/>
                </a:lnTo>
                <a:lnTo>
                  <a:pt x="108657" y="2190604"/>
                </a:lnTo>
                <a:lnTo>
                  <a:pt x="110304" y="2187466"/>
                </a:lnTo>
                <a:lnTo>
                  <a:pt x="111950" y="2184289"/>
                </a:lnTo>
                <a:lnTo>
                  <a:pt x="113596" y="2181073"/>
                </a:lnTo>
                <a:lnTo>
                  <a:pt x="115243" y="2177820"/>
                </a:lnTo>
                <a:lnTo>
                  <a:pt x="116889" y="2174528"/>
                </a:lnTo>
                <a:lnTo>
                  <a:pt x="118535" y="2171199"/>
                </a:lnTo>
                <a:lnTo>
                  <a:pt x="120182" y="2167832"/>
                </a:lnTo>
                <a:lnTo>
                  <a:pt x="121828" y="2164429"/>
                </a:lnTo>
                <a:lnTo>
                  <a:pt x="123474" y="2160989"/>
                </a:lnTo>
                <a:lnTo>
                  <a:pt x="125121" y="2157513"/>
                </a:lnTo>
                <a:lnTo>
                  <a:pt x="126767" y="2154000"/>
                </a:lnTo>
                <a:lnTo>
                  <a:pt x="128413" y="2150452"/>
                </a:lnTo>
                <a:lnTo>
                  <a:pt x="130060" y="2146868"/>
                </a:lnTo>
                <a:lnTo>
                  <a:pt x="131706" y="2143250"/>
                </a:lnTo>
                <a:lnTo>
                  <a:pt x="133352" y="2139596"/>
                </a:lnTo>
                <a:lnTo>
                  <a:pt x="134999" y="2135908"/>
                </a:lnTo>
                <a:lnTo>
                  <a:pt x="136645" y="2132186"/>
                </a:lnTo>
                <a:lnTo>
                  <a:pt x="138291" y="2128430"/>
                </a:lnTo>
                <a:lnTo>
                  <a:pt x="139938" y="2124641"/>
                </a:lnTo>
                <a:lnTo>
                  <a:pt x="141584" y="2120818"/>
                </a:lnTo>
                <a:lnTo>
                  <a:pt x="143230" y="2116963"/>
                </a:lnTo>
                <a:lnTo>
                  <a:pt x="144877" y="2113075"/>
                </a:lnTo>
                <a:lnTo>
                  <a:pt x="146523" y="2109155"/>
                </a:lnTo>
                <a:lnTo>
                  <a:pt x="148169" y="2105203"/>
                </a:lnTo>
                <a:lnTo>
                  <a:pt x="149816" y="2101219"/>
                </a:lnTo>
                <a:lnTo>
                  <a:pt x="151462" y="2097205"/>
                </a:lnTo>
                <a:lnTo>
                  <a:pt x="153108" y="2093159"/>
                </a:lnTo>
                <a:lnTo>
                  <a:pt x="154755" y="2089083"/>
                </a:lnTo>
                <a:lnTo>
                  <a:pt x="156401" y="2084976"/>
                </a:lnTo>
                <a:lnTo>
                  <a:pt x="158047" y="2080840"/>
                </a:lnTo>
                <a:lnTo>
                  <a:pt x="159694" y="2076674"/>
                </a:lnTo>
                <a:lnTo>
                  <a:pt x="161340" y="2072479"/>
                </a:lnTo>
                <a:lnTo>
                  <a:pt x="162986" y="2068255"/>
                </a:lnTo>
                <a:lnTo>
                  <a:pt x="164633" y="2064002"/>
                </a:lnTo>
                <a:lnTo>
                  <a:pt x="166279" y="2059721"/>
                </a:lnTo>
                <a:lnTo>
                  <a:pt x="167925" y="2055412"/>
                </a:lnTo>
                <a:lnTo>
                  <a:pt x="169572" y="2051076"/>
                </a:lnTo>
                <a:lnTo>
                  <a:pt x="171218" y="2046712"/>
                </a:lnTo>
                <a:lnTo>
                  <a:pt x="172864" y="2042321"/>
                </a:lnTo>
                <a:lnTo>
                  <a:pt x="174511" y="2037904"/>
                </a:lnTo>
                <a:lnTo>
                  <a:pt x="176157" y="2033460"/>
                </a:lnTo>
                <a:lnTo>
                  <a:pt x="177803" y="2028990"/>
                </a:lnTo>
                <a:lnTo>
                  <a:pt x="179450" y="2024495"/>
                </a:lnTo>
                <a:lnTo>
                  <a:pt x="181096" y="2019974"/>
                </a:lnTo>
                <a:lnTo>
                  <a:pt x="182742" y="2015429"/>
                </a:lnTo>
                <a:lnTo>
                  <a:pt x="184389" y="2010859"/>
                </a:lnTo>
                <a:lnTo>
                  <a:pt x="186035" y="2006264"/>
                </a:lnTo>
                <a:lnTo>
                  <a:pt x="187681" y="2001646"/>
                </a:lnTo>
                <a:lnTo>
                  <a:pt x="189328" y="1997003"/>
                </a:lnTo>
                <a:lnTo>
                  <a:pt x="190974" y="1992338"/>
                </a:lnTo>
                <a:lnTo>
                  <a:pt x="192620" y="1987649"/>
                </a:lnTo>
                <a:lnTo>
                  <a:pt x="194267" y="1982938"/>
                </a:lnTo>
                <a:lnTo>
                  <a:pt x="195913" y="1978204"/>
                </a:lnTo>
                <a:lnTo>
                  <a:pt x="197559" y="1973448"/>
                </a:lnTo>
                <a:lnTo>
                  <a:pt x="199206" y="1968671"/>
                </a:lnTo>
                <a:lnTo>
                  <a:pt x="200852" y="1963872"/>
                </a:lnTo>
                <a:lnTo>
                  <a:pt x="202498" y="1959052"/>
                </a:lnTo>
                <a:lnTo>
                  <a:pt x="204145" y="1954211"/>
                </a:lnTo>
                <a:lnTo>
                  <a:pt x="205791" y="1949350"/>
                </a:lnTo>
                <a:lnTo>
                  <a:pt x="207437" y="1944469"/>
                </a:lnTo>
                <a:lnTo>
                  <a:pt x="209084" y="1939568"/>
                </a:lnTo>
                <a:lnTo>
                  <a:pt x="210730" y="1934647"/>
                </a:lnTo>
                <a:lnTo>
                  <a:pt x="212376" y="1929707"/>
                </a:lnTo>
                <a:lnTo>
                  <a:pt x="214023" y="1924749"/>
                </a:lnTo>
                <a:lnTo>
                  <a:pt x="215669" y="1919771"/>
                </a:lnTo>
                <a:lnTo>
                  <a:pt x="217315" y="1914776"/>
                </a:lnTo>
                <a:lnTo>
                  <a:pt x="218962" y="1909763"/>
                </a:lnTo>
                <a:lnTo>
                  <a:pt x="220608" y="1904732"/>
                </a:lnTo>
                <a:lnTo>
                  <a:pt x="222254" y="1899683"/>
                </a:lnTo>
                <a:lnTo>
                  <a:pt x="223901" y="1894618"/>
                </a:lnTo>
                <a:lnTo>
                  <a:pt x="225547" y="1889536"/>
                </a:lnTo>
                <a:lnTo>
                  <a:pt x="227193" y="1884438"/>
                </a:lnTo>
                <a:lnTo>
                  <a:pt x="228840" y="1879323"/>
                </a:lnTo>
                <a:lnTo>
                  <a:pt x="230486" y="1874193"/>
                </a:lnTo>
                <a:lnTo>
                  <a:pt x="232132" y="1869047"/>
                </a:lnTo>
                <a:lnTo>
                  <a:pt x="233779" y="1863886"/>
                </a:lnTo>
                <a:lnTo>
                  <a:pt x="235425" y="1858710"/>
                </a:lnTo>
                <a:lnTo>
                  <a:pt x="237071" y="1853520"/>
                </a:lnTo>
                <a:lnTo>
                  <a:pt x="238718" y="1848316"/>
                </a:lnTo>
                <a:lnTo>
                  <a:pt x="240364" y="1843097"/>
                </a:lnTo>
                <a:lnTo>
                  <a:pt x="242010" y="1837865"/>
                </a:lnTo>
                <a:lnTo>
                  <a:pt x="243657" y="1832619"/>
                </a:lnTo>
                <a:lnTo>
                  <a:pt x="245303" y="1827360"/>
                </a:lnTo>
                <a:lnTo>
                  <a:pt x="246949" y="1822089"/>
                </a:lnTo>
                <a:lnTo>
                  <a:pt x="248596" y="1816805"/>
                </a:lnTo>
                <a:lnTo>
                  <a:pt x="250242" y="1811508"/>
                </a:lnTo>
                <a:lnTo>
                  <a:pt x="251888" y="1806200"/>
                </a:lnTo>
                <a:lnTo>
                  <a:pt x="253535" y="1800880"/>
                </a:lnTo>
                <a:lnTo>
                  <a:pt x="255181" y="1795549"/>
                </a:lnTo>
                <a:lnTo>
                  <a:pt x="256827" y="1790207"/>
                </a:lnTo>
                <a:lnTo>
                  <a:pt x="258474" y="1784853"/>
                </a:lnTo>
                <a:lnTo>
                  <a:pt x="260120" y="1779490"/>
                </a:lnTo>
                <a:lnTo>
                  <a:pt x="261766" y="1774116"/>
                </a:lnTo>
                <a:lnTo>
                  <a:pt x="263413" y="1768732"/>
                </a:lnTo>
                <a:lnTo>
                  <a:pt x="265059" y="1763338"/>
                </a:lnTo>
                <a:lnTo>
                  <a:pt x="266705" y="1757935"/>
                </a:lnTo>
                <a:lnTo>
                  <a:pt x="268352" y="1752523"/>
                </a:lnTo>
                <a:lnTo>
                  <a:pt x="269998" y="1747102"/>
                </a:lnTo>
                <a:lnTo>
                  <a:pt x="271644" y="1741672"/>
                </a:lnTo>
                <a:lnTo>
                  <a:pt x="273291" y="1736234"/>
                </a:lnTo>
                <a:lnTo>
                  <a:pt x="274937" y="1730787"/>
                </a:lnTo>
                <a:lnTo>
                  <a:pt x="276583" y="1725333"/>
                </a:lnTo>
                <a:lnTo>
                  <a:pt x="278230" y="1719871"/>
                </a:lnTo>
                <a:lnTo>
                  <a:pt x="279876" y="1714402"/>
                </a:lnTo>
                <a:lnTo>
                  <a:pt x="281522" y="1708926"/>
                </a:lnTo>
                <a:lnTo>
                  <a:pt x="283169" y="1703443"/>
                </a:lnTo>
                <a:lnTo>
                  <a:pt x="284815" y="1697954"/>
                </a:lnTo>
                <a:lnTo>
                  <a:pt x="286461" y="1692458"/>
                </a:lnTo>
                <a:lnTo>
                  <a:pt x="288108" y="1686956"/>
                </a:lnTo>
                <a:lnTo>
                  <a:pt x="289754" y="1681449"/>
                </a:lnTo>
                <a:lnTo>
                  <a:pt x="291400" y="1675936"/>
                </a:lnTo>
                <a:lnTo>
                  <a:pt x="293047" y="1670417"/>
                </a:lnTo>
                <a:lnTo>
                  <a:pt x="294693" y="1664894"/>
                </a:lnTo>
                <a:lnTo>
                  <a:pt x="296339" y="1659365"/>
                </a:lnTo>
                <a:lnTo>
                  <a:pt x="297986" y="1653832"/>
                </a:lnTo>
                <a:lnTo>
                  <a:pt x="299632" y="1648295"/>
                </a:lnTo>
                <a:lnTo>
                  <a:pt x="301278" y="1642754"/>
                </a:lnTo>
                <a:lnTo>
                  <a:pt x="302925" y="1637208"/>
                </a:lnTo>
                <a:lnTo>
                  <a:pt x="304571" y="1631659"/>
                </a:lnTo>
                <a:lnTo>
                  <a:pt x="306217" y="1626107"/>
                </a:lnTo>
                <a:lnTo>
                  <a:pt x="307864" y="1620551"/>
                </a:lnTo>
                <a:lnTo>
                  <a:pt x="309510" y="1614993"/>
                </a:lnTo>
                <a:lnTo>
                  <a:pt x="311156" y="1609431"/>
                </a:lnTo>
                <a:lnTo>
                  <a:pt x="312803" y="1603868"/>
                </a:lnTo>
                <a:lnTo>
                  <a:pt x="314449" y="1598301"/>
                </a:lnTo>
                <a:lnTo>
                  <a:pt x="316095" y="1592733"/>
                </a:lnTo>
                <a:lnTo>
                  <a:pt x="317741" y="1587163"/>
                </a:lnTo>
                <a:lnTo>
                  <a:pt x="319388" y="1581592"/>
                </a:lnTo>
                <a:lnTo>
                  <a:pt x="321034" y="1576018"/>
                </a:lnTo>
                <a:lnTo>
                  <a:pt x="322680" y="1570444"/>
                </a:lnTo>
                <a:lnTo>
                  <a:pt x="324327" y="1564869"/>
                </a:lnTo>
                <a:lnTo>
                  <a:pt x="325973" y="1559293"/>
                </a:lnTo>
                <a:lnTo>
                  <a:pt x="327619" y="1553716"/>
                </a:lnTo>
                <a:lnTo>
                  <a:pt x="329266" y="1548139"/>
                </a:lnTo>
                <a:lnTo>
                  <a:pt x="330912" y="1542561"/>
                </a:lnTo>
                <a:lnTo>
                  <a:pt x="332558" y="1536984"/>
                </a:lnTo>
                <a:lnTo>
                  <a:pt x="334205" y="1531407"/>
                </a:lnTo>
                <a:lnTo>
                  <a:pt x="335851" y="1525830"/>
                </a:lnTo>
                <a:lnTo>
                  <a:pt x="337497" y="1520254"/>
                </a:lnTo>
                <a:lnTo>
                  <a:pt x="339144" y="1514679"/>
                </a:lnTo>
                <a:lnTo>
                  <a:pt x="340790" y="1509105"/>
                </a:lnTo>
                <a:lnTo>
                  <a:pt x="342436" y="1503532"/>
                </a:lnTo>
                <a:lnTo>
                  <a:pt x="344083" y="1497960"/>
                </a:lnTo>
                <a:lnTo>
                  <a:pt x="345729" y="1492390"/>
                </a:lnTo>
                <a:lnTo>
                  <a:pt x="347375" y="1486821"/>
                </a:lnTo>
                <a:lnTo>
                  <a:pt x="349022" y="1481255"/>
                </a:lnTo>
                <a:lnTo>
                  <a:pt x="350668" y="1475690"/>
                </a:lnTo>
                <a:lnTo>
                  <a:pt x="352314" y="1470128"/>
                </a:lnTo>
                <a:lnTo>
                  <a:pt x="353961" y="1464569"/>
                </a:lnTo>
                <a:lnTo>
                  <a:pt x="355607" y="1459012"/>
                </a:lnTo>
                <a:lnTo>
                  <a:pt x="357253" y="1453457"/>
                </a:lnTo>
                <a:lnTo>
                  <a:pt x="358900" y="1447906"/>
                </a:lnTo>
                <a:lnTo>
                  <a:pt x="360546" y="1442358"/>
                </a:lnTo>
                <a:lnTo>
                  <a:pt x="362192" y="1436813"/>
                </a:lnTo>
                <a:lnTo>
                  <a:pt x="363839" y="1431272"/>
                </a:lnTo>
                <a:lnTo>
                  <a:pt x="365485" y="1425735"/>
                </a:lnTo>
                <a:lnTo>
                  <a:pt x="367131" y="1420201"/>
                </a:lnTo>
                <a:lnTo>
                  <a:pt x="368778" y="1414671"/>
                </a:lnTo>
                <a:lnTo>
                  <a:pt x="370424" y="1409145"/>
                </a:lnTo>
                <a:lnTo>
                  <a:pt x="372070" y="1403624"/>
                </a:lnTo>
                <a:lnTo>
                  <a:pt x="373717" y="1398107"/>
                </a:lnTo>
                <a:lnTo>
                  <a:pt x="375363" y="1392595"/>
                </a:lnTo>
                <a:lnTo>
                  <a:pt x="377009" y="1387087"/>
                </a:lnTo>
                <a:lnTo>
                  <a:pt x="378656" y="1381585"/>
                </a:lnTo>
                <a:lnTo>
                  <a:pt x="380302" y="1376087"/>
                </a:lnTo>
                <a:lnTo>
                  <a:pt x="381948" y="1370595"/>
                </a:lnTo>
                <a:lnTo>
                  <a:pt x="383595" y="1365108"/>
                </a:lnTo>
                <a:lnTo>
                  <a:pt x="385241" y="1359626"/>
                </a:lnTo>
                <a:lnTo>
                  <a:pt x="386887" y="1354151"/>
                </a:lnTo>
                <a:lnTo>
                  <a:pt x="388534" y="1348681"/>
                </a:lnTo>
                <a:lnTo>
                  <a:pt x="390180" y="1343216"/>
                </a:lnTo>
                <a:lnTo>
                  <a:pt x="391826" y="1337758"/>
                </a:lnTo>
                <a:lnTo>
                  <a:pt x="393473" y="1332307"/>
                </a:lnTo>
                <a:lnTo>
                  <a:pt x="395119" y="1326861"/>
                </a:lnTo>
                <a:lnTo>
                  <a:pt x="396765" y="1321422"/>
                </a:lnTo>
                <a:lnTo>
                  <a:pt x="398412" y="1315989"/>
                </a:lnTo>
                <a:lnTo>
                  <a:pt x="400058" y="1310564"/>
                </a:lnTo>
                <a:lnTo>
                  <a:pt x="401704" y="1305145"/>
                </a:lnTo>
                <a:lnTo>
                  <a:pt x="403351" y="1299733"/>
                </a:lnTo>
                <a:lnTo>
                  <a:pt x="404997" y="1294328"/>
                </a:lnTo>
                <a:lnTo>
                  <a:pt x="406643" y="1288931"/>
                </a:lnTo>
                <a:lnTo>
                  <a:pt x="408290" y="1283540"/>
                </a:lnTo>
                <a:lnTo>
                  <a:pt x="409936" y="1278158"/>
                </a:lnTo>
                <a:lnTo>
                  <a:pt x="411582" y="1272783"/>
                </a:lnTo>
                <a:lnTo>
                  <a:pt x="413229" y="1267415"/>
                </a:lnTo>
                <a:lnTo>
                  <a:pt x="414875" y="1262056"/>
                </a:lnTo>
                <a:lnTo>
                  <a:pt x="416521" y="1256704"/>
                </a:lnTo>
                <a:lnTo>
                  <a:pt x="418168" y="1251360"/>
                </a:lnTo>
                <a:lnTo>
                  <a:pt x="419814" y="1246025"/>
                </a:lnTo>
                <a:lnTo>
                  <a:pt x="421460" y="1240698"/>
                </a:lnTo>
                <a:lnTo>
                  <a:pt x="423107" y="1235379"/>
                </a:lnTo>
                <a:lnTo>
                  <a:pt x="424753" y="1230069"/>
                </a:lnTo>
                <a:lnTo>
                  <a:pt x="426399" y="1224767"/>
                </a:lnTo>
                <a:lnTo>
                  <a:pt x="428046" y="1219474"/>
                </a:lnTo>
                <a:lnTo>
                  <a:pt x="429692" y="1214190"/>
                </a:lnTo>
                <a:lnTo>
                  <a:pt x="431338" y="1208914"/>
                </a:lnTo>
                <a:lnTo>
                  <a:pt x="432985" y="1203648"/>
                </a:lnTo>
                <a:lnTo>
                  <a:pt x="434631" y="1198391"/>
                </a:lnTo>
                <a:lnTo>
                  <a:pt x="436277" y="1193143"/>
                </a:lnTo>
                <a:lnTo>
                  <a:pt x="437924" y="1187904"/>
                </a:lnTo>
                <a:lnTo>
                  <a:pt x="439570" y="1182675"/>
                </a:lnTo>
                <a:lnTo>
                  <a:pt x="441216" y="1177455"/>
                </a:lnTo>
                <a:lnTo>
                  <a:pt x="442863" y="1172244"/>
                </a:lnTo>
                <a:lnTo>
                  <a:pt x="444509" y="1167044"/>
                </a:lnTo>
                <a:lnTo>
                  <a:pt x="446155" y="1161853"/>
                </a:lnTo>
                <a:lnTo>
                  <a:pt x="447802" y="1156672"/>
                </a:lnTo>
                <a:lnTo>
                  <a:pt x="449448" y="1151501"/>
                </a:lnTo>
                <a:lnTo>
                  <a:pt x="451094" y="1146340"/>
                </a:lnTo>
                <a:lnTo>
                  <a:pt x="452741" y="1141189"/>
                </a:lnTo>
                <a:lnTo>
                  <a:pt x="454387" y="1136048"/>
                </a:lnTo>
                <a:lnTo>
                  <a:pt x="456033" y="1130917"/>
                </a:lnTo>
                <a:lnTo>
                  <a:pt x="457680" y="1125797"/>
                </a:lnTo>
                <a:lnTo>
                  <a:pt x="459326" y="1120687"/>
                </a:lnTo>
                <a:lnTo>
                  <a:pt x="460972" y="1115588"/>
                </a:lnTo>
                <a:lnTo>
                  <a:pt x="462619" y="1110499"/>
                </a:lnTo>
                <a:lnTo>
                  <a:pt x="464265" y="1105421"/>
                </a:lnTo>
                <a:lnTo>
                  <a:pt x="465911" y="1100353"/>
                </a:lnTo>
                <a:lnTo>
                  <a:pt x="467558" y="1095296"/>
                </a:lnTo>
                <a:lnTo>
                  <a:pt x="469204" y="1090251"/>
                </a:lnTo>
                <a:lnTo>
                  <a:pt x="470850" y="1085216"/>
                </a:lnTo>
                <a:lnTo>
                  <a:pt x="472497" y="1080192"/>
                </a:lnTo>
                <a:lnTo>
                  <a:pt x="474143" y="1075179"/>
                </a:lnTo>
                <a:lnTo>
                  <a:pt x="475789" y="1070177"/>
                </a:lnTo>
                <a:lnTo>
                  <a:pt x="477436" y="1065187"/>
                </a:lnTo>
                <a:lnTo>
                  <a:pt x="479082" y="1060207"/>
                </a:lnTo>
                <a:lnTo>
                  <a:pt x="480728" y="1055239"/>
                </a:lnTo>
                <a:lnTo>
                  <a:pt x="482375" y="1050283"/>
                </a:lnTo>
                <a:lnTo>
                  <a:pt x="484021" y="1045338"/>
                </a:lnTo>
                <a:lnTo>
                  <a:pt x="485667" y="1040404"/>
                </a:lnTo>
                <a:lnTo>
                  <a:pt x="487314" y="1035482"/>
                </a:lnTo>
                <a:lnTo>
                  <a:pt x="488960" y="1030571"/>
                </a:lnTo>
                <a:lnTo>
                  <a:pt x="490606" y="1025673"/>
                </a:lnTo>
                <a:lnTo>
                  <a:pt x="492253" y="1020786"/>
                </a:lnTo>
                <a:lnTo>
                  <a:pt x="493899" y="1015910"/>
                </a:lnTo>
                <a:lnTo>
                  <a:pt x="495545" y="1011047"/>
                </a:lnTo>
                <a:lnTo>
                  <a:pt x="497192" y="1006195"/>
                </a:lnTo>
                <a:lnTo>
                  <a:pt x="498838" y="1001356"/>
                </a:lnTo>
                <a:lnTo>
                  <a:pt x="500484" y="996528"/>
                </a:lnTo>
                <a:lnTo>
                  <a:pt x="502131" y="991712"/>
                </a:lnTo>
                <a:lnTo>
                  <a:pt x="503777" y="986909"/>
                </a:lnTo>
                <a:lnTo>
                  <a:pt x="505423" y="982118"/>
                </a:lnTo>
                <a:lnTo>
                  <a:pt x="507070" y="977338"/>
                </a:lnTo>
                <a:lnTo>
                  <a:pt x="508716" y="972571"/>
                </a:lnTo>
                <a:lnTo>
                  <a:pt x="510362" y="967817"/>
                </a:lnTo>
                <a:lnTo>
                  <a:pt x="512009" y="963074"/>
                </a:lnTo>
                <a:lnTo>
                  <a:pt x="513655" y="958344"/>
                </a:lnTo>
                <a:lnTo>
                  <a:pt x="515301" y="953626"/>
                </a:lnTo>
                <a:lnTo>
                  <a:pt x="516948" y="948921"/>
                </a:lnTo>
                <a:lnTo>
                  <a:pt x="518594" y="944228"/>
                </a:lnTo>
                <a:lnTo>
                  <a:pt x="520240" y="939548"/>
                </a:lnTo>
                <a:lnTo>
                  <a:pt x="521887" y="934881"/>
                </a:lnTo>
                <a:lnTo>
                  <a:pt x="523533" y="930225"/>
                </a:lnTo>
                <a:lnTo>
                  <a:pt x="525179" y="925583"/>
                </a:lnTo>
                <a:lnTo>
                  <a:pt x="526826" y="920953"/>
                </a:lnTo>
                <a:lnTo>
                  <a:pt x="528472" y="916336"/>
                </a:lnTo>
                <a:lnTo>
                  <a:pt x="530118" y="911732"/>
                </a:lnTo>
                <a:lnTo>
                  <a:pt x="531765" y="907140"/>
                </a:lnTo>
                <a:lnTo>
                  <a:pt x="533411" y="902561"/>
                </a:lnTo>
                <a:lnTo>
                  <a:pt x="535057" y="897995"/>
                </a:lnTo>
                <a:lnTo>
                  <a:pt x="536704" y="893442"/>
                </a:lnTo>
                <a:lnTo>
                  <a:pt x="538350" y="888902"/>
                </a:lnTo>
                <a:lnTo>
                  <a:pt x="539996" y="884374"/>
                </a:lnTo>
                <a:lnTo>
                  <a:pt x="541643" y="879860"/>
                </a:lnTo>
                <a:lnTo>
                  <a:pt x="543289" y="875358"/>
                </a:lnTo>
                <a:lnTo>
                  <a:pt x="544935" y="870870"/>
                </a:lnTo>
                <a:lnTo>
                  <a:pt x="546582" y="866394"/>
                </a:lnTo>
                <a:lnTo>
                  <a:pt x="548228" y="861932"/>
                </a:lnTo>
                <a:lnTo>
                  <a:pt x="549874" y="857482"/>
                </a:lnTo>
                <a:lnTo>
                  <a:pt x="551521" y="853046"/>
                </a:lnTo>
                <a:lnTo>
                  <a:pt x="553167" y="848623"/>
                </a:lnTo>
                <a:lnTo>
                  <a:pt x="554813" y="844213"/>
                </a:lnTo>
                <a:lnTo>
                  <a:pt x="556460" y="839816"/>
                </a:lnTo>
                <a:lnTo>
                  <a:pt x="558106" y="835432"/>
                </a:lnTo>
                <a:lnTo>
                  <a:pt x="559752" y="831061"/>
                </a:lnTo>
                <a:lnTo>
                  <a:pt x="561399" y="826704"/>
                </a:lnTo>
                <a:lnTo>
                  <a:pt x="563045" y="822360"/>
                </a:lnTo>
                <a:lnTo>
                  <a:pt x="564691" y="818029"/>
                </a:lnTo>
                <a:lnTo>
                  <a:pt x="566338" y="813711"/>
                </a:lnTo>
                <a:lnTo>
                  <a:pt x="567984" y="809407"/>
                </a:lnTo>
                <a:lnTo>
                  <a:pt x="569630" y="805116"/>
                </a:lnTo>
                <a:lnTo>
                  <a:pt x="571277" y="800838"/>
                </a:lnTo>
                <a:lnTo>
                  <a:pt x="572923" y="796574"/>
                </a:lnTo>
                <a:lnTo>
                  <a:pt x="574569" y="792323"/>
                </a:lnTo>
                <a:lnTo>
                  <a:pt x="576216" y="788085"/>
                </a:lnTo>
                <a:lnTo>
                  <a:pt x="577862" y="783861"/>
                </a:lnTo>
                <a:lnTo>
                  <a:pt x="579508" y="779650"/>
                </a:lnTo>
                <a:lnTo>
                  <a:pt x="581155" y="775452"/>
                </a:lnTo>
                <a:lnTo>
                  <a:pt x="582801" y="771268"/>
                </a:lnTo>
                <a:lnTo>
                  <a:pt x="584447" y="767097"/>
                </a:lnTo>
                <a:lnTo>
                  <a:pt x="586094" y="762939"/>
                </a:lnTo>
                <a:lnTo>
                  <a:pt x="587740" y="758795"/>
                </a:lnTo>
                <a:lnTo>
                  <a:pt x="589386" y="754665"/>
                </a:lnTo>
                <a:lnTo>
                  <a:pt x="591033" y="750548"/>
                </a:lnTo>
                <a:lnTo>
                  <a:pt x="592679" y="746444"/>
                </a:lnTo>
                <a:lnTo>
                  <a:pt x="594325" y="742354"/>
                </a:lnTo>
                <a:lnTo>
                  <a:pt x="595972" y="738277"/>
                </a:lnTo>
                <a:lnTo>
                  <a:pt x="597618" y="734214"/>
                </a:lnTo>
                <a:lnTo>
                  <a:pt x="599264" y="730164"/>
                </a:lnTo>
                <a:lnTo>
                  <a:pt x="600911" y="726127"/>
                </a:lnTo>
                <a:lnTo>
                  <a:pt x="602557" y="722104"/>
                </a:lnTo>
                <a:lnTo>
                  <a:pt x="604203" y="718095"/>
                </a:lnTo>
                <a:lnTo>
                  <a:pt x="605850" y="714099"/>
                </a:lnTo>
                <a:lnTo>
                  <a:pt x="607496" y="710116"/>
                </a:lnTo>
                <a:lnTo>
                  <a:pt x="609142" y="706147"/>
                </a:lnTo>
                <a:lnTo>
                  <a:pt x="610789" y="702192"/>
                </a:lnTo>
                <a:lnTo>
                  <a:pt x="612435" y="698250"/>
                </a:lnTo>
                <a:lnTo>
                  <a:pt x="614081" y="694321"/>
                </a:lnTo>
                <a:lnTo>
                  <a:pt x="615728" y="690406"/>
                </a:lnTo>
                <a:lnTo>
                  <a:pt x="617374" y="686505"/>
                </a:lnTo>
                <a:lnTo>
                  <a:pt x="619020" y="682617"/>
                </a:lnTo>
                <a:lnTo>
                  <a:pt x="620667" y="678742"/>
                </a:lnTo>
                <a:lnTo>
                  <a:pt x="622313" y="674881"/>
                </a:lnTo>
                <a:lnTo>
                  <a:pt x="623959" y="671033"/>
                </a:lnTo>
                <a:lnTo>
                  <a:pt x="625606" y="667199"/>
                </a:lnTo>
                <a:lnTo>
                  <a:pt x="627252" y="663378"/>
                </a:lnTo>
                <a:lnTo>
                  <a:pt x="628898" y="659571"/>
                </a:lnTo>
                <a:lnTo>
                  <a:pt x="630544" y="655777"/>
                </a:lnTo>
                <a:lnTo>
                  <a:pt x="632191" y="651997"/>
                </a:lnTo>
                <a:lnTo>
                  <a:pt x="633837" y="648230"/>
                </a:lnTo>
                <a:lnTo>
                  <a:pt x="635483" y="644477"/>
                </a:lnTo>
                <a:lnTo>
                  <a:pt x="637130" y="640737"/>
                </a:lnTo>
                <a:lnTo>
                  <a:pt x="638776" y="637011"/>
                </a:lnTo>
                <a:lnTo>
                  <a:pt x="640422" y="633297"/>
                </a:lnTo>
                <a:lnTo>
                  <a:pt x="642069" y="629598"/>
                </a:lnTo>
                <a:lnTo>
                  <a:pt x="643715" y="625912"/>
                </a:lnTo>
                <a:lnTo>
                  <a:pt x="645361" y="622239"/>
                </a:lnTo>
                <a:lnTo>
                  <a:pt x="647008" y="618579"/>
                </a:lnTo>
                <a:lnTo>
                  <a:pt x="648654" y="614933"/>
                </a:lnTo>
                <a:lnTo>
                  <a:pt x="650300" y="611301"/>
                </a:lnTo>
                <a:lnTo>
                  <a:pt x="651947" y="607681"/>
                </a:lnTo>
                <a:lnTo>
                  <a:pt x="653593" y="604076"/>
                </a:lnTo>
                <a:lnTo>
                  <a:pt x="655239" y="600483"/>
                </a:lnTo>
                <a:lnTo>
                  <a:pt x="656886" y="596904"/>
                </a:lnTo>
                <a:lnTo>
                  <a:pt x="658532" y="593338"/>
                </a:lnTo>
                <a:lnTo>
                  <a:pt x="660178" y="589785"/>
                </a:lnTo>
                <a:lnTo>
                  <a:pt x="661825" y="586246"/>
                </a:lnTo>
                <a:lnTo>
                  <a:pt x="663471" y="582720"/>
                </a:lnTo>
                <a:lnTo>
                  <a:pt x="665117" y="579208"/>
                </a:lnTo>
                <a:lnTo>
                  <a:pt x="666764" y="575708"/>
                </a:lnTo>
                <a:lnTo>
                  <a:pt x="668410" y="572222"/>
                </a:lnTo>
                <a:lnTo>
                  <a:pt x="670056" y="568750"/>
                </a:lnTo>
                <a:lnTo>
                  <a:pt x="671703" y="565290"/>
                </a:lnTo>
                <a:lnTo>
                  <a:pt x="673349" y="561844"/>
                </a:lnTo>
                <a:lnTo>
                  <a:pt x="674995" y="558411"/>
                </a:lnTo>
                <a:lnTo>
                  <a:pt x="676642" y="554991"/>
                </a:lnTo>
                <a:lnTo>
                  <a:pt x="678288" y="551584"/>
                </a:lnTo>
                <a:lnTo>
                  <a:pt x="679934" y="548191"/>
                </a:lnTo>
                <a:lnTo>
                  <a:pt x="681581" y="544810"/>
                </a:lnTo>
                <a:lnTo>
                  <a:pt x="683227" y="541443"/>
                </a:lnTo>
                <a:lnTo>
                  <a:pt x="684873" y="538089"/>
                </a:lnTo>
                <a:lnTo>
                  <a:pt x="686520" y="534748"/>
                </a:lnTo>
                <a:lnTo>
                  <a:pt x="688166" y="531420"/>
                </a:lnTo>
                <a:lnTo>
                  <a:pt x="689812" y="528105"/>
                </a:lnTo>
                <a:lnTo>
                  <a:pt x="691459" y="524804"/>
                </a:lnTo>
                <a:lnTo>
                  <a:pt x="693105" y="521515"/>
                </a:lnTo>
                <a:lnTo>
                  <a:pt x="694751" y="518239"/>
                </a:lnTo>
                <a:lnTo>
                  <a:pt x="696398" y="514977"/>
                </a:lnTo>
                <a:lnTo>
                  <a:pt x="698044" y="511727"/>
                </a:lnTo>
                <a:lnTo>
                  <a:pt x="699690" y="508490"/>
                </a:lnTo>
                <a:lnTo>
                  <a:pt x="701337" y="505267"/>
                </a:lnTo>
                <a:lnTo>
                  <a:pt x="702983" y="502056"/>
                </a:lnTo>
                <a:lnTo>
                  <a:pt x="704629" y="498858"/>
                </a:lnTo>
                <a:lnTo>
                  <a:pt x="706276" y="495674"/>
                </a:lnTo>
                <a:lnTo>
                  <a:pt x="707922" y="492502"/>
                </a:lnTo>
                <a:lnTo>
                  <a:pt x="709568" y="489343"/>
                </a:lnTo>
                <a:lnTo>
                  <a:pt x="711215" y="486196"/>
                </a:lnTo>
                <a:lnTo>
                  <a:pt x="712861" y="483063"/>
                </a:lnTo>
                <a:lnTo>
                  <a:pt x="714507" y="479942"/>
                </a:lnTo>
                <a:lnTo>
                  <a:pt x="716154" y="476835"/>
                </a:lnTo>
                <a:lnTo>
                  <a:pt x="717800" y="473740"/>
                </a:lnTo>
                <a:lnTo>
                  <a:pt x="719446" y="470658"/>
                </a:lnTo>
                <a:lnTo>
                  <a:pt x="721093" y="467588"/>
                </a:lnTo>
                <a:lnTo>
                  <a:pt x="722739" y="464531"/>
                </a:lnTo>
                <a:lnTo>
                  <a:pt x="724385" y="461487"/>
                </a:lnTo>
                <a:lnTo>
                  <a:pt x="726032" y="458456"/>
                </a:lnTo>
                <a:lnTo>
                  <a:pt x="727678" y="455437"/>
                </a:lnTo>
                <a:lnTo>
                  <a:pt x="729324" y="452431"/>
                </a:lnTo>
                <a:lnTo>
                  <a:pt x="730971" y="449438"/>
                </a:lnTo>
                <a:lnTo>
                  <a:pt x="732617" y="446457"/>
                </a:lnTo>
                <a:lnTo>
                  <a:pt x="734263" y="443489"/>
                </a:lnTo>
                <a:lnTo>
                  <a:pt x="735910" y="440533"/>
                </a:lnTo>
                <a:lnTo>
                  <a:pt x="737556" y="437590"/>
                </a:lnTo>
                <a:lnTo>
                  <a:pt x="739202" y="434660"/>
                </a:lnTo>
                <a:lnTo>
                  <a:pt x="740849" y="431742"/>
                </a:lnTo>
                <a:lnTo>
                  <a:pt x="742495" y="428836"/>
                </a:lnTo>
                <a:lnTo>
                  <a:pt x="744141" y="425943"/>
                </a:lnTo>
                <a:lnTo>
                  <a:pt x="745788" y="423062"/>
                </a:lnTo>
                <a:lnTo>
                  <a:pt x="747434" y="420194"/>
                </a:lnTo>
                <a:lnTo>
                  <a:pt x="749080" y="417338"/>
                </a:lnTo>
                <a:lnTo>
                  <a:pt x="750727" y="414494"/>
                </a:lnTo>
                <a:lnTo>
                  <a:pt x="752373" y="411663"/>
                </a:lnTo>
                <a:lnTo>
                  <a:pt x="754019" y="408844"/>
                </a:lnTo>
                <a:lnTo>
                  <a:pt x="755666" y="406037"/>
                </a:lnTo>
                <a:lnTo>
                  <a:pt x="757312" y="403243"/>
                </a:lnTo>
                <a:lnTo>
                  <a:pt x="758958" y="400461"/>
                </a:lnTo>
                <a:lnTo>
                  <a:pt x="760605" y="397691"/>
                </a:lnTo>
                <a:lnTo>
                  <a:pt x="762251" y="394933"/>
                </a:lnTo>
                <a:lnTo>
                  <a:pt x="763897" y="392188"/>
                </a:lnTo>
                <a:lnTo>
                  <a:pt x="765544" y="389454"/>
                </a:lnTo>
                <a:lnTo>
                  <a:pt x="767190" y="386733"/>
                </a:lnTo>
                <a:lnTo>
                  <a:pt x="768836" y="384024"/>
                </a:lnTo>
                <a:lnTo>
                  <a:pt x="770483" y="381327"/>
                </a:lnTo>
                <a:lnTo>
                  <a:pt x="772129" y="378642"/>
                </a:lnTo>
                <a:lnTo>
                  <a:pt x="773775" y="375969"/>
                </a:lnTo>
                <a:lnTo>
                  <a:pt x="775422" y="373308"/>
                </a:lnTo>
                <a:lnTo>
                  <a:pt x="777068" y="370659"/>
                </a:lnTo>
                <a:lnTo>
                  <a:pt x="778714" y="368022"/>
                </a:lnTo>
                <a:lnTo>
                  <a:pt x="780361" y="365397"/>
                </a:lnTo>
                <a:lnTo>
                  <a:pt x="782007" y="362784"/>
                </a:lnTo>
                <a:lnTo>
                  <a:pt x="783653" y="360183"/>
                </a:lnTo>
                <a:lnTo>
                  <a:pt x="785300" y="357594"/>
                </a:lnTo>
                <a:lnTo>
                  <a:pt x="786946" y="355016"/>
                </a:lnTo>
                <a:lnTo>
                  <a:pt x="788592" y="352450"/>
                </a:lnTo>
                <a:lnTo>
                  <a:pt x="790239" y="349896"/>
                </a:lnTo>
                <a:lnTo>
                  <a:pt x="791885" y="347354"/>
                </a:lnTo>
                <a:lnTo>
                  <a:pt x="793531" y="344824"/>
                </a:lnTo>
                <a:lnTo>
                  <a:pt x="795178" y="342305"/>
                </a:lnTo>
                <a:lnTo>
                  <a:pt x="796824" y="339798"/>
                </a:lnTo>
                <a:lnTo>
                  <a:pt x="798470" y="337303"/>
                </a:lnTo>
                <a:lnTo>
                  <a:pt x="800117" y="334819"/>
                </a:lnTo>
                <a:lnTo>
                  <a:pt x="801763" y="332347"/>
                </a:lnTo>
                <a:lnTo>
                  <a:pt x="803409" y="329887"/>
                </a:lnTo>
                <a:lnTo>
                  <a:pt x="805056" y="327438"/>
                </a:lnTo>
                <a:lnTo>
                  <a:pt x="806702" y="325000"/>
                </a:lnTo>
                <a:lnTo>
                  <a:pt x="808348" y="322575"/>
                </a:lnTo>
                <a:lnTo>
                  <a:pt x="809995" y="320160"/>
                </a:lnTo>
                <a:lnTo>
                  <a:pt x="811641" y="317757"/>
                </a:lnTo>
                <a:lnTo>
                  <a:pt x="813287" y="315366"/>
                </a:lnTo>
                <a:lnTo>
                  <a:pt x="814934" y="312986"/>
                </a:lnTo>
                <a:lnTo>
                  <a:pt x="816580" y="310617"/>
                </a:lnTo>
                <a:lnTo>
                  <a:pt x="818226" y="308260"/>
                </a:lnTo>
                <a:lnTo>
                  <a:pt x="819873" y="305914"/>
                </a:lnTo>
                <a:lnTo>
                  <a:pt x="821519" y="303579"/>
                </a:lnTo>
                <a:lnTo>
                  <a:pt x="823165" y="301256"/>
                </a:lnTo>
                <a:lnTo>
                  <a:pt x="824812" y="298944"/>
                </a:lnTo>
                <a:lnTo>
                  <a:pt x="826458" y="296643"/>
                </a:lnTo>
                <a:lnTo>
                  <a:pt x="828104" y="294353"/>
                </a:lnTo>
                <a:lnTo>
                  <a:pt x="829751" y="292075"/>
                </a:lnTo>
                <a:lnTo>
                  <a:pt x="831397" y="289807"/>
                </a:lnTo>
                <a:lnTo>
                  <a:pt x="833043" y="287551"/>
                </a:lnTo>
                <a:lnTo>
                  <a:pt x="834690" y="285306"/>
                </a:lnTo>
                <a:lnTo>
                  <a:pt x="836336" y="283072"/>
                </a:lnTo>
                <a:lnTo>
                  <a:pt x="837982" y="280849"/>
                </a:lnTo>
                <a:lnTo>
                  <a:pt x="839629" y="278637"/>
                </a:lnTo>
                <a:lnTo>
                  <a:pt x="841275" y="276436"/>
                </a:lnTo>
                <a:lnTo>
                  <a:pt x="842921" y="274246"/>
                </a:lnTo>
                <a:lnTo>
                  <a:pt x="844568" y="272067"/>
                </a:lnTo>
                <a:lnTo>
                  <a:pt x="846214" y="269899"/>
                </a:lnTo>
                <a:lnTo>
                  <a:pt x="847860" y="267742"/>
                </a:lnTo>
                <a:lnTo>
                  <a:pt x="849507" y="265595"/>
                </a:lnTo>
                <a:lnTo>
                  <a:pt x="851153" y="263460"/>
                </a:lnTo>
                <a:lnTo>
                  <a:pt x="852799" y="261335"/>
                </a:lnTo>
                <a:lnTo>
                  <a:pt x="854446" y="259221"/>
                </a:lnTo>
                <a:lnTo>
                  <a:pt x="856092" y="257118"/>
                </a:lnTo>
                <a:lnTo>
                  <a:pt x="857738" y="255025"/>
                </a:lnTo>
                <a:lnTo>
                  <a:pt x="859385" y="252944"/>
                </a:lnTo>
                <a:lnTo>
                  <a:pt x="861031" y="250873"/>
                </a:lnTo>
                <a:lnTo>
                  <a:pt x="862677" y="248812"/>
                </a:lnTo>
                <a:lnTo>
                  <a:pt x="864324" y="246762"/>
                </a:lnTo>
                <a:lnTo>
                  <a:pt x="865970" y="244723"/>
                </a:lnTo>
                <a:lnTo>
                  <a:pt x="867616" y="242695"/>
                </a:lnTo>
                <a:lnTo>
                  <a:pt x="869263" y="240676"/>
                </a:lnTo>
                <a:lnTo>
                  <a:pt x="870909" y="238669"/>
                </a:lnTo>
                <a:lnTo>
                  <a:pt x="872555" y="236672"/>
                </a:lnTo>
                <a:lnTo>
                  <a:pt x="874202" y="234685"/>
                </a:lnTo>
                <a:lnTo>
                  <a:pt x="875848" y="232709"/>
                </a:lnTo>
                <a:lnTo>
                  <a:pt x="877494" y="230743"/>
                </a:lnTo>
                <a:lnTo>
                  <a:pt x="879141" y="228788"/>
                </a:lnTo>
                <a:lnTo>
                  <a:pt x="880787" y="226843"/>
                </a:lnTo>
                <a:lnTo>
                  <a:pt x="882433" y="224908"/>
                </a:lnTo>
                <a:lnTo>
                  <a:pt x="884080" y="222984"/>
                </a:lnTo>
                <a:lnTo>
                  <a:pt x="885726" y="221070"/>
                </a:lnTo>
                <a:lnTo>
                  <a:pt x="887372" y="219166"/>
                </a:lnTo>
                <a:lnTo>
                  <a:pt x="889019" y="217273"/>
                </a:lnTo>
                <a:lnTo>
                  <a:pt x="890665" y="215389"/>
                </a:lnTo>
                <a:lnTo>
                  <a:pt x="892311" y="213516"/>
                </a:lnTo>
                <a:lnTo>
                  <a:pt x="893958" y="211653"/>
                </a:lnTo>
                <a:lnTo>
                  <a:pt x="895604" y="209800"/>
                </a:lnTo>
                <a:lnTo>
                  <a:pt x="897250" y="207957"/>
                </a:lnTo>
                <a:lnTo>
                  <a:pt x="898897" y="206125"/>
                </a:lnTo>
                <a:lnTo>
                  <a:pt x="900543" y="204302"/>
                </a:lnTo>
                <a:lnTo>
                  <a:pt x="902189" y="202489"/>
                </a:lnTo>
                <a:lnTo>
                  <a:pt x="903836" y="200687"/>
                </a:lnTo>
                <a:lnTo>
                  <a:pt x="905482" y="198894"/>
                </a:lnTo>
                <a:lnTo>
                  <a:pt x="907128" y="197111"/>
                </a:lnTo>
                <a:lnTo>
                  <a:pt x="908775" y="195338"/>
                </a:lnTo>
                <a:lnTo>
                  <a:pt x="910421" y="193575"/>
                </a:lnTo>
                <a:lnTo>
                  <a:pt x="912067" y="191822"/>
                </a:lnTo>
                <a:lnTo>
                  <a:pt x="913714" y="190079"/>
                </a:lnTo>
                <a:lnTo>
                  <a:pt x="915360" y="188345"/>
                </a:lnTo>
                <a:lnTo>
                  <a:pt x="917006" y="186622"/>
                </a:lnTo>
                <a:lnTo>
                  <a:pt x="918653" y="184908"/>
                </a:lnTo>
                <a:lnTo>
                  <a:pt x="920299" y="183204"/>
                </a:lnTo>
                <a:lnTo>
                  <a:pt x="921945" y="181509"/>
                </a:lnTo>
                <a:lnTo>
                  <a:pt x="923592" y="179824"/>
                </a:lnTo>
                <a:lnTo>
                  <a:pt x="925238" y="178149"/>
                </a:lnTo>
                <a:lnTo>
                  <a:pt x="926884" y="176484"/>
                </a:lnTo>
                <a:lnTo>
                  <a:pt x="928531" y="174828"/>
                </a:lnTo>
                <a:lnTo>
                  <a:pt x="930177" y="173181"/>
                </a:lnTo>
                <a:lnTo>
                  <a:pt x="931823" y="171544"/>
                </a:lnTo>
                <a:lnTo>
                  <a:pt x="933470" y="169917"/>
                </a:lnTo>
                <a:lnTo>
                  <a:pt x="935116" y="168299"/>
                </a:lnTo>
                <a:lnTo>
                  <a:pt x="936762" y="166691"/>
                </a:lnTo>
                <a:lnTo>
                  <a:pt x="938409" y="165092"/>
                </a:lnTo>
                <a:lnTo>
                  <a:pt x="940055" y="163503"/>
                </a:lnTo>
                <a:lnTo>
                  <a:pt x="941701" y="161922"/>
                </a:lnTo>
                <a:lnTo>
                  <a:pt x="943347" y="160352"/>
                </a:lnTo>
                <a:lnTo>
                  <a:pt x="944994" y="158790"/>
                </a:lnTo>
                <a:lnTo>
                  <a:pt x="946640" y="157238"/>
                </a:lnTo>
                <a:lnTo>
                  <a:pt x="948286" y="155695"/>
                </a:lnTo>
                <a:lnTo>
                  <a:pt x="949933" y="154162"/>
                </a:lnTo>
                <a:lnTo>
                  <a:pt x="951579" y="152638"/>
                </a:lnTo>
                <a:lnTo>
                  <a:pt x="953225" y="151123"/>
                </a:lnTo>
                <a:lnTo>
                  <a:pt x="954872" y="149617"/>
                </a:lnTo>
                <a:lnTo>
                  <a:pt x="956518" y="148120"/>
                </a:lnTo>
                <a:lnTo>
                  <a:pt x="958164" y="146632"/>
                </a:lnTo>
                <a:lnTo>
                  <a:pt x="959811" y="145154"/>
                </a:lnTo>
                <a:lnTo>
                  <a:pt x="961457" y="143685"/>
                </a:lnTo>
                <a:lnTo>
                  <a:pt x="963103" y="142224"/>
                </a:lnTo>
                <a:lnTo>
                  <a:pt x="964750" y="140773"/>
                </a:lnTo>
                <a:lnTo>
                  <a:pt x="966396" y="139331"/>
                </a:lnTo>
                <a:lnTo>
                  <a:pt x="968042" y="137897"/>
                </a:lnTo>
                <a:lnTo>
                  <a:pt x="969689" y="136473"/>
                </a:lnTo>
                <a:lnTo>
                  <a:pt x="971335" y="135058"/>
                </a:lnTo>
                <a:lnTo>
                  <a:pt x="972981" y="133651"/>
                </a:lnTo>
                <a:lnTo>
                  <a:pt x="974628" y="132253"/>
                </a:lnTo>
                <a:lnTo>
                  <a:pt x="976274" y="130865"/>
                </a:lnTo>
                <a:lnTo>
                  <a:pt x="977920" y="129485"/>
                </a:lnTo>
                <a:lnTo>
                  <a:pt x="979567" y="128114"/>
                </a:lnTo>
                <a:lnTo>
                  <a:pt x="981213" y="126751"/>
                </a:lnTo>
                <a:lnTo>
                  <a:pt x="982859" y="125398"/>
                </a:lnTo>
                <a:lnTo>
                  <a:pt x="984506" y="124053"/>
                </a:lnTo>
                <a:lnTo>
                  <a:pt x="986152" y="122717"/>
                </a:lnTo>
                <a:lnTo>
                  <a:pt x="987798" y="121389"/>
                </a:lnTo>
                <a:lnTo>
                  <a:pt x="989445" y="120070"/>
                </a:lnTo>
                <a:lnTo>
                  <a:pt x="991091" y="118760"/>
                </a:lnTo>
                <a:lnTo>
                  <a:pt x="992737" y="117459"/>
                </a:lnTo>
                <a:lnTo>
                  <a:pt x="994384" y="116166"/>
                </a:lnTo>
                <a:lnTo>
                  <a:pt x="996030" y="114881"/>
                </a:lnTo>
                <a:lnTo>
                  <a:pt x="997676" y="113605"/>
                </a:lnTo>
                <a:lnTo>
                  <a:pt x="999323" y="112338"/>
                </a:lnTo>
                <a:lnTo>
                  <a:pt x="1000969" y="111079"/>
                </a:lnTo>
                <a:lnTo>
                  <a:pt x="1002615" y="109829"/>
                </a:lnTo>
                <a:lnTo>
                  <a:pt x="1004262" y="108587"/>
                </a:lnTo>
                <a:lnTo>
                  <a:pt x="1005908" y="107353"/>
                </a:lnTo>
                <a:lnTo>
                  <a:pt x="1007554" y="106128"/>
                </a:lnTo>
                <a:lnTo>
                  <a:pt x="1009201" y="104911"/>
                </a:lnTo>
                <a:lnTo>
                  <a:pt x="1010847" y="103703"/>
                </a:lnTo>
                <a:lnTo>
                  <a:pt x="1012493" y="102502"/>
                </a:lnTo>
                <a:lnTo>
                  <a:pt x="1014140" y="101310"/>
                </a:lnTo>
                <a:lnTo>
                  <a:pt x="1015786" y="100127"/>
                </a:lnTo>
                <a:lnTo>
                  <a:pt x="1017432" y="98951"/>
                </a:lnTo>
                <a:lnTo>
                  <a:pt x="1019079" y="97784"/>
                </a:lnTo>
                <a:lnTo>
                  <a:pt x="1020725" y="96625"/>
                </a:lnTo>
                <a:lnTo>
                  <a:pt x="1022371" y="95474"/>
                </a:lnTo>
                <a:lnTo>
                  <a:pt x="1024018" y="94332"/>
                </a:lnTo>
                <a:lnTo>
                  <a:pt x="1025664" y="93197"/>
                </a:lnTo>
                <a:lnTo>
                  <a:pt x="1027310" y="92071"/>
                </a:lnTo>
                <a:lnTo>
                  <a:pt x="1028957" y="90953"/>
                </a:lnTo>
                <a:lnTo>
                  <a:pt x="1030603" y="89842"/>
                </a:lnTo>
                <a:lnTo>
                  <a:pt x="1032249" y="88740"/>
                </a:lnTo>
                <a:lnTo>
                  <a:pt x="1033896" y="87646"/>
                </a:lnTo>
                <a:lnTo>
                  <a:pt x="1035542" y="86559"/>
                </a:lnTo>
                <a:lnTo>
                  <a:pt x="1037188" y="85481"/>
                </a:lnTo>
                <a:lnTo>
                  <a:pt x="1038835" y="84411"/>
                </a:lnTo>
                <a:lnTo>
                  <a:pt x="1040481" y="83348"/>
                </a:lnTo>
                <a:lnTo>
                  <a:pt x="1042127" y="82294"/>
                </a:lnTo>
                <a:lnTo>
                  <a:pt x="1043774" y="81247"/>
                </a:lnTo>
                <a:lnTo>
                  <a:pt x="1045420" y="80208"/>
                </a:lnTo>
                <a:lnTo>
                  <a:pt x="1047066" y="79177"/>
                </a:lnTo>
                <a:lnTo>
                  <a:pt x="1048713" y="78154"/>
                </a:lnTo>
                <a:lnTo>
                  <a:pt x="1050359" y="77138"/>
                </a:lnTo>
                <a:lnTo>
                  <a:pt x="1052005" y="76130"/>
                </a:lnTo>
                <a:lnTo>
                  <a:pt x="1053652" y="75130"/>
                </a:lnTo>
                <a:lnTo>
                  <a:pt x="1055298" y="74138"/>
                </a:lnTo>
                <a:lnTo>
                  <a:pt x="1056944" y="73153"/>
                </a:lnTo>
                <a:lnTo>
                  <a:pt x="1058591" y="72176"/>
                </a:lnTo>
                <a:lnTo>
                  <a:pt x="1060237" y="71207"/>
                </a:lnTo>
                <a:lnTo>
                  <a:pt x="1061883" y="70245"/>
                </a:lnTo>
                <a:lnTo>
                  <a:pt x="1063530" y="69291"/>
                </a:lnTo>
                <a:lnTo>
                  <a:pt x="1065176" y="68344"/>
                </a:lnTo>
                <a:lnTo>
                  <a:pt x="1066822" y="67405"/>
                </a:lnTo>
                <a:lnTo>
                  <a:pt x="1068469" y="66474"/>
                </a:lnTo>
                <a:lnTo>
                  <a:pt x="1070115" y="65550"/>
                </a:lnTo>
                <a:lnTo>
                  <a:pt x="1071761" y="64633"/>
                </a:lnTo>
                <a:lnTo>
                  <a:pt x="1073408" y="63724"/>
                </a:lnTo>
                <a:lnTo>
                  <a:pt x="1075054" y="62823"/>
                </a:lnTo>
                <a:lnTo>
                  <a:pt x="1076700" y="61928"/>
                </a:lnTo>
                <a:lnTo>
                  <a:pt x="1078347" y="61041"/>
                </a:lnTo>
                <a:lnTo>
                  <a:pt x="1079993" y="60162"/>
                </a:lnTo>
                <a:lnTo>
                  <a:pt x="1081639" y="59290"/>
                </a:lnTo>
                <a:lnTo>
                  <a:pt x="1083286" y="58425"/>
                </a:lnTo>
                <a:lnTo>
                  <a:pt x="1084932" y="57567"/>
                </a:lnTo>
                <a:lnTo>
                  <a:pt x="1086578" y="56717"/>
                </a:lnTo>
                <a:lnTo>
                  <a:pt x="1088225" y="55874"/>
                </a:lnTo>
                <a:lnTo>
                  <a:pt x="1089871" y="55038"/>
                </a:lnTo>
                <a:lnTo>
                  <a:pt x="1091517" y="54210"/>
                </a:lnTo>
                <a:lnTo>
                  <a:pt x="1093164" y="53388"/>
                </a:lnTo>
                <a:lnTo>
                  <a:pt x="1094810" y="52574"/>
                </a:lnTo>
                <a:lnTo>
                  <a:pt x="1096456" y="51767"/>
                </a:lnTo>
                <a:lnTo>
                  <a:pt x="1098103" y="50967"/>
                </a:lnTo>
                <a:lnTo>
                  <a:pt x="1099749" y="50174"/>
                </a:lnTo>
                <a:lnTo>
                  <a:pt x="1101395" y="49388"/>
                </a:lnTo>
                <a:lnTo>
                  <a:pt x="1103042" y="48610"/>
                </a:lnTo>
                <a:lnTo>
                  <a:pt x="1104688" y="47838"/>
                </a:lnTo>
                <a:lnTo>
                  <a:pt x="1106334" y="47073"/>
                </a:lnTo>
                <a:lnTo>
                  <a:pt x="1107981" y="46316"/>
                </a:lnTo>
                <a:lnTo>
                  <a:pt x="1109627" y="45565"/>
                </a:lnTo>
                <a:lnTo>
                  <a:pt x="1111273" y="44821"/>
                </a:lnTo>
                <a:lnTo>
                  <a:pt x="1112920" y="44084"/>
                </a:lnTo>
                <a:lnTo>
                  <a:pt x="1114566" y="43354"/>
                </a:lnTo>
                <a:lnTo>
                  <a:pt x="1116212" y="42631"/>
                </a:lnTo>
                <a:lnTo>
                  <a:pt x="1117859" y="41915"/>
                </a:lnTo>
                <a:lnTo>
                  <a:pt x="1119505" y="41206"/>
                </a:lnTo>
                <a:lnTo>
                  <a:pt x="1121151" y="40503"/>
                </a:lnTo>
                <a:lnTo>
                  <a:pt x="1122798" y="39808"/>
                </a:lnTo>
                <a:lnTo>
                  <a:pt x="1124444" y="39119"/>
                </a:lnTo>
                <a:lnTo>
                  <a:pt x="1126090" y="38437"/>
                </a:lnTo>
                <a:lnTo>
                  <a:pt x="1127737" y="37761"/>
                </a:lnTo>
                <a:lnTo>
                  <a:pt x="1129383" y="37093"/>
                </a:lnTo>
                <a:lnTo>
                  <a:pt x="1131029" y="36431"/>
                </a:lnTo>
                <a:lnTo>
                  <a:pt x="1132676" y="35775"/>
                </a:lnTo>
                <a:lnTo>
                  <a:pt x="1134322" y="35127"/>
                </a:lnTo>
                <a:lnTo>
                  <a:pt x="1135968" y="34485"/>
                </a:lnTo>
                <a:lnTo>
                  <a:pt x="1137615" y="33849"/>
                </a:lnTo>
                <a:lnTo>
                  <a:pt x="1139261" y="33221"/>
                </a:lnTo>
                <a:lnTo>
                  <a:pt x="1140907" y="32598"/>
                </a:lnTo>
                <a:lnTo>
                  <a:pt x="1142554" y="31983"/>
                </a:lnTo>
                <a:lnTo>
                  <a:pt x="1144200" y="31374"/>
                </a:lnTo>
                <a:lnTo>
                  <a:pt x="1145846" y="30771"/>
                </a:lnTo>
                <a:lnTo>
                  <a:pt x="1147493" y="30175"/>
                </a:lnTo>
                <a:lnTo>
                  <a:pt x="1149139" y="29585"/>
                </a:lnTo>
                <a:lnTo>
                  <a:pt x="1150785" y="29002"/>
                </a:lnTo>
                <a:lnTo>
                  <a:pt x="1152432" y="28426"/>
                </a:lnTo>
                <a:lnTo>
                  <a:pt x="1154078" y="27855"/>
                </a:lnTo>
                <a:lnTo>
                  <a:pt x="1155724" y="27291"/>
                </a:lnTo>
                <a:lnTo>
                  <a:pt x="1157371" y="26734"/>
                </a:lnTo>
                <a:lnTo>
                  <a:pt x="1159017" y="26183"/>
                </a:lnTo>
                <a:lnTo>
                  <a:pt x="1160663" y="25638"/>
                </a:lnTo>
                <a:lnTo>
                  <a:pt x="1162310" y="25099"/>
                </a:lnTo>
                <a:lnTo>
                  <a:pt x="1163956" y="24567"/>
                </a:lnTo>
                <a:lnTo>
                  <a:pt x="1165602" y="24041"/>
                </a:lnTo>
                <a:lnTo>
                  <a:pt x="1167249" y="23522"/>
                </a:lnTo>
                <a:lnTo>
                  <a:pt x="1168895" y="23008"/>
                </a:lnTo>
                <a:lnTo>
                  <a:pt x="1170541" y="22501"/>
                </a:lnTo>
                <a:lnTo>
                  <a:pt x="1172188" y="22000"/>
                </a:lnTo>
                <a:lnTo>
                  <a:pt x="1173834" y="21505"/>
                </a:lnTo>
                <a:lnTo>
                  <a:pt x="1175480" y="21016"/>
                </a:lnTo>
                <a:lnTo>
                  <a:pt x="1177127" y="20534"/>
                </a:lnTo>
                <a:lnTo>
                  <a:pt x="1178773" y="20058"/>
                </a:lnTo>
                <a:lnTo>
                  <a:pt x="1180419" y="19587"/>
                </a:lnTo>
                <a:lnTo>
                  <a:pt x="1182066" y="19123"/>
                </a:lnTo>
                <a:lnTo>
                  <a:pt x="1183712" y="18665"/>
                </a:lnTo>
                <a:lnTo>
                  <a:pt x="1185358" y="18213"/>
                </a:lnTo>
                <a:lnTo>
                  <a:pt x="1187005" y="17767"/>
                </a:lnTo>
                <a:lnTo>
                  <a:pt x="1188651" y="17327"/>
                </a:lnTo>
                <a:lnTo>
                  <a:pt x="1190297" y="16893"/>
                </a:lnTo>
                <a:lnTo>
                  <a:pt x="1191944" y="16465"/>
                </a:lnTo>
                <a:lnTo>
                  <a:pt x="1193590" y="16043"/>
                </a:lnTo>
                <a:lnTo>
                  <a:pt x="1195236" y="15626"/>
                </a:lnTo>
                <a:lnTo>
                  <a:pt x="1196883" y="15216"/>
                </a:lnTo>
                <a:lnTo>
                  <a:pt x="1198529" y="14812"/>
                </a:lnTo>
                <a:lnTo>
                  <a:pt x="1200175" y="14413"/>
                </a:lnTo>
                <a:lnTo>
                  <a:pt x="1201822" y="14021"/>
                </a:lnTo>
                <a:lnTo>
                  <a:pt x="1203468" y="13634"/>
                </a:lnTo>
                <a:lnTo>
                  <a:pt x="1205114" y="13253"/>
                </a:lnTo>
                <a:lnTo>
                  <a:pt x="1206761" y="12878"/>
                </a:lnTo>
                <a:lnTo>
                  <a:pt x="1208407" y="12508"/>
                </a:lnTo>
                <a:lnTo>
                  <a:pt x="1210053" y="12145"/>
                </a:lnTo>
                <a:lnTo>
                  <a:pt x="1211700" y="11787"/>
                </a:lnTo>
                <a:lnTo>
                  <a:pt x="1213346" y="11435"/>
                </a:lnTo>
                <a:lnTo>
                  <a:pt x="1214992" y="11089"/>
                </a:lnTo>
                <a:lnTo>
                  <a:pt x="1216639" y="10748"/>
                </a:lnTo>
                <a:lnTo>
                  <a:pt x="1218285" y="10413"/>
                </a:lnTo>
                <a:lnTo>
                  <a:pt x="1219931" y="10084"/>
                </a:lnTo>
                <a:lnTo>
                  <a:pt x="1221578" y="9760"/>
                </a:lnTo>
                <a:lnTo>
                  <a:pt x="1223224" y="9442"/>
                </a:lnTo>
                <a:lnTo>
                  <a:pt x="1224870" y="9129"/>
                </a:lnTo>
                <a:lnTo>
                  <a:pt x="1226517" y="8822"/>
                </a:lnTo>
                <a:lnTo>
                  <a:pt x="1228163" y="8521"/>
                </a:lnTo>
                <a:lnTo>
                  <a:pt x="1229809" y="8225"/>
                </a:lnTo>
                <a:lnTo>
                  <a:pt x="1231456" y="7935"/>
                </a:lnTo>
                <a:lnTo>
                  <a:pt x="1233102" y="7651"/>
                </a:lnTo>
                <a:lnTo>
                  <a:pt x="1234748" y="7371"/>
                </a:lnTo>
                <a:lnTo>
                  <a:pt x="1236395" y="7098"/>
                </a:lnTo>
                <a:lnTo>
                  <a:pt x="1238041" y="6829"/>
                </a:lnTo>
                <a:lnTo>
                  <a:pt x="1239687" y="6567"/>
                </a:lnTo>
                <a:lnTo>
                  <a:pt x="1241334" y="6309"/>
                </a:lnTo>
                <a:lnTo>
                  <a:pt x="1242980" y="6057"/>
                </a:lnTo>
                <a:lnTo>
                  <a:pt x="1244626" y="5811"/>
                </a:lnTo>
                <a:lnTo>
                  <a:pt x="1246273" y="5570"/>
                </a:lnTo>
                <a:lnTo>
                  <a:pt x="1247919" y="5334"/>
                </a:lnTo>
                <a:lnTo>
                  <a:pt x="1249565" y="5104"/>
                </a:lnTo>
                <a:lnTo>
                  <a:pt x="1251212" y="4878"/>
                </a:lnTo>
                <a:lnTo>
                  <a:pt x="1252858" y="4659"/>
                </a:lnTo>
                <a:lnTo>
                  <a:pt x="1254504" y="4444"/>
                </a:lnTo>
                <a:lnTo>
                  <a:pt x="1256150" y="4235"/>
                </a:lnTo>
                <a:lnTo>
                  <a:pt x="1257797" y="4031"/>
                </a:lnTo>
                <a:lnTo>
                  <a:pt x="1259443" y="3832"/>
                </a:lnTo>
                <a:lnTo>
                  <a:pt x="1261089" y="3639"/>
                </a:lnTo>
                <a:lnTo>
                  <a:pt x="1262736" y="3451"/>
                </a:lnTo>
                <a:lnTo>
                  <a:pt x="1264382" y="3268"/>
                </a:lnTo>
                <a:lnTo>
                  <a:pt x="1266028" y="3090"/>
                </a:lnTo>
                <a:lnTo>
                  <a:pt x="1267675" y="2917"/>
                </a:lnTo>
                <a:lnTo>
                  <a:pt x="1269321" y="2749"/>
                </a:lnTo>
                <a:lnTo>
                  <a:pt x="1270967" y="2587"/>
                </a:lnTo>
                <a:lnTo>
                  <a:pt x="1272614" y="2430"/>
                </a:lnTo>
                <a:lnTo>
                  <a:pt x="1274260" y="2278"/>
                </a:lnTo>
                <a:lnTo>
                  <a:pt x="1275906" y="2130"/>
                </a:lnTo>
                <a:lnTo>
                  <a:pt x="1277553" y="1988"/>
                </a:lnTo>
                <a:lnTo>
                  <a:pt x="1279199" y="1851"/>
                </a:lnTo>
                <a:lnTo>
                  <a:pt x="1280845" y="1719"/>
                </a:lnTo>
                <a:lnTo>
                  <a:pt x="1282492" y="1592"/>
                </a:lnTo>
                <a:lnTo>
                  <a:pt x="1284138" y="1470"/>
                </a:lnTo>
                <a:lnTo>
                  <a:pt x="1285784" y="1353"/>
                </a:lnTo>
                <a:lnTo>
                  <a:pt x="1287431" y="1241"/>
                </a:lnTo>
                <a:lnTo>
                  <a:pt x="1289077" y="1134"/>
                </a:lnTo>
                <a:lnTo>
                  <a:pt x="1290723" y="1032"/>
                </a:lnTo>
                <a:lnTo>
                  <a:pt x="1292370" y="935"/>
                </a:lnTo>
                <a:lnTo>
                  <a:pt x="1294016" y="843"/>
                </a:lnTo>
                <a:lnTo>
                  <a:pt x="1295662" y="755"/>
                </a:lnTo>
                <a:lnTo>
                  <a:pt x="1297309" y="673"/>
                </a:lnTo>
                <a:lnTo>
                  <a:pt x="1298955" y="595"/>
                </a:lnTo>
                <a:lnTo>
                  <a:pt x="1300601" y="522"/>
                </a:lnTo>
                <a:lnTo>
                  <a:pt x="1302248" y="454"/>
                </a:lnTo>
                <a:lnTo>
                  <a:pt x="1303894" y="391"/>
                </a:lnTo>
                <a:lnTo>
                  <a:pt x="1305540" y="333"/>
                </a:lnTo>
                <a:lnTo>
                  <a:pt x="1307187" y="279"/>
                </a:lnTo>
                <a:lnTo>
                  <a:pt x="1308833" y="230"/>
                </a:lnTo>
                <a:lnTo>
                  <a:pt x="1310479" y="186"/>
                </a:lnTo>
                <a:lnTo>
                  <a:pt x="1312126" y="147"/>
                </a:lnTo>
                <a:lnTo>
                  <a:pt x="1313772" y="112"/>
                </a:lnTo>
                <a:lnTo>
                  <a:pt x="1315418" y="82"/>
                </a:lnTo>
                <a:lnTo>
                  <a:pt x="1317065" y="57"/>
                </a:lnTo>
                <a:lnTo>
                  <a:pt x="1318711" y="36"/>
                </a:lnTo>
                <a:lnTo>
                  <a:pt x="1320357" y="20"/>
                </a:lnTo>
                <a:lnTo>
                  <a:pt x="1322004" y="9"/>
                </a:lnTo>
                <a:lnTo>
                  <a:pt x="1323650" y="2"/>
                </a:lnTo>
                <a:lnTo>
                  <a:pt x="1325296" y="0"/>
                </a:lnTo>
                <a:lnTo>
                  <a:pt x="1326943" y="3"/>
                </a:lnTo>
                <a:lnTo>
                  <a:pt x="1328589" y="10"/>
                </a:lnTo>
                <a:lnTo>
                  <a:pt x="1330235" y="22"/>
                </a:lnTo>
                <a:lnTo>
                  <a:pt x="1331882" y="38"/>
                </a:lnTo>
                <a:lnTo>
                  <a:pt x="1333528" y="59"/>
                </a:lnTo>
                <a:lnTo>
                  <a:pt x="1335174" y="84"/>
                </a:lnTo>
                <a:lnTo>
                  <a:pt x="1336821" y="114"/>
                </a:lnTo>
                <a:lnTo>
                  <a:pt x="1338467" y="148"/>
                </a:lnTo>
                <a:lnTo>
                  <a:pt x="1340113" y="187"/>
                </a:lnTo>
                <a:lnTo>
                  <a:pt x="1341760" y="230"/>
                </a:lnTo>
                <a:lnTo>
                  <a:pt x="1343406" y="278"/>
                </a:lnTo>
                <a:lnTo>
                  <a:pt x="1345052" y="330"/>
                </a:lnTo>
                <a:lnTo>
                  <a:pt x="1346699" y="387"/>
                </a:lnTo>
                <a:lnTo>
                  <a:pt x="1348345" y="448"/>
                </a:lnTo>
                <a:lnTo>
                  <a:pt x="1349991" y="513"/>
                </a:lnTo>
                <a:lnTo>
                  <a:pt x="1351638" y="583"/>
                </a:lnTo>
                <a:lnTo>
                  <a:pt x="1353284" y="657"/>
                </a:lnTo>
                <a:lnTo>
                  <a:pt x="1354930" y="736"/>
                </a:lnTo>
                <a:lnTo>
                  <a:pt x="1356577" y="818"/>
                </a:lnTo>
                <a:lnTo>
                  <a:pt x="1358223" y="906"/>
                </a:lnTo>
                <a:lnTo>
                  <a:pt x="1359869" y="997"/>
                </a:lnTo>
                <a:lnTo>
                  <a:pt x="1361516" y="1093"/>
                </a:lnTo>
                <a:lnTo>
                  <a:pt x="1363162" y="1193"/>
                </a:lnTo>
                <a:lnTo>
                  <a:pt x="1364808" y="1297"/>
                </a:lnTo>
                <a:lnTo>
                  <a:pt x="1366455" y="1406"/>
                </a:lnTo>
                <a:lnTo>
                  <a:pt x="1368101" y="1518"/>
                </a:lnTo>
                <a:lnTo>
                  <a:pt x="1369747" y="1635"/>
                </a:lnTo>
                <a:lnTo>
                  <a:pt x="1371394" y="1757"/>
                </a:lnTo>
                <a:lnTo>
                  <a:pt x="1373040" y="1882"/>
                </a:lnTo>
                <a:lnTo>
                  <a:pt x="1374686" y="2012"/>
                </a:lnTo>
                <a:lnTo>
                  <a:pt x="1376333" y="2145"/>
                </a:lnTo>
                <a:lnTo>
                  <a:pt x="1377979" y="2283"/>
                </a:lnTo>
                <a:lnTo>
                  <a:pt x="1379625" y="2425"/>
                </a:lnTo>
                <a:lnTo>
                  <a:pt x="1381272" y="2572"/>
                </a:lnTo>
                <a:lnTo>
                  <a:pt x="1382918" y="2722"/>
                </a:lnTo>
                <a:lnTo>
                  <a:pt x="1384564" y="2876"/>
                </a:lnTo>
                <a:lnTo>
                  <a:pt x="1386211" y="3035"/>
                </a:lnTo>
                <a:lnTo>
                  <a:pt x="1387857" y="3197"/>
                </a:lnTo>
                <a:lnTo>
                  <a:pt x="1389503" y="3364"/>
                </a:lnTo>
                <a:lnTo>
                  <a:pt x="1391150" y="3535"/>
                </a:lnTo>
                <a:lnTo>
                  <a:pt x="1392796" y="3709"/>
                </a:lnTo>
                <a:lnTo>
                  <a:pt x="1394442" y="3888"/>
                </a:lnTo>
                <a:lnTo>
                  <a:pt x="1396089" y="4071"/>
                </a:lnTo>
                <a:lnTo>
                  <a:pt x="1397735" y="4258"/>
                </a:lnTo>
                <a:lnTo>
                  <a:pt x="1399381" y="4448"/>
                </a:lnTo>
                <a:lnTo>
                  <a:pt x="1401028" y="4643"/>
                </a:lnTo>
                <a:lnTo>
                  <a:pt x="1402674" y="4842"/>
                </a:lnTo>
                <a:lnTo>
                  <a:pt x="1404320" y="5044"/>
                </a:lnTo>
                <a:lnTo>
                  <a:pt x="1405967" y="5251"/>
                </a:lnTo>
                <a:lnTo>
                  <a:pt x="1407613" y="5461"/>
                </a:lnTo>
                <a:lnTo>
                  <a:pt x="1409259" y="5675"/>
                </a:lnTo>
                <a:lnTo>
                  <a:pt x="1410906" y="5894"/>
                </a:lnTo>
                <a:lnTo>
                  <a:pt x="1412552" y="6116"/>
                </a:lnTo>
                <a:lnTo>
                  <a:pt x="1414198" y="6342"/>
                </a:lnTo>
                <a:lnTo>
                  <a:pt x="1415845" y="6572"/>
                </a:lnTo>
                <a:lnTo>
                  <a:pt x="1417491" y="6805"/>
                </a:lnTo>
                <a:lnTo>
                  <a:pt x="1419137" y="7043"/>
                </a:lnTo>
                <a:lnTo>
                  <a:pt x="1420784" y="7284"/>
                </a:lnTo>
                <a:lnTo>
                  <a:pt x="1422430" y="7529"/>
                </a:lnTo>
                <a:lnTo>
                  <a:pt x="1424076" y="7778"/>
                </a:lnTo>
                <a:lnTo>
                  <a:pt x="1425723" y="8031"/>
                </a:lnTo>
                <a:lnTo>
                  <a:pt x="1427369" y="8287"/>
                </a:lnTo>
                <a:lnTo>
                  <a:pt x="1429015" y="8547"/>
                </a:lnTo>
                <a:lnTo>
                  <a:pt x="1430662" y="8811"/>
                </a:lnTo>
                <a:lnTo>
                  <a:pt x="1432308" y="9079"/>
                </a:lnTo>
                <a:lnTo>
                  <a:pt x="1433954" y="9350"/>
                </a:lnTo>
                <a:lnTo>
                  <a:pt x="1435601" y="9625"/>
                </a:lnTo>
                <a:lnTo>
                  <a:pt x="1437247" y="9904"/>
                </a:lnTo>
                <a:lnTo>
                  <a:pt x="1438893" y="10186"/>
                </a:lnTo>
                <a:lnTo>
                  <a:pt x="1440540" y="10472"/>
                </a:lnTo>
                <a:lnTo>
                  <a:pt x="1442186" y="10762"/>
                </a:lnTo>
                <a:lnTo>
                  <a:pt x="1443832" y="11055"/>
                </a:lnTo>
                <a:lnTo>
                  <a:pt x="1445479" y="11352"/>
                </a:lnTo>
                <a:lnTo>
                  <a:pt x="1447125" y="11653"/>
                </a:lnTo>
                <a:lnTo>
                  <a:pt x="1448771" y="11957"/>
                </a:lnTo>
                <a:lnTo>
                  <a:pt x="1450418" y="12265"/>
                </a:lnTo>
                <a:lnTo>
                  <a:pt x="1452064" y="12576"/>
                </a:lnTo>
                <a:lnTo>
                  <a:pt x="1453710" y="12891"/>
                </a:lnTo>
                <a:lnTo>
                  <a:pt x="1455357" y="13210"/>
                </a:lnTo>
                <a:lnTo>
                  <a:pt x="1457003" y="13532"/>
                </a:lnTo>
                <a:lnTo>
                  <a:pt x="1458649" y="13857"/>
                </a:lnTo>
                <a:lnTo>
                  <a:pt x="1460296" y="14187"/>
                </a:lnTo>
                <a:lnTo>
                  <a:pt x="1461942" y="14519"/>
                </a:lnTo>
                <a:lnTo>
                  <a:pt x="1463588" y="14855"/>
                </a:lnTo>
                <a:lnTo>
                  <a:pt x="1465235" y="15195"/>
                </a:lnTo>
                <a:lnTo>
                  <a:pt x="1466881" y="15538"/>
                </a:lnTo>
                <a:lnTo>
                  <a:pt x="1468527" y="15884"/>
                </a:lnTo>
                <a:lnTo>
                  <a:pt x="1470174" y="16234"/>
                </a:lnTo>
                <a:lnTo>
                  <a:pt x="1471820" y="16588"/>
                </a:lnTo>
                <a:lnTo>
                  <a:pt x="1473466" y="16945"/>
                </a:lnTo>
                <a:lnTo>
                  <a:pt x="1475113" y="17305"/>
                </a:lnTo>
                <a:lnTo>
                  <a:pt x="1476759" y="17669"/>
                </a:lnTo>
                <a:lnTo>
                  <a:pt x="1478405" y="18036"/>
                </a:lnTo>
                <a:lnTo>
                  <a:pt x="1480052" y="18406"/>
                </a:lnTo>
                <a:lnTo>
                  <a:pt x="1481698" y="18780"/>
                </a:lnTo>
                <a:lnTo>
                  <a:pt x="1483344" y="19157"/>
                </a:lnTo>
                <a:lnTo>
                  <a:pt x="1484991" y="19537"/>
                </a:lnTo>
                <a:lnTo>
                  <a:pt x="1486637" y="19921"/>
                </a:lnTo>
                <a:lnTo>
                  <a:pt x="1488283" y="20308"/>
                </a:lnTo>
                <a:lnTo>
                  <a:pt x="1489930" y="20699"/>
                </a:lnTo>
                <a:lnTo>
                  <a:pt x="1491576" y="21093"/>
                </a:lnTo>
                <a:lnTo>
                  <a:pt x="1493222" y="21490"/>
                </a:lnTo>
                <a:lnTo>
                  <a:pt x="1494869" y="21890"/>
                </a:lnTo>
                <a:lnTo>
                  <a:pt x="1496515" y="22294"/>
                </a:lnTo>
                <a:lnTo>
                  <a:pt x="1498161" y="22700"/>
                </a:lnTo>
                <a:lnTo>
                  <a:pt x="1499808" y="23111"/>
                </a:lnTo>
                <a:lnTo>
                  <a:pt x="1501454" y="23524"/>
                </a:lnTo>
                <a:lnTo>
                  <a:pt x="1503100" y="23940"/>
                </a:lnTo>
                <a:lnTo>
                  <a:pt x="1504747" y="24360"/>
                </a:lnTo>
                <a:lnTo>
                  <a:pt x="1506393" y="24783"/>
                </a:lnTo>
                <a:lnTo>
                  <a:pt x="1508039" y="25209"/>
                </a:lnTo>
                <a:lnTo>
                  <a:pt x="1509686" y="25639"/>
                </a:lnTo>
                <a:lnTo>
                  <a:pt x="1511332" y="26071"/>
                </a:lnTo>
                <a:lnTo>
                  <a:pt x="1512978" y="26507"/>
                </a:lnTo>
                <a:lnTo>
                  <a:pt x="1514625" y="26946"/>
                </a:lnTo>
                <a:lnTo>
                  <a:pt x="1516271" y="27388"/>
                </a:lnTo>
                <a:lnTo>
                  <a:pt x="1517917" y="27833"/>
                </a:lnTo>
                <a:lnTo>
                  <a:pt x="1519564" y="28281"/>
                </a:lnTo>
                <a:lnTo>
                  <a:pt x="1521210" y="28732"/>
                </a:lnTo>
                <a:lnTo>
                  <a:pt x="1522856" y="29187"/>
                </a:lnTo>
                <a:lnTo>
                  <a:pt x="1524503" y="29644"/>
                </a:lnTo>
                <a:lnTo>
                  <a:pt x="1526149" y="30105"/>
                </a:lnTo>
                <a:lnTo>
                  <a:pt x="1527795" y="30568"/>
                </a:lnTo>
                <a:lnTo>
                  <a:pt x="1529442" y="31035"/>
                </a:lnTo>
                <a:lnTo>
                  <a:pt x="1531088" y="31504"/>
                </a:lnTo>
                <a:lnTo>
                  <a:pt x="1532734" y="31977"/>
                </a:lnTo>
                <a:lnTo>
                  <a:pt x="1534381" y="32453"/>
                </a:lnTo>
                <a:lnTo>
                  <a:pt x="1536027" y="32932"/>
                </a:lnTo>
                <a:lnTo>
                  <a:pt x="1537673" y="33413"/>
                </a:lnTo>
                <a:lnTo>
                  <a:pt x="1539320" y="33898"/>
                </a:lnTo>
                <a:lnTo>
                  <a:pt x="1540966" y="34386"/>
                </a:lnTo>
                <a:lnTo>
                  <a:pt x="1542612" y="34877"/>
                </a:lnTo>
                <a:lnTo>
                  <a:pt x="1544259" y="35370"/>
                </a:lnTo>
                <a:lnTo>
                  <a:pt x="1545905" y="35867"/>
                </a:lnTo>
                <a:lnTo>
                  <a:pt x="1547551" y="36366"/>
                </a:lnTo>
                <a:lnTo>
                  <a:pt x="1549198" y="36869"/>
                </a:lnTo>
                <a:lnTo>
                  <a:pt x="1550844" y="37374"/>
                </a:lnTo>
                <a:lnTo>
                  <a:pt x="1552490" y="37883"/>
                </a:lnTo>
                <a:lnTo>
                  <a:pt x="1554137" y="38394"/>
                </a:lnTo>
                <a:lnTo>
                  <a:pt x="1555783" y="38908"/>
                </a:lnTo>
                <a:lnTo>
                  <a:pt x="1557429" y="39425"/>
                </a:lnTo>
                <a:lnTo>
                  <a:pt x="1559076" y="39945"/>
                </a:lnTo>
                <a:lnTo>
                  <a:pt x="1560722" y="40467"/>
                </a:lnTo>
                <a:lnTo>
                  <a:pt x="1562368" y="40993"/>
                </a:lnTo>
                <a:lnTo>
                  <a:pt x="1564015" y="41521"/>
                </a:lnTo>
                <a:lnTo>
                  <a:pt x="1565661" y="42052"/>
                </a:lnTo>
                <a:lnTo>
                  <a:pt x="1567307" y="42586"/>
                </a:lnTo>
                <a:lnTo>
                  <a:pt x="1568953" y="43123"/>
                </a:lnTo>
                <a:lnTo>
                  <a:pt x="1570600" y="43663"/>
                </a:lnTo>
                <a:lnTo>
                  <a:pt x="1572246" y="44205"/>
                </a:lnTo>
                <a:lnTo>
                  <a:pt x="1573892" y="44750"/>
                </a:lnTo>
                <a:lnTo>
                  <a:pt x="1575539" y="45298"/>
                </a:lnTo>
                <a:lnTo>
                  <a:pt x="1577185" y="45849"/>
                </a:lnTo>
                <a:lnTo>
                  <a:pt x="1578831" y="46402"/>
                </a:lnTo>
                <a:lnTo>
                  <a:pt x="1580478" y="46959"/>
                </a:lnTo>
                <a:lnTo>
                  <a:pt x="1582124" y="47518"/>
                </a:lnTo>
                <a:lnTo>
                  <a:pt x="1583770" y="48079"/>
                </a:lnTo>
                <a:lnTo>
                  <a:pt x="1585417" y="48644"/>
                </a:lnTo>
                <a:lnTo>
                  <a:pt x="1587063" y="49211"/>
                </a:lnTo>
                <a:lnTo>
                  <a:pt x="1588709" y="49780"/>
                </a:lnTo>
                <a:lnTo>
                  <a:pt x="1590356" y="50353"/>
                </a:lnTo>
                <a:lnTo>
                  <a:pt x="1592002" y="50928"/>
                </a:lnTo>
                <a:lnTo>
                  <a:pt x="1593648" y="51506"/>
                </a:lnTo>
                <a:lnTo>
                  <a:pt x="1595295" y="52086"/>
                </a:lnTo>
                <a:lnTo>
                  <a:pt x="1596941" y="52669"/>
                </a:lnTo>
                <a:lnTo>
                  <a:pt x="1598587" y="53255"/>
                </a:lnTo>
                <a:lnTo>
                  <a:pt x="1600234" y="53843"/>
                </a:lnTo>
                <a:lnTo>
                  <a:pt x="1601880" y="54434"/>
                </a:lnTo>
                <a:lnTo>
                  <a:pt x="1603526" y="55028"/>
                </a:lnTo>
                <a:lnTo>
                  <a:pt x="1605173" y="55624"/>
                </a:lnTo>
                <a:lnTo>
                  <a:pt x="1606819" y="56223"/>
                </a:lnTo>
                <a:lnTo>
                  <a:pt x="1608465" y="56824"/>
                </a:lnTo>
                <a:lnTo>
                  <a:pt x="1610112" y="57428"/>
                </a:lnTo>
                <a:lnTo>
                  <a:pt x="1611758" y="58034"/>
                </a:lnTo>
                <a:lnTo>
                  <a:pt x="1613404" y="58643"/>
                </a:lnTo>
                <a:lnTo>
                  <a:pt x="1615051" y="59255"/>
                </a:lnTo>
                <a:lnTo>
                  <a:pt x="1616697" y="59869"/>
                </a:lnTo>
                <a:lnTo>
                  <a:pt x="1618343" y="60486"/>
                </a:lnTo>
                <a:lnTo>
                  <a:pt x="1619990" y="61105"/>
                </a:lnTo>
                <a:lnTo>
                  <a:pt x="1621636" y="61727"/>
                </a:lnTo>
                <a:lnTo>
                  <a:pt x="1623282" y="62351"/>
                </a:lnTo>
                <a:lnTo>
                  <a:pt x="1624929" y="62977"/>
                </a:lnTo>
                <a:lnTo>
                  <a:pt x="1626575" y="63607"/>
                </a:lnTo>
                <a:lnTo>
                  <a:pt x="1628221" y="64238"/>
                </a:lnTo>
                <a:lnTo>
                  <a:pt x="1629868" y="64872"/>
                </a:lnTo>
                <a:lnTo>
                  <a:pt x="1631514" y="65509"/>
                </a:lnTo>
                <a:lnTo>
                  <a:pt x="1633160" y="66148"/>
                </a:lnTo>
                <a:lnTo>
                  <a:pt x="1634807" y="66789"/>
                </a:lnTo>
                <a:lnTo>
                  <a:pt x="1636453" y="67433"/>
                </a:lnTo>
                <a:lnTo>
                  <a:pt x="1638099" y="68079"/>
                </a:lnTo>
                <a:lnTo>
                  <a:pt x="1639746" y="68728"/>
                </a:lnTo>
                <a:lnTo>
                  <a:pt x="1641392" y="69379"/>
                </a:lnTo>
                <a:lnTo>
                  <a:pt x="1643038" y="70032"/>
                </a:lnTo>
                <a:lnTo>
                  <a:pt x="1644685" y="70688"/>
                </a:lnTo>
                <a:lnTo>
                  <a:pt x="1646331" y="71347"/>
                </a:lnTo>
                <a:lnTo>
                  <a:pt x="1647977" y="72007"/>
                </a:lnTo>
                <a:lnTo>
                  <a:pt x="1649624" y="72670"/>
                </a:lnTo>
                <a:lnTo>
                  <a:pt x="1651270" y="73335"/>
                </a:lnTo>
                <a:lnTo>
                  <a:pt x="1652916" y="74003"/>
                </a:lnTo>
                <a:lnTo>
                  <a:pt x="1654563" y="74673"/>
                </a:lnTo>
                <a:lnTo>
                  <a:pt x="1656209" y="75345"/>
                </a:lnTo>
                <a:lnTo>
                  <a:pt x="1657855" y="76020"/>
                </a:lnTo>
                <a:lnTo>
                  <a:pt x="1659502" y="76697"/>
                </a:lnTo>
                <a:lnTo>
                  <a:pt x="1661148" y="77376"/>
                </a:lnTo>
                <a:lnTo>
                  <a:pt x="1662794" y="78058"/>
                </a:lnTo>
                <a:lnTo>
                  <a:pt x="1664441" y="78742"/>
                </a:lnTo>
                <a:lnTo>
                  <a:pt x="1666087" y="79428"/>
                </a:lnTo>
                <a:lnTo>
                  <a:pt x="1667733" y="80116"/>
                </a:lnTo>
                <a:lnTo>
                  <a:pt x="1669380" y="80807"/>
                </a:lnTo>
                <a:lnTo>
                  <a:pt x="1671026" y="81499"/>
                </a:lnTo>
                <a:lnTo>
                  <a:pt x="1672672" y="82195"/>
                </a:lnTo>
                <a:lnTo>
                  <a:pt x="1674319" y="82892"/>
                </a:lnTo>
                <a:lnTo>
                  <a:pt x="1675965" y="83592"/>
                </a:lnTo>
                <a:lnTo>
                  <a:pt x="1677611" y="84293"/>
                </a:lnTo>
                <a:lnTo>
                  <a:pt x="1679258" y="84997"/>
                </a:lnTo>
                <a:lnTo>
                  <a:pt x="1680904" y="85704"/>
                </a:lnTo>
                <a:lnTo>
                  <a:pt x="1682550" y="86412"/>
                </a:lnTo>
                <a:lnTo>
                  <a:pt x="1684197" y="87123"/>
                </a:lnTo>
                <a:lnTo>
                  <a:pt x="1685843" y="87835"/>
                </a:lnTo>
                <a:lnTo>
                  <a:pt x="1687489" y="88550"/>
                </a:lnTo>
                <a:lnTo>
                  <a:pt x="1689136" y="89267"/>
                </a:lnTo>
                <a:lnTo>
                  <a:pt x="1690782" y="89987"/>
                </a:lnTo>
                <a:lnTo>
                  <a:pt x="1692428" y="90708"/>
                </a:lnTo>
                <a:lnTo>
                  <a:pt x="1694075" y="91432"/>
                </a:lnTo>
                <a:lnTo>
                  <a:pt x="1695721" y="92157"/>
                </a:lnTo>
                <a:lnTo>
                  <a:pt x="1697367" y="92885"/>
                </a:lnTo>
                <a:lnTo>
                  <a:pt x="1699014" y="93615"/>
                </a:lnTo>
                <a:lnTo>
                  <a:pt x="1700660" y="94347"/>
                </a:lnTo>
                <a:lnTo>
                  <a:pt x="1702306" y="95081"/>
                </a:lnTo>
                <a:lnTo>
                  <a:pt x="1703953" y="95817"/>
                </a:lnTo>
                <a:lnTo>
                  <a:pt x="1705599" y="96556"/>
                </a:lnTo>
                <a:lnTo>
                  <a:pt x="1707245" y="97296"/>
                </a:lnTo>
                <a:lnTo>
                  <a:pt x="1708892" y="98038"/>
                </a:lnTo>
                <a:lnTo>
                  <a:pt x="1710538" y="98783"/>
                </a:lnTo>
                <a:lnTo>
                  <a:pt x="1712184" y="99529"/>
                </a:lnTo>
                <a:lnTo>
                  <a:pt x="1713831" y="100278"/>
                </a:lnTo>
                <a:lnTo>
                  <a:pt x="1715477" y="101029"/>
                </a:lnTo>
                <a:lnTo>
                  <a:pt x="1717123" y="101781"/>
                </a:lnTo>
                <a:lnTo>
                  <a:pt x="1718770" y="102536"/>
                </a:lnTo>
                <a:lnTo>
                  <a:pt x="1720416" y="103293"/>
                </a:lnTo>
                <a:lnTo>
                  <a:pt x="1722062" y="104051"/>
                </a:lnTo>
                <a:lnTo>
                  <a:pt x="1723709" y="104812"/>
                </a:lnTo>
                <a:lnTo>
                  <a:pt x="1725355" y="105575"/>
                </a:lnTo>
                <a:lnTo>
                  <a:pt x="1727001" y="106340"/>
                </a:lnTo>
                <a:lnTo>
                  <a:pt x="1728648" y="107106"/>
                </a:lnTo>
                <a:lnTo>
                  <a:pt x="1730294" y="107875"/>
                </a:lnTo>
                <a:lnTo>
                  <a:pt x="1731940" y="108645"/>
                </a:lnTo>
                <a:lnTo>
                  <a:pt x="1733587" y="109418"/>
                </a:lnTo>
                <a:lnTo>
                  <a:pt x="1735233" y="110192"/>
                </a:lnTo>
                <a:lnTo>
                  <a:pt x="1736879" y="110969"/>
                </a:lnTo>
                <a:lnTo>
                  <a:pt x="1738526" y="111747"/>
                </a:lnTo>
                <a:lnTo>
                  <a:pt x="1740172" y="112528"/>
                </a:lnTo>
                <a:lnTo>
                  <a:pt x="1741818" y="113310"/>
                </a:lnTo>
                <a:lnTo>
                  <a:pt x="1743465" y="114094"/>
                </a:lnTo>
                <a:lnTo>
                  <a:pt x="1745111" y="114880"/>
                </a:lnTo>
                <a:lnTo>
                  <a:pt x="1746757" y="115668"/>
                </a:lnTo>
                <a:lnTo>
                  <a:pt x="1748404" y="116458"/>
                </a:lnTo>
                <a:lnTo>
                  <a:pt x="1750050" y="117249"/>
                </a:lnTo>
                <a:lnTo>
                  <a:pt x="1751696" y="118043"/>
                </a:lnTo>
                <a:lnTo>
                  <a:pt x="1753343" y="118838"/>
                </a:lnTo>
                <a:lnTo>
                  <a:pt x="1754989" y="119636"/>
                </a:lnTo>
                <a:lnTo>
                  <a:pt x="1756635" y="120435"/>
                </a:lnTo>
                <a:lnTo>
                  <a:pt x="1758282" y="121236"/>
                </a:lnTo>
                <a:lnTo>
                  <a:pt x="1759928" y="122039"/>
                </a:lnTo>
                <a:lnTo>
                  <a:pt x="1761574" y="122843"/>
                </a:lnTo>
                <a:lnTo>
                  <a:pt x="1763221" y="123650"/>
                </a:lnTo>
                <a:lnTo>
                  <a:pt x="1764867" y="124458"/>
                </a:lnTo>
                <a:lnTo>
                  <a:pt x="1766513" y="125268"/>
                </a:lnTo>
                <a:lnTo>
                  <a:pt x="1768160" y="126080"/>
                </a:lnTo>
                <a:lnTo>
                  <a:pt x="1769806" y="126894"/>
                </a:lnTo>
                <a:lnTo>
                  <a:pt x="1771452" y="127709"/>
                </a:lnTo>
                <a:lnTo>
                  <a:pt x="1773099" y="128527"/>
                </a:lnTo>
                <a:lnTo>
                  <a:pt x="1774745" y="129346"/>
                </a:lnTo>
                <a:lnTo>
                  <a:pt x="1776391" y="130167"/>
                </a:lnTo>
                <a:lnTo>
                  <a:pt x="1778038" y="130989"/>
                </a:lnTo>
                <a:lnTo>
                  <a:pt x="1779684" y="131814"/>
                </a:lnTo>
                <a:lnTo>
                  <a:pt x="1781330" y="132640"/>
                </a:lnTo>
                <a:lnTo>
                  <a:pt x="1782977" y="133468"/>
                </a:lnTo>
                <a:lnTo>
                  <a:pt x="1784623" y="134297"/>
                </a:lnTo>
                <a:lnTo>
                  <a:pt x="1786269" y="135128"/>
                </a:lnTo>
                <a:lnTo>
                  <a:pt x="1787916" y="135961"/>
                </a:lnTo>
                <a:lnTo>
                  <a:pt x="1789562" y="136796"/>
                </a:lnTo>
                <a:lnTo>
                  <a:pt x="1791208" y="137633"/>
                </a:lnTo>
                <a:lnTo>
                  <a:pt x="1792855" y="138471"/>
                </a:lnTo>
                <a:lnTo>
                  <a:pt x="1794501" y="139311"/>
                </a:lnTo>
                <a:lnTo>
                  <a:pt x="1796147" y="140152"/>
                </a:lnTo>
                <a:lnTo>
                  <a:pt x="1797794" y="140995"/>
                </a:lnTo>
                <a:lnTo>
                  <a:pt x="1799440" y="141840"/>
                </a:lnTo>
                <a:lnTo>
                  <a:pt x="1801086" y="142687"/>
                </a:lnTo>
                <a:lnTo>
                  <a:pt x="1802733" y="143535"/>
                </a:lnTo>
                <a:lnTo>
                  <a:pt x="1804379" y="144385"/>
                </a:lnTo>
                <a:lnTo>
                  <a:pt x="1806025" y="145237"/>
                </a:lnTo>
                <a:lnTo>
                  <a:pt x="1807672" y="146090"/>
                </a:lnTo>
                <a:lnTo>
                  <a:pt x="1809318" y="146945"/>
                </a:lnTo>
                <a:lnTo>
                  <a:pt x="1810964" y="147801"/>
                </a:lnTo>
                <a:lnTo>
                  <a:pt x="1812611" y="148659"/>
                </a:lnTo>
                <a:lnTo>
                  <a:pt x="1814257" y="149519"/>
                </a:lnTo>
                <a:lnTo>
                  <a:pt x="1815903" y="150380"/>
                </a:lnTo>
                <a:lnTo>
                  <a:pt x="1817550" y="151243"/>
                </a:lnTo>
                <a:lnTo>
                  <a:pt x="1819196" y="152107"/>
                </a:lnTo>
                <a:lnTo>
                  <a:pt x="1820842" y="152974"/>
                </a:lnTo>
                <a:lnTo>
                  <a:pt x="1822489" y="153841"/>
                </a:lnTo>
                <a:lnTo>
                  <a:pt x="1824135" y="154710"/>
                </a:lnTo>
                <a:lnTo>
                  <a:pt x="1825781" y="155581"/>
                </a:lnTo>
                <a:lnTo>
                  <a:pt x="1827428" y="156454"/>
                </a:lnTo>
                <a:lnTo>
                  <a:pt x="1829074" y="157328"/>
                </a:lnTo>
                <a:lnTo>
                  <a:pt x="1830720" y="158203"/>
                </a:lnTo>
                <a:lnTo>
                  <a:pt x="1832367" y="159080"/>
                </a:lnTo>
                <a:lnTo>
                  <a:pt x="1834013" y="159959"/>
                </a:lnTo>
                <a:lnTo>
                  <a:pt x="1835659" y="160839"/>
                </a:lnTo>
                <a:lnTo>
                  <a:pt x="1837306" y="161720"/>
                </a:lnTo>
                <a:lnTo>
                  <a:pt x="1838952" y="162604"/>
                </a:lnTo>
                <a:lnTo>
                  <a:pt x="1840598" y="163488"/>
                </a:lnTo>
                <a:lnTo>
                  <a:pt x="1842245" y="164374"/>
                </a:lnTo>
                <a:lnTo>
                  <a:pt x="1843891" y="165262"/>
                </a:lnTo>
                <a:lnTo>
                  <a:pt x="1845537" y="166151"/>
                </a:lnTo>
                <a:lnTo>
                  <a:pt x="1847184" y="167042"/>
                </a:lnTo>
                <a:lnTo>
                  <a:pt x="1848830" y="167934"/>
                </a:lnTo>
                <a:lnTo>
                  <a:pt x="1850476" y="168828"/>
                </a:lnTo>
                <a:lnTo>
                  <a:pt x="1852123" y="169723"/>
                </a:lnTo>
                <a:lnTo>
                  <a:pt x="1853769" y="170619"/>
                </a:lnTo>
                <a:lnTo>
                  <a:pt x="1855415" y="171517"/>
                </a:lnTo>
                <a:lnTo>
                  <a:pt x="1857062" y="172417"/>
                </a:lnTo>
                <a:lnTo>
                  <a:pt x="1858708" y="173318"/>
                </a:lnTo>
                <a:lnTo>
                  <a:pt x="1860354" y="174220"/>
                </a:lnTo>
                <a:lnTo>
                  <a:pt x="1862001" y="175124"/>
                </a:lnTo>
                <a:lnTo>
                  <a:pt x="1863647" y="176029"/>
                </a:lnTo>
                <a:lnTo>
                  <a:pt x="1865293" y="176936"/>
                </a:lnTo>
                <a:lnTo>
                  <a:pt x="1866940" y="177844"/>
                </a:lnTo>
                <a:lnTo>
                  <a:pt x="1868586" y="178753"/>
                </a:lnTo>
                <a:lnTo>
                  <a:pt x="1870232" y="179664"/>
                </a:lnTo>
                <a:lnTo>
                  <a:pt x="1871879" y="180577"/>
                </a:lnTo>
                <a:lnTo>
                  <a:pt x="1873525" y="181490"/>
                </a:lnTo>
                <a:lnTo>
                  <a:pt x="1875171" y="182405"/>
                </a:lnTo>
                <a:lnTo>
                  <a:pt x="1876818" y="183322"/>
                </a:lnTo>
                <a:lnTo>
                  <a:pt x="1878464" y="184240"/>
                </a:lnTo>
                <a:lnTo>
                  <a:pt x="1880110" y="185159"/>
                </a:lnTo>
                <a:lnTo>
                  <a:pt x="1881756" y="186079"/>
                </a:lnTo>
                <a:lnTo>
                  <a:pt x="1883403" y="187001"/>
                </a:lnTo>
                <a:lnTo>
                  <a:pt x="1885049" y="187925"/>
                </a:lnTo>
                <a:lnTo>
                  <a:pt x="1886695" y="188849"/>
                </a:lnTo>
                <a:lnTo>
                  <a:pt x="1888342" y="189775"/>
                </a:lnTo>
                <a:lnTo>
                  <a:pt x="1889988" y="190702"/>
                </a:lnTo>
                <a:lnTo>
                  <a:pt x="1891634" y="191631"/>
                </a:lnTo>
                <a:lnTo>
                  <a:pt x="1893281" y="192561"/>
                </a:lnTo>
                <a:lnTo>
                  <a:pt x="1894927" y="193492"/>
                </a:lnTo>
                <a:lnTo>
                  <a:pt x="1896573" y="194425"/>
                </a:lnTo>
                <a:lnTo>
                  <a:pt x="1898220" y="195359"/>
                </a:lnTo>
                <a:lnTo>
                  <a:pt x="1899866" y="196294"/>
                </a:lnTo>
                <a:lnTo>
                  <a:pt x="1901512" y="197231"/>
                </a:lnTo>
                <a:lnTo>
                  <a:pt x="1903159" y="198168"/>
                </a:lnTo>
                <a:lnTo>
                  <a:pt x="1904805" y="199107"/>
                </a:lnTo>
                <a:lnTo>
                  <a:pt x="1906451" y="200048"/>
                </a:lnTo>
                <a:lnTo>
                  <a:pt x="1908098" y="200989"/>
                </a:lnTo>
                <a:lnTo>
                  <a:pt x="1909744" y="201932"/>
                </a:lnTo>
                <a:lnTo>
                  <a:pt x="1911390" y="202876"/>
                </a:lnTo>
                <a:lnTo>
                  <a:pt x="1913037" y="203822"/>
                </a:lnTo>
                <a:lnTo>
                  <a:pt x="1914683" y="204769"/>
                </a:lnTo>
                <a:lnTo>
                  <a:pt x="1916329" y="205716"/>
                </a:lnTo>
                <a:lnTo>
                  <a:pt x="1917976" y="206666"/>
                </a:lnTo>
                <a:lnTo>
                  <a:pt x="1919622" y="207616"/>
                </a:lnTo>
                <a:lnTo>
                  <a:pt x="1921268" y="208568"/>
                </a:lnTo>
                <a:lnTo>
                  <a:pt x="1922915" y="209521"/>
                </a:lnTo>
                <a:lnTo>
                  <a:pt x="1924561" y="210475"/>
                </a:lnTo>
                <a:lnTo>
                  <a:pt x="1926207" y="211430"/>
                </a:lnTo>
                <a:lnTo>
                  <a:pt x="1927854" y="212386"/>
                </a:lnTo>
                <a:lnTo>
                  <a:pt x="1929500" y="213344"/>
                </a:lnTo>
                <a:lnTo>
                  <a:pt x="1931146" y="214303"/>
                </a:lnTo>
                <a:lnTo>
                  <a:pt x="1932793" y="215263"/>
                </a:lnTo>
                <a:lnTo>
                  <a:pt x="1934439" y="216224"/>
                </a:lnTo>
                <a:lnTo>
                  <a:pt x="1936085" y="217187"/>
                </a:lnTo>
                <a:lnTo>
                  <a:pt x="1937732" y="218150"/>
                </a:lnTo>
                <a:lnTo>
                  <a:pt x="1939378" y="219115"/>
                </a:lnTo>
                <a:lnTo>
                  <a:pt x="1941024" y="220081"/>
                </a:lnTo>
                <a:lnTo>
                  <a:pt x="1942671" y="221048"/>
                </a:lnTo>
                <a:lnTo>
                  <a:pt x="1944317" y="222017"/>
                </a:lnTo>
                <a:lnTo>
                  <a:pt x="1945963" y="222986"/>
                </a:lnTo>
                <a:lnTo>
                  <a:pt x="1947610" y="223957"/>
                </a:lnTo>
                <a:lnTo>
                  <a:pt x="1949256" y="224928"/>
                </a:lnTo>
                <a:lnTo>
                  <a:pt x="1950902" y="225901"/>
                </a:lnTo>
                <a:lnTo>
                  <a:pt x="1952549" y="226875"/>
                </a:lnTo>
                <a:lnTo>
                  <a:pt x="1954195" y="227850"/>
                </a:lnTo>
                <a:lnTo>
                  <a:pt x="1955841" y="228826"/>
                </a:lnTo>
                <a:lnTo>
                  <a:pt x="1957488" y="229804"/>
                </a:lnTo>
                <a:lnTo>
                  <a:pt x="1959134" y="230782"/>
                </a:lnTo>
                <a:lnTo>
                  <a:pt x="1960780" y="231762"/>
                </a:lnTo>
                <a:lnTo>
                  <a:pt x="1962427" y="232742"/>
                </a:lnTo>
                <a:lnTo>
                  <a:pt x="1964073" y="233724"/>
                </a:lnTo>
                <a:lnTo>
                  <a:pt x="1965719" y="234707"/>
                </a:lnTo>
                <a:lnTo>
                  <a:pt x="1967366" y="235691"/>
                </a:lnTo>
                <a:lnTo>
                  <a:pt x="1969012" y="236676"/>
                </a:lnTo>
                <a:lnTo>
                  <a:pt x="1970658" y="237662"/>
                </a:lnTo>
                <a:lnTo>
                  <a:pt x="1972305" y="238649"/>
                </a:lnTo>
                <a:lnTo>
                  <a:pt x="1973951" y="239637"/>
                </a:lnTo>
                <a:lnTo>
                  <a:pt x="1975597" y="240627"/>
                </a:lnTo>
                <a:lnTo>
                  <a:pt x="1977244" y="241617"/>
                </a:lnTo>
                <a:lnTo>
                  <a:pt x="1978890" y="242608"/>
                </a:lnTo>
                <a:lnTo>
                  <a:pt x="1980536" y="243601"/>
                </a:lnTo>
                <a:lnTo>
                  <a:pt x="1982183" y="244594"/>
                </a:lnTo>
                <a:lnTo>
                  <a:pt x="1983829" y="245589"/>
                </a:lnTo>
                <a:lnTo>
                  <a:pt x="1985475" y="246584"/>
                </a:lnTo>
                <a:lnTo>
                  <a:pt x="1987122" y="247581"/>
                </a:lnTo>
                <a:lnTo>
                  <a:pt x="1988768" y="248578"/>
                </a:lnTo>
                <a:lnTo>
                  <a:pt x="1990414" y="249577"/>
                </a:lnTo>
                <a:lnTo>
                  <a:pt x="1992061" y="250576"/>
                </a:lnTo>
                <a:lnTo>
                  <a:pt x="1993707" y="251577"/>
                </a:lnTo>
                <a:lnTo>
                  <a:pt x="1995353" y="252579"/>
                </a:lnTo>
                <a:lnTo>
                  <a:pt x="1997000" y="253581"/>
                </a:lnTo>
                <a:lnTo>
                  <a:pt x="1998646" y="254585"/>
                </a:lnTo>
                <a:lnTo>
                  <a:pt x="2000292" y="255589"/>
                </a:lnTo>
                <a:lnTo>
                  <a:pt x="2001939" y="256595"/>
                </a:lnTo>
                <a:lnTo>
                  <a:pt x="2003585" y="257601"/>
                </a:lnTo>
                <a:lnTo>
                  <a:pt x="2005231" y="258609"/>
                </a:lnTo>
                <a:lnTo>
                  <a:pt x="2006878" y="259617"/>
                </a:lnTo>
                <a:lnTo>
                  <a:pt x="2008524" y="260627"/>
                </a:lnTo>
                <a:lnTo>
                  <a:pt x="2010170" y="261637"/>
                </a:lnTo>
                <a:lnTo>
                  <a:pt x="2011817" y="262648"/>
                </a:lnTo>
                <a:lnTo>
                  <a:pt x="2013463" y="263661"/>
                </a:lnTo>
                <a:lnTo>
                  <a:pt x="2015109" y="264674"/>
                </a:lnTo>
                <a:lnTo>
                  <a:pt x="2016756" y="265688"/>
                </a:lnTo>
                <a:lnTo>
                  <a:pt x="2018402" y="266703"/>
                </a:lnTo>
                <a:lnTo>
                  <a:pt x="2020048" y="267719"/>
                </a:lnTo>
                <a:lnTo>
                  <a:pt x="2021695" y="268736"/>
                </a:lnTo>
                <a:lnTo>
                  <a:pt x="2023341" y="269754"/>
                </a:lnTo>
                <a:lnTo>
                  <a:pt x="2024987" y="270773"/>
                </a:lnTo>
                <a:lnTo>
                  <a:pt x="2026634" y="271792"/>
                </a:lnTo>
                <a:lnTo>
                  <a:pt x="2028280" y="272813"/>
                </a:lnTo>
                <a:lnTo>
                  <a:pt x="2029926" y="273834"/>
                </a:lnTo>
                <a:lnTo>
                  <a:pt x="2031573" y="274857"/>
                </a:lnTo>
                <a:lnTo>
                  <a:pt x="2033219" y="275880"/>
                </a:lnTo>
                <a:lnTo>
                  <a:pt x="2034865" y="276904"/>
                </a:lnTo>
                <a:lnTo>
                  <a:pt x="2036512" y="277929"/>
                </a:lnTo>
                <a:lnTo>
                  <a:pt x="2038158" y="278955"/>
                </a:lnTo>
                <a:lnTo>
                  <a:pt x="2039804" y="279982"/>
                </a:lnTo>
                <a:lnTo>
                  <a:pt x="2041451" y="281009"/>
                </a:lnTo>
                <a:lnTo>
                  <a:pt x="2043097" y="282038"/>
                </a:lnTo>
                <a:lnTo>
                  <a:pt x="2044743" y="283067"/>
                </a:lnTo>
                <a:lnTo>
                  <a:pt x="2046390" y="284098"/>
                </a:lnTo>
                <a:lnTo>
                  <a:pt x="2048036" y="285129"/>
                </a:lnTo>
                <a:lnTo>
                  <a:pt x="2049682" y="286161"/>
                </a:lnTo>
                <a:lnTo>
                  <a:pt x="2051329" y="287193"/>
                </a:lnTo>
                <a:lnTo>
                  <a:pt x="2052975" y="288227"/>
                </a:lnTo>
                <a:lnTo>
                  <a:pt x="2054621" y="289261"/>
                </a:lnTo>
                <a:lnTo>
                  <a:pt x="2056268" y="290297"/>
                </a:lnTo>
                <a:lnTo>
                  <a:pt x="2057914" y="291333"/>
                </a:lnTo>
                <a:lnTo>
                  <a:pt x="2059560" y="292370"/>
                </a:lnTo>
                <a:lnTo>
                  <a:pt x="2061207" y="293407"/>
                </a:lnTo>
                <a:lnTo>
                  <a:pt x="2062853" y="294446"/>
                </a:lnTo>
                <a:lnTo>
                  <a:pt x="2064499" y="295485"/>
                </a:lnTo>
                <a:lnTo>
                  <a:pt x="2066146" y="296526"/>
                </a:lnTo>
                <a:lnTo>
                  <a:pt x="2067792" y="297566"/>
                </a:lnTo>
                <a:lnTo>
                  <a:pt x="2069438" y="298608"/>
                </a:lnTo>
                <a:lnTo>
                  <a:pt x="2071085" y="299651"/>
                </a:lnTo>
                <a:lnTo>
                  <a:pt x="2072731" y="300694"/>
                </a:lnTo>
                <a:lnTo>
                  <a:pt x="2074377" y="301738"/>
                </a:lnTo>
                <a:lnTo>
                  <a:pt x="2076024" y="302783"/>
                </a:lnTo>
                <a:lnTo>
                  <a:pt x="2077670" y="303829"/>
                </a:lnTo>
                <a:lnTo>
                  <a:pt x="2079316" y="304875"/>
                </a:lnTo>
                <a:lnTo>
                  <a:pt x="2080963" y="305922"/>
                </a:lnTo>
                <a:lnTo>
                  <a:pt x="2082609" y="306970"/>
                </a:lnTo>
                <a:lnTo>
                  <a:pt x="2084255" y="308019"/>
                </a:lnTo>
                <a:lnTo>
                  <a:pt x="2085902" y="309069"/>
                </a:lnTo>
                <a:lnTo>
                  <a:pt x="2087548" y="310119"/>
                </a:lnTo>
                <a:lnTo>
                  <a:pt x="2089194" y="311170"/>
                </a:lnTo>
                <a:lnTo>
                  <a:pt x="2090841" y="312221"/>
                </a:lnTo>
                <a:lnTo>
                  <a:pt x="2092487" y="313274"/>
                </a:lnTo>
                <a:lnTo>
                  <a:pt x="2094133" y="314327"/>
                </a:lnTo>
                <a:lnTo>
                  <a:pt x="2095780" y="315381"/>
                </a:lnTo>
                <a:lnTo>
                  <a:pt x="2097426" y="316435"/>
                </a:lnTo>
                <a:lnTo>
                  <a:pt x="2099072" y="317491"/>
                </a:lnTo>
                <a:lnTo>
                  <a:pt x="2100719" y="318547"/>
                </a:lnTo>
                <a:lnTo>
                  <a:pt x="2102365" y="319604"/>
                </a:lnTo>
                <a:lnTo>
                  <a:pt x="2104011" y="320661"/>
                </a:lnTo>
                <a:lnTo>
                  <a:pt x="2105658" y="321719"/>
                </a:lnTo>
                <a:lnTo>
                  <a:pt x="2107304" y="322778"/>
                </a:lnTo>
                <a:lnTo>
                  <a:pt x="2108950" y="323838"/>
                </a:lnTo>
                <a:lnTo>
                  <a:pt x="2110597" y="324898"/>
                </a:lnTo>
                <a:lnTo>
                  <a:pt x="2112243" y="325959"/>
                </a:lnTo>
                <a:lnTo>
                  <a:pt x="2113889" y="327020"/>
                </a:lnTo>
                <a:lnTo>
                  <a:pt x="2115536" y="328083"/>
                </a:lnTo>
                <a:lnTo>
                  <a:pt x="2117182" y="329146"/>
                </a:lnTo>
                <a:lnTo>
                  <a:pt x="2118828" y="330209"/>
                </a:lnTo>
                <a:lnTo>
                  <a:pt x="2120475" y="331274"/>
                </a:lnTo>
                <a:lnTo>
                  <a:pt x="2122121" y="332339"/>
                </a:lnTo>
                <a:lnTo>
                  <a:pt x="2123767" y="333404"/>
                </a:lnTo>
                <a:lnTo>
                  <a:pt x="2125414" y="334470"/>
                </a:lnTo>
                <a:lnTo>
                  <a:pt x="2127060" y="335537"/>
                </a:lnTo>
                <a:lnTo>
                  <a:pt x="2128706" y="336605"/>
                </a:lnTo>
                <a:lnTo>
                  <a:pt x="2130353" y="337673"/>
                </a:lnTo>
                <a:lnTo>
                  <a:pt x="2131999" y="338742"/>
                </a:lnTo>
                <a:lnTo>
                  <a:pt x="2133645" y="339811"/>
                </a:lnTo>
                <a:lnTo>
                  <a:pt x="2135292" y="340882"/>
                </a:lnTo>
                <a:lnTo>
                  <a:pt x="2136938" y="341952"/>
                </a:lnTo>
                <a:lnTo>
                  <a:pt x="2138584" y="343024"/>
                </a:lnTo>
                <a:lnTo>
                  <a:pt x="2140231" y="344096"/>
                </a:lnTo>
                <a:lnTo>
                  <a:pt x="2141877" y="345168"/>
                </a:lnTo>
                <a:lnTo>
                  <a:pt x="2143523" y="346242"/>
                </a:lnTo>
                <a:lnTo>
                  <a:pt x="2145170" y="347315"/>
                </a:lnTo>
                <a:lnTo>
                  <a:pt x="2146816" y="348390"/>
                </a:lnTo>
                <a:lnTo>
                  <a:pt x="2148462" y="349465"/>
                </a:lnTo>
                <a:lnTo>
                  <a:pt x="2150109" y="350540"/>
                </a:lnTo>
                <a:lnTo>
                  <a:pt x="2151755" y="351617"/>
                </a:lnTo>
                <a:lnTo>
                  <a:pt x="2153401" y="352693"/>
                </a:lnTo>
                <a:lnTo>
                  <a:pt x="2155048" y="353771"/>
                </a:lnTo>
                <a:lnTo>
                  <a:pt x="2156694" y="354849"/>
                </a:lnTo>
                <a:lnTo>
                  <a:pt x="2158340" y="355927"/>
                </a:lnTo>
                <a:lnTo>
                  <a:pt x="2159987" y="357006"/>
                </a:lnTo>
                <a:lnTo>
                  <a:pt x="2161633" y="358086"/>
                </a:lnTo>
                <a:lnTo>
                  <a:pt x="2163279" y="359166"/>
                </a:lnTo>
                <a:lnTo>
                  <a:pt x="2164926" y="360247"/>
                </a:lnTo>
                <a:lnTo>
                  <a:pt x="2166572" y="361329"/>
                </a:lnTo>
                <a:lnTo>
                  <a:pt x="2168218" y="362410"/>
                </a:lnTo>
                <a:lnTo>
                  <a:pt x="2169865" y="363493"/>
                </a:lnTo>
                <a:lnTo>
                  <a:pt x="2171511" y="364576"/>
                </a:lnTo>
                <a:lnTo>
                  <a:pt x="2173157" y="365660"/>
                </a:lnTo>
                <a:lnTo>
                  <a:pt x="2174804" y="366744"/>
                </a:lnTo>
                <a:lnTo>
                  <a:pt x="2176450" y="367828"/>
                </a:lnTo>
                <a:lnTo>
                  <a:pt x="2178096" y="368913"/>
                </a:lnTo>
                <a:lnTo>
                  <a:pt x="2179743" y="369999"/>
                </a:lnTo>
                <a:lnTo>
                  <a:pt x="2181389" y="371085"/>
                </a:lnTo>
                <a:lnTo>
                  <a:pt x="2183035" y="372172"/>
                </a:lnTo>
                <a:lnTo>
                  <a:pt x="2184682" y="373259"/>
                </a:lnTo>
                <a:lnTo>
                  <a:pt x="2186328" y="374347"/>
                </a:lnTo>
                <a:lnTo>
                  <a:pt x="2187974" y="375436"/>
                </a:lnTo>
                <a:lnTo>
                  <a:pt x="2189621" y="376524"/>
                </a:lnTo>
                <a:lnTo>
                  <a:pt x="2191267" y="377614"/>
                </a:lnTo>
                <a:lnTo>
                  <a:pt x="2192913" y="378703"/>
                </a:lnTo>
                <a:lnTo>
                  <a:pt x="2194560" y="379794"/>
                </a:lnTo>
                <a:lnTo>
                  <a:pt x="2196206" y="380885"/>
                </a:lnTo>
                <a:lnTo>
                  <a:pt x="2197852" y="381976"/>
                </a:lnTo>
                <a:lnTo>
                  <a:pt x="2199498" y="383068"/>
                </a:lnTo>
                <a:lnTo>
                  <a:pt x="2201145" y="384160"/>
                </a:lnTo>
                <a:lnTo>
                  <a:pt x="2202791" y="385253"/>
                </a:lnTo>
                <a:lnTo>
                  <a:pt x="2204437" y="386346"/>
                </a:lnTo>
                <a:lnTo>
                  <a:pt x="2206084" y="387440"/>
                </a:lnTo>
                <a:lnTo>
                  <a:pt x="2207730" y="388534"/>
                </a:lnTo>
                <a:lnTo>
                  <a:pt x="2209376" y="389628"/>
                </a:lnTo>
                <a:lnTo>
                  <a:pt x="2211023" y="390723"/>
                </a:lnTo>
                <a:lnTo>
                  <a:pt x="2212669" y="391819"/>
                </a:lnTo>
                <a:lnTo>
                  <a:pt x="2214315" y="392915"/>
                </a:lnTo>
                <a:lnTo>
                  <a:pt x="2215962" y="394011"/>
                </a:lnTo>
                <a:lnTo>
                  <a:pt x="2217608" y="395108"/>
                </a:lnTo>
                <a:lnTo>
                  <a:pt x="2219254" y="396206"/>
                </a:lnTo>
                <a:lnTo>
                  <a:pt x="2220901" y="397303"/>
                </a:lnTo>
                <a:lnTo>
                  <a:pt x="2222547" y="398402"/>
                </a:lnTo>
                <a:lnTo>
                  <a:pt x="2224193" y="399500"/>
                </a:lnTo>
                <a:lnTo>
                  <a:pt x="2225840" y="400599"/>
                </a:lnTo>
                <a:lnTo>
                  <a:pt x="2227486" y="401699"/>
                </a:lnTo>
                <a:lnTo>
                  <a:pt x="2229132" y="402799"/>
                </a:lnTo>
                <a:lnTo>
                  <a:pt x="2230779" y="403899"/>
                </a:lnTo>
                <a:lnTo>
                  <a:pt x="2232425" y="405000"/>
                </a:lnTo>
                <a:lnTo>
                  <a:pt x="2234071" y="406101"/>
                </a:lnTo>
                <a:lnTo>
                  <a:pt x="2235718" y="407203"/>
                </a:lnTo>
                <a:lnTo>
                  <a:pt x="2237364" y="408305"/>
                </a:lnTo>
                <a:lnTo>
                  <a:pt x="2239010" y="409407"/>
                </a:lnTo>
                <a:lnTo>
                  <a:pt x="2240657" y="410510"/>
                </a:lnTo>
                <a:lnTo>
                  <a:pt x="2242303" y="411613"/>
                </a:lnTo>
                <a:lnTo>
                  <a:pt x="2243949" y="412717"/>
                </a:lnTo>
                <a:lnTo>
                  <a:pt x="2245596" y="413821"/>
                </a:lnTo>
                <a:lnTo>
                  <a:pt x="2247242" y="414925"/>
                </a:lnTo>
                <a:lnTo>
                  <a:pt x="2248888" y="416030"/>
                </a:lnTo>
                <a:lnTo>
                  <a:pt x="2250535" y="417135"/>
                </a:lnTo>
                <a:lnTo>
                  <a:pt x="2252181" y="418241"/>
                </a:lnTo>
                <a:lnTo>
                  <a:pt x="2253827" y="419346"/>
                </a:lnTo>
                <a:lnTo>
                  <a:pt x="2255474" y="420453"/>
                </a:lnTo>
                <a:lnTo>
                  <a:pt x="2257120" y="421559"/>
                </a:lnTo>
                <a:lnTo>
                  <a:pt x="2258766" y="422666"/>
                </a:lnTo>
                <a:lnTo>
                  <a:pt x="2260413" y="423774"/>
                </a:lnTo>
                <a:lnTo>
                  <a:pt x="2262059" y="424881"/>
                </a:lnTo>
                <a:lnTo>
                  <a:pt x="2263705" y="425989"/>
                </a:lnTo>
                <a:lnTo>
                  <a:pt x="2265352" y="427098"/>
                </a:lnTo>
                <a:lnTo>
                  <a:pt x="2266998" y="428207"/>
                </a:lnTo>
                <a:lnTo>
                  <a:pt x="2268644" y="429316"/>
                </a:lnTo>
                <a:lnTo>
                  <a:pt x="2270291" y="430425"/>
                </a:lnTo>
                <a:lnTo>
                  <a:pt x="2271937" y="431535"/>
                </a:lnTo>
                <a:lnTo>
                  <a:pt x="2273583" y="432645"/>
                </a:lnTo>
                <a:lnTo>
                  <a:pt x="2275230" y="433756"/>
                </a:lnTo>
                <a:lnTo>
                  <a:pt x="2276876" y="434866"/>
                </a:lnTo>
                <a:lnTo>
                  <a:pt x="2278522" y="435978"/>
                </a:lnTo>
                <a:lnTo>
                  <a:pt x="2280169" y="437089"/>
                </a:lnTo>
                <a:lnTo>
                  <a:pt x="2281815" y="438201"/>
                </a:lnTo>
                <a:lnTo>
                  <a:pt x="2283461" y="439313"/>
                </a:lnTo>
                <a:lnTo>
                  <a:pt x="2285108" y="440425"/>
                </a:lnTo>
                <a:lnTo>
                  <a:pt x="2286754" y="441538"/>
                </a:lnTo>
                <a:lnTo>
                  <a:pt x="2288400" y="442651"/>
                </a:lnTo>
                <a:lnTo>
                  <a:pt x="2290047" y="443764"/>
                </a:lnTo>
                <a:lnTo>
                  <a:pt x="2291693" y="444878"/>
                </a:lnTo>
                <a:lnTo>
                  <a:pt x="2293339" y="445992"/>
                </a:lnTo>
                <a:lnTo>
                  <a:pt x="2294986" y="447106"/>
                </a:lnTo>
                <a:lnTo>
                  <a:pt x="2296632" y="448221"/>
                </a:lnTo>
                <a:lnTo>
                  <a:pt x="2298278" y="449335"/>
                </a:lnTo>
                <a:lnTo>
                  <a:pt x="2299925" y="450450"/>
                </a:lnTo>
                <a:lnTo>
                  <a:pt x="2301571" y="451566"/>
                </a:lnTo>
                <a:lnTo>
                  <a:pt x="2303217" y="452681"/>
                </a:lnTo>
                <a:lnTo>
                  <a:pt x="2304864" y="453797"/>
                </a:lnTo>
                <a:lnTo>
                  <a:pt x="2306510" y="454914"/>
                </a:lnTo>
                <a:lnTo>
                  <a:pt x="2308156" y="456030"/>
                </a:lnTo>
                <a:lnTo>
                  <a:pt x="2309803" y="457147"/>
                </a:lnTo>
                <a:lnTo>
                  <a:pt x="2311449" y="458264"/>
                </a:lnTo>
                <a:lnTo>
                  <a:pt x="2313095" y="459381"/>
                </a:lnTo>
                <a:lnTo>
                  <a:pt x="2314742" y="460498"/>
                </a:lnTo>
                <a:lnTo>
                  <a:pt x="2316388" y="461616"/>
                </a:lnTo>
                <a:lnTo>
                  <a:pt x="2318034" y="462734"/>
                </a:lnTo>
                <a:lnTo>
                  <a:pt x="2319681" y="463853"/>
                </a:lnTo>
                <a:lnTo>
                  <a:pt x="2321327" y="464971"/>
                </a:lnTo>
                <a:lnTo>
                  <a:pt x="2322973" y="466090"/>
                </a:lnTo>
                <a:lnTo>
                  <a:pt x="2324620" y="467209"/>
                </a:lnTo>
                <a:lnTo>
                  <a:pt x="2326266" y="468328"/>
                </a:lnTo>
                <a:lnTo>
                  <a:pt x="2327912" y="469448"/>
                </a:lnTo>
                <a:lnTo>
                  <a:pt x="2329559" y="470567"/>
                </a:lnTo>
                <a:lnTo>
                  <a:pt x="2331205" y="471687"/>
                </a:lnTo>
                <a:lnTo>
                  <a:pt x="2332851" y="472807"/>
                </a:lnTo>
                <a:lnTo>
                  <a:pt x="2334498" y="473928"/>
                </a:lnTo>
                <a:lnTo>
                  <a:pt x="2336144" y="475048"/>
                </a:lnTo>
                <a:lnTo>
                  <a:pt x="2337790" y="476169"/>
                </a:lnTo>
                <a:lnTo>
                  <a:pt x="2339437" y="477290"/>
                </a:lnTo>
                <a:lnTo>
                  <a:pt x="2341083" y="478412"/>
                </a:lnTo>
                <a:lnTo>
                  <a:pt x="2342729" y="479533"/>
                </a:lnTo>
                <a:lnTo>
                  <a:pt x="2344376" y="480655"/>
                </a:lnTo>
                <a:lnTo>
                  <a:pt x="2346022" y="481777"/>
                </a:lnTo>
                <a:lnTo>
                  <a:pt x="2347668" y="482899"/>
                </a:lnTo>
                <a:lnTo>
                  <a:pt x="2349315" y="484021"/>
                </a:lnTo>
                <a:lnTo>
                  <a:pt x="2350961" y="485144"/>
                </a:lnTo>
                <a:lnTo>
                  <a:pt x="2352607" y="486266"/>
                </a:lnTo>
                <a:lnTo>
                  <a:pt x="2354254" y="487389"/>
                </a:lnTo>
                <a:lnTo>
                  <a:pt x="2355900" y="488512"/>
                </a:lnTo>
                <a:lnTo>
                  <a:pt x="2357546" y="489635"/>
                </a:lnTo>
                <a:lnTo>
                  <a:pt x="2359193" y="490759"/>
                </a:lnTo>
                <a:lnTo>
                  <a:pt x="2360839" y="491882"/>
                </a:lnTo>
                <a:lnTo>
                  <a:pt x="2362485" y="493006"/>
                </a:lnTo>
                <a:lnTo>
                  <a:pt x="2364132" y="494130"/>
                </a:lnTo>
                <a:lnTo>
                  <a:pt x="2365778" y="495254"/>
                </a:lnTo>
                <a:lnTo>
                  <a:pt x="2367424" y="496378"/>
                </a:lnTo>
                <a:lnTo>
                  <a:pt x="2369071" y="497503"/>
                </a:lnTo>
                <a:lnTo>
                  <a:pt x="2370717" y="498628"/>
                </a:lnTo>
                <a:lnTo>
                  <a:pt x="2372363" y="499752"/>
                </a:lnTo>
                <a:lnTo>
                  <a:pt x="2374010" y="500877"/>
                </a:lnTo>
                <a:lnTo>
                  <a:pt x="2375656" y="502002"/>
                </a:lnTo>
                <a:lnTo>
                  <a:pt x="2377302" y="503128"/>
                </a:lnTo>
                <a:lnTo>
                  <a:pt x="2378949" y="504253"/>
                </a:lnTo>
                <a:lnTo>
                  <a:pt x="2380595" y="505378"/>
                </a:lnTo>
                <a:lnTo>
                  <a:pt x="2382241" y="506504"/>
                </a:lnTo>
                <a:lnTo>
                  <a:pt x="2383888" y="507630"/>
                </a:lnTo>
                <a:lnTo>
                  <a:pt x="2385534" y="508756"/>
                </a:lnTo>
                <a:lnTo>
                  <a:pt x="2387180" y="509882"/>
                </a:lnTo>
                <a:lnTo>
                  <a:pt x="2388827" y="511008"/>
                </a:lnTo>
                <a:lnTo>
                  <a:pt x="2390473" y="512134"/>
                </a:lnTo>
                <a:lnTo>
                  <a:pt x="2392119" y="513261"/>
                </a:lnTo>
                <a:lnTo>
                  <a:pt x="2393766" y="514387"/>
                </a:lnTo>
                <a:lnTo>
                  <a:pt x="2395412" y="515514"/>
                </a:lnTo>
                <a:lnTo>
                  <a:pt x="2397058" y="516641"/>
                </a:lnTo>
                <a:lnTo>
                  <a:pt x="2398705" y="517768"/>
                </a:lnTo>
                <a:lnTo>
                  <a:pt x="2400351" y="518895"/>
                </a:lnTo>
                <a:lnTo>
                  <a:pt x="2401997" y="520022"/>
                </a:lnTo>
                <a:lnTo>
                  <a:pt x="2403644" y="521149"/>
                </a:lnTo>
                <a:lnTo>
                  <a:pt x="2405290" y="522277"/>
                </a:lnTo>
                <a:lnTo>
                  <a:pt x="2406936" y="523404"/>
                </a:lnTo>
                <a:lnTo>
                  <a:pt x="2408583" y="524532"/>
                </a:lnTo>
                <a:lnTo>
                  <a:pt x="2410229" y="525660"/>
                </a:lnTo>
                <a:lnTo>
                  <a:pt x="2411875" y="526787"/>
                </a:lnTo>
                <a:lnTo>
                  <a:pt x="2413522" y="527915"/>
                </a:lnTo>
                <a:lnTo>
                  <a:pt x="2415168" y="529043"/>
                </a:lnTo>
                <a:lnTo>
                  <a:pt x="2416814" y="530171"/>
                </a:lnTo>
                <a:lnTo>
                  <a:pt x="2418461" y="531299"/>
                </a:lnTo>
                <a:lnTo>
                  <a:pt x="2420107" y="532428"/>
                </a:lnTo>
                <a:lnTo>
                  <a:pt x="2421753" y="533556"/>
                </a:lnTo>
                <a:lnTo>
                  <a:pt x="2423400" y="534684"/>
                </a:lnTo>
                <a:lnTo>
                  <a:pt x="2425046" y="535813"/>
                </a:lnTo>
                <a:lnTo>
                  <a:pt x="2426692" y="536941"/>
                </a:lnTo>
                <a:lnTo>
                  <a:pt x="2428339" y="538070"/>
                </a:lnTo>
                <a:lnTo>
                  <a:pt x="2429985" y="539199"/>
                </a:lnTo>
                <a:lnTo>
                  <a:pt x="2431631" y="540327"/>
                </a:lnTo>
                <a:lnTo>
                  <a:pt x="2433278" y="541456"/>
                </a:lnTo>
                <a:lnTo>
                  <a:pt x="2434924" y="542585"/>
                </a:lnTo>
                <a:lnTo>
                  <a:pt x="2436570" y="543714"/>
                </a:lnTo>
                <a:lnTo>
                  <a:pt x="2438217" y="544843"/>
                </a:lnTo>
                <a:lnTo>
                  <a:pt x="2439863" y="545972"/>
                </a:lnTo>
                <a:lnTo>
                  <a:pt x="2441509" y="547101"/>
                </a:lnTo>
                <a:lnTo>
                  <a:pt x="2443156" y="548230"/>
                </a:lnTo>
                <a:lnTo>
                  <a:pt x="2444802" y="549359"/>
                </a:lnTo>
                <a:lnTo>
                  <a:pt x="2446448" y="550488"/>
                </a:lnTo>
                <a:lnTo>
                  <a:pt x="2448095" y="551617"/>
                </a:lnTo>
                <a:lnTo>
                  <a:pt x="2449741" y="552747"/>
                </a:lnTo>
                <a:lnTo>
                  <a:pt x="2451387" y="553876"/>
                </a:lnTo>
                <a:lnTo>
                  <a:pt x="2453034" y="555005"/>
                </a:lnTo>
                <a:lnTo>
                  <a:pt x="2454680" y="556135"/>
                </a:lnTo>
                <a:lnTo>
                  <a:pt x="2456326" y="557264"/>
                </a:lnTo>
                <a:lnTo>
                  <a:pt x="2457973" y="558394"/>
                </a:lnTo>
                <a:lnTo>
                  <a:pt x="2459619" y="559523"/>
                </a:lnTo>
                <a:lnTo>
                  <a:pt x="2461265" y="560653"/>
                </a:lnTo>
                <a:lnTo>
                  <a:pt x="2462912" y="561782"/>
                </a:lnTo>
                <a:lnTo>
                  <a:pt x="2464558" y="562911"/>
                </a:lnTo>
                <a:lnTo>
                  <a:pt x="2466204" y="564041"/>
                </a:lnTo>
                <a:lnTo>
                  <a:pt x="2467851" y="565171"/>
                </a:lnTo>
                <a:lnTo>
                  <a:pt x="2469497" y="566300"/>
                </a:lnTo>
                <a:lnTo>
                  <a:pt x="2471143" y="567430"/>
                </a:lnTo>
                <a:lnTo>
                  <a:pt x="2472790" y="568559"/>
                </a:lnTo>
                <a:lnTo>
                  <a:pt x="2474436" y="569689"/>
                </a:lnTo>
                <a:lnTo>
                  <a:pt x="2476082" y="570818"/>
                </a:lnTo>
                <a:lnTo>
                  <a:pt x="2477729" y="571948"/>
                </a:lnTo>
                <a:lnTo>
                  <a:pt x="2479375" y="573077"/>
                </a:lnTo>
                <a:lnTo>
                  <a:pt x="2481021" y="574207"/>
                </a:lnTo>
                <a:lnTo>
                  <a:pt x="2482668" y="575336"/>
                </a:lnTo>
                <a:lnTo>
                  <a:pt x="2484314" y="576466"/>
                </a:lnTo>
                <a:lnTo>
                  <a:pt x="2485960" y="577595"/>
                </a:lnTo>
                <a:lnTo>
                  <a:pt x="2487607" y="578725"/>
                </a:lnTo>
                <a:lnTo>
                  <a:pt x="2489253" y="579854"/>
                </a:lnTo>
                <a:lnTo>
                  <a:pt x="2490899" y="580984"/>
                </a:lnTo>
                <a:lnTo>
                  <a:pt x="2492546" y="582113"/>
                </a:lnTo>
                <a:lnTo>
                  <a:pt x="2494192" y="583242"/>
                </a:lnTo>
                <a:lnTo>
                  <a:pt x="2495838" y="584372"/>
                </a:lnTo>
                <a:lnTo>
                  <a:pt x="2497485" y="585501"/>
                </a:lnTo>
                <a:lnTo>
                  <a:pt x="2499131" y="586630"/>
                </a:lnTo>
                <a:lnTo>
                  <a:pt x="2500777" y="587760"/>
                </a:lnTo>
                <a:lnTo>
                  <a:pt x="2502424" y="588889"/>
                </a:lnTo>
                <a:lnTo>
                  <a:pt x="2504070" y="590018"/>
                </a:lnTo>
                <a:lnTo>
                  <a:pt x="2505716" y="591147"/>
                </a:lnTo>
                <a:lnTo>
                  <a:pt x="2507363" y="592276"/>
                </a:lnTo>
                <a:lnTo>
                  <a:pt x="2509009" y="593405"/>
                </a:lnTo>
                <a:lnTo>
                  <a:pt x="2510655" y="594534"/>
                </a:lnTo>
                <a:lnTo>
                  <a:pt x="2512301" y="595663"/>
                </a:lnTo>
                <a:lnTo>
                  <a:pt x="2513948" y="596792"/>
                </a:lnTo>
                <a:lnTo>
                  <a:pt x="2515594" y="597921"/>
                </a:lnTo>
                <a:lnTo>
                  <a:pt x="2517240" y="599050"/>
                </a:lnTo>
                <a:lnTo>
                  <a:pt x="2518887" y="600178"/>
                </a:lnTo>
                <a:lnTo>
                  <a:pt x="2520533" y="601307"/>
                </a:lnTo>
                <a:lnTo>
                  <a:pt x="2522179" y="602436"/>
                </a:lnTo>
                <a:lnTo>
                  <a:pt x="2523826" y="603564"/>
                </a:lnTo>
                <a:lnTo>
                  <a:pt x="2525472" y="604693"/>
                </a:lnTo>
                <a:lnTo>
                  <a:pt x="2527118" y="605821"/>
                </a:lnTo>
                <a:lnTo>
                  <a:pt x="2528765" y="606949"/>
                </a:lnTo>
                <a:lnTo>
                  <a:pt x="2530411" y="608077"/>
                </a:lnTo>
                <a:lnTo>
                  <a:pt x="2532057" y="609206"/>
                </a:lnTo>
                <a:lnTo>
                  <a:pt x="2533704" y="610334"/>
                </a:lnTo>
                <a:lnTo>
                  <a:pt x="2535350" y="611462"/>
                </a:lnTo>
                <a:lnTo>
                  <a:pt x="2536996" y="612590"/>
                </a:lnTo>
                <a:lnTo>
                  <a:pt x="2538643" y="613717"/>
                </a:lnTo>
                <a:lnTo>
                  <a:pt x="2540289" y="614845"/>
                </a:lnTo>
                <a:lnTo>
                  <a:pt x="2541935" y="615973"/>
                </a:lnTo>
                <a:lnTo>
                  <a:pt x="2543582" y="617100"/>
                </a:lnTo>
                <a:lnTo>
                  <a:pt x="2545228" y="618228"/>
                </a:lnTo>
                <a:lnTo>
                  <a:pt x="2546874" y="619355"/>
                </a:lnTo>
                <a:lnTo>
                  <a:pt x="2548521" y="620482"/>
                </a:lnTo>
                <a:lnTo>
                  <a:pt x="2550167" y="621609"/>
                </a:lnTo>
                <a:lnTo>
                  <a:pt x="2551813" y="622736"/>
                </a:lnTo>
                <a:lnTo>
                  <a:pt x="2553460" y="623863"/>
                </a:lnTo>
                <a:lnTo>
                  <a:pt x="2555106" y="624990"/>
                </a:lnTo>
                <a:lnTo>
                  <a:pt x="2556752" y="626117"/>
                </a:lnTo>
                <a:lnTo>
                  <a:pt x="2558399" y="627243"/>
                </a:lnTo>
                <a:lnTo>
                  <a:pt x="2560045" y="628370"/>
                </a:lnTo>
                <a:lnTo>
                  <a:pt x="2561691" y="629496"/>
                </a:lnTo>
                <a:lnTo>
                  <a:pt x="2563338" y="630623"/>
                </a:lnTo>
                <a:lnTo>
                  <a:pt x="2564984" y="631749"/>
                </a:lnTo>
                <a:lnTo>
                  <a:pt x="2566630" y="632875"/>
                </a:lnTo>
                <a:lnTo>
                  <a:pt x="2568277" y="634001"/>
                </a:lnTo>
                <a:lnTo>
                  <a:pt x="2569923" y="635126"/>
                </a:lnTo>
                <a:lnTo>
                  <a:pt x="2571569" y="636252"/>
                </a:lnTo>
                <a:lnTo>
                  <a:pt x="2573216" y="637377"/>
                </a:lnTo>
                <a:lnTo>
                  <a:pt x="2574862" y="638503"/>
                </a:lnTo>
                <a:lnTo>
                  <a:pt x="2576508" y="639628"/>
                </a:lnTo>
                <a:lnTo>
                  <a:pt x="2578155" y="640753"/>
                </a:lnTo>
                <a:lnTo>
                  <a:pt x="2579801" y="641878"/>
                </a:lnTo>
                <a:lnTo>
                  <a:pt x="2581447" y="643003"/>
                </a:lnTo>
                <a:lnTo>
                  <a:pt x="2583094" y="644128"/>
                </a:lnTo>
                <a:lnTo>
                  <a:pt x="2584740" y="645252"/>
                </a:lnTo>
                <a:lnTo>
                  <a:pt x="2586386" y="646376"/>
                </a:lnTo>
                <a:lnTo>
                  <a:pt x="2588033" y="647501"/>
                </a:lnTo>
                <a:lnTo>
                  <a:pt x="2589679" y="648625"/>
                </a:lnTo>
                <a:lnTo>
                  <a:pt x="2591325" y="649749"/>
                </a:lnTo>
                <a:lnTo>
                  <a:pt x="2592972" y="650872"/>
                </a:lnTo>
                <a:lnTo>
                  <a:pt x="2594618" y="651996"/>
                </a:lnTo>
                <a:lnTo>
                  <a:pt x="2596264" y="653120"/>
                </a:lnTo>
                <a:lnTo>
                  <a:pt x="2597911" y="654243"/>
                </a:lnTo>
                <a:lnTo>
                  <a:pt x="2599557" y="655366"/>
                </a:lnTo>
                <a:lnTo>
                  <a:pt x="2601203" y="656489"/>
                </a:lnTo>
                <a:lnTo>
                  <a:pt x="2602850" y="657612"/>
                </a:lnTo>
                <a:lnTo>
                  <a:pt x="2604496" y="658734"/>
                </a:lnTo>
                <a:lnTo>
                  <a:pt x="2606142" y="659857"/>
                </a:lnTo>
                <a:lnTo>
                  <a:pt x="2607789" y="660979"/>
                </a:lnTo>
                <a:lnTo>
                  <a:pt x="2609435" y="662101"/>
                </a:lnTo>
                <a:lnTo>
                  <a:pt x="2611081" y="663223"/>
                </a:lnTo>
                <a:lnTo>
                  <a:pt x="2612728" y="664345"/>
                </a:lnTo>
                <a:lnTo>
                  <a:pt x="2614374" y="665466"/>
                </a:lnTo>
                <a:lnTo>
                  <a:pt x="2616020" y="666588"/>
                </a:lnTo>
                <a:lnTo>
                  <a:pt x="2617667" y="667709"/>
                </a:lnTo>
                <a:lnTo>
                  <a:pt x="2619313" y="668830"/>
                </a:lnTo>
                <a:lnTo>
                  <a:pt x="2620959" y="669951"/>
                </a:lnTo>
                <a:lnTo>
                  <a:pt x="2622606" y="671071"/>
                </a:lnTo>
                <a:lnTo>
                  <a:pt x="2624252" y="672192"/>
                </a:lnTo>
                <a:lnTo>
                  <a:pt x="2625898" y="673312"/>
                </a:lnTo>
                <a:lnTo>
                  <a:pt x="2627545" y="674432"/>
                </a:lnTo>
                <a:lnTo>
                  <a:pt x="2629191" y="675552"/>
                </a:lnTo>
                <a:lnTo>
                  <a:pt x="2630837" y="676672"/>
                </a:lnTo>
                <a:lnTo>
                  <a:pt x="2632484" y="677791"/>
                </a:lnTo>
                <a:lnTo>
                  <a:pt x="2634130" y="678910"/>
                </a:lnTo>
                <a:lnTo>
                  <a:pt x="2635776" y="680029"/>
                </a:lnTo>
                <a:lnTo>
                  <a:pt x="2637423" y="681148"/>
                </a:lnTo>
                <a:lnTo>
                  <a:pt x="2639069" y="682267"/>
                </a:lnTo>
                <a:lnTo>
                  <a:pt x="2640715" y="683385"/>
                </a:lnTo>
                <a:lnTo>
                  <a:pt x="2642362" y="684503"/>
                </a:lnTo>
                <a:lnTo>
                  <a:pt x="2644008" y="685621"/>
                </a:lnTo>
                <a:lnTo>
                  <a:pt x="2645654" y="686739"/>
                </a:lnTo>
                <a:lnTo>
                  <a:pt x="2647301" y="687857"/>
                </a:lnTo>
                <a:lnTo>
                  <a:pt x="2648947" y="688974"/>
                </a:lnTo>
                <a:lnTo>
                  <a:pt x="2650593" y="690091"/>
                </a:lnTo>
                <a:lnTo>
                  <a:pt x="2652240" y="691208"/>
                </a:lnTo>
                <a:lnTo>
                  <a:pt x="2653886" y="692325"/>
                </a:lnTo>
                <a:lnTo>
                  <a:pt x="2655532" y="693441"/>
                </a:lnTo>
                <a:lnTo>
                  <a:pt x="2657179" y="694557"/>
                </a:lnTo>
                <a:lnTo>
                  <a:pt x="2658825" y="695673"/>
                </a:lnTo>
                <a:lnTo>
                  <a:pt x="2660471" y="696789"/>
                </a:lnTo>
                <a:lnTo>
                  <a:pt x="2662118" y="697905"/>
                </a:lnTo>
                <a:lnTo>
                  <a:pt x="2663764" y="699020"/>
                </a:lnTo>
                <a:lnTo>
                  <a:pt x="2665410" y="700135"/>
                </a:lnTo>
                <a:lnTo>
                  <a:pt x="2667057" y="701250"/>
                </a:lnTo>
                <a:lnTo>
                  <a:pt x="2668703" y="702364"/>
                </a:lnTo>
                <a:lnTo>
                  <a:pt x="2670349" y="703478"/>
                </a:lnTo>
                <a:lnTo>
                  <a:pt x="2671996" y="704592"/>
                </a:lnTo>
                <a:lnTo>
                  <a:pt x="2673642" y="705706"/>
                </a:lnTo>
                <a:lnTo>
                  <a:pt x="2675288" y="706820"/>
                </a:lnTo>
                <a:lnTo>
                  <a:pt x="2676935" y="707933"/>
                </a:lnTo>
                <a:lnTo>
                  <a:pt x="2678581" y="709046"/>
                </a:lnTo>
                <a:lnTo>
                  <a:pt x="2680227" y="710159"/>
                </a:lnTo>
                <a:lnTo>
                  <a:pt x="2681874" y="711271"/>
                </a:lnTo>
                <a:lnTo>
                  <a:pt x="2683520" y="712384"/>
                </a:lnTo>
                <a:lnTo>
                  <a:pt x="2685166" y="713496"/>
                </a:lnTo>
                <a:lnTo>
                  <a:pt x="2686813" y="714607"/>
                </a:lnTo>
                <a:lnTo>
                  <a:pt x="2688459" y="715719"/>
                </a:lnTo>
                <a:lnTo>
                  <a:pt x="2690105" y="716830"/>
                </a:lnTo>
                <a:lnTo>
                  <a:pt x="2691752" y="717941"/>
                </a:lnTo>
                <a:lnTo>
                  <a:pt x="2693398" y="719052"/>
                </a:lnTo>
                <a:lnTo>
                  <a:pt x="2695044" y="720162"/>
                </a:lnTo>
                <a:lnTo>
                  <a:pt x="2696691" y="721272"/>
                </a:lnTo>
                <a:lnTo>
                  <a:pt x="2698337" y="722382"/>
                </a:lnTo>
                <a:lnTo>
                  <a:pt x="2699983" y="723492"/>
                </a:lnTo>
                <a:lnTo>
                  <a:pt x="2701630" y="724601"/>
                </a:lnTo>
                <a:lnTo>
                  <a:pt x="2703276" y="725710"/>
                </a:lnTo>
                <a:lnTo>
                  <a:pt x="2704922" y="726819"/>
                </a:lnTo>
                <a:lnTo>
                  <a:pt x="2706569" y="727927"/>
                </a:lnTo>
                <a:lnTo>
                  <a:pt x="2708215" y="729036"/>
                </a:lnTo>
                <a:lnTo>
                  <a:pt x="2709861" y="730143"/>
                </a:lnTo>
                <a:lnTo>
                  <a:pt x="2711508" y="731251"/>
                </a:lnTo>
                <a:lnTo>
                  <a:pt x="2713154" y="732358"/>
                </a:lnTo>
                <a:lnTo>
                  <a:pt x="2714800" y="733465"/>
                </a:lnTo>
                <a:lnTo>
                  <a:pt x="2716447" y="734572"/>
                </a:lnTo>
                <a:lnTo>
                  <a:pt x="2718093" y="735679"/>
                </a:lnTo>
                <a:lnTo>
                  <a:pt x="2719739" y="736785"/>
                </a:lnTo>
                <a:lnTo>
                  <a:pt x="2721386" y="737891"/>
                </a:lnTo>
                <a:lnTo>
                  <a:pt x="2723032" y="738996"/>
                </a:lnTo>
                <a:lnTo>
                  <a:pt x="2724678" y="740101"/>
                </a:lnTo>
                <a:lnTo>
                  <a:pt x="2726325" y="741206"/>
                </a:lnTo>
                <a:lnTo>
                  <a:pt x="2727971" y="742311"/>
                </a:lnTo>
                <a:lnTo>
                  <a:pt x="2729617" y="743415"/>
                </a:lnTo>
                <a:lnTo>
                  <a:pt x="2731264" y="744519"/>
                </a:lnTo>
                <a:lnTo>
                  <a:pt x="2732910" y="745623"/>
                </a:lnTo>
                <a:lnTo>
                  <a:pt x="2734556" y="746726"/>
                </a:lnTo>
                <a:lnTo>
                  <a:pt x="2736203" y="747829"/>
                </a:lnTo>
                <a:lnTo>
                  <a:pt x="2737849" y="748932"/>
                </a:lnTo>
                <a:lnTo>
                  <a:pt x="2739495" y="750035"/>
                </a:lnTo>
                <a:lnTo>
                  <a:pt x="2741142" y="751137"/>
                </a:lnTo>
                <a:lnTo>
                  <a:pt x="2742788" y="752239"/>
                </a:lnTo>
                <a:lnTo>
                  <a:pt x="2744434" y="753340"/>
                </a:lnTo>
                <a:lnTo>
                  <a:pt x="2746081" y="754441"/>
                </a:lnTo>
                <a:lnTo>
                  <a:pt x="2747727" y="755542"/>
                </a:lnTo>
                <a:lnTo>
                  <a:pt x="2749373" y="756643"/>
                </a:lnTo>
                <a:lnTo>
                  <a:pt x="2751020" y="757743"/>
                </a:lnTo>
                <a:lnTo>
                  <a:pt x="2752666" y="758843"/>
                </a:lnTo>
                <a:lnTo>
                  <a:pt x="2754312" y="759942"/>
                </a:lnTo>
                <a:lnTo>
                  <a:pt x="2755959" y="761042"/>
                </a:lnTo>
                <a:lnTo>
                  <a:pt x="2757605" y="762140"/>
                </a:lnTo>
                <a:lnTo>
                  <a:pt x="2759251" y="763239"/>
                </a:lnTo>
                <a:lnTo>
                  <a:pt x="2760898" y="764337"/>
                </a:lnTo>
                <a:lnTo>
                  <a:pt x="2762544" y="765435"/>
                </a:lnTo>
                <a:lnTo>
                  <a:pt x="2764190" y="766533"/>
                </a:lnTo>
                <a:lnTo>
                  <a:pt x="2765837" y="767630"/>
                </a:lnTo>
                <a:lnTo>
                  <a:pt x="2767483" y="768727"/>
                </a:lnTo>
                <a:lnTo>
                  <a:pt x="2769129" y="769823"/>
                </a:lnTo>
                <a:lnTo>
                  <a:pt x="2770776" y="770919"/>
                </a:lnTo>
                <a:lnTo>
                  <a:pt x="2772422" y="772015"/>
                </a:lnTo>
                <a:lnTo>
                  <a:pt x="2774068" y="773110"/>
                </a:lnTo>
                <a:lnTo>
                  <a:pt x="2775715" y="774205"/>
                </a:lnTo>
                <a:lnTo>
                  <a:pt x="2777361" y="775300"/>
                </a:lnTo>
                <a:lnTo>
                  <a:pt x="2779007" y="776395"/>
                </a:lnTo>
                <a:lnTo>
                  <a:pt x="2780654" y="777489"/>
                </a:lnTo>
                <a:lnTo>
                  <a:pt x="2782300" y="778582"/>
                </a:lnTo>
                <a:lnTo>
                  <a:pt x="2783946" y="779676"/>
                </a:lnTo>
                <a:lnTo>
                  <a:pt x="2785593" y="780769"/>
                </a:lnTo>
                <a:lnTo>
                  <a:pt x="2787239" y="781861"/>
                </a:lnTo>
                <a:lnTo>
                  <a:pt x="2788885" y="782953"/>
                </a:lnTo>
                <a:lnTo>
                  <a:pt x="2790532" y="784045"/>
                </a:lnTo>
                <a:lnTo>
                  <a:pt x="2792178" y="785137"/>
                </a:lnTo>
                <a:lnTo>
                  <a:pt x="2793824" y="786228"/>
                </a:lnTo>
                <a:lnTo>
                  <a:pt x="2795471" y="787319"/>
                </a:lnTo>
                <a:lnTo>
                  <a:pt x="2797117" y="788409"/>
                </a:lnTo>
                <a:lnTo>
                  <a:pt x="2798763" y="789499"/>
                </a:lnTo>
                <a:lnTo>
                  <a:pt x="2800410" y="790589"/>
                </a:lnTo>
                <a:lnTo>
                  <a:pt x="2802056" y="791678"/>
                </a:lnTo>
                <a:lnTo>
                  <a:pt x="2803702" y="792767"/>
                </a:lnTo>
                <a:lnTo>
                  <a:pt x="2805349" y="793855"/>
                </a:lnTo>
                <a:lnTo>
                  <a:pt x="2806995" y="794943"/>
                </a:lnTo>
                <a:lnTo>
                  <a:pt x="2808641" y="796031"/>
                </a:lnTo>
                <a:lnTo>
                  <a:pt x="2810288" y="797119"/>
                </a:lnTo>
                <a:lnTo>
                  <a:pt x="2811934" y="798206"/>
                </a:lnTo>
                <a:lnTo>
                  <a:pt x="2813580" y="799292"/>
                </a:lnTo>
                <a:lnTo>
                  <a:pt x="2815227" y="800378"/>
                </a:lnTo>
                <a:lnTo>
                  <a:pt x="2816873" y="801464"/>
                </a:lnTo>
                <a:lnTo>
                  <a:pt x="2818519" y="802550"/>
                </a:lnTo>
                <a:lnTo>
                  <a:pt x="2820166" y="803635"/>
                </a:lnTo>
                <a:lnTo>
                  <a:pt x="2821812" y="804719"/>
                </a:lnTo>
                <a:lnTo>
                  <a:pt x="2823458" y="805803"/>
                </a:lnTo>
                <a:lnTo>
                  <a:pt x="2825104" y="806887"/>
                </a:lnTo>
                <a:lnTo>
                  <a:pt x="2826751" y="807971"/>
                </a:lnTo>
                <a:lnTo>
                  <a:pt x="2828397" y="809054"/>
                </a:lnTo>
                <a:lnTo>
                  <a:pt x="2830043" y="810137"/>
                </a:lnTo>
                <a:lnTo>
                  <a:pt x="2831690" y="811219"/>
                </a:lnTo>
                <a:lnTo>
                  <a:pt x="2833336" y="812301"/>
                </a:lnTo>
                <a:lnTo>
                  <a:pt x="2834982" y="813382"/>
                </a:lnTo>
                <a:lnTo>
                  <a:pt x="2836629" y="814463"/>
                </a:lnTo>
                <a:lnTo>
                  <a:pt x="2838275" y="815544"/>
                </a:lnTo>
                <a:lnTo>
                  <a:pt x="2839921" y="816624"/>
                </a:lnTo>
                <a:lnTo>
                  <a:pt x="2841568" y="817704"/>
                </a:lnTo>
                <a:lnTo>
                  <a:pt x="2843214" y="818783"/>
                </a:lnTo>
                <a:lnTo>
                  <a:pt x="2844860" y="819862"/>
                </a:lnTo>
                <a:lnTo>
                  <a:pt x="2846507" y="820941"/>
                </a:lnTo>
                <a:lnTo>
                  <a:pt x="2848153" y="822019"/>
                </a:lnTo>
                <a:lnTo>
                  <a:pt x="2849799" y="823097"/>
                </a:lnTo>
                <a:lnTo>
                  <a:pt x="2851446" y="824174"/>
                </a:lnTo>
                <a:lnTo>
                  <a:pt x="2853092" y="825251"/>
                </a:lnTo>
                <a:lnTo>
                  <a:pt x="2854738" y="826327"/>
                </a:lnTo>
                <a:lnTo>
                  <a:pt x="2856385" y="827403"/>
                </a:lnTo>
                <a:lnTo>
                  <a:pt x="2858031" y="828479"/>
                </a:lnTo>
                <a:lnTo>
                  <a:pt x="2859677" y="829554"/>
                </a:lnTo>
                <a:lnTo>
                  <a:pt x="2861324" y="830629"/>
                </a:lnTo>
                <a:lnTo>
                  <a:pt x="2862970" y="831703"/>
                </a:lnTo>
                <a:lnTo>
                  <a:pt x="2864616" y="832777"/>
                </a:lnTo>
                <a:lnTo>
                  <a:pt x="2866263" y="833851"/>
                </a:lnTo>
                <a:lnTo>
                  <a:pt x="2867909" y="834924"/>
                </a:lnTo>
                <a:lnTo>
                  <a:pt x="2869555" y="835996"/>
                </a:lnTo>
                <a:lnTo>
                  <a:pt x="2871202" y="837068"/>
                </a:lnTo>
                <a:lnTo>
                  <a:pt x="2872848" y="838140"/>
                </a:lnTo>
                <a:lnTo>
                  <a:pt x="2874494" y="839212"/>
                </a:lnTo>
                <a:lnTo>
                  <a:pt x="2876141" y="840282"/>
                </a:lnTo>
                <a:lnTo>
                  <a:pt x="2877787" y="841353"/>
                </a:lnTo>
                <a:lnTo>
                  <a:pt x="2879433" y="842423"/>
                </a:lnTo>
                <a:lnTo>
                  <a:pt x="2881080" y="843492"/>
                </a:lnTo>
                <a:lnTo>
                  <a:pt x="2882726" y="844561"/>
                </a:lnTo>
                <a:lnTo>
                  <a:pt x="2884372" y="845630"/>
                </a:lnTo>
                <a:lnTo>
                  <a:pt x="2886019" y="846698"/>
                </a:lnTo>
                <a:lnTo>
                  <a:pt x="2887665" y="847766"/>
                </a:lnTo>
                <a:lnTo>
                  <a:pt x="2889311" y="848833"/>
                </a:lnTo>
                <a:lnTo>
                  <a:pt x="2890958" y="849900"/>
                </a:lnTo>
                <a:lnTo>
                  <a:pt x="2892604" y="850967"/>
                </a:lnTo>
                <a:lnTo>
                  <a:pt x="2894250" y="852033"/>
                </a:lnTo>
                <a:lnTo>
                  <a:pt x="2895897" y="853098"/>
                </a:lnTo>
                <a:lnTo>
                  <a:pt x="2897543" y="854163"/>
                </a:lnTo>
                <a:lnTo>
                  <a:pt x="2899189" y="855228"/>
                </a:lnTo>
                <a:lnTo>
                  <a:pt x="2900836" y="856292"/>
                </a:lnTo>
                <a:lnTo>
                  <a:pt x="2902482" y="857355"/>
                </a:lnTo>
                <a:lnTo>
                  <a:pt x="2904128" y="858419"/>
                </a:lnTo>
                <a:lnTo>
                  <a:pt x="2905775" y="859481"/>
                </a:lnTo>
                <a:lnTo>
                  <a:pt x="2907421" y="860544"/>
                </a:lnTo>
                <a:lnTo>
                  <a:pt x="2909067" y="861605"/>
                </a:lnTo>
                <a:lnTo>
                  <a:pt x="2910714" y="862667"/>
                </a:lnTo>
                <a:lnTo>
                  <a:pt x="2912360" y="863728"/>
                </a:lnTo>
                <a:lnTo>
                  <a:pt x="2914006" y="864788"/>
                </a:lnTo>
                <a:lnTo>
                  <a:pt x="2915653" y="865848"/>
                </a:lnTo>
                <a:lnTo>
                  <a:pt x="2917299" y="866907"/>
                </a:lnTo>
                <a:lnTo>
                  <a:pt x="2918945" y="867966"/>
                </a:lnTo>
                <a:lnTo>
                  <a:pt x="2920592" y="869025"/>
                </a:lnTo>
                <a:lnTo>
                  <a:pt x="2922238" y="870083"/>
                </a:lnTo>
                <a:lnTo>
                  <a:pt x="2923884" y="871140"/>
                </a:lnTo>
                <a:lnTo>
                  <a:pt x="2925531" y="872197"/>
                </a:lnTo>
                <a:lnTo>
                  <a:pt x="2927177" y="873254"/>
                </a:lnTo>
                <a:lnTo>
                  <a:pt x="2928823" y="874310"/>
                </a:lnTo>
                <a:lnTo>
                  <a:pt x="2930470" y="875366"/>
                </a:lnTo>
                <a:lnTo>
                  <a:pt x="2932116" y="876421"/>
                </a:lnTo>
                <a:lnTo>
                  <a:pt x="2933762" y="877475"/>
                </a:lnTo>
                <a:lnTo>
                  <a:pt x="2935409" y="878530"/>
                </a:lnTo>
                <a:lnTo>
                  <a:pt x="2937055" y="879583"/>
                </a:lnTo>
                <a:lnTo>
                  <a:pt x="2938701" y="880637"/>
                </a:lnTo>
                <a:lnTo>
                  <a:pt x="2940348" y="881689"/>
                </a:lnTo>
                <a:lnTo>
                  <a:pt x="2941994" y="882741"/>
                </a:lnTo>
                <a:lnTo>
                  <a:pt x="2943640" y="883793"/>
                </a:lnTo>
                <a:lnTo>
                  <a:pt x="2945287" y="884844"/>
                </a:lnTo>
                <a:lnTo>
                  <a:pt x="2946933" y="885895"/>
                </a:lnTo>
                <a:lnTo>
                  <a:pt x="2948579" y="886945"/>
                </a:lnTo>
                <a:lnTo>
                  <a:pt x="2950226" y="887995"/>
                </a:lnTo>
                <a:lnTo>
                  <a:pt x="2951872" y="889044"/>
                </a:lnTo>
                <a:lnTo>
                  <a:pt x="2953518" y="890093"/>
                </a:lnTo>
                <a:lnTo>
                  <a:pt x="2955165" y="891141"/>
                </a:lnTo>
                <a:lnTo>
                  <a:pt x="2956811" y="892189"/>
                </a:lnTo>
                <a:lnTo>
                  <a:pt x="2958457" y="893236"/>
                </a:lnTo>
                <a:lnTo>
                  <a:pt x="2960104" y="894283"/>
                </a:lnTo>
                <a:lnTo>
                  <a:pt x="2961750" y="895329"/>
                </a:lnTo>
                <a:lnTo>
                  <a:pt x="2963396" y="896375"/>
                </a:lnTo>
                <a:lnTo>
                  <a:pt x="2965043" y="897420"/>
                </a:lnTo>
                <a:lnTo>
                  <a:pt x="2966689" y="898465"/>
                </a:lnTo>
                <a:lnTo>
                  <a:pt x="2968335" y="899509"/>
                </a:lnTo>
                <a:lnTo>
                  <a:pt x="2969982" y="900553"/>
                </a:lnTo>
                <a:lnTo>
                  <a:pt x="2971628" y="901596"/>
                </a:lnTo>
                <a:lnTo>
                  <a:pt x="2973274" y="902638"/>
                </a:lnTo>
                <a:lnTo>
                  <a:pt x="2974921" y="903681"/>
                </a:lnTo>
                <a:lnTo>
                  <a:pt x="2976567" y="904722"/>
                </a:lnTo>
                <a:lnTo>
                  <a:pt x="2978213" y="905763"/>
                </a:lnTo>
                <a:lnTo>
                  <a:pt x="2979860" y="906804"/>
                </a:lnTo>
                <a:lnTo>
                  <a:pt x="2981506" y="907844"/>
                </a:lnTo>
                <a:lnTo>
                  <a:pt x="2983152" y="908883"/>
                </a:lnTo>
                <a:lnTo>
                  <a:pt x="2984799" y="909923"/>
                </a:lnTo>
                <a:lnTo>
                  <a:pt x="2986445" y="910961"/>
                </a:lnTo>
                <a:lnTo>
                  <a:pt x="2988091" y="911999"/>
                </a:lnTo>
                <a:lnTo>
                  <a:pt x="2989738" y="913036"/>
                </a:lnTo>
                <a:lnTo>
                  <a:pt x="2991384" y="914073"/>
                </a:lnTo>
                <a:lnTo>
                  <a:pt x="2993030" y="915110"/>
                </a:lnTo>
                <a:lnTo>
                  <a:pt x="2994677" y="916146"/>
                </a:lnTo>
                <a:lnTo>
                  <a:pt x="2996323" y="917181"/>
                </a:lnTo>
                <a:lnTo>
                  <a:pt x="2997969" y="918216"/>
                </a:lnTo>
                <a:lnTo>
                  <a:pt x="2999616" y="919250"/>
                </a:lnTo>
                <a:lnTo>
                  <a:pt x="3001262" y="920284"/>
                </a:lnTo>
                <a:lnTo>
                  <a:pt x="3002908" y="921317"/>
                </a:lnTo>
                <a:lnTo>
                  <a:pt x="3004555" y="922350"/>
                </a:lnTo>
                <a:lnTo>
                  <a:pt x="3006201" y="923382"/>
                </a:lnTo>
                <a:lnTo>
                  <a:pt x="3007847" y="924413"/>
                </a:lnTo>
                <a:lnTo>
                  <a:pt x="3009494" y="925444"/>
                </a:lnTo>
                <a:lnTo>
                  <a:pt x="3011140" y="926475"/>
                </a:lnTo>
                <a:lnTo>
                  <a:pt x="3012786" y="927505"/>
                </a:lnTo>
                <a:lnTo>
                  <a:pt x="3014433" y="928534"/>
                </a:lnTo>
                <a:lnTo>
                  <a:pt x="3016079" y="929563"/>
                </a:lnTo>
                <a:lnTo>
                  <a:pt x="3017725" y="930591"/>
                </a:lnTo>
                <a:lnTo>
                  <a:pt x="3019372" y="931619"/>
                </a:lnTo>
                <a:lnTo>
                  <a:pt x="3021018" y="932646"/>
                </a:lnTo>
                <a:lnTo>
                  <a:pt x="3022664" y="933673"/>
                </a:lnTo>
                <a:lnTo>
                  <a:pt x="3024311" y="934699"/>
                </a:lnTo>
                <a:lnTo>
                  <a:pt x="3025957" y="935725"/>
                </a:lnTo>
                <a:lnTo>
                  <a:pt x="3027603" y="936750"/>
                </a:lnTo>
                <a:lnTo>
                  <a:pt x="3029250" y="937774"/>
                </a:lnTo>
                <a:lnTo>
                  <a:pt x="3030896" y="938798"/>
                </a:lnTo>
                <a:lnTo>
                  <a:pt x="3032542" y="939822"/>
                </a:lnTo>
                <a:lnTo>
                  <a:pt x="3034189" y="940844"/>
                </a:lnTo>
                <a:lnTo>
                  <a:pt x="3035835" y="941867"/>
                </a:lnTo>
                <a:lnTo>
                  <a:pt x="3037481" y="942888"/>
                </a:lnTo>
                <a:lnTo>
                  <a:pt x="3039128" y="943910"/>
                </a:lnTo>
                <a:lnTo>
                  <a:pt x="3040774" y="944930"/>
                </a:lnTo>
                <a:lnTo>
                  <a:pt x="3042420" y="945950"/>
                </a:lnTo>
                <a:lnTo>
                  <a:pt x="3044067" y="946970"/>
                </a:lnTo>
                <a:lnTo>
                  <a:pt x="3045713" y="947989"/>
                </a:lnTo>
                <a:lnTo>
                  <a:pt x="3047359" y="949007"/>
                </a:lnTo>
                <a:lnTo>
                  <a:pt x="3049006" y="950025"/>
                </a:lnTo>
                <a:lnTo>
                  <a:pt x="3050652" y="951042"/>
                </a:lnTo>
                <a:lnTo>
                  <a:pt x="3052298" y="952059"/>
                </a:lnTo>
                <a:lnTo>
                  <a:pt x="3053945" y="953075"/>
                </a:lnTo>
                <a:lnTo>
                  <a:pt x="3055591" y="954090"/>
                </a:lnTo>
                <a:lnTo>
                  <a:pt x="3057237" y="955105"/>
                </a:lnTo>
                <a:lnTo>
                  <a:pt x="3058884" y="956119"/>
                </a:lnTo>
                <a:lnTo>
                  <a:pt x="3060530" y="957133"/>
                </a:lnTo>
                <a:lnTo>
                  <a:pt x="3062176" y="958146"/>
                </a:lnTo>
                <a:lnTo>
                  <a:pt x="3063823" y="959159"/>
                </a:lnTo>
                <a:lnTo>
                  <a:pt x="3065469" y="960171"/>
                </a:lnTo>
                <a:lnTo>
                  <a:pt x="3067115" y="961183"/>
                </a:lnTo>
                <a:lnTo>
                  <a:pt x="3068762" y="962193"/>
                </a:lnTo>
                <a:lnTo>
                  <a:pt x="3070408" y="963204"/>
                </a:lnTo>
                <a:lnTo>
                  <a:pt x="3072054" y="964214"/>
                </a:lnTo>
                <a:lnTo>
                  <a:pt x="3073701" y="965223"/>
                </a:lnTo>
                <a:lnTo>
                  <a:pt x="3075347" y="966231"/>
                </a:lnTo>
                <a:lnTo>
                  <a:pt x="3076993" y="967239"/>
                </a:lnTo>
                <a:lnTo>
                  <a:pt x="3078640" y="968247"/>
                </a:lnTo>
                <a:lnTo>
                  <a:pt x="3080286" y="969254"/>
                </a:lnTo>
                <a:lnTo>
                  <a:pt x="3081932" y="970260"/>
                </a:lnTo>
                <a:lnTo>
                  <a:pt x="3083579" y="971265"/>
                </a:lnTo>
                <a:lnTo>
                  <a:pt x="3085225" y="972270"/>
                </a:lnTo>
                <a:lnTo>
                  <a:pt x="3086871" y="973275"/>
                </a:lnTo>
                <a:lnTo>
                  <a:pt x="3088518" y="974279"/>
                </a:lnTo>
                <a:lnTo>
                  <a:pt x="3090164" y="975282"/>
                </a:lnTo>
                <a:lnTo>
                  <a:pt x="3091810" y="976285"/>
                </a:lnTo>
                <a:lnTo>
                  <a:pt x="3093457" y="977287"/>
                </a:lnTo>
                <a:lnTo>
                  <a:pt x="3095103" y="978288"/>
                </a:lnTo>
                <a:lnTo>
                  <a:pt x="3096749" y="979289"/>
                </a:lnTo>
                <a:lnTo>
                  <a:pt x="3098396" y="980290"/>
                </a:lnTo>
                <a:lnTo>
                  <a:pt x="3100042" y="981289"/>
                </a:lnTo>
                <a:lnTo>
                  <a:pt x="3101688" y="982289"/>
                </a:lnTo>
                <a:lnTo>
                  <a:pt x="3103335" y="983287"/>
                </a:lnTo>
                <a:lnTo>
                  <a:pt x="3104981" y="984285"/>
                </a:lnTo>
                <a:lnTo>
                  <a:pt x="3106627" y="985282"/>
                </a:lnTo>
                <a:lnTo>
                  <a:pt x="3108274" y="986279"/>
                </a:lnTo>
                <a:lnTo>
                  <a:pt x="3109920" y="987275"/>
                </a:lnTo>
                <a:lnTo>
                  <a:pt x="3111566" y="988271"/>
                </a:lnTo>
                <a:lnTo>
                  <a:pt x="3113213" y="989266"/>
                </a:lnTo>
                <a:lnTo>
                  <a:pt x="3114859" y="990260"/>
                </a:lnTo>
                <a:lnTo>
                  <a:pt x="3116505" y="991254"/>
                </a:lnTo>
                <a:lnTo>
                  <a:pt x="3118152" y="992247"/>
                </a:lnTo>
                <a:lnTo>
                  <a:pt x="3119798" y="993239"/>
                </a:lnTo>
                <a:lnTo>
                  <a:pt x="3121444" y="994231"/>
                </a:lnTo>
                <a:lnTo>
                  <a:pt x="3123091" y="995222"/>
                </a:lnTo>
                <a:lnTo>
                  <a:pt x="3124737" y="996213"/>
                </a:lnTo>
                <a:lnTo>
                  <a:pt x="3126383" y="997203"/>
                </a:lnTo>
                <a:lnTo>
                  <a:pt x="3128030" y="998193"/>
                </a:lnTo>
                <a:lnTo>
                  <a:pt x="3129676" y="999181"/>
                </a:lnTo>
                <a:lnTo>
                  <a:pt x="3131322" y="1000170"/>
                </a:lnTo>
                <a:lnTo>
                  <a:pt x="3132969" y="1001157"/>
                </a:lnTo>
                <a:lnTo>
                  <a:pt x="3134615" y="1002144"/>
                </a:lnTo>
                <a:lnTo>
                  <a:pt x="3136261" y="1003130"/>
                </a:lnTo>
                <a:lnTo>
                  <a:pt x="3137907" y="1004116"/>
                </a:lnTo>
                <a:lnTo>
                  <a:pt x="3139554" y="1005101"/>
                </a:lnTo>
                <a:lnTo>
                  <a:pt x="3141200" y="1006086"/>
                </a:lnTo>
                <a:lnTo>
                  <a:pt x="3142846" y="1007070"/>
                </a:lnTo>
                <a:lnTo>
                  <a:pt x="3144493" y="1008053"/>
                </a:lnTo>
                <a:lnTo>
                  <a:pt x="3146139" y="1009035"/>
                </a:lnTo>
                <a:lnTo>
                  <a:pt x="3147785" y="1010017"/>
                </a:lnTo>
                <a:lnTo>
                  <a:pt x="3149432" y="1010999"/>
                </a:lnTo>
                <a:lnTo>
                  <a:pt x="3151078" y="1011980"/>
                </a:lnTo>
                <a:lnTo>
                  <a:pt x="3152724" y="1012960"/>
                </a:lnTo>
                <a:lnTo>
                  <a:pt x="3154371" y="1013939"/>
                </a:lnTo>
                <a:lnTo>
                  <a:pt x="3156017" y="1014918"/>
                </a:lnTo>
                <a:lnTo>
                  <a:pt x="3157663" y="1015896"/>
                </a:lnTo>
                <a:lnTo>
                  <a:pt x="3159310" y="1016874"/>
                </a:lnTo>
                <a:lnTo>
                  <a:pt x="3160956" y="1017851"/>
                </a:lnTo>
                <a:lnTo>
                  <a:pt x="3162602" y="1018827"/>
                </a:lnTo>
                <a:lnTo>
                  <a:pt x="3164249" y="1019803"/>
                </a:lnTo>
                <a:lnTo>
                  <a:pt x="3165895" y="1020778"/>
                </a:lnTo>
                <a:lnTo>
                  <a:pt x="3167541" y="1021752"/>
                </a:lnTo>
                <a:lnTo>
                  <a:pt x="3169188" y="1022726"/>
                </a:lnTo>
                <a:lnTo>
                  <a:pt x="3170834" y="1023699"/>
                </a:lnTo>
                <a:lnTo>
                  <a:pt x="3172480" y="1024672"/>
                </a:lnTo>
                <a:lnTo>
                  <a:pt x="3174127" y="1025644"/>
                </a:lnTo>
                <a:lnTo>
                  <a:pt x="3175773" y="1026615"/>
                </a:lnTo>
                <a:lnTo>
                  <a:pt x="3177419" y="1027585"/>
                </a:lnTo>
                <a:lnTo>
                  <a:pt x="3179066" y="1028555"/>
                </a:lnTo>
                <a:lnTo>
                  <a:pt x="3180712" y="1029525"/>
                </a:lnTo>
                <a:lnTo>
                  <a:pt x="3182358" y="1030493"/>
                </a:lnTo>
                <a:lnTo>
                  <a:pt x="3184005" y="1031461"/>
                </a:lnTo>
                <a:lnTo>
                  <a:pt x="3185651" y="1032429"/>
                </a:lnTo>
                <a:lnTo>
                  <a:pt x="3187297" y="1033395"/>
                </a:lnTo>
                <a:lnTo>
                  <a:pt x="3188944" y="1034362"/>
                </a:lnTo>
                <a:lnTo>
                  <a:pt x="3190590" y="1035327"/>
                </a:lnTo>
                <a:lnTo>
                  <a:pt x="3192236" y="1036292"/>
                </a:lnTo>
                <a:lnTo>
                  <a:pt x="3193883" y="1037256"/>
                </a:lnTo>
                <a:lnTo>
                  <a:pt x="3195529" y="1038219"/>
                </a:lnTo>
                <a:lnTo>
                  <a:pt x="3197175" y="1039182"/>
                </a:lnTo>
                <a:lnTo>
                  <a:pt x="3198822" y="1040144"/>
                </a:lnTo>
                <a:lnTo>
                  <a:pt x="3200468" y="1041106"/>
                </a:lnTo>
                <a:lnTo>
                  <a:pt x="3202114" y="1042067"/>
                </a:lnTo>
                <a:lnTo>
                  <a:pt x="3203761" y="1043027"/>
                </a:lnTo>
                <a:lnTo>
                  <a:pt x="3205407" y="1043987"/>
                </a:lnTo>
                <a:lnTo>
                  <a:pt x="3207053" y="1044945"/>
                </a:lnTo>
                <a:lnTo>
                  <a:pt x="3208700" y="1045904"/>
                </a:lnTo>
                <a:lnTo>
                  <a:pt x="3210346" y="1046861"/>
                </a:lnTo>
                <a:lnTo>
                  <a:pt x="3211992" y="1047818"/>
                </a:lnTo>
                <a:lnTo>
                  <a:pt x="3213639" y="1048774"/>
                </a:lnTo>
                <a:lnTo>
                  <a:pt x="3215285" y="1049730"/>
                </a:lnTo>
                <a:lnTo>
                  <a:pt x="3216931" y="1050685"/>
                </a:lnTo>
                <a:lnTo>
                  <a:pt x="3218578" y="1051639"/>
                </a:lnTo>
                <a:lnTo>
                  <a:pt x="3220224" y="1052593"/>
                </a:lnTo>
                <a:lnTo>
                  <a:pt x="3221870" y="1053546"/>
                </a:lnTo>
                <a:lnTo>
                  <a:pt x="3223517" y="1054498"/>
                </a:lnTo>
                <a:lnTo>
                  <a:pt x="3225163" y="1055450"/>
                </a:lnTo>
                <a:lnTo>
                  <a:pt x="3226809" y="1056401"/>
                </a:lnTo>
                <a:lnTo>
                  <a:pt x="3228456" y="1057351"/>
                </a:lnTo>
                <a:lnTo>
                  <a:pt x="3230102" y="1058301"/>
                </a:lnTo>
                <a:lnTo>
                  <a:pt x="3231748" y="1059250"/>
                </a:lnTo>
                <a:lnTo>
                  <a:pt x="3233395" y="1060198"/>
                </a:lnTo>
                <a:lnTo>
                  <a:pt x="3235041" y="1061145"/>
                </a:lnTo>
                <a:lnTo>
                  <a:pt x="3236687" y="1062092"/>
                </a:lnTo>
                <a:lnTo>
                  <a:pt x="3238334" y="1063039"/>
                </a:lnTo>
                <a:lnTo>
                  <a:pt x="3239980" y="1063984"/>
                </a:lnTo>
                <a:lnTo>
                  <a:pt x="3241626" y="1064929"/>
                </a:lnTo>
                <a:lnTo>
                  <a:pt x="3243273" y="1065873"/>
                </a:lnTo>
                <a:lnTo>
                  <a:pt x="3244919" y="1066817"/>
                </a:lnTo>
                <a:lnTo>
                  <a:pt x="3246565" y="1067760"/>
                </a:lnTo>
                <a:lnTo>
                  <a:pt x="3248212" y="1068702"/>
                </a:lnTo>
                <a:lnTo>
                  <a:pt x="3249858" y="1069644"/>
                </a:lnTo>
                <a:lnTo>
                  <a:pt x="3251504" y="1070585"/>
                </a:lnTo>
                <a:lnTo>
                  <a:pt x="3253151" y="1071525"/>
                </a:lnTo>
                <a:lnTo>
                  <a:pt x="3254797" y="1072464"/>
                </a:lnTo>
                <a:lnTo>
                  <a:pt x="3256443" y="1073403"/>
                </a:lnTo>
                <a:lnTo>
                  <a:pt x="3258090" y="1074341"/>
                </a:lnTo>
                <a:lnTo>
                  <a:pt x="3259736" y="1075279"/>
                </a:lnTo>
                <a:lnTo>
                  <a:pt x="3261382" y="1076215"/>
                </a:lnTo>
                <a:lnTo>
                  <a:pt x="3263029" y="1077152"/>
                </a:lnTo>
                <a:lnTo>
                  <a:pt x="3264675" y="1078087"/>
                </a:lnTo>
                <a:lnTo>
                  <a:pt x="3266321" y="1079022"/>
                </a:lnTo>
                <a:lnTo>
                  <a:pt x="3267968" y="1079956"/>
                </a:lnTo>
                <a:lnTo>
                  <a:pt x="3269614" y="1080889"/>
                </a:lnTo>
                <a:lnTo>
                  <a:pt x="3271260" y="1081822"/>
                </a:lnTo>
                <a:lnTo>
                  <a:pt x="3272907" y="1082754"/>
                </a:lnTo>
                <a:lnTo>
                  <a:pt x="3274553" y="1083685"/>
                </a:lnTo>
                <a:lnTo>
                  <a:pt x="3276199" y="1084616"/>
                </a:lnTo>
                <a:lnTo>
                  <a:pt x="3277846" y="1085545"/>
                </a:lnTo>
                <a:lnTo>
                  <a:pt x="3279492" y="1086475"/>
                </a:lnTo>
                <a:lnTo>
                  <a:pt x="3281138" y="1087403"/>
                </a:lnTo>
                <a:lnTo>
                  <a:pt x="3282785" y="1088331"/>
                </a:lnTo>
                <a:lnTo>
                  <a:pt x="3284431" y="1089258"/>
                </a:lnTo>
                <a:lnTo>
                  <a:pt x="3286077" y="1090185"/>
                </a:lnTo>
                <a:lnTo>
                  <a:pt x="3287724" y="1091110"/>
                </a:lnTo>
                <a:lnTo>
                  <a:pt x="3289370" y="1092035"/>
                </a:lnTo>
                <a:lnTo>
                  <a:pt x="3291016" y="1092960"/>
                </a:lnTo>
                <a:lnTo>
                  <a:pt x="3292663" y="1093883"/>
                </a:lnTo>
                <a:lnTo>
                  <a:pt x="3294309" y="1094806"/>
                </a:lnTo>
                <a:lnTo>
                  <a:pt x="3295955" y="1095728"/>
                </a:lnTo>
                <a:lnTo>
                  <a:pt x="3297602" y="1096650"/>
                </a:lnTo>
                <a:lnTo>
                  <a:pt x="3299248" y="1097571"/>
                </a:lnTo>
                <a:lnTo>
                  <a:pt x="3300894" y="1098491"/>
                </a:lnTo>
                <a:lnTo>
                  <a:pt x="3302541" y="1099410"/>
                </a:lnTo>
                <a:lnTo>
                  <a:pt x="3304187" y="1100329"/>
                </a:lnTo>
                <a:lnTo>
                  <a:pt x="3305833" y="1101247"/>
                </a:lnTo>
                <a:lnTo>
                  <a:pt x="3307480" y="1102165"/>
                </a:lnTo>
                <a:lnTo>
                  <a:pt x="3309126" y="1103081"/>
                </a:lnTo>
                <a:lnTo>
                  <a:pt x="3310772" y="1103997"/>
                </a:lnTo>
                <a:lnTo>
                  <a:pt x="3312419" y="1104912"/>
                </a:lnTo>
                <a:lnTo>
                  <a:pt x="3314065" y="1105827"/>
                </a:lnTo>
                <a:lnTo>
                  <a:pt x="3315711" y="1106741"/>
                </a:lnTo>
                <a:lnTo>
                  <a:pt x="3317358" y="1107654"/>
                </a:lnTo>
                <a:lnTo>
                  <a:pt x="3319004" y="1108566"/>
                </a:lnTo>
                <a:lnTo>
                  <a:pt x="3320650" y="1109478"/>
                </a:lnTo>
                <a:lnTo>
                  <a:pt x="3322297" y="1110389"/>
                </a:lnTo>
                <a:lnTo>
                  <a:pt x="3323943" y="1111299"/>
                </a:lnTo>
                <a:lnTo>
                  <a:pt x="3325589" y="1112209"/>
                </a:lnTo>
                <a:lnTo>
                  <a:pt x="3327236" y="1113117"/>
                </a:lnTo>
                <a:lnTo>
                  <a:pt x="3328882" y="1114025"/>
                </a:lnTo>
                <a:lnTo>
                  <a:pt x="3330528" y="1114933"/>
                </a:lnTo>
                <a:lnTo>
                  <a:pt x="3332175" y="1115840"/>
                </a:lnTo>
                <a:lnTo>
                  <a:pt x="3333821" y="1116745"/>
                </a:lnTo>
                <a:lnTo>
                  <a:pt x="3335467" y="1117651"/>
                </a:lnTo>
                <a:lnTo>
                  <a:pt x="3337114" y="1118555"/>
                </a:lnTo>
                <a:lnTo>
                  <a:pt x="3338760" y="1119459"/>
                </a:lnTo>
                <a:lnTo>
                  <a:pt x="3340406" y="1120362"/>
                </a:lnTo>
                <a:lnTo>
                  <a:pt x="3342053" y="1121265"/>
                </a:lnTo>
                <a:lnTo>
                  <a:pt x="3343699" y="1122166"/>
                </a:lnTo>
                <a:lnTo>
                  <a:pt x="3345345" y="1123067"/>
                </a:lnTo>
                <a:lnTo>
                  <a:pt x="3346992" y="1123967"/>
                </a:lnTo>
                <a:lnTo>
                  <a:pt x="3348638" y="1124867"/>
                </a:lnTo>
                <a:lnTo>
                  <a:pt x="3350284" y="1125766"/>
                </a:lnTo>
                <a:lnTo>
                  <a:pt x="3351931" y="1126664"/>
                </a:lnTo>
                <a:lnTo>
                  <a:pt x="3353577" y="1127561"/>
                </a:lnTo>
                <a:lnTo>
                  <a:pt x="3355223" y="1128458"/>
                </a:lnTo>
                <a:lnTo>
                  <a:pt x="3356870" y="1129353"/>
                </a:lnTo>
                <a:lnTo>
                  <a:pt x="3358516" y="1130249"/>
                </a:lnTo>
                <a:lnTo>
                  <a:pt x="3360162" y="1131143"/>
                </a:lnTo>
                <a:lnTo>
                  <a:pt x="3361809" y="1132037"/>
                </a:lnTo>
                <a:lnTo>
                  <a:pt x="3363455" y="1132930"/>
                </a:lnTo>
                <a:lnTo>
                  <a:pt x="3365101" y="1133822"/>
                </a:lnTo>
                <a:lnTo>
                  <a:pt x="3366748" y="1134713"/>
                </a:lnTo>
                <a:lnTo>
                  <a:pt x="3368394" y="1135604"/>
                </a:lnTo>
                <a:lnTo>
                  <a:pt x="3370040" y="1136494"/>
                </a:lnTo>
                <a:lnTo>
                  <a:pt x="3371687" y="1137383"/>
                </a:lnTo>
                <a:lnTo>
                  <a:pt x="3373333" y="1138272"/>
                </a:lnTo>
                <a:lnTo>
                  <a:pt x="3374979" y="1139160"/>
                </a:lnTo>
                <a:lnTo>
                  <a:pt x="3376626" y="1140047"/>
                </a:lnTo>
                <a:lnTo>
                  <a:pt x="3378272" y="1140933"/>
                </a:lnTo>
                <a:lnTo>
                  <a:pt x="3379918" y="1141819"/>
                </a:lnTo>
                <a:lnTo>
                  <a:pt x="3381565" y="1142704"/>
                </a:lnTo>
                <a:lnTo>
                  <a:pt x="3383211" y="1143588"/>
                </a:lnTo>
                <a:lnTo>
                  <a:pt x="3384857" y="1144472"/>
                </a:lnTo>
                <a:lnTo>
                  <a:pt x="3386504" y="1145354"/>
                </a:lnTo>
                <a:lnTo>
                  <a:pt x="3388150" y="1146236"/>
                </a:lnTo>
                <a:lnTo>
                  <a:pt x="3389796" y="1147117"/>
                </a:lnTo>
                <a:lnTo>
                  <a:pt x="3391443" y="1147998"/>
                </a:lnTo>
                <a:lnTo>
                  <a:pt x="3393089" y="1148878"/>
                </a:lnTo>
                <a:lnTo>
                  <a:pt x="3394735" y="1149757"/>
                </a:lnTo>
                <a:lnTo>
                  <a:pt x="3396382" y="1150635"/>
                </a:lnTo>
                <a:lnTo>
                  <a:pt x="3398028" y="1151512"/>
                </a:lnTo>
                <a:lnTo>
                  <a:pt x="3399674" y="1152389"/>
                </a:lnTo>
                <a:lnTo>
                  <a:pt x="3401321" y="1153265"/>
                </a:lnTo>
                <a:lnTo>
                  <a:pt x="3402967" y="1154141"/>
                </a:lnTo>
                <a:lnTo>
                  <a:pt x="3404613" y="1155015"/>
                </a:lnTo>
                <a:lnTo>
                  <a:pt x="3406260" y="1155889"/>
                </a:lnTo>
                <a:lnTo>
                  <a:pt x="3407906" y="1156762"/>
                </a:lnTo>
                <a:lnTo>
                  <a:pt x="3409552" y="1157634"/>
                </a:lnTo>
                <a:lnTo>
                  <a:pt x="3411199" y="1158506"/>
                </a:lnTo>
                <a:lnTo>
                  <a:pt x="3412845" y="1159377"/>
                </a:lnTo>
                <a:lnTo>
                  <a:pt x="3414491" y="1160247"/>
                </a:lnTo>
                <a:lnTo>
                  <a:pt x="3416138" y="1161116"/>
                </a:lnTo>
                <a:lnTo>
                  <a:pt x="3417784" y="1161985"/>
                </a:lnTo>
                <a:lnTo>
                  <a:pt x="3419430" y="1162852"/>
                </a:lnTo>
                <a:lnTo>
                  <a:pt x="3421077" y="1163719"/>
                </a:lnTo>
                <a:lnTo>
                  <a:pt x="3422723" y="1164586"/>
                </a:lnTo>
                <a:lnTo>
                  <a:pt x="3424369" y="1165451"/>
                </a:lnTo>
                <a:lnTo>
                  <a:pt x="3426016" y="1166316"/>
                </a:lnTo>
                <a:lnTo>
                  <a:pt x="3427662" y="1167180"/>
                </a:lnTo>
                <a:lnTo>
                  <a:pt x="3429308" y="1168044"/>
                </a:lnTo>
                <a:lnTo>
                  <a:pt x="3430955" y="1168906"/>
                </a:lnTo>
                <a:lnTo>
                  <a:pt x="3432601" y="1169768"/>
                </a:lnTo>
                <a:lnTo>
                  <a:pt x="3434247" y="1170629"/>
                </a:lnTo>
                <a:lnTo>
                  <a:pt x="3435894" y="1171489"/>
                </a:lnTo>
                <a:lnTo>
                  <a:pt x="3437540" y="1172349"/>
                </a:lnTo>
                <a:lnTo>
                  <a:pt x="3439186" y="1173208"/>
                </a:lnTo>
                <a:lnTo>
                  <a:pt x="3440833" y="1174066"/>
                </a:lnTo>
                <a:lnTo>
                  <a:pt x="3442479" y="1174923"/>
                </a:lnTo>
                <a:lnTo>
                  <a:pt x="3444125" y="1175779"/>
                </a:lnTo>
                <a:lnTo>
                  <a:pt x="3445772" y="1176635"/>
                </a:lnTo>
                <a:lnTo>
                  <a:pt x="3447418" y="1177490"/>
                </a:lnTo>
                <a:lnTo>
                  <a:pt x="3449064" y="1178344"/>
                </a:lnTo>
                <a:lnTo>
                  <a:pt x="3450710" y="1179198"/>
                </a:lnTo>
                <a:lnTo>
                  <a:pt x="3452357" y="1180050"/>
                </a:lnTo>
                <a:lnTo>
                  <a:pt x="3454003" y="1180902"/>
                </a:lnTo>
                <a:lnTo>
                  <a:pt x="3455649" y="1181753"/>
                </a:lnTo>
                <a:lnTo>
                  <a:pt x="3457296" y="1182604"/>
                </a:lnTo>
                <a:lnTo>
                  <a:pt x="3458942" y="1183454"/>
                </a:lnTo>
                <a:lnTo>
                  <a:pt x="3460588" y="1184302"/>
                </a:lnTo>
                <a:lnTo>
                  <a:pt x="3462235" y="1185151"/>
                </a:lnTo>
                <a:lnTo>
                  <a:pt x="3463881" y="1185998"/>
                </a:lnTo>
                <a:lnTo>
                  <a:pt x="3465527" y="1186844"/>
                </a:lnTo>
                <a:lnTo>
                  <a:pt x="3467174" y="1187690"/>
                </a:lnTo>
                <a:lnTo>
                  <a:pt x="3468820" y="1188535"/>
                </a:lnTo>
                <a:lnTo>
                  <a:pt x="3470466" y="1189380"/>
                </a:lnTo>
                <a:lnTo>
                  <a:pt x="3472113" y="1190223"/>
                </a:lnTo>
                <a:lnTo>
                  <a:pt x="3473759" y="1191066"/>
                </a:lnTo>
                <a:lnTo>
                  <a:pt x="3475405" y="1191908"/>
                </a:lnTo>
                <a:lnTo>
                  <a:pt x="3477052" y="1192749"/>
                </a:lnTo>
                <a:lnTo>
                  <a:pt x="3478698" y="1193589"/>
                </a:lnTo>
                <a:lnTo>
                  <a:pt x="3480344" y="1194429"/>
                </a:lnTo>
                <a:lnTo>
                  <a:pt x="3481991" y="1195268"/>
                </a:lnTo>
                <a:lnTo>
                  <a:pt x="3483637" y="1196106"/>
                </a:lnTo>
                <a:lnTo>
                  <a:pt x="3485283" y="1196943"/>
                </a:lnTo>
                <a:lnTo>
                  <a:pt x="3486930" y="1197780"/>
                </a:lnTo>
                <a:lnTo>
                  <a:pt x="3488576" y="1198616"/>
                </a:lnTo>
                <a:lnTo>
                  <a:pt x="3490222" y="1199451"/>
                </a:lnTo>
                <a:lnTo>
                  <a:pt x="3491869" y="1200285"/>
                </a:lnTo>
                <a:lnTo>
                  <a:pt x="3493515" y="1201119"/>
                </a:lnTo>
                <a:lnTo>
                  <a:pt x="3495161" y="1201951"/>
                </a:lnTo>
                <a:lnTo>
                  <a:pt x="3496808" y="1202783"/>
                </a:lnTo>
                <a:lnTo>
                  <a:pt x="3498454" y="1203614"/>
                </a:lnTo>
                <a:lnTo>
                  <a:pt x="3500100" y="1204445"/>
                </a:lnTo>
                <a:lnTo>
                  <a:pt x="3501747" y="1205274"/>
                </a:lnTo>
                <a:lnTo>
                  <a:pt x="3503393" y="1206103"/>
                </a:lnTo>
                <a:lnTo>
                  <a:pt x="3505039" y="1206931"/>
                </a:lnTo>
                <a:lnTo>
                  <a:pt x="3506686" y="1207758"/>
                </a:lnTo>
                <a:lnTo>
                  <a:pt x="3508332" y="1208585"/>
                </a:lnTo>
                <a:lnTo>
                  <a:pt x="3509978" y="1209411"/>
                </a:lnTo>
                <a:lnTo>
                  <a:pt x="3511625" y="1210235"/>
                </a:lnTo>
                <a:lnTo>
                  <a:pt x="3513271" y="1211060"/>
                </a:lnTo>
                <a:lnTo>
                  <a:pt x="3514917" y="1211883"/>
                </a:lnTo>
                <a:lnTo>
                  <a:pt x="3516564" y="1212705"/>
                </a:lnTo>
                <a:lnTo>
                  <a:pt x="3518210" y="1213527"/>
                </a:lnTo>
                <a:lnTo>
                  <a:pt x="3519856" y="1214348"/>
                </a:lnTo>
                <a:lnTo>
                  <a:pt x="3521503" y="1215168"/>
                </a:lnTo>
                <a:lnTo>
                  <a:pt x="3523149" y="1215988"/>
                </a:lnTo>
                <a:lnTo>
                  <a:pt x="3524795" y="1216806"/>
                </a:lnTo>
                <a:lnTo>
                  <a:pt x="3526442" y="1217624"/>
                </a:lnTo>
                <a:lnTo>
                  <a:pt x="3528088" y="1218441"/>
                </a:lnTo>
                <a:lnTo>
                  <a:pt x="3529734" y="1219258"/>
                </a:lnTo>
                <a:lnTo>
                  <a:pt x="3531381" y="1220073"/>
                </a:lnTo>
                <a:lnTo>
                  <a:pt x="3533027" y="1220888"/>
                </a:lnTo>
                <a:lnTo>
                  <a:pt x="3534673" y="1221702"/>
                </a:lnTo>
                <a:lnTo>
                  <a:pt x="3536320" y="1222515"/>
                </a:lnTo>
                <a:lnTo>
                  <a:pt x="3537966" y="1223327"/>
                </a:lnTo>
                <a:lnTo>
                  <a:pt x="3539612" y="1224139"/>
                </a:lnTo>
                <a:lnTo>
                  <a:pt x="3541259" y="1224949"/>
                </a:lnTo>
                <a:lnTo>
                  <a:pt x="3542905" y="1225759"/>
                </a:lnTo>
                <a:lnTo>
                  <a:pt x="3544551" y="1226569"/>
                </a:lnTo>
                <a:lnTo>
                  <a:pt x="3546198" y="1227377"/>
                </a:lnTo>
                <a:lnTo>
                  <a:pt x="3547844" y="1228185"/>
                </a:lnTo>
                <a:lnTo>
                  <a:pt x="3549490" y="1228991"/>
                </a:lnTo>
                <a:lnTo>
                  <a:pt x="3551137" y="1229797"/>
                </a:lnTo>
                <a:lnTo>
                  <a:pt x="3552783" y="1230602"/>
                </a:lnTo>
                <a:lnTo>
                  <a:pt x="3554429" y="1231407"/>
                </a:lnTo>
                <a:lnTo>
                  <a:pt x="3556076" y="1232210"/>
                </a:lnTo>
                <a:lnTo>
                  <a:pt x="3557722" y="1233013"/>
                </a:lnTo>
                <a:lnTo>
                  <a:pt x="3559368" y="1233815"/>
                </a:lnTo>
                <a:lnTo>
                  <a:pt x="3561015" y="1234617"/>
                </a:lnTo>
                <a:lnTo>
                  <a:pt x="3562661" y="1235417"/>
                </a:lnTo>
                <a:lnTo>
                  <a:pt x="3564307" y="1236217"/>
                </a:lnTo>
                <a:lnTo>
                  <a:pt x="3565954" y="1237015"/>
                </a:lnTo>
                <a:lnTo>
                  <a:pt x="3567600" y="1237813"/>
                </a:lnTo>
                <a:lnTo>
                  <a:pt x="3569246" y="1238611"/>
                </a:lnTo>
                <a:lnTo>
                  <a:pt x="3570893" y="1239407"/>
                </a:lnTo>
                <a:lnTo>
                  <a:pt x="3572539" y="1240203"/>
                </a:lnTo>
                <a:lnTo>
                  <a:pt x="3574185" y="1240998"/>
                </a:lnTo>
                <a:lnTo>
                  <a:pt x="3575832" y="1241792"/>
                </a:lnTo>
                <a:lnTo>
                  <a:pt x="3577478" y="1242585"/>
                </a:lnTo>
                <a:lnTo>
                  <a:pt x="3579124" y="1243377"/>
                </a:lnTo>
                <a:lnTo>
                  <a:pt x="3580771" y="1244169"/>
                </a:lnTo>
                <a:lnTo>
                  <a:pt x="3582417" y="1244960"/>
                </a:lnTo>
                <a:lnTo>
                  <a:pt x="3584063" y="1245750"/>
                </a:lnTo>
                <a:lnTo>
                  <a:pt x="3585710" y="1246539"/>
                </a:lnTo>
                <a:lnTo>
                  <a:pt x="3587356" y="1247327"/>
                </a:lnTo>
                <a:lnTo>
                  <a:pt x="3589002" y="1248115"/>
                </a:lnTo>
                <a:lnTo>
                  <a:pt x="3590649" y="1248902"/>
                </a:lnTo>
                <a:lnTo>
                  <a:pt x="3592295" y="1249688"/>
                </a:lnTo>
                <a:lnTo>
                  <a:pt x="3593941" y="1250473"/>
                </a:lnTo>
                <a:lnTo>
                  <a:pt x="3595588" y="1251257"/>
                </a:lnTo>
                <a:lnTo>
                  <a:pt x="3597234" y="1252041"/>
                </a:lnTo>
                <a:lnTo>
                  <a:pt x="3598880" y="1252824"/>
                </a:lnTo>
                <a:lnTo>
                  <a:pt x="3600527" y="1253606"/>
                </a:lnTo>
                <a:lnTo>
                  <a:pt x="3602173" y="1254387"/>
                </a:lnTo>
                <a:lnTo>
                  <a:pt x="3603819" y="1255167"/>
                </a:lnTo>
                <a:lnTo>
                  <a:pt x="3605466" y="1255947"/>
                </a:lnTo>
                <a:lnTo>
                  <a:pt x="3607112" y="1256725"/>
                </a:lnTo>
                <a:lnTo>
                  <a:pt x="3608758" y="1257503"/>
                </a:lnTo>
                <a:lnTo>
                  <a:pt x="3610405" y="1258280"/>
                </a:lnTo>
                <a:lnTo>
                  <a:pt x="3612051" y="1259057"/>
                </a:lnTo>
                <a:lnTo>
                  <a:pt x="3613697" y="1259832"/>
                </a:lnTo>
                <a:lnTo>
                  <a:pt x="3615344" y="1260607"/>
                </a:lnTo>
                <a:lnTo>
                  <a:pt x="3616990" y="1261381"/>
                </a:lnTo>
                <a:lnTo>
                  <a:pt x="3618636" y="1262154"/>
                </a:lnTo>
                <a:lnTo>
                  <a:pt x="3620283" y="1262926"/>
                </a:lnTo>
                <a:lnTo>
                  <a:pt x="3621929" y="1263697"/>
                </a:lnTo>
                <a:lnTo>
                  <a:pt x="3623575" y="1264468"/>
                </a:lnTo>
                <a:lnTo>
                  <a:pt x="3625222" y="1265238"/>
                </a:lnTo>
                <a:lnTo>
                  <a:pt x="3626868" y="1266007"/>
                </a:lnTo>
                <a:lnTo>
                  <a:pt x="3628514" y="1266775"/>
                </a:lnTo>
                <a:lnTo>
                  <a:pt x="3630161" y="1267542"/>
                </a:lnTo>
                <a:lnTo>
                  <a:pt x="3631807" y="1268309"/>
                </a:lnTo>
                <a:lnTo>
                  <a:pt x="3633453" y="1269075"/>
                </a:lnTo>
                <a:lnTo>
                  <a:pt x="3635100" y="1269839"/>
                </a:lnTo>
                <a:lnTo>
                  <a:pt x="3636746" y="1270604"/>
                </a:lnTo>
                <a:lnTo>
                  <a:pt x="3638392" y="1271367"/>
                </a:lnTo>
                <a:lnTo>
                  <a:pt x="3640039" y="1272129"/>
                </a:lnTo>
                <a:lnTo>
                  <a:pt x="3641685" y="1272891"/>
                </a:lnTo>
                <a:lnTo>
                  <a:pt x="3643331" y="1273652"/>
                </a:lnTo>
                <a:lnTo>
                  <a:pt x="3644978" y="1274412"/>
                </a:lnTo>
                <a:lnTo>
                  <a:pt x="3646624" y="1275171"/>
                </a:lnTo>
                <a:lnTo>
                  <a:pt x="3648270" y="1275929"/>
                </a:lnTo>
                <a:lnTo>
                  <a:pt x="3649917" y="1276687"/>
                </a:lnTo>
                <a:lnTo>
                  <a:pt x="3651563" y="1277443"/>
                </a:lnTo>
                <a:lnTo>
                  <a:pt x="3653209" y="1278199"/>
                </a:lnTo>
                <a:lnTo>
                  <a:pt x="3654856" y="1278954"/>
                </a:lnTo>
                <a:lnTo>
                  <a:pt x="3656502" y="1279709"/>
                </a:lnTo>
                <a:lnTo>
                  <a:pt x="3658148" y="1280462"/>
                </a:lnTo>
                <a:lnTo>
                  <a:pt x="3659795" y="1281215"/>
                </a:lnTo>
                <a:lnTo>
                  <a:pt x="3661441" y="1281966"/>
                </a:lnTo>
                <a:lnTo>
                  <a:pt x="3663087" y="1282717"/>
                </a:lnTo>
                <a:lnTo>
                  <a:pt x="3664734" y="1283467"/>
                </a:lnTo>
                <a:lnTo>
                  <a:pt x="3666380" y="1284217"/>
                </a:lnTo>
                <a:lnTo>
                  <a:pt x="3668026" y="1284965"/>
                </a:lnTo>
                <a:lnTo>
                  <a:pt x="3669673" y="1285713"/>
                </a:lnTo>
                <a:lnTo>
                  <a:pt x="3671319" y="1286460"/>
                </a:lnTo>
                <a:lnTo>
                  <a:pt x="3672965" y="1287206"/>
                </a:lnTo>
                <a:lnTo>
                  <a:pt x="3674612" y="1287951"/>
                </a:lnTo>
                <a:lnTo>
                  <a:pt x="3676258" y="1288695"/>
                </a:lnTo>
                <a:lnTo>
                  <a:pt x="3677904" y="1289439"/>
                </a:lnTo>
                <a:lnTo>
                  <a:pt x="3679551" y="1290181"/>
                </a:lnTo>
                <a:lnTo>
                  <a:pt x="3681197" y="1290923"/>
                </a:lnTo>
                <a:lnTo>
                  <a:pt x="3682843" y="1291664"/>
                </a:lnTo>
                <a:lnTo>
                  <a:pt x="3684490" y="1292404"/>
                </a:lnTo>
                <a:lnTo>
                  <a:pt x="3686136" y="1293144"/>
                </a:lnTo>
                <a:lnTo>
                  <a:pt x="3687782" y="1293882"/>
                </a:lnTo>
                <a:lnTo>
                  <a:pt x="3689429" y="1294620"/>
                </a:lnTo>
                <a:lnTo>
                  <a:pt x="3691075" y="1295357"/>
                </a:lnTo>
                <a:lnTo>
                  <a:pt x="3692721" y="1296093"/>
                </a:lnTo>
                <a:lnTo>
                  <a:pt x="3694368" y="1296828"/>
                </a:lnTo>
                <a:lnTo>
                  <a:pt x="3696014" y="1297563"/>
                </a:lnTo>
                <a:lnTo>
                  <a:pt x="3697660" y="1298296"/>
                </a:lnTo>
                <a:lnTo>
                  <a:pt x="3699307" y="1299029"/>
                </a:lnTo>
                <a:lnTo>
                  <a:pt x="3700953" y="1299761"/>
                </a:lnTo>
                <a:lnTo>
                  <a:pt x="3702599" y="1300492"/>
                </a:lnTo>
                <a:lnTo>
                  <a:pt x="3704246" y="1301222"/>
                </a:lnTo>
                <a:lnTo>
                  <a:pt x="3705892" y="1301952"/>
                </a:lnTo>
                <a:lnTo>
                  <a:pt x="3707538" y="1302680"/>
                </a:lnTo>
                <a:lnTo>
                  <a:pt x="3709185" y="1303408"/>
                </a:lnTo>
                <a:lnTo>
                  <a:pt x="3710831" y="1304135"/>
                </a:lnTo>
                <a:lnTo>
                  <a:pt x="3712477" y="1304861"/>
                </a:lnTo>
                <a:lnTo>
                  <a:pt x="3714124" y="1305586"/>
                </a:lnTo>
                <a:lnTo>
                  <a:pt x="3715770" y="1306310"/>
                </a:lnTo>
                <a:lnTo>
                  <a:pt x="3717416" y="1307034"/>
                </a:lnTo>
                <a:lnTo>
                  <a:pt x="3719063" y="1307757"/>
                </a:lnTo>
                <a:lnTo>
                  <a:pt x="3720709" y="1308479"/>
                </a:lnTo>
                <a:lnTo>
                  <a:pt x="3722355" y="1309200"/>
                </a:lnTo>
                <a:lnTo>
                  <a:pt x="3724002" y="1309920"/>
                </a:lnTo>
                <a:lnTo>
                  <a:pt x="3725648" y="1310639"/>
                </a:lnTo>
                <a:lnTo>
                  <a:pt x="3727294" y="1311358"/>
                </a:lnTo>
                <a:lnTo>
                  <a:pt x="3728941" y="1312075"/>
                </a:lnTo>
                <a:lnTo>
                  <a:pt x="3730587" y="1312792"/>
                </a:lnTo>
                <a:lnTo>
                  <a:pt x="3732233" y="1313508"/>
                </a:lnTo>
                <a:lnTo>
                  <a:pt x="3733880" y="1314223"/>
                </a:lnTo>
                <a:lnTo>
                  <a:pt x="3735526" y="1314938"/>
                </a:lnTo>
                <a:lnTo>
                  <a:pt x="3737172" y="1315651"/>
                </a:lnTo>
                <a:lnTo>
                  <a:pt x="3738819" y="1316364"/>
                </a:lnTo>
                <a:lnTo>
                  <a:pt x="3740465" y="1317076"/>
                </a:lnTo>
                <a:lnTo>
                  <a:pt x="3742111" y="1317787"/>
                </a:lnTo>
                <a:lnTo>
                  <a:pt x="3743758" y="1318497"/>
                </a:lnTo>
                <a:lnTo>
                  <a:pt x="3745404" y="1319206"/>
                </a:lnTo>
                <a:lnTo>
                  <a:pt x="3747050" y="1319914"/>
                </a:lnTo>
                <a:lnTo>
                  <a:pt x="3748697" y="1320622"/>
                </a:lnTo>
                <a:lnTo>
                  <a:pt x="3750343" y="1321329"/>
                </a:lnTo>
                <a:lnTo>
                  <a:pt x="3751989" y="1322035"/>
                </a:lnTo>
                <a:lnTo>
                  <a:pt x="3753636" y="1322740"/>
                </a:lnTo>
                <a:lnTo>
                  <a:pt x="3755282" y="1323444"/>
                </a:lnTo>
                <a:lnTo>
                  <a:pt x="3756928" y="1324147"/>
                </a:lnTo>
                <a:lnTo>
                  <a:pt x="3758575" y="1324850"/>
                </a:lnTo>
                <a:lnTo>
                  <a:pt x="3760221" y="1325552"/>
                </a:lnTo>
                <a:lnTo>
                  <a:pt x="3761867" y="1326252"/>
                </a:lnTo>
                <a:lnTo>
                  <a:pt x="3763513" y="1326952"/>
                </a:lnTo>
                <a:lnTo>
                  <a:pt x="3765160" y="1327652"/>
                </a:lnTo>
                <a:lnTo>
                  <a:pt x="3766806" y="1328350"/>
                </a:lnTo>
                <a:lnTo>
                  <a:pt x="3768452" y="1329047"/>
                </a:lnTo>
                <a:lnTo>
                  <a:pt x="3770099" y="1329744"/>
                </a:lnTo>
                <a:lnTo>
                  <a:pt x="3771745" y="1330440"/>
                </a:lnTo>
                <a:lnTo>
                  <a:pt x="3773391" y="1331135"/>
                </a:lnTo>
                <a:lnTo>
                  <a:pt x="3775038" y="1331829"/>
                </a:lnTo>
                <a:lnTo>
                  <a:pt x="3776684" y="1332522"/>
                </a:lnTo>
                <a:lnTo>
                  <a:pt x="3778330" y="1333214"/>
                </a:lnTo>
                <a:lnTo>
                  <a:pt x="3779977" y="1333906"/>
                </a:lnTo>
                <a:lnTo>
                  <a:pt x="3781623" y="1334596"/>
                </a:lnTo>
                <a:lnTo>
                  <a:pt x="3783269" y="1335286"/>
                </a:lnTo>
                <a:lnTo>
                  <a:pt x="3784916" y="1335975"/>
                </a:lnTo>
                <a:lnTo>
                  <a:pt x="3786562" y="1336663"/>
                </a:lnTo>
                <a:lnTo>
                  <a:pt x="3788208" y="1337351"/>
                </a:lnTo>
                <a:lnTo>
                  <a:pt x="3789855" y="1338037"/>
                </a:lnTo>
                <a:lnTo>
                  <a:pt x="3791501" y="1338723"/>
                </a:lnTo>
                <a:lnTo>
                  <a:pt x="3793147" y="1339407"/>
                </a:lnTo>
                <a:lnTo>
                  <a:pt x="3794794" y="1340091"/>
                </a:lnTo>
                <a:lnTo>
                  <a:pt x="3796440" y="1340774"/>
                </a:lnTo>
                <a:lnTo>
                  <a:pt x="3798086" y="1341456"/>
                </a:lnTo>
                <a:lnTo>
                  <a:pt x="3799733" y="1342138"/>
                </a:lnTo>
                <a:lnTo>
                  <a:pt x="3801379" y="1342818"/>
                </a:lnTo>
                <a:lnTo>
                  <a:pt x="3803025" y="1343498"/>
                </a:lnTo>
                <a:lnTo>
                  <a:pt x="3804672" y="1344176"/>
                </a:lnTo>
                <a:lnTo>
                  <a:pt x="3806318" y="1344854"/>
                </a:lnTo>
                <a:lnTo>
                  <a:pt x="3807964" y="1345531"/>
                </a:lnTo>
                <a:lnTo>
                  <a:pt x="3809611" y="1346208"/>
                </a:lnTo>
                <a:lnTo>
                  <a:pt x="3811257" y="1346883"/>
                </a:lnTo>
                <a:lnTo>
                  <a:pt x="3812903" y="1347557"/>
                </a:lnTo>
                <a:lnTo>
                  <a:pt x="3814550" y="1348231"/>
                </a:lnTo>
                <a:lnTo>
                  <a:pt x="3816196" y="1348904"/>
                </a:lnTo>
                <a:lnTo>
                  <a:pt x="3817842" y="1349576"/>
                </a:lnTo>
                <a:lnTo>
                  <a:pt x="3819489" y="1350247"/>
                </a:lnTo>
                <a:lnTo>
                  <a:pt x="3821135" y="1350917"/>
                </a:lnTo>
                <a:lnTo>
                  <a:pt x="3822781" y="1351586"/>
                </a:lnTo>
                <a:lnTo>
                  <a:pt x="3824428" y="1352255"/>
                </a:lnTo>
                <a:lnTo>
                  <a:pt x="3826074" y="1352922"/>
                </a:lnTo>
                <a:lnTo>
                  <a:pt x="3827720" y="1353589"/>
                </a:lnTo>
                <a:lnTo>
                  <a:pt x="3829367" y="1354255"/>
                </a:lnTo>
                <a:lnTo>
                  <a:pt x="3831013" y="1354920"/>
                </a:lnTo>
                <a:lnTo>
                  <a:pt x="3832659" y="1355584"/>
                </a:lnTo>
                <a:lnTo>
                  <a:pt x="3834306" y="1356248"/>
                </a:lnTo>
                <a:lnTo>
                  <a:pt x="3835952" y="1356910"/>
                </a:lnTo>
                <a:lnTo>
                  <a:pt x="3837598" y="1357572"/>
                </a:lnTo>
                <a:lnTo>
                  <a:pt x="3839245" y="1358233"/>
                </a:lnTo>
                <a:lnTo>
                  <a:pt x="3840891" y="1358892"/>
                </a:lnTo>
                <a:lnTo>
                  <a:pt x="3842537" y="1359551"/>
                </a:lnTo>
                <a:lnTo>
                  <a:pt x="3844184" y="1360210"/>
                </a:lnTo>
                <a:lnTo>
                  <a:pt x="3845830" y="1360867"/>
                </a:lnTo>
                <a:lnTo>
                  <a:pt x="3847476" y="1361523"/>
                </a:lnTo>
                <a:lnTo>
                  <a:pt x="3849123" y="1362179"/>
                </a:lnTo>
                <a:lnTo>
                  <a:pt x="3850769" y="1362834"/>
                </a:lnTo>
                <a:lnTo>
                  <a:pt x="3852415" y="1363488"/>
                </a:lnTo>
                <a:lnTo>
                  <a:pt x="3854062" y="1364141"/>
                </a:lnTo>
                <a:lnTo>
                  <a:pt x="3855708" y="1364793"/>
                </a:lnTo>
                <a:lnTo>
                  <a:pt x="3857354" y="1365444"/>
                </a:lnTo>
                <a:lnTo>
                  <a:pt x="3859001" y="1366095"/>
                </a:lnTo>
                <a:lnTo>
                  <a:pt x="3860647" y="1366744"/>
                </a:lnTo>
                <a:lnTo>
                  <a:pt x="3862293" y="1367393"/>
                </a:lnTo>
                <a:lnTo>
                  <a:pt x="3863940" y="1368041"/>
                </a:lnTo>
                <a:lnTo>
                  <a:pt x="3865586" y="1368688"/>
                </a:lnTo>
                <a:lnTo>
                  <a:pt x="3867232" y="1369334"/>
                </a:lnTo>
                <a:lnTo>
                  <a:pt x="3868879" y="1369979"/>
                </a:lnTo>
                <a:lnTo>
                  <a:pt x="3870525" y="1370623"/>
                </a:lnTo>
                <a:lnTo>
                  <a:pt x="3872171" y="1371267"/>
                </a:lnTo>
                <a:lnTo>
                  <a:pt x="3873818" y="1371910"/>
                </a:lnTo>
                <a:lnTo>
                  <a:pt x="3875464" y="1372551"/>
                </a:lnTo>
                <a:lnTo>
                  <a:pt x="3877110" y="1373192"/>
                </a:lnTo>
                <a:lnTo>
                  <a:pt x="3878757" y="1373832"/>
                </a:lnTo>
                <a:lnTo>
                  <a:pt x="3880403" y="1374472"/>
                </a:lnTo>
                <a:lnTo>
                  <a:pt x="3882049" y="1375110"/>
                </a:lnTo>
                <a:lnTo>
                  <a:pt x="3883696" y="1375747"/>
                </a:lnTo>
                <a:lnTo>
                  <a:pt x="3885342" y="1376384"/>
                </a:lnTo>
                <a:lnTo>
                  <a:pt x="3886988" y="1377020"/>
                </a:lnTo>
                <a:lnTo>
                  <a:pt x="3888635" y="1377655"/>
                </a:lnTo>
                <a:lnTo>
                  <a:pt x="3890281" y="1378289"/>
                </a:lnTo>
                <a:lnTo>
                  <a:pt x="3891927" y="1378922"/>
                </a:lnTo>
                <a:lnTo>
                  <a:pt x="3893574" y="1379554"/>
                </a:lnTo>
                <a:lnTo>
                  <a:pt x="3895220" y="1380185"/>
                </a:lnTo>
                <a:lnTo>
                  <a:pt x="3896866" y="1380816"/>
                </a:lnTo>
                <a:lnTo>
                  <a:pt x="3898513" y="1381445"/>
                </a:lnTo>
                <a:lnTo>
                  <a:pt x="3900159" y="1382074"/>
                </a:lnTo>
                <a:lnTo>
                  <a:pt x="3901805" y="1382702"/>
                </a:lnTo>
                <a:lnTo>
                  <a:pt x="3903452" y="1383329"/>
                </a:lnTo>
                <a:lnTo>
                  <a:pt x="3905098" y="1383955"/>
                </a:lnTo>
                <a:lnTo>
                  <a:pt x="3906744" y="1384581"/>
                </a:lnTo>
                <a:lnTo>
                  <a:pt x="3908391" y="1385205"/>
                </a:lnTo>
                <a:lnTo>
                  <a:pt x="3910037" y="1385829"/>
                </a:lnTo>
                <a:lnTo>
                  <a:pt x="3911683" y="1386451"/>
                </a:lnTo>
                <a:lnTo>
                  <a:pt x="3913330" y="1387073"/>
                </a:lnTo>
                <a:lnTo>
                  <a:pt x="3914976" y="1387694"/>
                </a:lnTo>
                <a:lnTo>
                  <a:pt x="3916622" y="1388314"/>
                </a:lnTo>
                <a:lnTo>
                  <a:pt x="3918269" y="1388934"/>
                </a:lnTo>
                <a:lnTo>
                  <a:pt x="3919915" y="1389552"/>
                </a:lnTo>
                <a:lnTo>
                  <a:pt x="3921561" y="1390169"/>
                </a:lnTo>
                <a:lnTo>
                  <a:pt x="3923208" y="1390786"/>
                </a:lnTo>
                <a:lnTo>
                  <a:pt x="3924854" y="1391402"/>
                </a:lnTo>
                <a:lnTo>
                  <a:pt x="3926500" y="1392017"/>
                </a:lnTo>
                <a:lnTo>
                  <a:pt x="3928147" y="1392631"/>
                </a:lnTo>
                <a:lnTo>
                  <a:pt x="3929793" y="1393244"/>
                </a:lnTo>
                <a:lnTo>
                  <a:pt x="3931439" y="1393856"/>
                </a:lnTo>
                <a:lnTo>
                  <a:pt x="3933086" y="1394467"/>
                </a:lnTo>
                <a:lnTo>
                  <a:pt x="3934732" y="1395078"/>
                </a:lnTo>
                <a:lnTo>
                  <a:pt x="3936378" y="1395687"/>
                </a:lnTo>
                <a:lnTo>
                  <a:pt x="3938025" y="1396296"/>
                </a:lnTo>
                <a:lnTo>
                  <a:pt x="3939671" y="1396904"/>
                </a:lnTo>
                <a:lnTo>
                  <a:pt x="3941317" y="1397511"/>
                </a:lnTo>
                <a:lnTo>
                  <a:pt x="3942964" y="1398117"/>
                </a:lnTo>
                <a:lnTo>
                  <a:pt x="3944610" y="1398722"/>
                </a:lnTo>
                <a:lnTo>
                  <a:pt x="3946256" y="1399327"/>
                </a:lnTo>
                <a:lnTo>
                  <a:pt x="3947903" y="1399930"/>
                </a:lnTo>
                <a:lnTo>
                  <a:pt x="3949549" y="1400533"/>
                </a:lnTo>
                <a:lnTo>
                  <a:pt x="3951195" y="1401135"/>
                </a:lnTo>
                <a:lnTo>
                  <a:pt x="3952842" y="1401736"/>
                </a:lnTo>
                <a:lnTo>
                  <a:pt x="3954488" y="1402336"/>
                </a:lnTo>
                <a:lnTo>
                  <a:pt x="3956134" y="1402935"/>
                </a:lnTo>
                <a:lnTo>
                  <a:pt x="3957781" y="1403533"/>
                </a:lnTo>
                <a:lnTo>
                  <a:pt x="3959427" y="1404130"/>
                </a:lnTo>
                <a:lnTo>
                  <a:pt x="3961073" y="1404727"/>
                </a:lnTo>
                <a:lnTo>
                  <a:pt x="3962720" y="1405322"/>
                </a:lnTo>
                <a:lnTo>
                  <a:pt x="3964366" y="1405917"/>
                </a:lnTo>
                <a:lnTo>
                  <a:pt x="3966012" y="1406511"/>
                </a:lnTo>
                <a:lnTo>
                  <a:pt x="3967659" y="1407104"/>
                </a:lnTo>
                <a:lnTo>
                  <a:pt x="3969305" y="1407696"/>
                </a:lnTo>
                <a:lnTo>
                  <a:pt x="3970951" y="1408287"/>
                </a:lnTo>
                <a:lnTo>
                  <a:pt x="3972598" y="1408878"/>
                </a:lnTo>
                <a:lnTo>
                  <a:pt x="3974244" y="1409467"/>
                </a:lnTo>
                <a:lnTo>
                  <a:pt x="3975890" y="1410056"/>
                </a:lnTo>
                <a:lnTo>
                  <a:pt x="3977537" y="1410643"/>
                </a:lnTo>
                <a:lnTo>
                  <a:pt x="3979183" y="1411230"/>
                </a:lnTo>
                <a:lnTo>
                  <a:pt x="3980829" y="1411816"/>
                </a:lnTo>
                <a:lnTo>
                  <a:pt x="3982476" y="1412401"/>
                </a:lnTo>
                <a:lnTo>
                  <a:pt x="3984122" y="1412986"/>
                </a:lnTo>
                <a:lnTo>
                  <a:pt x="3985768" y="1413569"/>
                </a:lnTo>
                <a:lnTo>
                  <a:pt x="3987415" y="1414151"/>
                </a:lnTo>
                <a:lnTo>
                  <a:pt x="3989061" y="1414733"/>
                </a:lnTo>
                <a:lnTo>
                  <a:pt x="3990707" y="1415314"/>
                </a:lnTo>
                <a:lnTo>
                  <a:pt x="3992354" y="1415893"/>
                </a:lnTo>
                <a:lnTo>
                  <a:pt x="3994000" y="1416472"/>
                </a:lnTo>
                <a:lnTo>
                  <a:pt x="3995646" y="1417050"/>
                </a:lnTo>
                <a:lnTo>
                  <a:pt x="3997293" y="1417628"/>
                </a:lnTo>
                <a:lnTo>
                  <a:pt x="3998939" y="1418204"/>
                </a:lnTo>
                <a:lnTo>
                  <a:pt x="4000585" y="1418779"/>
                </a:lnTo>
                <a:lnTo>
                  <a:pt x="4002232" y="1419354"/>
                </a:lnTo>
                <a:lnTo>
                  <a:pt x="4003878" y="1419927"/>
                </a:lnTo>
                <a:lnTo>
                  <a:pt x="4005524" y="1420500"/>
                </a:lnTo>
                <a:lnTo>
                  <a:pt x="4007171" y="1421072"/>
                </a:lnTo>
                <a:lnTo>
                  <a:pt x="4008817" y="1421643"/>
                </a:lnTo>
                <a:lnTo>
                  <a:pt x="4010463" y="1422213"/>
                </a:lnTo>
                <a:lnTo>
                  <a:pt x="4012110" y="1422782"/>
                </a:lnTo>
                <a:lnTo>
                  <a:pt x="4013756" y="1423351"/>
                </a:lnTo>
                <a:lnTo>
                  <a:pt x="4015402" y="1423918"/>
                </a:lnTo>
                <a:lnTo>
                  <a:pt x="4017049" y="1424485"/>
                </a:lnTo>
                <a:lnTo>
                  <a:pt x="4018695" y="1425051"/>
                </a:lnTo>
                <a:lnTo>
                  <a:pt x="4020341" y="1425615"/>
                </a:lnTo>
                <a:lnTo>
                  <a:pt x="4021988" y="1426179"/>
                </a:lnTo>
                <a:lnTo>
                  <a:pt x="4023634" y="1426742"/>
                </a:lnTo>
                <a:lnTo>
                  <a:pt x="4025280" y="1427305"/>
                </a:lnTo>
                <a:lnTo>
                  <a:pt x="4026927" y="1427866"/>
                </a:lnTo>
                <a:lnTo>
                  <a:pt x="4028573" y="1428426"/>
                </a:lnTo>
                <a:lnTo>
                  <a:pt x="4030219" y="1428986"/>
                </a:lnTo>
                <a:lnTo>
                  <a:pt x="4031866" y="1429544"/>
                </a:lnTo>
                <a:lnTo>
                  <a:pt x="4033512" y="1430102"/>
                </a:lnTo>
                <a:lnTo>
                  <a:pt x="4035158" y="1430659"/>
                </a:lnTo>
                <a:lnTo>
                  <a:pt x="4036805" y="1431215"/>
                </a:lnTo>
                <a:lnTo>
                  <a:pt x="4038451" y="1431770"/>
                </a:lnTo>
                <a:lnTo>
                  <a:pt x="4040097" y="1432324"/>
                </a:lnTo>
                <a:lnTo>
                  <a:pt x="4041744" y="1432878"/>
                </a:lnTo>
                <a:lnTo>
                  <a:pt x="4043390" y="1433430"/>
                </a:lnTo>
                <a:lnTo>
                  <a:pt x="4045036" y="1433982"/>
                </a:lnTo>
                <a:lnTo>
                  <a:pt x="4046683" y="1434532"/>
                </a:lnTo>
                <a:lnTo>
                  <a:pt x="4048329" y="1435082"/>
                </a:lnTo>
                <a:lnTo>
                  <a:pt x="4049975" y="1435631"/>
                </a:lnTo>
                <a:lnTo>
                  <a:pt x="4051622" y="1436179"/>
                </a:lnTo>
                <a:lnTo>
                  <a:pt x="4053268" y="1436726"/>
                </a:lnTo>
                <a:lnTo>
                  <a:pt x="4054914" y="1437273"/>
                </a:lnTo>
                <a:lnTo>
                  <a:pt x="4056561" y="1437818"/>
                </a:lnTo>
                <a:lnTo>
                  <a:pt x="4058207" y="1438362"/>
                </a:lnTo>
                <a:lnTo>
                  <a:pt x="4059853" y="1438906"/>
                </a:lnTo>
                <a:lnTo>
                  <a:pt x="4061500" y="1439449"/>
                </a:lnTo>
                <a:lnTo>
                  <a:pt x="4063146" y="1439991"/>
                </a:lnTo>
                <a:lnTo>
                  <a:pt x="4064792" y="1440532"/>
                </a:lnTo>
                <a:lnTo>
                  <a:pt x="4066439" y="1441072"/>
                </a:lnTo>
                <a:lnTo>
                  <a:pt x="4068085" y="1441611"/>
                </a:lnTo>
                <a:lnTo>
                  <a:pt x="4069731" y="1442149"/>
                </a:lnTo>
                <a:lnTo>
                  <a:pt x="4071378" y="1442686"/>
                </a:lnTo>
                <a:lnTo>
                  <a:pt x="4073024" y="1443223"/>
                </a:lnTo>
                <a:lnTo>
                  <a:pt x="4074670" y="1443759"/>
                </a:lnTo>
                <a:lnTo>
                  <a:pt x="4076316" y="1444293"/>
                </a:lnTo>
                <a:lnTo>
                  <a:pt x="4077963" y="1444827"/>
                </a:lnTo>
                <a:lnTo>
                  <a:pt x="4079609" y="1445360"/>
                </a:lnTo>
                <a:lnTo>
                  <a:pt x="4081255" y="1445892"/>
                </a:lnTo>
                <a:lnTo>
                  <a:pt x="4082902" y="1446423"/>
                </a:lnTo>
                <a:lnTo>
                  <a:pt x="4084548" y="1446954"/>
                </a:lnTo>
                <a:lnTo>
                  <a:pt x="4086194" y="1447483"/>
                </a:lnTo>
                <a:lnTo>
                  <a:pt x="4087841" y="1448011"/>
                </a:lnTo>
                <a:lnTo>
                  <a:pt x="4089487" y="1448539"/>
                </a:lnTo>
                <a:lnTo>
                  <a:pt x="4091133" y="1449066"/>
                </a:lnTo>
                <a:lnTo>
                  <a:pt x="4092780" y="1449592"/>
                </a:lnTo>
                <a:lnTo>
                  <a:pt x="4094426" y="1450117"/>
                </a:lnTo>
                <a:lnTo>
                  <a:pt x="4096072" y="1450641"/>
                </a:lnTo>
                <a:lnTo>
                  <a:pt x="4097719" y="1451164"/>
                </a:lnTo>
                <a:lnTo>
                  <a:pt x="4099365" y="1451686"/>
                </a:lnTo>
                <a:lnTo>
                  <a:pt x="4101011" y="1452208"/>
                </a:lnTo>
                <a:lnTo>
                  <a:pt x="4102658" y="1452728"/>
                </a:lnTo>
                <a:lnTo>
                  <a:pt x="4104304" y="1453248"/>
                </a:lnTo>
                <a:lnTo>
                  <a:pt x="4105950" y="1453766"/>
                </a:lnTo>
                <a:lnTo>
                  <a:pt x="4107597" y="1454284"/>
                </a:lnTo>
                <a:lnTo>
                  <a:pt x="4109243" y="1454801"/>
                </a:lnTo>
                <a:lnTo>
                  <a:pt x="4110889" y="1455317"/>
                </a:lnTo>
                <a:lnTo>
                  <a:pt x="4112536" y="1455833"/>
                </a:lnTo>
                <a:lnTo>
                  <a:pt x="4114182" y="1456347"/>
                </a:lnTo>
                <a:lnTo>
                  <a:pt x="4115828" y="1456860"/>
                </a:lnTo>
                <a:lnTo>
                  <a:pt x="4117475" y="1457373"/>
                </a:lnTo>
                <a:lnTo>
                  <a:pt x="4119121" y="1457884"/>
                </a:lnTo>
                <a:lnTo>
                  <a:pt x="4120767" y="1458395"/>
                </a:lnTo>
                <a:lnTo>
                  <a:pt x="4122414" y="1458905"/>
                </a:lnTo>
                <a:lnTo>
                  <a:pt x="4124060" y="1459414"/>
                </a:lnTo>
                <a:lnTo>
                  <a:pt x="4125706" y="1459922"/>
                </a:lnTo>
                <a:lnTo>
                  <a:pt x="4127353" y="1460429"/>
                </a:lnTo>
                <a:lnTo>
                  <a:pt x="4128999" y="1460935"/>
                </a:lnTo>
                <a:lnTo>
                  <a:pt x="4130645" y="1461441"/>
                </a:lnTo>
                <a:lnTo>
                  <a:pt x="4132292" y="1461945"/>
                </a:lnTo>
                <a:lnTo>
                  <a:pt x="4133938" y="1462449"/>
                </a:lnTo>
                <a:lnTo>
                  <a:pt x="4135584" y="1462951"/>
                </a:lnTo>
                <a:lnTo>
                  <a:pt x="4137231" y="1463453"/>
                </a:lnTo>
                <a:lnTo>
                  <a:pt x="4138877" y="1463954"/>
                </a:lnTo>
                <a:lnTo>
                  <a:pt x="4140523" y="1464454"/>
                </a:lnTo>
                <a:lnTo>
                  <a:pt x="4142170" y="1464953"/>
                </a:lnTo>
                <a:lnTo>
                  <a:pt x="4143816" y="1465452"/>
                </a:lnTo>
                <a:lnTo>
                  <a:pt x="4145462" y="1465949"/>
                </a:lnTo>
                <a:lnTo>
                  <a:pt x="4147109" y="1466445"/>
                </a:lnTo>
                <a:lnTo>
                  <a:pt x="4148755" y="1466941"/>
                </a:lnTo>
                <a:lnTo>
                  <a:pt x="4150401" y="1467436"/>
                </a:lnTo>
                <a:lnTo>
                  <a:pt x="4152048" y="1467930"/>
                </a:lnTo>
                <a:lnTo>
                  <a:pt x="4153694" y="1468422"/>
                </a:lnTo>
                <a:lnTo>
                  <a:pt x="4155340" y="1468914"/>
                </a:lnTo>
                <a:lnTo>
                  <a:pt x="4156987" y="1469406"/>
                </a:lnTo>
                <a:lnTo>
                  <a:pt x="4158633" y="1469896"/>
                </a:lnTo>
                <a:lnTo>
                  <a:pt x="4160279" y="1470385"/>
                </a:lnTo>
                <a:lnTo>
                  <a:pt x="4161926" y="1470874"/>
                </a:lnTo>
                <a:lnTo>
                  <a:pt x="4163572" y="1471361"/>
                </a:lnTo>
                <a:lnTo>
                  <a:pt x="4165218" y="1471848"/>
                </a:lnTo>
                <a:lnTo>
                  <a:pt x="4166865" y="1472333"/>
                </a:lnTo>
                <a:lnTo>
                  <a:pt x="4168511" y="1472818"/>
                </a:lnTo>
                <a:lnTo>
                  <a:pt x="4170157" y="1473302"/>
                </a:lnTo>
                <a:lnTo>
                  <a:pt x="4171804" y="1473785"/>
                </a:lnTo>
                <a:lnTo>
                  <a:pt x="4173450" y="1474268"/>
                </a:lnTo>
                <a:lnTo>
                  <a:pt x="4175096" y="1474749"/>
                </a:lnTo>
                <a:lnTo>
                  <a:pt x="4176743" y="1475229"/>
                </a:lnTo>
                <a:lnTo>
                  <a:pt x="4178389" y="1475709"/>
                </a:lnTo>
                <a:lnTo>
                  <a:pt x="4180035" y="1476187"/>
                </a:lnTo>
                <a:lnTo>
                  <a:pt x="4181682" y="1476665"/>
                </a:lnTo>
                <a:lnTo>
                  <a:pt x="4183328" y="1477142"/>
                </a:lnTo>
                <a:lnTo>
                  <a:pt x="4184974" y="1477618"/>
                </a:lnTo>
                <a:lnTo>
                  <a:pt x="4186621" y="1478093"/>
                </a:lnTo>
                <a:lnTo>
                  <a:pt x="4188267" y="1478567"/>
                </a:lnTo>
                <a:lnTo>
                  <a:pt x="4189913" y="1479040"/>
                </a:lnTo>
                <a:lnTo>
                  <a:pt x="4191560" y="1479513"/>
                </a:lnTo>
                <a:lnTo>
                  <a:pt x="4193206" y="1479984"/>
                </a:lnTo>
                <a:lnTo>
                  <a:pt x="4194852" y="1480455"/>
                </a:lnTo>
                <a:lnTo>
                  <a:pt x="4196499" y="1480924"/>
                </a:lnTo>
                <a:lnTo>
                  <a:pt x="4198145" y="1481393"/>
                </a:lnTo>
                <a:lnTo>
                  <a:pt x="4199791" y="1481861"/>
                </a:lnTo>
                <a:lnTo>
                  <a:pt x="4201438" y="1482328"/>
                </a:lnTo>
                <a:lnTo>
                  <a:pt x="4203084" y="1482794"/>
                </a:lnTo>
                <a:lnTo>
                  <a:pt x="4204730" y="1483259"/>
                </a:lnTo>
                <a:lnTo>
                  <a:pt x="4206377" y="1483724"/>
                </a:lnTo>
                <a:lnTo>
                  <a:pt x="4208023" y="1484187"/>
                </a:lnTo>
                <a:lnTo>
                  <a:pt x="4209669" y="1484649"/>
                </a:lnTo>
                <a:lnTo>
                  <a:pt x="4211316" y="1485111"/>
                </a:lnTo>
                <a:lnTo>
                  <a:pt x="4212962" y="1485572"/>
                </a:lnTo>
                <a:lnTo>
                  <a:pt x="4214608" y="1486032"/>
                </a:lnTo>
                <a:lnTo>
                  <a:pt x="4216255" y="1486491"/>
                </a:lnTo>
                <a:lnTo>
                  <a:pt x="4217901" y="1486949"/>
                </a:lnTo>
                <a:lnTo>
                  <a:pt x="4219547" y="1487406"/>
                </a:lnTo>
                <a:lnTo>
                  <a:pt x="4221194" y="1487862"/>
                </a:lnTo>
                <a:lnTo>
                  <a:pt x="4222840" y="1488317"/>
                </a:lnTo>
                <a:lnTo>
                  <a:pt x="4224486" y="1488772"/>
                </a:lnTo>
                <a:lnTo>
                  <a:pt x="4226133" y="1489225"/>
                </a:lnTo>
                <a:lnTo>
                  <a:pt x="4227779" y="1489678"/>
                </a:lnTo>
                <a:lnTo>
                  <a:pt x="4229425" y="1490130"/>
                </a:lnTo>
                <a:lnTo>
                  <a:pt x="4231072" y="1490581"/>
                </a:lnTo>
                <a:lnTo>
                  <a:pt x="4232718" y="1491031"/>
                </a:lnTo>
                <a:lnTo>
                  <a:pt x="4234364" y="1491480"/>
                </a:lnTo>
                <a:lnTo>
                  <a:pt x="4236011" y="1491928"/>
                </a:lnTo>
                <a:lnTo>
                  <a:pt x="4237657" y="1492375"/>
                </a:lnTo>
                <a:lnTo>
                  <a:pt x="4239303" y="1492822"/>
                </a:lnTo>
                <a:lnTo>
                  <a:pt x="4240950" y="1493267"/>
                </a:lnTo>
                <a:lnTo>
                  <a:pt x="4242596" y="1493712"/>
                </a:lnTo>
                <a:lnTo>
                  <a:pt x="4244242" y="1494156"/>
                </a:lnTo>
                <a:lnTo>
                  <a:pt x="4245889" y="1494598"/>
                </a:lnTo>
                <a:lnTo>
                  <a:pt x="4247535" y="1495040"/>
                </a:lnTo>
                <a:lnTo>
                  <a:pt x="4249181" y="1495481"/>
                </a:lnTo>
                <a:lnTo>
                  <a:pt x="4250828" y="1495922"/>
                </a:lnTo>
                <a:lnTo>
                  <a:pt x="4252474" y="1496361"/>
                </a:lnTo>
                <a:lnTo>
                  <a:pt x="4254120" y="1496799"/>
                </a:lnTo>
                <a:lnTo>
                  <a:pt x="4255767" y="1497237"/>
                </a:lnTo>
                <a:lnTo>
                  <a:pt x="4257413" y="1497673"/>
                </a:lnTo>
                <a:lnTo>
                  <a:pt x="4259059" y="1498109"/>
                </a:lnTo>
                <a:lnTo>
                  <a:pt x="4260706" y="1498544"/>
                </a:lnTo>
                <a:lnTo>
                  <a:pt x="4262352" y="1498977"/>
                </a:lnTo>
                <a:lnTo>
                  <a:pt x="4263998" y="1499410"/>
                </a:lnTo>
                <a:lnTo>
                  <a:pt x="4265645" y="1499842"/>
                </a:lnTo>
                <a:lnTo>
                  <a:pt x="4267291" y="1500274"/>
                </a:lnTo>
                <a:lnTo>
                  <a:pt x="4268937" y="1500704"/>
                </a:lnTo>
                <a:lnTo>
                  <a:pt x="4270584" y="1501133"/>
                </a:lnTo>
                <a:lnTo>
                  <a:pt x="4272230" y="1501562"/>
                </a:lnTo>
                <a:lnTo>
                  <a:pt x="4273876" y="1501989"/>
                </a:lnTo>
                <a:lnTo>
                  <a:pt x="4275523" y="1502416"/>
                </a:lnTo>
                <a:lnTo>
                  <a:pt x="4277169" y="1502842"/>
                </a:lnTo>
                <a:lnTo>
                  <a:pt x="4278815" y="1503267"/>
                </a:lnTo>
                <a:lnTo>
                  <a:pt x="4280462" y="1503691"/>
                </a:lnTo>
                <a:lnTo>
                  <a:pt x="4282108" y="1504114"/>
                </a:lnTo>
                <a:lnTo>
                  <a:pt x="4283754" y="1504536"/>
                </a:lnTo>
                <a:lnTo>
                  <a:pt x="4285401" y="1504958"/>
                </a:lnTo>
                <a:lnTo>
                  <a:pt x="4287047" y="1505378"/>
                </a:lnTo>
                <a:lnTo>
                  <a:pt x="4288693" y="1505797"/>
                </a:lnTo>
                <a:lnTo>
                  <a:pt x="4290340" y="1506216"/>
                </a:lnTo>
                <a:lnTo>
                  <a:pt x="4291986" y="1506634"/>
                </a:lnTo>
                <a:lnTo>
                  <a:pt x="4293632" y="1507051"/>
                </a:lnTo>
                <a:lnTo>
                  <a:pt x="4295279" y="1507467"/>
                </a:lnTo>
                <a:lnTo>
                  <a:pt x="4296925" y="1507882"/>
                </a:lnTo>
                <a:lnTo>
                  <a:pt x="4298571" y="1508296"/>
                </a:lnTo>
                <a:lnTo>
                  <a:pt x="4300218" y="1508709"/>
                </a:lnTo>
                <a:lnTo>
                  <a:pt x="4301864" y="1509122"/>
                </a:lnTo>
                <a:lnTo>
                  <a:pt x="4303510" y="1509533"/>
                </a:lnTo>
                <a:lnTo>
                  <a:pt x="4305157" y="1509944"/>
                </a:lnTo>
                <a:lnTo>
                  <a:pt x="4306803" y="1510353"/>
                </a:lnTo>
                <a:lnTo>
                  <a:pt x="4308449" y="1510762"/>
                </a:lnTo>
                <a:lnTo>
                  <a:pt x="4310096" y="1511170"/>
                </a:lnTo>
                <a:lnTo>
                  <a:pt x="4311742" y="1511577"/>
                </a:lnTo>
                <a:lnTo>
                  <a:pt x="4313388" y="1511983"/>
                </a:lnTo>
                <a:lnTo>
                  <a:pt x="4315035" y="1512388"/>
                </a:lnTo>
                <a:lnTo>
                  <a:pt x="4316681" y="1512792"/>
                </a:lnTo>
                <a:lnTo>
                  <a:pt x="4318327" y="1513196"/>
                </a:lnTo>
                <a:lnTo>
                  <a:pt x="4319974" y="1513598"/>
                </a:lnTo>
                <a:lnTo>
                  <a:pt x="4321620" y="1514000"/>
                </a:lnTo>
                <a:lnTo>
                  <a:pt x="4323266" y="1514401"/>
                </a:lnTo>
                <a:lnTo>
                  <a:pt x="4324913" y="1514801"/>
                </a:lnTo>
                <a:lnTo>
                  <a:pt x="4326559" y="1515199"/>
                </a:lnTo>
                <a:lnTo>
                  <a:pt x="4328205" y="1515598"/>
                </a:lnTo>
                <a:lnTo>
                  <a:pt x="4329852" y="1515995"/>
                </a:lnTo>
                <a:lnTo>
                  <a:pt x="4331498" y="1516391"/>
                </a:lnTo>
                <a:lnTo>
                  <a:pt x="4333144" y="1516786"/>
                </a:lnTo>
                <a:lnTo>
                  <a:pt x="4334791" y="1517181"/>
                </a:lnTo>
                <a:lnTo>
                  <a:pt x="4336437" y="1517574"/>
                </a:lnTo>
                <a:lnTo>
                  <a:pt x="4338083" y="1517967"/>
                </a:lnTo>
                <a:lnTo>
                  <a:pt x="4339730" y="1518359"/>
                </a:lnTo>
                <a:lnTo>
                  <a:pt x="4341376" y="1518749"/>
                </a:lnTo>
                <a:lnTo>
                  <a:pt x="4343022" y="1519139"/>
                </a:lnTo>
                <a:lnTo>
                  <a:pt x="4344669" y="1519529"/>
                </a:lnTo>
                <a:lnTo>
                  <a:pt x="4346315" y="1519917"/>
                </a:lnTo>
                <a:lnTo>
                  <a:pt x="4347961" y="1520304"/>
                </a:lnTo>
                <a:lnTo>
                  <a:pt x="4349608" y="1520690"/>
                </a:lnTo>
                <a:lnTo>
                  <a:pt x="4351254" y="1521076"/>
                </a:lnTo>
                <a:lnTo>
                  <a:pt x="4352900" y="1521460"/>
                </a:lnTo>
                <a:lnTo>
                  <a:pt x="4354547" y="1521844"/>
                </a:lnTo>
                <a:lnTo>
                  <a:pt x="4356193" y="1522227"/>
                </a:lnTo>
                <a:lnTo>
                  <a:pt x="4357839" y="1522609"/>
                </a:lnTo>
                <a:lnTo>
                  <a:pt x="4359486" y="1522990"/>
                </a:lnTo>
                <a:lnTo>
                  <a:pt x="4361132" y="1523370"/>
                </a:lnTo>
                <a:lnTo>
                  <a:pt x="4362778" y="1523749"/>
                </a:lnTo>
                <a:lnTo>
                  <a:pt x="4364425" y="1524127"/>
                </a:lnTo>
                <a:lnTo>
                  <a:pt x="4366071" y="1524505"/>
                </a:lnTo>
                <a:lnTo>
                  <a:pt x="4367717" y="1524881"/>
                </a:lnTo>
                <a:lnTo>
                  <a:pt x="4369364" y="1525257"/>
                </a:lnTo>
                <a:lnTo>
                  <a:pt x="4371010" y="1525632"/>
                </a:lnTo>
                <a:lnTo>
                  <a:pt x="4372656" y="1526006"/>
                </a:lnTo>
                <a:lnTo>
                  <a:pt x="4374303" y="1526379"/>
                </a:lnTo>
                <a:lnTo>
                  <a:pt x="4375949" y="1526751"/>
                </a:lnTo>
                <a:lnTo>
                  <a:pt x="4377595" y="1527122"/>
                </a:lnTo>
                <a:lnTo>
                  <a:pt x="4379242" y="1527492"/>
                </a:lnTo>
                <a:lnTo>
                  <a:pt x="4380888" y="1527861"/>
                </a:lnTo>
                <a:lnTo>
                  <a:pt x="4382534" y="1528230"/>
                </a:lnTo>
                <a:lnTo>
                  <a:pt x="4384181" y="1528597"/>
                </a:lnTo>
                <a:lnTo>
                  <a:pt x="4385827" y="1528964"/>
                </a:lnTo>
                <a:lnTo>
                  <a:pt x="4387473" y="1529330"/>
                </a:lnTo>
                <a:lnTo>
                  <a:pt x="4389120" y="1529695"/>
                </a:lnTo>
                <a:lnTo>
                  <a:pt x="4390766" y="1530059"/>
                </a:lnTo>
                <a:lnTo>
                  <a:pt x="4392412" y="1530422"/>
                </a:lnTo>
                <a:lnTo>
                  <a:pt x="4394058" y="1530784"/>
                </a:lnTo>
                <a:lnTo>
                  <a:pt x="4395705" y="1531145"/>
                </a:lnTo>
                <a:lnTo>
                  <a:pt x="4397351" y="1531506"/>
                </a:lnTo>
                <a:lnTo>
                  <a:pt x="4398997" y="1531865"/>
                </a:lnTo>
                <a:lnTo>
                  <a:pt x="4400644" y="1532224"/>
                </a:lnTo>
                <a:lnTo>
                  <a:pt x="4402290" y="1532582"/>
                </a:lnTo>
                <a:lnTo>
                  <a:pt x="4403936" y="1532939"/>
                </a:lnTo>
                <a:lnTo>
                  <a:pt x="4405583" y="1533294"/>
                </a:lnTo>
                <a:lnTo>
                  <a:pt x="4407229" y="1533649"/>
                </a:lnTo>
                <a:lnTo>
                  <a:pt x="4408875" y="1534004"/>
                </a:lnTo>
                <a:lnTo>
                  <a:pt x="4410522" y="1534357"/>
                </a:lnTo>
                <a:lnTo>
                  <a:pt x="4412168" y="1534709"/>
                </a:lnTo>
                <a:lnTo>
                  <a:pt x="4413814" y="1535061"/>
                </a:lnTo>
                <a:lnTo>
                  <a:pt x="4415461" y="1535411"/>
                </a:lnTo>
                <a:lnTo>
                  <a:pt x="4417107" y="1535761"/>
                </a:lnTo>
                <a:lnTo>
                  <a:pt x="4418753" y="1536110"/>
                </a:lnTo>
                <a:lnTo>
                  <a:pt x="4420400" y="1536458"/>
                </a:lnTo>
                <a:lnTo>
                  <a:pt x="4422046" y="1536805"/>
                </a:lnTo>
                <a:lnTo>
                  <a:pt x="4423692" y="1537151"/>
                </a:lnTo>
                <a:lnTo>
                  <a:pt x="4425339" y="1537496"/>
                </a:lnTo>
                <a:lnTo>
                  <a:pt x="4426985" y="1537840"/>
                </a:lnTo>
                <a:lnTo>
                  <a:pt x="4428631" y="1538184"/>
                </a:lnTo>
                <a:lnTo>
                  <a:pt x="4430278" y="1538526"/>
                </a:lnTo>
                <a:lnTo>
                  <a:pt x="4431924" y="1538868"/>
                </a:lnTo>
                <a:lnTo>
                  <a:pt x="4433570" y="1539209"/>
                </a:lnTo>
                <a:lnTo>
                  <a:pt x="4435217" y="1539548"/>
                </a:lnTo>
                <a:lnTo>
                  <a:pt x="4436863" y="1539887"/>
                </a:lnTo>
                <a:lnTo>
                  <a:pt x="4438509" y="1540225"/>
                </a:lnTo>
                <a:lnTo>
                  <a:pt x="4440156" y="1540563"/>
                </a:lnTo>
                <a:lnTo>
                  <a:pt x="4441802" y="1540899"/>
                </a:lnTo>
                <a:lnTo>
                  <a:pt x="4443448" y="1541234"/>
                </a:lnTo>
                <a:lnTo>
                  <a:pt x="4445095" y="1541569"/>
                </a:lnTo>
                <a:lnTo>
                  <a:pt x="4446741" y="1541902"/>
                </a:lnTo>
                <a:lnTo>
                  <a:pt x="4448387" y="1542235"/>
                </a:lnTo>
                <a:lnTo>
                  <a:pt x="4450034" y="1542567"/>
                </a:lnTo>
                <a:lnTo>
                  <a:pt x="4451680" y="1542898"/>
                </a:lnTo>
                <a:lnTo>
                  <a:pt x="4453326" y="1543228"/>
                </a:lnTo>
                <a:lnTo>
                  <a:pt x="4454973" y="1543557"/>
                </a:lnTo>
                <a:lnTo>
                  <a:pt x="4456619" y="1543885"/>
                </a:lnTo>
                <a:lnTo>
                  <a:pt x="4458265" y="1544212"/>
                </a:lnTo>
                <a:lnTo>
                  <a:pt x="4459912" y="1544539"/>
                </a:lnTo>
                <a:lnTo>
                  <a:pt x="4461558" y="1544864"/>
                </a:lnTo>
                <a:lnTo>
                  <a:pt x="4463204" y="1545189"/>
                </a:lnTo>
                <a:lnTo>
                  <a:pt x="4464851" y="1545513"/>
                </a:lnTo>
                <a:lnTo>
                  <a:pt x="4466497" y="1545836"/>
                </a:lnTo>
                <a:lnTo>
                  <a:pt x="4468143" y="1546158"/>
                </a:lnTo>
                <a:lnTo>
                  <a:pt x="4469790" y="1546479"/>
                </a:lnTo>
                <a:lnTo>
                  <a:pt x="4471436" y="1546799"/>
                </a:lnTo>
                <a:lnTo>
                  <a:pt x="4473082" y="1547118"/>
                </a:lnTo>
                <a:lnTo>
                  <a:pt x="4474729" y="1547437"/>
                </a:lnTo>
                <a:lnTo>
                  <a:pt x="4476375" y="1547754"/>
                </a:lnTo>
                <a:lnTo>
                  <a:pt x="4478021" y="1548071"/>
                </a:lnTo>
                <a:lnTo>
                  <a:pt x="4479668" y="1548386"/>
                </a:lnTo>
                <a:lnTo>
                  <a:pt x="4481314" y="1548701"/>
                </a:lnTo>
                <a:lnTo>
                  <a:pt x="4482960" y="1549015"/>
                </a:lnTo>
                <a:lnTo>
                  <a:pt x="4484607" y="1549328"/>
                </a:lnTo>
                <a:lnTo>
                  <a:pt x="4486253" y="1549640"/>
                </a:lnTo>
                <a:lnTo>
                  <a:pt x="4487899" y="1549952"/>
                </a:lnTo>
                <a:lnTo>
                  <a:pt x="4489546" y="1550262"/>
                </a:lnTo>
                <a:lnTo>
                  <a:pt x="4491192" y="1550572"/>
                </a:lnTo>
                <a:lnTo>
                  <a:pt x="4492838" y="1550880"/>
                </a:lnTo>
                <a:lnTo>
                  <a:pt x="4494485" y="1551188"/>
                </a:lnTo>
                <a:lnTo>
                  <a:pt x="4496131" y="1551495"/>
                </a:lnTo>
                <a:lnTo>
                  <a:pt x="4497777" y="1551801"/>
                </a:lnTo>
                <a:lnTo>
                  <a:pt x="4499424" y="1552106"/>
                </a:lnTo>
                <a:lnTo>
                  <a:pt x="4501070" y="1552410"/>
                </a:lnTo>
                <a:lnTo>
                  <a:pt x="4502716" y="1552713"/>
                </a:lnTo>
                <a:lnTo>
                  <a:pt x="4504363" y="1553015"/>
                </a:lnTo>
                <a:lnTo>
                  <a:pt x="4506009" y="1553317"/>
                </a:lnTo>
                <a:lnTo>
                  <a:pt x="4507655" y="1553617"/>
                </a:lnTo>
                <a:lnTo>
                  <a:pt x="4509302" y="1553917"/>
                </a:lnTo>
                <a:lnTo>
                  <a:pt x="4510948" y="1554216"/>
                </a:lnTo>
                <a:lnTo>
                  <a:pt x="4512594" y="1554514"/>
                </a:lnTo>
                <a:lnTo>
                  <a:pt x="4514241" y="1554811"/>
                </a:lnTo>
                <a:lnTo>
                  <a:pt x="4515887" y="1555107"/>
                </a:lnTo>
                <a:lnTo>
                  <a:pt x="4517533" y="1555402"/>
                </a:lnTo>
                <a:lnTo>
                  <a:pt x="4519180" y="1555697"/>
                </a:lnTo>
                <a:lnTo>
                  <a:pt x="4520826" y="1555990"/>
                </a:lnTo>
                <a:lnTo>
                  <a:pt x="4522472" y="1556283"/>
                </a:lnTo>
                <a:lnTo>
                  <a:pt x="4524119" y="1556574"/>
                </a:lnTo>
                <a:lnTo>
                  <a:pt x="4525765" y="1556865"/>
                </a:lnTo>
                <a:lnTo>
                  <a:pt x="4527411" y="1557155"/>
                </a:lnTo>
                <a:lnTo>
                  <a:pt x="4529058" y="1557444"/>
                </a:lnTo>
                <a:lnTo>
                  <a:pt x="4530704" y="1557732"/>
                </a:lnTo>
                <a:lnTo>
                  <a:pt x="4532350" y="1558019"/>
                </a:lnTo>
                <a:lnTo>
                  <a:pt x="4533997" y="1558306"/>
                </a:lnTo>
                <a:lnTo>
                  <a:pt x="4535643" y="1558591"/>
                </a:lnTo>
                <a:lnTo>
                  <a:pt x="4537289" y="1558876"/>
                </a:lnTo>
                <a:lnTo>
                  <a:pt x="4538936" y="1559159"/>
                </a:lnTo>
                <a:lnTo>
                  <a:pt x="4540582" y="1559442"/>
                </a:lnTo>
                <a:lnTo>
                  <a:pt x="4542228" y="1559724"/>
                </a:lnTo>
                <a:lnTo>
                  <a:pt x="4543875" y="1560005"/>
                </a:lnTo>
                <a:lnTo>
                  <a:pt x="4545521" y="1560285"/>
                </a:lnTo>
                <a:lnTo>
                  <a:pt x="4547167" y="1560565"/>
                </a:lnTo>
                <a:lnTo>
                  <a:pt x="4548814" y="1560843"/>
                </a:lnTo>
                <a:lnTo>
                  <a:pt x="4550460" y="1561120"/>
                </a:lnTo>
                <a:lnTo>
                  <a:pt x="4552106" y="1561397"/>
                </a:lnTo>
                <a:lnTo>
                  <a:pt x="4553753" y="1561673"/>
                </a:lnTo>
                <a:lnTo>
                  <a:pt x="4555399" y="1561947"/>
                </a:lnTo>
                <a:lnTo>
                  <a:pt x="4557045" y="1562221"/>
                </a:lnTo>
                <a:lnTo>
                  <a:pt x="4558692" y="1562494"/>
                </a:lnTo>
                <a:lnTo>
                  <a:pt x="4560338" y="1562766"/>
                </a:lnTo>
                <a:lnTo>
                  <a:pt x="4561984" y="1563038"/>
                </a:lnTo>
                <a:lnTo>
                  <a:pt x="4563631" y="1563308"/>
                </a:lnTo>
                <a:lnTo>
                  <a:pt x="4565277" y="1563578"/>
                </a:lnTo>
                <a:lnTo>
                  <a:pt x="4566923" y="1563846"/>
                </a:lnTo>
                <a:lnTo>
                  <a:pt x="4568570" y="1564114"/>
                </a:lnTo>
                <a:lnTo>
                  <a:pt x="4570216" y="1564381"/>
                </a:lnTo>
                <a:lnTo>
                  <a:pt x="4571862" y="1564647"/>
                </a:lnTo>
                <a:lnTo>
                  <a:pt x="4573509" y="1564912"/>
                </a:lnTo>
                <a:lnTo>
                  <a:pt x="4575155" y="1565176"/>
                </a:lnTo>
                <a:lnTo>
                  <a:pt x="4576801" y="1565439"/>
                </a:lnTo>
                <a:lnTo>
                  <a:pt x="4578448" y="1565701"/>
                </a:lnTo>
                <a:lnTo>
                  <a:pt x="4580094" y="1565963"/>
                </a:lnTo>
                <a:lnTo>
                  <a:pt x="4581740" y="1566224"/>
                </a:lnTo>
                <a:lnTo>
                  <a:pt x="4583387" y="1566483"/>
                </a:lnTo>
                <a:lnTo>
                  <a:pt x="4585033" y="1566742"/>
                </a:lnTo>
                <a:lnTo>
                  <a:pt x="4586679" y="1567000"/>
                </a:lnTo>
                <a:lnTo>
                  <a:pt x="4588326" y="1567257"/>
                </a:lnTo>
                <a:lnTo>
                  <a:pt x="4589972" y="1567513"/>
                </a:lnTo>
                <a:lnTo>
                  <a:pt x="4591618" y="1567769"/>
                </a:lnTo>
                <a:lnTo>
                  <a:pt x="4593265" y="1568023"/>
                </a:lnTo>
                <a:lnTo>
                  <a:pt x="4594911" y="1568277"/>
                </a:lnTo>
                <a:lnTo>
                  <a:pt x="4596557" y="1568529"/>
                </a:lnTo>
                <a:lnTo>
                  <a:pt x="4598204" y="1568781"/>
                </a:lnTo>
                <a:lnTo>
                  <a:pt x="4599850" y="1569032"/>
                </a:lnTo>
                <a:lnTo>
                  <a:pt x="4601496" y="1569282"/>
                </a:lnTo>
                <a:lnTo>
                  <a:pt x="4603143" y="1569531"/>
                </a:lnTo>
                <a:lnTo>
                  <a:pt x="4604789" y="1569779"/>
                </a:lnTo>
                <a:lnTo>
                  <a:pt x="4606435" y="1570027"/>
                </a:lnTo>
                <a:lnTo>
                  <a:pt x="4608082" y="1570273"/>
                </a:lnTo>
                <a:lnTo>
                  <a:pt x="4609728" y="1570519"/>
                </a:lnTo>
                <a:lnTo>
                  <a:pt x="4611374" y="1570763"/>
                </a:lnTo>
                <a:lnTo>
                  <a:pt x="4613021" y="1571007"/>
                </a:lnTo>
                <a:lnTo>
                  <a:pt x="4614667" y="1571250"/>
                </a:lnTo>
                <a:lnTo>
                  <a:pt x="4616313" y="1571492"/>
                </a:lnTo>
                <a:lnTo>
                  <a:pt x="4617960" y="1571733"/>
                </a:lnTo>
                <a:lnTo>
                  <a:pt x="4619606" y="1571974"/>
                </a:lnTo>
                <a:lnTo>
                  <a:pt x="4621252" y="1572213"/>
                </a:lnTo>
                <a:lnTo>
                  <a:pt x="4622899" y="1572452"/>
                </a:lnTo>
                <a:lnTo>
                  <a:pt x="4624545" y="1572689"/>
                </a:lnTo>
                <a:lnTo>
                  <a:pt x="4626191" y="1572926"/>
                </a:lnTo>
                <a:lnTo>
                  <a:pt x="4627838" y="1573162"/>
                </a:lnTo>
                <a:lnTo>
                  <a:pt x="4629484" y="1573397"/>
                </a:lnTo>
                <a:lnTo>
                  <a:pt x="4631130" y="1573631"/>
                </a:lnTo>
                <a:lnTo>
                  <a:pt x="4632777" y="1573864"/>
                </a:lnTo>
                <a:lnTo>
                  <a:pt x="4634423" y="1574096"/>
                </a:lnTo>
                <a:lnTo>
                  <a:pt x="4636069" y="1574328"/>
                </a:lnTo>
                <a:lnTo>
                  <a:pt x="4637716" y="1574559"/>
                </a:lnTo>
                <a:lnTo>
                  <a:pt x="4639362" y="1574788"/>
                </a:lnTo>
                <a:lnTo>
                  <a:pt x="4641008" y="1575017"/>
                </a:lnTo>
                <a:lnTo>
                  <a:pt x="4642655" y="1575245"/>
                </a:lnTo>
                <a:lnTo>
                  <a:pt x="4644301" y="1575472"/>
                </a:lnTo>
                <a:lnTo>
                  <a:pt x="4645947" y="1575698"/>
                </a:lnTo>
                <a:lnTo>
                  <a:pt x="4647594" y="1575924"/>
                </a:lnTo>
                <a:lnTo>
                  <a:pt x="4649240" y="1576148"/>
                </a:lnTo>
                <a:lnTo>
                  <a:pt x="4650886" y="1576372"/>
                </a:lnTo>
                <a:lnTo>
                  <a:pt x="4652533" y="1576594"/>
                </a:lnTo>
                <a:lnTo>
                  <a:pt x="4654179" y="1576816"/>
                </a:lnTo>
                <a:lnTo>
                  <a:pt x="4655825" y="1577037"/>
                </a:lnTo>
                <a:lnTo>
                  <a:pt x="4657472" y="1577257"/>
                </a:lnTo>
                <a:lnTo>
                  <a:pt x="4659118" y="1577476"/>
                </a:lnTo>
                <a:lnTo>
                  <a:pt x="4660764" y="1577694"/>
                </a:lnTo>
                <a:lnTo>
                  <a:pt x="4662411" y="1577912"/>
                </a:lnTo>
                <a:lnTo>
                  <a:pt x="4664057" y="1578128"/>
                </a:lnTo>
                <a:lnTo>
                  <a:pt x="4665703" y="1578344"/>
                </a:lnTo>
                <a:lnTo>
                  <a:pt x="4667350" y="1578559"/>
                </a:lnTo>
                <a:lnTo>
                  <a:pt x="4668996" y="1578772"/>
                </a:lnTo>
                <a:lnTo>
                  <a:pt x="4670642" y="1578985"/>
                </a:lnTo>
                <a:lnTo>
                  <a:pt x="4672289" y="1579198"/>
                </a:lnTo>
                <a:lnTo>
                  <a:pt x="4673935" y="1579409"/>
                </a:lnTo>
                <a:lnTo>
                  <a:pt x="4675581" y="1579619"/>
                </a:lnTo>
                <a:lnTo>
                  <a:pt x="4677228" y="1579829"/>
                </a:lnTo>
                <a:lnTo>
                  <a:pt x="4678874" y="1580037"/>
                </a:lnTo>
                <a:lnTo>
                  <a:pt x="4680520" y="1580245"/>
                </a:lnTo>
                <a:lnTo>
                  <a:pt x="4682167" y="1580452"/>
                </a:lnTo>
                <a:lnTo>
                  <a:pt x="4683813" y="1580658"/>
                </a:lnTo>
                <a:lnTo>
                  <a:pt x="4685459" y="1580863"/>
                </a:lnTo>
                <a:lnTo>
                  <a:pt x="4687106" y="1581067"/>
                </a:lnTo>
                <a:lnTo>
                  <a:pt x="4688752" y="1581271"/>
                </a:lnTo>
                <a:lnTo>
                  <a:pt x="4690398" y="1581473"/>
                </a:lnTo>
                <a:lnTo>
                  <a:pt x="4692045" y="1581675"/>
                </a:lnTo>
                <a:lnTo>
                  <a:pt x="4693691" y="1581875"/>
                </a:lnTo>
                <a:lnTo>
                  <a:pt x="4695337" y="1582075"/>
                </a:lnTo>
                <a:lnTo>
                  <a:pt x="4696984" y="1582274"/>
                </a:lnTo>
                <a:lnTo>
                  <a:pt x="4698630" y="1582472"/>
                </a:lnTo>
                <a:lnTo>
                  <a:pt x="4700276" y="1582670"/>
                </a:lnTo>
                <a:lnTo>
                  <a:pt x="4701923" y="1582866"/>
                </a:lnTo>
                <a:lnTo>
                  <a:pt x="4703569" y="1583061"/>
                </a:lnTo>
                <a:lnTo>
                  <a:pt x="4705215" y="1583256"/>
                </a:lnTo>
                <a:lnTo>
                  <a:pt x="4706861" y="1583450"/>
                </a:lnTo>
                <a:lnTo>
                  <a:pt x="4708508" y="1583643"/>
                </a:lnTo>
                <a:lnTo>
                  <a:pt x="4710154" y="1583835"/>
                </a:lnTo>
                <a:lnTo>
                  <a:pt x="4711800" y="1584026"/>
                </a:lnTo>
                <a:lnTo>
                  <a:pt x="4713447" y="1584216"/>
                </a:lnTo>
                <a:lnTo>
                  <a:pt x="4715093" y="1584405"/>
                </a:lnTo>
                <a:lnTo>
                  <a:pt x="4716739" y="1584594"/>
                </a:lnTo>
                <a:lnTo>
                  <a:pt x="4718386" y="1584781"/>
                </a:lnTo>
                <a:lnTo>
                  <a:pt x="4720032" y="1584968"/>
                </a:lnTo>
                <a:lnTo>
                  <a:pt x="4721678" y="1585154"/>
                </a:lnTo>
                <a:lnTo>
                  <a:pt x="4723325" y="1585339"/>
                </a:lnTo>
                <a:lnTo>
                  <a:pt x="4724971" y="1585523"/>
                </a:lnTo>
                <a:lnTo>
                  <a:pt x="4726617" y="1585706"/>
                </a:lnTo>
                <a:lnTo>
                  <a:pt x="4728264" y="1585889"/>
                </a:lnTo>
                <a:lnTo>
                  <a:pt x="4729910" y="1586070"/>
                </a:lnTo>
                <a:lnTo>
                  <a:pt x="4731556" y="1586251"/>
                </a:lnTo>
                <a:lnTo>
                  <a:pt x="4733203" y="1586431"/>
                </a:lnTo>
                <a:lnTo>
                  <a:pt x="4734849" y="1586610"/>
                </a:lnTo>
                <a:lnTo>
                  <a:pt x="4736495" y="1586788"/>
                </a:lnTo>
                <a:lnTo>
                  <a:pt x="4738142" y="1586965"/>
                </a:lnTo>
                <a:lnTo>
                  <a:pt x="4739788" y="1587141"/>
                </a:lnTo>
                <a:lnTo>
                  <a:pt x="4741434" y="1587317"/>
                </a:lnTo>
                <a:lnTo>
                  <a:pt x="4743081" y="1587491"/>
                </a:lnTo>
                <a:lnTo>
                  <a:pt x="4744727" y="1587665"/>
                </a:lnTo>
                <a:lnTo>
                  <a:pt x="4746373" y="1587838"/>
                </a:lnTo>
                <a:lnTo>
                  <a:pt x="4748020" y="1588010"/>
                </a:lnTo>
                <a:lnTo>
                  <a:pt x="4749666" y="1588181"/>
                </a:lnTo>
                <a:lnTo>
                  <a:pt x="4751312" y="1588351"/>
                </a:lnTo>
                <a:lnTo>
                  <a:pt x="4752959" y="1588520"/>
                </a:lnTo>
                <a:lnTo>
                  <a:pt x="4754605" y="1588689"/>
                </a:lnTo>
                <a:lnTo>
                  <a:pt x="4756251" y="1588856"/>
                </a:lnTo>
                <a:lnTo>
                  <a:pt x="4757898" y="1589023"/>
                </a:lnTo>
                <a:lnTo>
                  <a:pt x="4759544" y="1589189"/>
                </a:lnTo>
                <a:lnTo>
                  <a:pt x="4761190" y="1589354"/>
                </a:lnTo>
                <a:lnTo>
                  <a:pt x="4762837" y="1589518"/>
                </a:lnTo>
                <a:lnTo>
                  <a:pt x="4764483" y="1589681"/>
                </a:lnTo>
                <a:lnTo>
                  <a:pt x="4766129" y="1589844"/>
                </a:lnTo>
                <a:lnTo>
                  <a:pt x="4767776" y="1590005"/>
                </a:lnTo>
                <a:lnTo>
                  <a:pt x="4769422" y="1590166"/>
                </a:lnTo>
                <a:lnTo>
                  <a:pt x="4771068" y="1590326"/>
                </a:lnTo>
                <a:lnTo>
                  <a:pt x="4772715" y="1590485"/>
                </a:lnTo>
                <a:lnTo>
                  <a:pt x="4774361" y="1590643"/>
                </a:lnTo>
                <a:lnTo>
                  <a:pt x="4776007" y="1590800"/>
                </a:lnTo>
                <a:lnTo>
                  <a:pt x="4777654" y="1590956"/>
                </a:lnTo>
                <a:lnTo>
                  <a:pt x="4779300" y="1591112"/>
                </a:lnTo>
                <a:lnTo>
                  <a:pt x="4780946" y="1591266"/>
                </a:lnTo>
                <a:lnTo>
                  <a:pt x="4782593" y="1591420"/>
                </a:lnTo>
                <a:lnTo>
                  <a:pt x="4784239" y="1591573"/>
                </a:lnTo>
                <a:lnTo>
                  <a:pt x="4785885" y="1591725"/>
                </a:lnTo>
                <a:lnTo>
                  <a:pt x="4787532" y="1591876"/>
                </a:lnTo>
                <a:lnTo>
                  <a:pt x="4789178" y="1592026"/>
                </a:lnTo>
                <a:lnTo>
                  <a:pt x="4790824" y="1592176"/>
                </a:lnTo>
                <a:lnTo>
                  <a:pt x="4792471" y="1592324"/>
                </a:lnTo>
                <a:lnTo>
                  <a:pt x="4794117" y="1592472"/>
                </a:lnTo>
                <a:lnTo>
                  <a:pt x="4795763" y="1592619"/>
                </a:lnTo>
                <a:lnTo>
                  <a:pt x="4797410" y="1592765"/>
                </a:lnTo>
                <a:lnTo>
                  <a:pt x="4799056" y="1592910"/>
                </a:lnTo>
                <a:lnTo>
                  <a:pt x="4800702" y="1593054"/>
                </a:lnTo>
                <a:lnTo>
                  <a:pt x="4802349" y="1593197"/>
                </a:lnTo>
                <a:lnTo>
                  <a:pt x="4803995" y="1593340"/>
                </a:lnTo>
                <a:lnTo>
                  <a:pt x="4805641" y="1593481"/>
                </a:lnTo>
                <a:lnTo>
                  <a:pt x="4807288" y="1593622"/>
                </a:lnTo>
                <a:lnTo>
                  <a:pt x="4808934" y="1593762"/>
                </a:lnTo>
                <a:lnTo>
                  <a:pt x="4810580" y="1593901"/>
                </a:lnTo>
                <a:lnTo>
                  <a:pt x="4812227" y="1594039"/>
                </a:lnTo>
                <a:lnTo>
                  <a:pt x="4813873" y="1594177"/>
                </a:lnTo>
                <a:lnTo>
                  <a:pt x="4815519" y="1594313"/>
                </a:lnTo>
                <a:lnTo>
                  <a:pt x="4817166" y="1594449"/>
                </a:lnTo>
                <a:lnTo>
                  <a:pt x="4818812" y="1594584"/>
                </a:lnTo>
                <a:lnTo>
                  <a:pt x="4820458" y="1594718"/>
                </a:lnTo>
                <a:lnTo>
                  <a:pt x="4822105" y="1594851"/>
                </a:lnTo>
                <a:lnTo>
                  <a:pt x="4823751" y="1594983"/>
                </a:lnTo>
                <a:lnTo>
                  <a:pt x="4825397" y="1595114"/>
                </a:lnTo>
                <a:lnTo>
                  <a:pt x="4827044" y="1595245"/>
                </a:lnTo>
                <a:lnTo>
                  <a:pt x="4828690" y="1595374"/>
                </a:lnTo>
                <a:lnTo>
                  <a:pt x="4830336" y="1595503"/>
                </a:lnTo>
                <a:lnTo>
                  <a:pt x="4831983" y="1595631"/>
                </a:lnTo>
                <a:lnTo>
                  <a:pt x="4833629" y="1595758"/>
                </a:lnTo>
                <a:lnTo>
                  <a:pt x="4835275" y="1595884"/>
                </a:lnTo>
                <a:lnTo>
                  <a:pt x="4836922" y="1596009"/>
                </a:lnTo>
                <a:lnTo>
                  <a:pt x="4838568" y="1596134"/>
                </a:lnTo>
                <a:lnTo>
                  <a:pt x="4840214" y="1596257"/>
                </a:lnTo>
                <a:lnTo>
                  <a:pt x="4841861" y="1596380"/>
                </a:lnTo>
                <a:lnTo>
                  <a:pt x="4843507" y="1596502"/>
                </a:lnTo>
                <a:lnTo>
                  <a:pt x="4845153" y="1596623"/>
                </a:lnTo>
                <a:lnTo>
                  <a:pt x="4846800" y="1596743"/>
                </a:lnTo>
                <a:lnTo>
                  <a:pt x="4848446" y="1596862"/>
                </a:lnTo>
                <a:lnTo>
                  <a:pt x="4850092" y="1596981"/>
                </a:lnTo>
                <a:lnTo>
                  <a:pt x="4851739" y="1597099"/>
                </a:lnTo>
                <a:lnTo>
                  <a:pt x="4853385" y="1597215"/>
                </a:lnTo>
                <a:lnTo>
                  <a:pt x="4855031" y="1597331"/>
                </a:lnTo>
                <a:lnTo>
                  <a:pt x="4856678" y="1597446"/>
                </a:lnTo>
                <a:lnTo>
                  <a:pt x="4858324" y="1597560"/>
                </a:lnTo>
                <a:lnTo>
                  <a:pt x="4859970" y="1597674"/>
                </a:lnTo>
                <a:lnTo>
                  <a:pt x="4861617" y="1597786"/>
                </a:lnTo>
                <a:lnTo>
                  <a:pt x="4863263" y="1597898"/>
                </a:lnTo>
                <a:lnTo>
                  <a:pt x="4864909" y="1598009"/>
                </a:lnTo>
                <a:lnTo>
                  <a:pt x="4866556" y="1598119"/>
                </a:lnTo>
                <a:lnTo>
                  <a:pt x="4868202" y="1598228"/>
                </a:lnTo>
                <a:lnTo>
                  <a:pt x="4869848" y="1598336"/>
                </a:lnTo>
                <a:lnTo>
                  <a:pt x="4871495" y="1598443"/>
                </a:lnTo>
                <a:lnTo>
                  <a:pt x="4873141" y="1598550"/>
                </a:lnTo>
                <a:lnTo>
                  <a:pt x="4874787" y="1598655"/>
                </a:lnTo>
                <a:lnTo>
                  <a:pt x="4876434" y="1598760"/>
                </a:lnTo>
                <a:lnTo>
                  <a:pt x="4878080" y="1598864"/>
                </a:lnTo>
                <a:lnTo>
                  <a:pt x="4879726" y="1598967"/>
                </a:lnTo>
                <a:lnTo>
                  <a:pt x="4881373" y="1599069"/>
                </a:lnTo>
                <a:lnTo>
                  <a:pt x="4883019" y="1599171"/>
                </a:lnTo>
                <a:lnTo>
                  <a:pt x="4884665" y="1599271"/>
                </a:lnTo>
                <a:lnTo>
                  <a:pt x="4886312" y="1599371"/>
                </a:lnTo>
                <a:lnTo>
                  <a:pt x="4887958" y="1599470"/>
                </a:lnTo>
                <a:lnTo>
                  <a:pt x="4889604" y="1599568"/>
                </a:lnTo>
                <a:lnTo>
                  <a:pt x="4891251" y="1599665"/>
                </a:lnTo>
                <a:lnTo>
                  <a:pt x="4892897" y="1599761"/>
                </a:lnTo>
                <a:lnTo>
                  <a:pt x="4894543" y="1599857"/>
                </a:lnTo>
                <a:lnTo>
                  <a:pt x="4896190" y="1599951"/>
                </a:lnTo>
                <a:lnTo>
                  <a:pt x="4897836" y="1600045"/>
                </a:lnTo>
                <a:lnTo>
                  <a:pt x="4899482" y="1600138"/>
                </a:lnTo>
                <a:lnTo>
                  <a:pt x="4901129" y="1600230"/>
                </a:lnTo>
                <a:lnTo>
                  <a:pt x="4902775" y="1600321"/>
                </a:lnTo>
                <a:lnTo>
                  <a:pt x="4904421" y="1600412"/>
                </a:lnTo>
                <a:lnTo>
                  <a:pt x="4906068" y="1600501"/>
                </a:lnTo>
                <a:lnTo>
                  <a:pt x="4907714" y="1600590"/>
                </a:lnTo>
                <a:lnTo>
                  <a:pt x="4909360" y="1600678"/>
                </a:lnTo>
                <a:lnTo>
                  <a:pt x="4911007" y="1600765"/>
                </a:lnTo>
                <a:lnTo>
                  <a:pt x="4912653" y="1600851"/>
                </a:lnTo>
                <a:lnTo>
                  <a:pt x="4914299" y="1600936"/>
                </a:lnTo>
                <a:lnTo>
                  <a:pt x="4915946" y="1601020"/>
                </a:lnTo>
                <a:lnTo>
                  <a:pt x="4917592" y="1601104"/>
                </a:lnTo>
                <a:lnTo>
                  <a:pt x="4919238" y="1601187"/>
                </a:lnTo>
                <a:lnTo>
                  <a:pt x="4920885" y="1601269"/>
                </a:lnTo>
                <a:lnTo>
                  <a:pt x="4922531" y="1601350"/>
                </a:lnTo>
                <a:lnTo>
                  <a:pt x="4924177" y="1601430"/>
                </a:lnTo>
                <a:lnTo>
                  <a:pt x="4925824" y="1601509"/>
                </a:lnTo>
                <a:lnTo>
                  <a:pt x="4927470" y="1601588"/>
                </a:lnTo>
                <a:lnTo>
                  <a:pt x="4929116" y="1601665"/>
                </a:lnTo>
                <a:lnTo>
                  <a:pt x="4930763" y="1601742"/>
                </a:lnTo>
                <a:lnTo>
                  <a:pt x="4932409" y="1601818"/>
                </a:lnTo>
                <a:lnTo>
                  <a:pt x="4934055" y="1601893"/>
                </a:lnTo>
                <a:lnTo>
                  <a:pt x="4935702" y="1601968"/>
                </a:lnTo>
                <a:lnTo>
                  <a:pt x="4937348" y="1602041"/>
                </a:lnTo>
                <a:lnTo>
                  <a:pt x="4938994" y="1602114"/>
                </a:lnTo>
                <a:lnTo>
                  <a:pt x="4940641" y="1602186"/>
                </a:lnTo>
                <a:lnTo>
                  <a:pt x="4942287" y="1602257"/>
                </a:lnTo>
                <a:lnTo>
                  <a:pt x="4943933" y="1602327"/>
                </a:lnTo>
                <a:lnTo>
                  <a:pt x="4945580" y="1602396"/>
                </a:lnTo>
                <a:lnTo>
                  <a:pt x="4947226" y="1602464"/>
                </a:lnTo>
                <a:lnTo>
                  <a:pt x="4948872" y="1602532"/>
                </a:lnTo>
                <a:lnTo>
                  <a:pt x="4950519" y="1602599"/>
                </a:lnTo>
                <a:lnTo>
                  <a:pt x="4952165" y="1602665"/>
                </a:lnTo>
                <a:lnTo>
                  <a:pt x="4953811" y="1602730"/>
                </a:lnTo>
                <a:lnTo>
                  <a:pt x="4955458" y="1602794"/>
                </a:lnTo>
                <a:lnTo>
                  <a:pt x="4957104" y="1602857"/>
                </a:lnTo>
                <a:lnTo>
                  <a:pt x="4958750" y="1602920"/>
                </a:lnTo>
                <a:lnTo>
                  <a:pt x="4960397" y="1602981"/>
                </a:lnTo>
                <a:lnTo>
                  <a:pt x="4962043" y="1603042"/>
                </a:lnTo>
                <a:lnTo>
                  <a:pt x="4963689" y="1603102"/>
                </a:lnTo>
                <a:lnTo>
                  <a:pt x="4965336" y="1603161"/>
                </a:lnTo>
                <a:lnTo>
                  <a:pt x="4966982" y="1603220"/>
                </a:lnTo>
                <a:lnTo>
                  <a:pt x="4968628" y="1603277"/>
                </a:lnTo>
                <a:lnTo>
                  <a:pt x="4970275" y="1603334"/>
                </a:lnTo>
                <a:lnTo>
                  <a:pt x="4971921" y="1603390"/>
                </a:lnTo>
                <a:lnTo>
                  <a:pt x="4973567" y="1603445"/>
                </a:lnTo>
                <a:lnTo>
                  <a:pt x="4975214" y="1603499"/>
                </a:lnTo>
                <a:lnTo>
                  <a:pt x="4976860" y="1603552"/>
                </a:lnTo>
                <a:lnTo>
                  <a:pt x="4978506" y="1603605"/>
                </a:lnTo>
                <a:lnTo>
                  <a:pt x="4980153" y="1603657"/>
                </a:lnTo>
                <a:lnTo>
                  <a:pt x="4981799" y="1603707"/>
                </a:lnTo>
                <a:lnTo>
                  <a:pt x="4983445" y="1603757"/>
                </a:lnTo>
                <a:lnTo>
                  <a:pt x="4985092" y="1603807"/>
                </a:lnTo>
                <a:lnTo>
                  <a:pt x="4986738" y="1603855"/>
                </a:lnTo>
                <a:lnTo>
                  <a:pt x="4988384" y="1603902"/>
                </a:lnTo>
                <a:lnTo>
                  <a:pt x="4990031" y="1603949"/>
                </a:lnTo>
                <a:lnTo>
                  <a:pt x="4991677" y="1603995"/>
                </a:lnTo>
                <a:lnTo>
                  <a:pt x="4993323" y="1604040"/>
                </a:lnTo>
                <a:lnTo>
                  <a:pt x="4994970" y="1604084"/>
                </a:lnTo>
                <a:lnTo>
                  <a:pt x="4996616" y="1604127"/>
                </a:lnTo>
                <a:lnTo>
                  <a:pt x="4998262" y="1604170"/>
                </a:lnTo>
                <a:lnTo>
                  <a:pt x="4999909" y="1604211"/>
                </a:lnTo>
                <a:lnTo>
                  <a:pt x="5001555" y="1604252"/>
                </a:lnTo>
                <a:lnTo>
                  <a:pt x="5003201" y="1604292"/>
                </a:lnTo>
                <a:lnTo>
                  <a:pt x="5004848" y="1604332"/>
                </a:lnTo>
                <a:lnTo>
                  <a:pt x="5006494" y="1604370"/>
                </a:lnTo>
                <a:lnTo>
                  <a:pt x="5008140" y="1604407"/>
                </a:lnTo>
                <a:lnTo>
                  <a:pt x="5009787" y="1604444"/>
                </a:lnTo>
                <a:lnTo>
                  <a:pt x="5011433" y="1604480"/>
                </a:lnTo>
                <a:lnTo>
                  <a:pt x="5013079" y="1604515"/>
                </a:lnTo>
                <a:lnTo>
                  <a:pt x="5014726" y="1604549"/>
                </a:lnTo>
                <a:lnTo>
                  <a:pt x="5016372" y="1604583"/>
                </a:lnTo>
                <a:lnTo>
                  <a:pt x="5018018" y="1604615"/>
                </a:lnTo>
                <a:lnTo>
                  <a:pt x="5019664" y="1604647"/>
                </a:lnTo>
                <a:lnTo>
                  <a:pt x="5021311" y="1604678"/>
                </a:lnTo>
                <a:lnTo>
                  <a:pt x="5022957" y="1604708"/>
                </a:lnTo>
                <a:lnTo>
                  <a:pt x="5024603" y="1604737"/>
                </a:lnTo>
                <a:lnTo>
                  <a:pt x="5026250" y="1604765"/>
                </a:lnTo>
                <a:lnTo>
                  <a:pt x="5027896" y="1604793"/>
                </a:lnTo>
                <a:lnTo>
                  <a:pt x="5029542" y="1604820"/>
                </a:lnTo>
                <a:lnTo>
                  <a:pt x="5031189" y="1604846"/>
                </a:lnTo>
                <a:lnTo>
                  <a:pt x="5032835" y="1604871"/>
                </a:lnTo>
                <a:lnTo>
                  <a:pt x="5034481" y="1604895"/>
                </a:lnTo>
                <a:lnTo>
                  <a:pt x="5036128" y="1604918"/>
                </a:lnTo>
                <a:lnTo>
                  <a:pt x="5037774" y="1604941"/>
                </a:lnTo>
                <a:lnTo>
                  <a:pt x="5039420" y="1604963"/>
                </a:lnTo>
                <a:lnTo>
                  <a:pt x="5041067" y="1604984"/>
                </a:lnTo>
                <a:lnTo>
                  <a:pt x="5042713" y="1605004"/>
                </a:lnTo>
                <a:lnTo>
                  <a:pt x="5044359" y="1605023"/>
                </a:lnTo>
                <a:lnTo>
                  <a:pt x="5046006" y="1605042"/>
                </a:lnTo>
                <a:lnTo>
                  <a:pt x="5047652" y="1605060"/>
                </a:lnTo>
                <a:lnTo>
                  <a:pt x="5049298" y="1605076"/>
                </a:lnTo>
                <a:lnTo>
                  <a:pt x="5050945" y="1605093"/>
                </a:lnTo>
                <a:lnTo>
                  <a:pt x="5052591" y="1605108"/>
                </a:lnTo>
                <a:lnTo>
                  <a:pt x="5054237" y="1605122"/>
                </a:lnTo>
                <a:lnTo>
                  <a:pt x="5055884" y="1605136"/>
                </a:lnTo>
                <a:lnTo>
                  <a:pt x="5057530" y="1605149"/>
                </a:lnTo>
                <a:lnTo>
                  <a:pt x="5059176" y="1605160"/>
                </a:lnTo>
                <a:lnTo>
                  <a:pt x="5060823" y="1605172"/>
                </a:lnTo>
                <a:lnTo>
                  <a:pt x="5062469" y="1605182"/>
                </a:lnTo>
                <a:lnTo>
                  <a:pt x="5064115" y="1605191"/>
                </a:lnTo>
                <a:lnTo>
                  <a:pt x="5065762" y="1605200"/>
                </a:lnTo>
                <a:lnTo>
                  <a:pt x="5067408" y="1605208"/>
                </a:lnTo>
                <a:lnTo>
                  <a:pt x="5069054" y="1605215"/>
                </a:lnTo>
                <a:lnTo>
                  <a:pt x="5070701" y="1605221"/>
                </a:lnTo>
                <a:lnTo>
                  <a:pt x="5072347" y="1605227"/>
                </a:lnTo>
                <a:lnTo>
                  <a:pt x="5073993" y="1605231"/>
                </a:lnTo>
                <a:lnTo>
                  <a:pt x="5075640" y="1605235"/>
                </a:lnTo>
                <a:lnTo>
                  <a:pt x="5077286" y="1605238"/>
                </a:lnTo>
                <a:lnTo>
                  <a:pt x="5078932" y="1605240"/>
                </a:lnTo>
                <a:lnTo>
                  <a:pt x="5080579" y="1605241"/>
                </a:lnTo>
                <a:lnTo>
                  <a:pt x="5082225" y="1605242"/>
                </a:lnTo>
                <a:lnTo>
                  <a:pt x="5083871" y="1605241"/>
                </a:lnTo>
                <a:lnTo>
                  <a:pt x="5085518" y="1605240"/>
                </a:lnTo>
                <a:lnTo>
                  <a:pt x="5087164" y="1605238"/>
                </a:lnTo>
                <a:lnTo>
                  <a:pt x="5088810" y="1605236"/>
                </a:lnTo>
                <a:lnTo>
                  <a:pt x="5090457" y="1605232"/>
                </a:lnTo>
                <a:lnTo>
                  <a:pt x="5092103" y="1605228"/>
                </a:lnTo>
                <a:lnTo>
                  <a:pt x="5093749" y="1605222"/>
                </a:lnTo>
                <a:lnTo>
                  <a:pt x="5095396" y="1605216"/>
                </a:lnTo>
                <a:lnTo>
                  <a:pt x="5097042" y="1605210"/>
                </a:lnTo>
                <a:lnTo>
                  <a:pt x="5098688" y="1605202"/>
                </a:lnTo>
                <a:lnTo>
                  <a:pt x="5100335" y="1605194"/>
                </a:lnTo>
                <a:lnTo>
                  <a:pt x="5101981" y="1605184"/>
                </a:lnTo>
                <a:lnTo>
                  <a:pt x="5103627" y="1605174"/>
                </a:lnTo>
                <a:lnTo>
                  <a:pt x="5105274" y="1605163"/>
                </a:lnTo>
                <a:lnTo>
                  <a:pt x="5106920" y="1605152"/>
                </a:lnTo>
                <a:lnTo>
                  <a:pt x="5108566" y="1605139"/>
                </a:lnTo>
                <a:lnTo>
                  <a:pt x="5110213" y="1605126"/>
                </a:lnTo>
                <a:lnTo>
                  <a:pt x="5111859" y="1605112"/>
                </a:lnTo>
                <a:lnTo>
                  <a:pt x="5113505" y="1605097"/>
                </a:lnTo>
                <a:lnTo>
                  <a:pt x="5115152" y="1605081"/>
                </a:lnTo>
                <a:lnTo>
                  <a:pt x="5116798" y="1605064"/>
                </a:lnTo>
                <a:lnTo>
                  <a:pt x="5118444" y="1605047"/>
                </a:lnTo>
                <a:lnTo>
                  <a:pt x="5120091" y="1605029"/>
                </a:lnTo>
                <a:lnTo>
                  <a:pt x="5121737" y="1605010"/>
                </a:lnTo>
                <a:lnTo>
                  <a:pt x="5123383" y="1604990"/>
                </a:lnTo>
                <a:lnTo>
                  <a:pt x="5125030" y="1604970"/>
                </a:lnTo>
                <a:lnTo>
                  <a:pt x="5126676" y="1604948"/>
                </a:lnTo>
                <a:lnTo>
                  <a:pt x="5128322" y="1604926"/>
                </a:lnTo>
                <a:lnTo>
                  <a:pt x="5129969" y="1604903"/>
                </a:lnTo>
                <a:lnTo>
                  <a:pt x="5131615" y="1604879"/>
                </a:lnTo>
                <a:lnTo>
                  <a:pt x="5133261" y="1604855"/>
                </a:lnTo>
                <a:lnTo>
                  <a:pt x="5134908" y="1604829"/>
                </a:lnTo>
                <a:lnTo>
                  <a:pt x="5136554" y="1604803"/>
                </a:lnTo>
                <a:lnTo>
                  <a:pt x="5138200" y="1604776"/>
                </a:lnTo>
                <a:lnTo>
                  <a:pt x="5139847" y="1604748"/>
                </a:lnTo>
                <a:lnTo>
                  <a:pt x="5141493" y="1604719"/>
                </a:lnTo>
                <a:lnTo>
                  <a:pt x="5143139" y="1604690"/>
                </a:lnTo>
                <a:lnTo>
                  <a:pt x="5144786" y="1604660"/>
                </a:lnTo>
                <a:lnTo>
                  <a:pt x="5146432" y="1604629"/>
                </a:lnTo>
                <a:lnTo>
                  <a:pt x="5148078" y="1604597"/>
                </a:lnTo>
                <a:lnTo>
                  <a:pt x="5149725" y="1604564"/>
                </a:lnTo>
                <a:lnTo>
                  <a:pt x="5151371" y="1604531"/>
                </a:lnTo>
                <a:lnTo>
                  <a:pt x="5153017" y="1604496"/>
                </a:lnTo>
                <a:lnTo>
                  <a:pt x="5154664" y="1604461"/>
                </a:lnTo>
                <a:lnTo>
                  <a:pt x="5156310" y="1604426"/>
                </a:lnTo>
                <a:lnTo>
                  <a:pt x="5157956" y="1604389"/>
                </a:lnTo>
                <a:lnTo>
                  <a:pt x="5159603" y="1604351"/>
                </a:lnTo>
                <a:lnTo>
                  <a:pt x="5161249" y="1604313"/>
                </a:lnTo>
                <a:lnTo>
                  <a:pt x="5162895" y="1604274"/>
                </a:lnTo>
                <a:lnTo>
                  <a:pt x="5164542" y="1604234"/>
                </a:lnTo>
                <a:lnTo>
                  <a:pt x="5166188" y="1604194"/>
                </a:lnTo>
                <a:lnTo>
                  <a:pt x="5167834" y="1604152"/>
                </a:lnTo>
                <a:lnTo>
                  <a:pt x="5169481" y="1604110"/>
                </a:lnTo>
                <a:lnTo>
                  <a:pt x="5171127" y="1604067"/>
                </a:lnTo>
                <a:lnTo>
                  <a:pt x="5172773" y="1604023"/>
                </a:lnTo>
                <a:lnTo>
                  <a:pt x="5174420" y="1603979"/>
                </a:lnTo>
                <a:lnTo>
                  <a:pt x="5176066" y="1603933"/>
                </a:lnTo>
                <a:lnTo>
                  <a:pt x="5177712" y="1603887"/>
                </a:lnTo>
                <a:lnTo>
                  <a:pt x="5179359" y="1603840"/>
                </a:lnTo>
                <a:lnTo>
                  <a:pt x="5181005" y="1603792"/>
                </a:lnTo>
                <a:lnTo>
                  <a:pt x="5182651" y="1603743"/>
                </a:lnTo>
                <a:lnTo>
                  <a:pt x="5184298" y="1603694"/>
                </a:lnTo>
                <a:lnTo>
                  <a:pt x="5185944" y="1603644"/>
                </a:lnTo>
                <a:lnTo>
                  <a:pt x="5187590" y="1603593"/>
                </a:lnTo>
                <a:lnTo>
                  <a:pt x="5189237" y="1603541"/>
                </a:lnTo>
                <a:lnTo>
                  <a:pt x="5190883" y="1603489"/>
                </a:lnTo>
                <a:lnTo>
                  <a:pt x="5192529" y="1603435"/>
                </a:lnTo>
                <a:lnTo>
                  <a:pt x="5194176" y="1603381"/>
                </a:lnTo>
                <a:lnTo>
                  <a:pt x="5195822" y="1603326"/>
                </a:lnTo>
                <a:lnTo>
                  <a:pt x="5197468" y="1603270"/>
                </a:lnTo>
                <a:lnTo>
                  <a:pt x="5199115" y="1603214"/>
                </a:lnTo>
                <a:lnTo>
                  <a:pt x="5200761" y="1603157"/>
                </a:lnTo>
                <a:lnTo>
                  <a:pt x="5202407" y="1603098"/>
                </a:lnTo>
                <a:lnTo>
                  <a:pt x="5204054" y="1603040"/>
                </a:lnTo>
                <a:lnTo>
                  <a:pt x="5205700" y="1602980"/>
                </a:lnTo>
                <a:lnTo>
                  <a:pt x="5207346" y="1602919"/>
                </a:lnTo>
                <a:lnTo>
                  <a:pt x="5208993" y="1602858"/>
                </a:lnTo>
                <a:lnTo>
                  <a:pt x="5210639" y="1602796"/>
                </a:lnTo>
                <a:lnTo>
                  <a:pt x="5212285" y="1602733"/>
                </a:lnTo>
                <a:lnTo>
                  <a:pt x="5213932" y="1602670"/>
                </a:lnTo>
                <a:lnTo>
                  <a:pt x="5215578" y="1602605"/>
                </a:lnTo>
                <a:lnTo>
                  <a:pt x="5217224" y="1602540"/>
                </a:lnTo>
                <a:lnTo>
                  <a:pt x="5218871" y="1602474"/>
                </a:lnTo>
                <a:lnTo>
                  <a:pt x="5220517" y="1602407"/>
                </a:lnTo>
                <a:lnTo>
                  <a:pt x="5222163" y="1602340"/>
                </a:lnTo>
                <a:lnTo>
                  <a:pt x="5223810" y="1602271"/>
                </a:lnTo>
                <a:lnTo>
                  <a:pt x="5225456" y="1602202"/>
                </a:lnTo>
                <a:lnTo>
                  <a:pt x="5227102" y="1602132"/>
                </a:lnTo>
                <a:lnTo>
                  <a:pt x="5228749" y="1602062"/>
                </a:lnTo>
                <a:lnTo>
                  <a:pt x="5230395" y="1601990"/>
                </a:lnTo>
                <a:lnTo>
                  <a:pt x="5232041" y="1601918"/>
                </a:lnTo>
                <a:lnTo>
                  <a:pt x="5233688" y="1601845"/>
                </a:lnTo>
                <a:lnTo>
                  <a:pt x="5235334" y="1601771"/>
                </a:lnTo>
                <a:lnTo>
                  <a:pt x="5236980" y="1601697"/>
                </a:lnTo>
                <a:lnTo>
                  <a:pt x="5238627" y="1601621"/>
                </a:lnTo>
                <a:lnTo>
                  <a:pt x="5240273" y="1601545"/>
                </a:lnTo>
                <a:lnTo>
                  <a:pt x="5241919" y="1601468"/>
                </a:lnTo>
                <a:lnTo>
                  <a:pt x="5243566" y="1601390"/>
                </a:lnTo>
                <a:lnTo>
                  <a:pt x="5245212" y="1601312"/>
                </a:lnTo>
                <a:lnTo>
                  <a:pt x="5246858" y="1601233"/>
                </a:lnTo>
                <a:lnTo>
                  <a:pt x="5248505" y="1601153"/>
                </a:lnTo>
                <a:lnTo>
                  <a:pt x="5250151" y="1601072"/>
                </a:lnTo>
                <a:lnTo>
                  <a:pt x="5251797" y="1600990"/>
                </a:lnTo>
                <a:lnTo>
                  <a:pt x="5253444" y="1600908"/>
                </a:lnTo>
                <a:lnTo>
                  <a:pt x="5255090" y="1600825"/>
                </a:lnTo>
                <a:lnTo>
                  <a:pt x="5256736" y="1600741"/>
                </a:lnTo>
                <a:lnTo>
                  <a:pt x="5258383" y="1600656"/>
                </a:lnTo>
                <a:lnTo>
                  <a:pt x="5260029" y="1600570"/>
                </a:lnTo>
                <a:lnTo>
                  <a:pt x="5261675" y="1600484"/>
                </a:lnTo>
                <a:lnTo>
                  <a:pt x="5263322" y="1600397"/>
                </a:lnTo>
                <a:lnTo>
                  <a:pt x="5264968" y="1600309"/>
                </a:lnTo>
                <a:lnTo>
                  <a:pt x="5266614" y="1600221"/>
                </a:lnTo>
                <a:lnTo>
                  <a:pt x="5268261" y="1600131"/>
                </a:lnTo>
                <a:lnTo>
                  <a:pt x="5269907" y="1600041"/>
                </a:lnTo>
                <a:lnTo>
                  <a:pt x="5271553" y="1599950"/>
                </a:lnTo>
                <a:lnTo>
                  <a:pt x="5273200" y="1599858"/>
                </a:lnTo>
                <a:lnTo>
                  <a:pt x="5274846" y="1599766"/>
                </a:lnTo>
                <a:lnTo>
                  <a:pt x="5276492" y="1599673"/>
                </a:lnTo>
                <a:lnTo>
                  <a:pt x="5278139" y="1599579"/>
                </a:lnTo>
                <a:lnTo>
                  <a:pt x="5279785" y="1599484"/>
                </a:lnTo>
                <a:lnTo>
                  <a:pt x="5281431" y="1599388"/>
                </a:lnTo>
                <a:lnTo>
                  <a:pt x="5283078" y="1599292"/>
                </a:lnTo>
                <a:lnTo>
                  <a:pt x="5284724" y="1599195"/>
                </a:lnTo>
                <a:lnTo>
                  <a:pt x="5286370" y="1599097"/>
                </a:lnTo>
                <a:lnTo>
                  <a:pt x="5288017" y="1598999"/>
                </a:lnTo>
                <a:lnTo>
                  <a:pt x="5289663" y="1598899"/>
                </a:lnTo>
                <a:lnTo>
                  <a:pt x="5291309" y="1598799"/>
                </a:lnTo>
                <a:lnTo>
                  <a:pt x="5292956" y="1598698"/>
                </a:lnTo>
                <a:lnTo>
                  <a:pt x="5294602" y="1598596"/>
                </a:lnTo>
                <a:lnTo>
                  <a:pt x="5296248" y="1598494"/>
                </a:lnTo>
                <a:lnTo>
                  <a:pt x="5297895" y="1598391"/>
                </a:lnTo>
                <a:lnTo>
                  <a:pt x="5299541" y="1598287"/>
                </a:lnTo>
                <a:lnTo>
                  <a:pt x="5301187" y="1598182"/>
                </a:lnTo>
                <a:lnTo>
                  <a:pt x="5302834" y="1598076"/>
                </a:lnTo>
                <a:lnTo>
                  <a:pt x="5304480" y="1597970"/>
                </a:lnTo>
                <a:lnTo>
                  <a:pt x="5306126" y="1597863"/>
                </a:lnTo>
                <a:lnTo>
                  <a:pt x="5307773" y="1597755"/>
                </a:lnTo>
                <a:lnTo>
                  <a:pt x="5309419" y="1597647"/>
                </a:lnTo>
                <a:lnTo>
                  <a:pt x="5311065" y="1597537"/>
                </a:lnTo>
                <a:lnTo>
                  <a:pt x="5312712" y="1597427"/>
                </a:lnTo>
                <a:lnTo>
                  <a:pt x="5314358" y="1597316"/>
                </a:lnTo>
                <a:lnTo>
                  <a:pt x="5316004" y="1597205"/>
                </a:lnTo>
                <a:lnTo>
                  <a:pt x="5317651" y="1597092"/>
                </a:lnTo>
                <a:lnTo>
                  <a:pt x="5319297" y="1596979"/>
                </a:lnTo>
                <a:lnTo>
                  <a:pt x="5320943" y="1596865"/>
                </a:lnTo>
                <a:lnTo>
                  <a:pt x="5322590" y="1596750"/>
                </a:lnTo>
                <a:lnTo>
                  <a:pt x="5324236" y="1596635"/>
                </a:lnTo>
                <a:lnTo>
                  <a:pt x="5325882" y="1596519"/>
                </a:lnTo>
                <a:lnTo>
                  <a:pt x="5327529" y="1596402"/>
                </a:lnTo>
                <a:lnTo>
                  <a:pt x="5329175" y="1596284"/>
                </a:lnTo>
                <a:lnTo>
                  <a:pt x="5330821" y="1596166"/>
                </a:lnTo>
                <a:lnTo>
                  <a:pt x="5332467" y="1596046"/>
                </a:lnTo>
                <a:lnTo>
                  <a:pt x="5334114" y="1595926"/>
                </a:lnTo>
                <a:lnTo>
                  <a:pt x="5335760" y="1595806"/>
                </a:lnTo>
                <a:lnTo>
                  <a:pt x="5337406" y="1595684"/>
                </a:lnTo>
                <a:lnTo>
                  <a:pt x="5339053" y="1595562"/>
                </a:lnTo>
                <a:lnTo>
                  <a:pt x="5340699" y="1595439"/>
                </a:lnTo>
                <a:lnTo>
                  <a:pt x="5342345" y="1595315"/>
                </a:lnTo>
                <a:lnTo>
                  <a:pt x="5343992" y="1595190"/>
                </a:lnTo>
                <a:lnTo>
                  <a:pt x="5345638" y="1595065"/>
                </a:lnTo>
                <a:lnTo>
                  <a:pt x="5347284" y="1594939"/>
                </a:lnTo>
                <a:lnTo>
                  <a:pt x="5348931" y="1594812"/>
                </a:lnTo>
                <a:lnTo>
                  <a:pt x="5350577" y="1594685"/>
                </a:lnTo>
                <a:lnTo>
                  <a:pt x="5352223" y="1594556"/>
                </a:lnTo>
                <a:lnTo>
                  <a:pt x="5353870" y="1594427"/>
                </a:lnTo>
                <a:lnTo>
                  <a:pt x="5355516" y="1594298"/>
                </a:lnTo>
                <a:lnTo>
                  <a:pt x="5357162" y="1594167"/>
                </a:lnTo>
                <a:lnTo>
                  <a:pt x="5358809" y="1594036"/>
                </a:lnTo>
                <a:lnTo>
                  <a:pt x="5360455" y="1593904"/>
                </a:lnTo>
                <a:lnTo>
                  <a:pt x="5362101" y="1593771"/>
                </a:lnTo>
                <a:lnTo>
                  <a:pt x="5363748" y="1593637"/>
                </a:lnTo>
                <a:lnTo>
                  <a:pt x="5365394" y="1593503"/>
                </a:lnTo>
                <a:lnTo>
                  <a:pt x="5367040" y="1593368"/>
                </a:lnTo>
                <a:lnTo>
                  <a:pt x="5368687" y="1593232"/>
                </a:lnTo>
                <a:lnTo>
                  <a:pt x="5370333" y="1593096"/>
                </a:lnTo>
                <a:lnTo>
                  <a:pt x="5371979" y="1592958"/>
                </a:lnTo>
                <a:lnTo>
                  <a:pt x="5373626" y="1592820"/>
                </a:lnTo>
                <a:lnTo>
                  <a:pt x="5375272" y="1592681"/>
                </a:lnTo>
                <a:lnTo>
                  <a:pt x="5376918" y="1592542"/>
                </a:lnTo>
                <a:lnTo>
                  <a:pt x="5378565" y="1592402"/>
                </a:lnTo>
                <a:lnTo>
                  <a:pt x="5380211" y="1592261"/>
                </a:lnTo>
                <a:lnTo>
                  <a:pt x="5381857" y="1592119"/>
                </a:lnTo>
                <a:lnTo>
                  <a:pt x="5383504" y="1591976"/>
                </a:lnTo>
                <a:lnTo>
                  <a:pt x="5385150" y="1591833"/>
                </a:lnTo>
                <a:lnTo>
                  <a:pt x="5386796" y="1591689"/>
                </a:lnTo>
                <a:lnTo>
                  <a:pt x="5388443" y="1591544"/>
                </a:lnTo>
                <a:lnTo>
                  <a:pt x="5390089" y="1591399"/>
                </a:lnTo>
                <a:lnTo>
                  <a:pt x="5391735" y="1591252"/>
                </a:lnTo>
                <a:lnTo>
                  <a:pt x="5393382" y="1591106"/>
                </a:lnTo>
                <a:lnTo>
                  <a:pt x="5395028" y="1590958"/>
                </a:lnTo>
                <a:lnTo>
                  <a:pt x="5396674" y="1590809"/>
                </a:lnTo>
                <a:lnTo>
                  <a:pt x="5398321" y="1590660"/>
                </a:lnTo>
                <a:lnTo>
                  <a:pt x="5399967" y="1590510"/>
                </a:lnTo>
                <a:lnTo>
                  <a:pt x="5401613" y="1590360"/>
                </a:lnTo>
                <a:lnTo>
                  <a:pt x="5403260" y="1590208"/>
                </a:lnTo>
                <a:lnTo>
                  <a:pt x="5404906" y="1590056"/>
                </a:lnTo>
                <a:lnTo>
                  <a:pt x="5406552" y="1589903"/>
                </a:lnTo>
                <a:lnTo>
                  <a:pt x="5408199" y="1589749"/>
                </a:lnTo>
                <a:lnTo>
                  <a:pt x="5409845" y="1589595"/>
                </a:lnTo>
                <a:lnTo>
                  <a:pt x="5411491" y="1589440"/>
                </a:lnTo>
                <a:lnTo>
                  <a:pt x="5413138" y="1589284"/>
                </a:lnTo>
                <a:lnTo>
                  <a:pt x="5414784" y="1589128"/>
                </a:lnTo>
                <a:lnTo>
                  <a:pt x="5416430" y="1588970"/>
                </a:lnTo>
                <a:lnTo>
                  <a:pt x="5418077" y="1588812"/>
                </a:lnTo>
                <a:lnTo>
                  <a:pt x="5419723" y="1588653"/>
                </a:lnTo>
                <a:lnTo>
                  <a:pt x="5421369" y="1588494"/>
                </a:lnTo>
                <a:lnTo>
                  <a:pt x="5423016" y="1588334"/>
                </a:lnTo>
                <a:lnTo>
                  <a:pt x="5424662" y="1588173"/>
                </a:lnTo>
                <a:lnTo>
                  <a:pt x="5426308" y="1588011"/>
                </a:lnTo>
                <a:lnTo>
                  <a:pt x="5427955" y="1587849"/>
                </a:lnTo>
                <a:lnTo>
                  <a:pt x="5429601" y="1587685"/>
                </a:lnTo>
                <a:lnTo>
                  <a:pt x="5431247" y="1587521"/>
                </a:lnTo>
                <a:lnTo>
                  <a:pt x="5432894" y="1587357"/>
                </a:lnTo>
                <a:lnTo>
                  <a:pt x="5434540" y="1587191"/>
                </a:lnTo>
                <a:lnTo>
                  <a:pt x="5436186" y="1587025"/>
                </a:lnTo>
                <a:lnTo>
                  <a:pt x="5437833" y="1586858"/>
                </a:lnTo>
                <a:lnTo>
                  <a:pt x="5439479" y="1586691"/>
                </a:lnTo>
                <a:lnTo>
                  <a:pt x="5441125" y="1586523"/>
                </a:lnTo>
                <a:lnTo>
                  <a:pt x="5442772" y="1586354"/>
                </a:lnTo>
                <a:lnTo>
                  <a:pt x="5444418" y="1586184"/>
                </a:lnTo>
                <a:lnTo>
                  <a:pt x="5446064" y="1586013"/>
                </a:lnTo>
                <a:lnTo>
                  <a:pt x="5447711" y="1585842"/>
                </a:lnTo>
                <a:lnTo>
                  <a:pt x="5449357" y="1585670"/>
                </a:lnTo>
                <a:lnTo>
                  <a:pt x="5451003" y="1585498"/>
                </a:lnTo>
                <a:lnTo>
                  <a:pt x="5452650" y="1585324"/>
                </a:lnTo>
                <a:lnTo>
                  <a:pt x="5454296" y="1585150"/>
                </a:lnTo>
                <a:lnTo>
                  <a:pt x="5455942" y="1584975"/>
                </a:lnTo>
                <a:lnTo>
                  <a:pt x="5457589" y="1584800"/>
                </a:lnTo>
                <a:lnTo>
                  <a:pt x="5459235" y="1584624"/>
                </a:lnTo>
                <a:lnTo>
                  <a:pt x="5460881" y="1584447"/>
                </a:lnTo>
                <a:lnTo>
                  <a:pt x="5462528" y="1584269"/>
                </a:lnTo>
                <a:lnTo>
                  <a:pt x="5464174" y="1584090"/>
                </a:lnTo>
                <a:lnTo>
                  <a:pt x="5465820" y="1583911"/>
                </a:lnTo>
                <a:lnTo>
                  <a:pt x="5467467" y="1583731"/>
                </a:lnTo>
                <a:lnTo>
                  <a:pt x="5469113" y="1583551"/>
                </a:lnTo>
                <a:lnTo>
                  <a:pt x="5470759" y="1583370"/>
                </a:lnTo>
                <a:lnTo>
                  <a:pt x="5472406" y="1583188"/>
                </a:lnTo>
                <a:lnTo>
                  <a:pt x="5474052" y="1583005"/>
                </a:lnTo>
                <a:lnTo>
                  <a:pt x="5475698" y="1582821"/>
                </a:lnTo>
                <a:lnTo>
                  <a:pt x="5477345" y="1582637"/>
                </a:lnTo>
                <a:lnTo>
                  <a:pt x="5478991" y="1582452"/>
                </a:lnTo>
                <a:lnTo>
                  <a:pt x="5480637" y="1582267"/>
                </a:lnTo>
                <a:lnTo>
                  <a:pt x="5482284" y="1582080"/>
                </a:lnTo>
                <a:lnTo>
                  <a:pt x="5483930" y="1581893"/>
                </a:lnTo>
                <a:lnTo>
                  <a:pt x="5485576" y="1581705"/>
                </a:lnTo>
                <a:lnTo>
                  <a:pt x="5487223" y="1581517"/>
                </a:lnTo>
                <a:lnTo>
                  <a:pt x="5488869" y="1581328"/>
                </a:lnTo>
                <a:lnTo>
                  <a:pt x="5490515" y="1581138"/>
                </a:lnTo>
                <a:lnTo>
                  <a:pt x="5492162" y="1580947"/>
                </a:lnTo>
                <a:lnTo>
                  <a:pt x="5493808" y="1580756"/>
                </a:lnTo>
                <a:lnTo>
                  <a:pt x="5495454" y="1580564"/>
                </a:lnTo>
                <a:lnTo>
                  <a:pt x="5497101" y="1580371"/>
                </a:lnTo>
                <a:lnTo>
                  <a:pt x="5498747" y="1580178"/>
                </a:lnTo>
                <a:lnTo>
                  <a:pt x="5500393" y="1579983"/>
                </a:lnTo>
                <a:lnTo>
                  <a:pt x="5502040" y="1579789"/>
                </a:lnTo>
                <a:lnTo>
                  <a:pt x="5503686" y="1579593"/>
                </a:lnTo>
                <a:lnTo>
                  <a:pt x="5505332" y="1579397"/>
                </a:lnTo>
                <a:lnTo>
                  <a:pt x="5506979" y="1579200"/>
                </a:lnTo>
                <a:lnTo>
                  <a:pt x="5508625" y="1579002"/>
                </a:lnTo>
                <a:lnTo>
                  <a:pt x="5510271" y="1578803"/>
                </a:lnTo>
                <a:lnTo>
                  <a:pt x="5511918" y="1578604"/>
                </a:lnTo>
                <a:lnTo>
                  <a:pt x="5513564" y="1578404"/>
                </a:lnTo>
                <a:lnTo>
                  <a:pt x="5515210" y="1578204"/>
                </a:lnTo>
                <a:lnTo>
                  <a:pt x="5516857" y="1578003"/>
                </a:lnTo>
                <a:lnTo>
                  <a:pt x="5518503" y="1577801"/>
                </a:lnTo>
                <a:lnTo>
                  <a:pt x="5520149" y="1577598"/>
                </a:lnTo>
                <a:lnTo>
                  <a:pt x="5521796" y="1577395"/>
                </a:lnTo>
                <a:lnTo>
                  <a:pt x="5523442" y="1577190"/>
                </a:lnTo>
                <a:lnTo>
                  <a:pt x="5525088" y="1576986"/>
                </a:lnTo>
                <a:lnTo>
                  <a:pt x="5526735" y="1576780"/>
                </a:lnTo>
                <a:lnTo>
                  <a:pt x="5528381" y="1576574"/>
                </a:lnTo>
                <a:lnTo>
                  <a:pt x="5530027" y="1576367"/>
                </a:lnTo>
                <a:lnTo>
                  <a:pt x="5531674" y="1576160"/>
                </a:lnTo>
                <a:lnTo>
                  <a:pt x="5533320" y="1575951"/>
                </a:lnTo>
                <a:lnTo>
                  <a:pt x="5534966" y="1575742"/>
                </a:lnTo>
                <a:lnTo>
                  <a:pt x="5536613" y="1575533"/>
                </a:lnTo>
                <a:lnTo>
                  <a:pt x="5538259" y="1575322"/>
                </a:lnTo>
                <a:lnTo>
                  <a:pt x="5539905" y="1575111"/>
                </a:lnTo>
                <a:lnTo>
                  <a:pt x="5541552" y="1574899"/>
                </a:lnTo>
                <a:lnTo>
                  <a:pt x="5543198" y="1574687"/>
                </a:lnTo>
                <a:lnTo>
                  <a:pt x="5544844" y="1574474"/>
                </a:lnTo>
                <a:lnTo>
                  <a:pt x="5546491" y="1574260"/>
                </a:lnTo>
                <a:lnTo>
                  <a:pt x="5548137" y="1574045"/>
                </a:lnTo>
                <a:lnTo>
                  <a:pt x="5549783" y="1573830"/>
                </a:lnTo>
                <a:lnTo>
                  <a:pt x="5551430" y="1573614"/>
                </a:lnTo>
                <a:lnTo>
                  <a:pt x="5553076" y="1573397"/>
                </a:lnTo>
                <a:lnTo>
                  <a:pt x="5554722" y="1573180"/>
                </a:lnTo>
                <a:lnTo>
                  <a:pt x="5556369" y="1572962"/>
                </a:lnTo>
                <a:lnTo>
                  <a:pt x="5558015" y="1572743"/>
                </a:lnTo>
                <a:lnTo>
                  <a:pt x="5559661" y="1572524"/>
                </a:lnTo>
                <a:lnTo>
                  <a:pt x="5561308" y="1572303"/>
                </a:lnTo>
                <a:lnTo>
                  <a:pt x="5562954" y="1572083"/>
                </a:lnTo>
                <a:lnTo>
                  <a:pt x="5564600" y="1571861"/>
                </a:lnTo>
                <a:lnTo>
                  <a:pt x="5566247" y="1571639"/>
                </a:lnTo>
                <a:lnTo>
                  <a:pt x="5567893" y="1571416"/>
                </a:lnTo>
                <a:lnTo>
                  <a:pt x="5569539" y="1571192"/>
                </a:lnTo>
                <a:lnTo>
                  <a:pt x="5571186" y="1570968"/>
                </a:lnTo>
                <a:lnTo>
                  <a:pt x="5572832" y="1570743"/>
                </a:lnTo>
                <a:lnTo>
                  <a:pt x="5574478" y="1570517"/>
                </a:lnTo>
                <a:lnTo>
                  <a:pt x="5576125" y="1570291"/>
                </a:lnTo>
                <a:lnTo>
                  <a:pt x="5577771" y="1570064"/>
                </a:lnTo>
                <a:lnTo>
                  <a:pt x="5579417" y="1569836"/>
                </a:lnTo>
                <a:lnTo>
                  <a:pt x="5581064" y="1569608"/>
                </a:lnTo>
                <a:lnTo>
                  <a:pt x="5582710" y="1569379"/>
                </a:lnTo>
                <a:lnTo>
                  <a:pt x="5584356" y="1569149"/>
                </a:lnTo>
                <a:lnTo>
                  <a:pt x="5586003" y="1568919"/>
                </a:lnTo>
                <a:lnTo>
                  <a:pt x="5587649" y="1568687"/>
                </a:lnTo>
                <a:lnTo>
                  <a:pt x="5589295" y="1568456"/>
                </a:lnTo>
                <a:lnTo>
                  <a:pt x="5590942" y="1568223"/>
                </a:lnTo>
                <a:lnTo>
                  <a:pt x="5592588" y="1567990"/>
                </a:lnTo>
                <a:lnTo>
                  <a:pt x="5594234" y="1567756"/>
                </a:lnTo>
                <a:lnTo>
                  <a:pt x="5595881" y="1567522"/>
                </a:lnTo>
                <a:lnTo>
                  <a:pt x="5597527" y="1567286"/>
                </a:lnTo>
                <a:lnTo>
                  <a:pt x="5599173" y="1567050"/>
                </a:lnTo>
                <a:lnTo>
                  <a:pt x="5600820" y="1566814"/>
                </a:lnTo>
                <a:lnTo>
                  <a:pt x="5602466" y="1566577"/>
                </a:lnTo>
                <a:lnTo>
                  <a:pt x="5604112" y="1566339"/>
                </a:lnTo>
                <a:lnTo>
                  <a:pt x="5605759" y="1566100"/>
                </a:lnTo>
                <a:lnTo>
                  <a:pt x="5607405" y="1565861"/>
                </a:lnTo>
                <a:lnTo>
                  <a:pt x="5609051" y="1565621"/>
                </a:lnTo>
                <a:lnTo>
                  <a:pt x="5610698" y="1565380"/>
                </a:lnTo>
                <a:lnTo>
                  <a:pt x="5612344" y="1565139"/>
                </a:lnTo>
                <a:lnTo>
                  <a:pt x="5613990" y="1564897"/>
                </a:lnTo>
                <a:lnTo>
                  <a:pt x="5615637" y="1564654"/>
                </a:lnTo>
                <a:lnTo>
                  <a:pt x="5617283" y="1564411"/>
                </a:lnTo>
                <a:lnTo>
                  <a:pt x="5618929" y="1564167"/>
                </a:lnTo>
                <a:lnTo>
                  <a:pt x="5620576" y="1563922"/>
                </a:lnTo>
                <a:lnTo>
                  <a:pt x="5622222" y="1563676"/>
                </a:lnTo>
                <a:lnTo>
                  <a:pt x="5623868" y="1563430"/>
                </a:lnTo>
                <a:lnTo>
                  <a:pt x="5625515" y="1563184"/>
                </a:lnTo>
                <a:lnTo>
                  <a:pt x="5627161" y="1562936"/>
                </a:lnTo>
                <a:lnTo>
                  <a:pt x="5628807" y="1562688"/>
                </a:lnTo>
                <a:lnTo>
                  <a:pt x="5630454" y="1562439"/>
                </a:lnTo>
                <a:lnTo>
                  <a:pt x="5632100" y="1562190"/>
                </a:lnTo>
                <a:lnTo>
                  <a:pt x="5633746" y="1561940"/>
                </a:lnTo>
                <a:lnTo>
                  <a:pt x="5635393" y="1561689"/>
                </a:lnTo>
                <a:lnTo>
                  <a:pt x="5637039" y="1561438"/>
                </a:lnTo>
                <a:lnTo>
                  <a:pt x="5638685" y="1561186"/>
                </a:lnTo>
                <a:lnTo>
                  <a:pt x="5640332" y="1560933"/>
                </a:lnTo>
                <a:lnTo>
                  <a:pt x="5641978" y="1560680"/>
                </a:lnTo>
                <a:lnTo>
                  <a:pt x="5643624" y="1560425"/>
                </a:lnTo>
                <a:lnTo>
                  <a:pt x="5645270" y="1560171"/>
                </a:lnTo>
                <a:lnTo>
                  <a:pt x="5646917" y="1559915"/>
                </a:lnTo>
                <a:lnTo>
                  <a:pt x="5648563" y="1559659"/>
                </a:lnTo>
                <a:lnTo>
                  <a:pt x="5650209" y="1559403"/>
                </a:lnTo>
                <a:lnTo>
                  <a:pt x="5651856" y="1559145"/>
                </a:lnTo>
                <a:lnTo>
                  <a:pt x="5653502" y="1558887"/>
                </a:lnTo>
                <a:lnTo>
                  <a:pt x="5655148" y="1558628"/>
                </a:lnTo>
                <a:lnTo>
                  <a:pt x="5656795" y="1558369"/>
                </a:lnTo>
                <a:lnTo>
                  <a:pt x="5658441" y="1558109"/>
                </a:lnTo>
                <a:lnTo>
                  <a:pt x="5660087" y="1557848"/>
                </a:lnTo>
                <a:lnTo>
                  <a:pt x="5661734" y="1557587"/>
                </a:lnTo>
                <a:lnTo>
                  <a:pt x="5663380" y="1557325"/>
                </a:lnTo>
                <a:lnTo>
                  <a:pt x="5665026" y="1557062"/>
                </a:lnTo>
                <a:lnTo>
                  <a:pt x="5666673" y="1556799"/>
                </a:lnTo>
                <a:lnTo>
                  <a:pt x="5668319" y="1556535"/>
                </a:lnTo>
                <a:lnTo>
                  <a:pt x="5669965" y="1556270"/>
                </a:lnTo>
                <a:lnTo>
                  <a:pt x="5671612" y="1556005"/>
                </a:lnTo>
                <a:lnTo>
                  <a:pt x="5673258" y="1555739"/>
                </a:lnTo>
                <a:lnTo>
                  <a:pt x="5674904" y="1555472"/>
                </a:lnTo>
                <a:lnTo>
                  <a:pt x="5676551" y="1555205"/>
                </a:lnTo>
                <a:lnTo>
                  <a:pt x="5678197" y="1554937"/>
                </a:lnTo>
                <a:lnTo>
                  <a:pt x="5679843" y="1554668"/>
                </a:lnTo>
                <a:lnTo>
                  <a:pt x="5681490" y="1554399"/>
                </a:lnTo>
                <a:lnTo>
                  <a:pt x="5683136" y="1554129"/>
                </a:lnTo>
                <a:lnTo>
                  <a:pt x="5684782" y="1553859"/>
                </a:lnTo>
                <a:lnTo>
                  <a:pt x="5686429" y="1553588"/>
                </a:lnTo>
                <a:lnTo>
                  <a:pt x="5688075" y="1553316"/>
                </a:lnTo>
                <a:lnTo>
                  <a:pt x="5689721" y="1553043"/>
                </a:lnTo>
                <a:lnTo>
                  <a:pt x="5691368" y="1552770"/>
                </a:lnTo>
                <a:lnTo>
                  <a:pt x="5693014" y="1552496"/>
                </a:lnTo>
                <a:lnTo>
                  <a:pt x="5694660" y="1552222"/>
                </a:lnTo>
                <a:lnTo>
                  <a:pt x="5696307" y="1551947"/>
                </a:lnTo>
                <a:lnTo>
                  <a:pt x="5697953" y="1551671"/>
                </a:lnTo>
                <a:lnTo>
                  <a:pt x="5699599" y="1551395"/>
                </a:lnTo>
                <a:lnTo>
                  <a:pt x="5701246" y="1551118"/>
                </a:lnTo>
                <a:lnTo>
                  <a:pt x="5702892" y="1550840"/>
                </a:lnTo>
                <a:lnTo>
                  <a:pt x="5704538" y="1550562"/>
                </a:lnTo>
                <a:lnTo>
                  <a:pt x="5706185" y="1550283"/>
                </a:lnTo>
                <a:lnTo>
                  <a:pt x="5707831" y="1550003"/>
                </a:lnTo>
                <a:lnTo>
                  <a:pt x="5709477" y="1549723"/>
                </a:lnTo>
                <a:lnTo>
                  <a:pt x="5711124" y="1549442"/>
                </a:lnTo>
                <a:lnTo>
                  <a:pt x="5712770" y="1549160"/>
                </a:lnTo>
                <a:lnTo>
                  <a:pt x="5714416" y="1548878"/>
                </a:lnTo>
                <a:lnTo>
                  <a:pt x="5716063" y="1548595"/>
                </a:lnTo>
                <a:lnTo>
                  <a:pt x="5717709" y="1548312"/>
                </a:lnTo>
                <a:lnTo>
                  <a:pt x="5719355" y="1548028"/>
                </a:lnTo>
                <a:lnTo>
                  <a:pt x="5721002" y="1547743"/>
                </a:lnTo>
                <a:lnTo>
                  <a:pt x="5722648" y="1547458"/>
                </a:lnTo>
                <a:lnTo>
                  <a:pt x="5724294" y="1547172"/>
                </a:lnTo>
                <a:lnTo>
                  <a:pt x="5725941" y="1546885"/>
                </a:lnTo>
                <a:lnTo>
                  <a:pt x="5727587" y="1546598"/>
                </a:lnTo>
                <a:lnTo>
                  <a:pt x="5729233" y="1546310"/>
                </a:lnTo>
                <a:lnTo>
                  <a:pt x="5730880" y="1546021"/>
                </a:lnTo>
                <a:lnTo>
                  <a:pt x="5732526" y="1545732"/>
                </a:lnTo>
                <a:lnTo>
                  <a:pt x="5734172" y="1545442"/>
                </a:lnTo>
                <a:lnTo>
                  <a:pt x="5735819" y="1545152"/>
                </a:lnTo>
                <a:lnTo>
                  <a:pt x="5737465" y="1544861"/>
                </a:lnTo>
                <a:lnTo>
                  <a:pt x="5739111" y="1544569"/>
                </a:lnTo>
                <a:lnTo>
                  <a:pt x="5740758" y="1544277"/>
                </a:lnTo>
                <a:lnTo>
                  <a:pt x="5742404" y="1543984"/>
                </a:lnTo>
                <a:lnTo>
                  <a:pt x="5744050" y="1543690"/>
                </a:lnTo>
                <a:lnTo>
                  <a:pt x="5745697" y="1543396"/>
                </a:lnTo>
                <a:lnTo>
                  <a:pt x="5747343" y="1543101"/>
                </a:lnTo>
                <a:lnTo>
                  <a:pt x="5748989" y="1542805"/>
                </a:lnTo>
                <a:lnTo>
                  <a:pt x="5750636" y="1542509"/>
                </a:lnTo>
                <a:lnTo>
                  <a:pt x="5752282" y="1542212"/>
                </a:lnTo>
                <a:lnTo>
                  <a:pt x="5753928" y="1541915"/>
                </a:lnTo>
                <a:lnTo>
                  <a:pt x="5755575" y="1541617"/>
                </a:lnTo>
                <a:lnTo>
                  <a:pt x="5757221" y="1541318"/>
                </a:lnTo>
                <a:lnTo>
                  <a:pt x="5758867" y="1541019"/>
                </a:lnTo>
                <a:lnTo>
                  <a:pt x="5760514" y="1540719"/>
                </a:lnTo>
                <a:lnTo>
                  <a:pt x="5762160" y="1540419"/>
                </a:lnTo>
                <a:lnTo>
                  <a:pt x="5763806" y="1540118"/>
                </a:lnTo>
                <a:lnTo>
                  <a:pt x="5765453" y="1539816"/>
                </a:lnTo>
                <a:lnTo>
                  <a:pt x="5767099" y="1539513"/>
                </a:lnTo>
                <a:lnTo>
                  <a:pt x="5768745" y="1539210"/>
                </a:lnTo>
                <a:lnTo>
                  <a:pt x="5770392" y="1538907"/>
                </a:lnTo>
                <a:lnTo>
                  <a:pt x="5772038" y="1538602"/>
                </a:lnTo>
                <a:lnTo>
                  <a:pt x="5773684" y="1538298"/>
                </a:lnTo>
                <a:lnTo>
                  <a:pt x="5775331" y="1537992"/>
                </a:lnTo>
                <a:lnTo>
                  <a:pt x="5776977" y="1537686"/>
                </a:lnTo>
                <a:lnTo>
                  <a:pt x="5778623" y="1537379"/>
                </a:lnTo>
                <a:lnTo>
                  <a:pt x="5780270" y="1537072"/>
                </a:lnTo>
                <a:lnTo>
                  <a:pt x="5781916" y="1536764"/>
                </a:lnTo>
                <a:lnTo>
                  <a:pt x="5783562" y="1536455"/>
                </a:lnTo>
                <a:lnTo>
                  <a:pt x="5785209" y="1536146"/>
                </a:lnTo>
                <a:lnTo>
                  <a:pt x="5786855" y="1535836"/>
                </a:lnTo>
                <a:lnTo>
                  <a:pt x="5788501" y="1535526"/>
                </a:lnTo>
                <a:lnTo>
                  <a:pt x="5790148" y="1535215"/>
                </a:lnTo>
                <a:lnTo>
                  <a:pt x="5791794" y="1534903"/>
                </a:lnTo>
                <a:lnTo>
                  <a:pt x="5793440" y="1534591"/>
                </a:lnTo>
                <a:lnTo>
                  <a:pt x="5795087" y="1534278"/>
                </a:lnTo>
                <a:lnTo>
                  <a:pt x="5796733" y="1533964"/>
                </a:lnTo>
                <a:lnTo>
                  <a:pt x="5798379" y="1533650"/>
                </a:lnTo>
                <a:lnTo>
                  <a:pt x="5800026" y="1533336"/>
                </a:lnTo>
                <a:lnTo>
                  <a:pt x="5801672" y="1533020"/>
                </a:lnTo>
                <a:lnTo>
                  <a:pt x="5803318" y="1532704"/>
                </a:lnTo>
                <a:lnTo>
                  <a:pt x="5804965" y="1532388"/>
                </a:lnTo>
                <a:lnTo>
                  <a:pt x="5806611" y="1532071"/>
                </a:lnTo>
                <a:lnTo>
                  <a:pt x="5808257" y="1531753"/>
                </a:lnTo>
                <a:lnTo>
                  <a:pt x="5809904" y="1531434"/>
                </a:lnTo>
                <a:lnTo>
                  <a:pt x="5811550" y="1531115"/>
                </a:lnTo>
                <a:lnTo>
                  <a:pt x="5813196" y="1530796"/>
                </a:lnTo>
                <a:lnTo>
                  <a:pt x="5814843" y="1530476"/>
                </a:lnTo>
                <a:lnTo>
                  <a:pt x="5816489" y="1530155"/>
                </a:lnTo>
                <a:lnTo>
                  <a:pt x="5818135" y="1529834"/>
                </a:lnTo>
                <a:lnTo>
                  <a:pt x="5819782" y="1529512"/>
                </a:lnTo>
                <a:lnTo>
                  <a:pt x="5821428" y="1529189"/>
                </a:lnTo>
                <a:lnTo>
                  <a:pt x="5823074" y="1528866"/>
                </a:lnTo>
                <a:lnTo>
                  <a:pt x="5824721" y="1528542"/>
                </a:lnTo>
                <a:lnTo>
                  <a:pt x="5826367" y="1528217"/>
                </a:lnTo>
                <a:lnTo>
                  <a:pt x="5828013" y="1527892"/>
                </a:lnTo>
                <a:lnTo>
                  <a:pt x="5829660" y="1527567"/>
                </a:lnTo>
                <a:lnTo>
                  <a:pt x="5831306" y="1527241"/>
                </a:lnTo>
                <a:lnTo>
                  <a:pt x="5832952" y="1526914"/>
                </a:lnTo>
                <a:lnTo>
                  <a:pt x="5834599" y="1526586"/>
                </a:lnTo>
                <a:lnTo>
                  <a:pt x="5836245" y="1526258"/>
                </a:lnTo>
                <a:lnTo>
                  <a:pt x="5837891" y="1525930"/>
                </a:lnTo>
                <a:lnTo>
                  <a:pt x="5839538" y="1525601"/>
                </a:lnTo>
                <a:lnTo>
                  <a:pt x="5841184" y="1525271"/>
                </a:lnTo>
                <a:lnTo>
                  <a:pt x="5842830" y="1524940"/>
                </a:lnTo>
                <a:lnTo>
                  <a:pt x="5844477" y="1524609"/>
                </a:lnTo>
                <a:lnTo>
                  <a:pt x="5846123" y="1524278"/>
                </a:lnTo>
                <a:lnTo>
                  <a:pt x="5847769" y="1523946"/>
                </a:lnTo>
                <a:lnTo>
                  <a:pt x="5849416" y="1523613"/>
                </a:lnTo>
                <a:lnTo>
                  <a:pt x="5851062" y="1523280"/>
                </a:lnTo>
                <a:lnTo>
                  <a:pt x="5852708" y="1522946"/>
                </a:lnTo>
                <a:lnTo>
                  <a:pt x="5854355" y="1522611"/>
                </a:lnTo>
                <a:lnTo>
                  <a:pt x="5856001" y="1522276"/>
                </a:lnTo>
                <a:lnTo>
                  <a:pt x="5857647" y="1521940"/>
                </a:lnTo>
                <a:lnTo>
                  <a:pt x="5859294" y="1521604"/>
                </a:lnTo>
                <a:lnTo>
                  <a:pt x="5860940" y="1521267"/>
                </a:lnTo>
                <a:lnTo>
                  <a:pt x="5862586" y="1520930"/>
                </a:lnTo>
                <a:lnTo>
                  <a:pt x="5864233" y="1520592"/>
                </a:lnTo>
                <a:lnTo>
                  <a:pt x="5865879" y="1520253"/>
                </a:lnTo>
                <a:lnTo>
                  <a:pt x="5867525" y="1519914"/>
                </a:lnTo>
                <a:lnTo>
                  <a:pt x="5869172" y="1519574"/>
                </a:lnTo>
                <a:lnTo>
                  <a:pt x="5870818" y="1519234"/>
                </a:lnTo>
                <a:lnTo>
                  <a:pt x="5872464" y="1518893"/>
                </a:lnTo>
                <a:lnTo>
                  <a:pt x="5874111" y="1518551"/>
                </a:lnTo>
                <a:lnTo>
                  <a:pt x="5875757" y="1518209"/>
                </a:lnTo>
                <a:lnTo>
                  <a:pt x="5877403" y="1517866"/>
                </a:lnTo>
                <a:lnTo>
                  <a:pt x="5879050" y="1517523"/>
                </a:lnTo>
                <a:lnTo>
                  <a:pt x="5880696" y="1517179"/>
                </a:lnTo>
                <a:lnTo>
                  <a:pt x="5882342" y="1516834"/>
                </a:lnTo>
                <a:lnTo>
                  <a:pt x="5883989" y="1516489"/>
                </a:lnTo>
                <a:lnTo>
                  <a:pt x="5885635" y="1516144"/>
                </a:lnTo>
                <a:lnTo>
                  <a:pt x="5887281" y="1515798"/>
                </a:lnTo>
                <a:lnTo>
                  <a:pt x="5888928" y="1515451"/>
                </a:lnTo>
                <a:lnTo>
                  <a:pt x="5890574" y="1515103"/>
                </a:lnTo>
                <a:lnTo>
                  <a:pt x="5892220" y="1514756"/>
                </a:lnTo>
                <a:lnTo>
                  <a:pt x="5893867" y="1514407"/>
                </a:lnTo>
                <a:lnTo>
                  <a:pt x="5895513" y="1514058"/>
                </a:lnTo>
                <a:lnTo>
                  <a:pt x="5897159" y="1513708"/>
                </a:lnTo>
                <a:lnTo>
                  <a:pt x="5898806" y="1513358"/>
                </a:lnTo>
                <a:lnTo>
                  <a:pt x="5900452" y="1513007"/>
                </a:lnTo>
                <a:lnTo>
                  <a:pt x="5902098" y="1512656"/>
                </a:lnTo>
                <a:lnTo>
                  <a:pt x="5903745" y="1512304"/>
                </a:lnTo>
                <a:lnTo>
                  <a:pt x="5905391" y="1511951"/>
                </a:lnTo>
                <a:lnTo>
                  <a:pt x="5907037" y="1511598"/>
                </a:lnTo>
                <a:lnTo>
                  <a:pt x="5908684" y="1511245"/>
                </a:lnTo>
                <a:lnTo>
                  <a:pt x="5910330" y="1510891"/>
                </a:lnTo>
                <a:lnTo>
                  <a:pt x="5911976" y="1510536"/>
                </a:lnTo>
                <a:lnTo>
                  <a:pt x="5913623" y="1510180"/>
                </a:lnTo>
                <a:lnTo>
                  <a:pt x="5915269" y="1509824"/>
                </a:lnTo>
                <a:lnTo>
                  <a:pt x="5916915" y="1509468"/>
                </a:lnTo>
                <a:lnTo>
                  <a:pt x="5918562" y="1509111"/>
                </a:lnTo>
                <a:lnTo>
                  <a:pt x="5920208" y="1508753"/>
                </a:lnTo>
                <a:lnTo>
                  <a:pt x="5921854" y="1508395"/>
                </a:lnTo>
                <a:lnTo>
                  <a:pt x="5923501" y="1508036"/>
                </a:lnTo>
                <a:lnTo>
                  <a:pt x="5925147" y="1507677"/>
                </a:lnTo>
                <a:lnTo>
                  <a:pt x="5926793" y="1507317"/>
                </a:lnTo>
                <a:lnTo>
                  <a:pt x="5928440" y="1506957"/>
                </a:lnTo>
                <a:lnTo>
                  <a:pt x="5930086" y="1506596"/>
                </a:lnTo>
                <a:lnTo>
                  <a:pt x="5931732" y="1506234"/>
                </a:lnTo>
                <a:lnTo>
                  <a:pt x="5933379" y="1505872"/>
                </a:lnTo>
                <a:lnTo>
                  <a:pt x="5935025" y="1505510"/>
                </a:lnTo>
                <a:lnTo>
                  <a:pt x="5936671" y="1505146"/>
                </a:lnTo>
                <a:lnTo>
                  <a:pt x="5938318" y="1504783"/>
                </a:lnTo>
                <a:lnTo>
                  <a:pt x="5939964" y="1504418"/>
                </a:lnTo>
                <a:lnTo>
                  <a:pt x="5941610" y="1504053"/>
                </a:lnTo>
                <a:lnTo>
                  <a:pt x="5943257" y="1503688"/>
                </a:lnTo>
                <a:lnTo>
                  <a:pt x="5944903" y="1503322"/>
                </a:lnTo>
                <a:lnTo>
                  <a:pt x="5946549" y="1502955"/>
                </a:lnTo>
                <a:lnTo>
                  <a:pt x="5948196" y="1502588"/>
                </a:lnTo>
                <a:lnTo>
                  <a:pt x="5949842" y="1502221"/>
                </a:lnTo>
                <a:lnTo>
                  <a:pt x="5951488" y="1501852"/>
                </a:lnTo>
                <a:lnTo>
                  <a:pt x="5953135" y="1501484"/>
                </a:lnTo>
                <a:lnTo>
                  <a:pt x="5954781" y="1501114"/>
                </a:lnTo>
                <a:lnTo>
                  <a:pt x="5956427" y="1500744"/>
                </a:lnTo>
                <a:lnTo>
                  <a:pt x="5958073" y="1500374"/>
                </a:lnTo>
                <a:lnTo>
                  <a:pt x="5959720" y="1500003"/>
                </a:lnTo>
                <a:lnTo>
                  <a:pt x="5961366" y="1499632"/>
                </a:lnTo>
                <a:lnTo>
                  <a:pt x="5963012" y="1499259"/>
                </a:lnTo>
                <a:lnTo>
                  <a:pt x="5964659" y="1498887"/>
                </a:lnTo>
                <a:lnTo>
                  <a:pt x="5966305" y="1498514"/>
                </a:lnTo>
                <a:lnTo>
                  <a:pt x="5967951" y="1498140"/>
                </a:lnTo>
                <a:lnTo>
                  <a:pt x="5969598" y="1497766"/>
                </a:lnTo>
                <a:lnTo>
                  <a:pt x="5971244" y="1497391"/>
                </a:lnTo>
                <a:lnTo>
                  <a:pt x="5972890" y="1497016"/>
                </a:lnTo>
                <a:lnTo>
                  <a:pt x="5974537" y="1496640"/>
                </a:lnTo>
                <a:lnTo>
                  <a:pt x="5976183" y="1496263"/>
                </a:lnTo>
                <a:lnTo>
                  <a:pt x="5977829" y="1495886"/>
                </a:lnTo>
                <a:lnTo>
                  <a:pt x="5979476" y="1495509"/>
                </a:lnTo>
                <a:lnTo>
                  <a:pt x="5981122" y="1495131"/>
                </a:lnTo>
                <a:lnTo>
                  <a:pt x="5982768" y="1494752"/>
                </a:lnTo>
                <a:lnTo>
                  <a:pt x="5984415" y="1494373"/>
                </a:lnTo>
                <a:lnTo>
                  <a:pt x="5986061" y="1493994"/>
                </a:lnTo>
                <a:lnTo>
                  <a:pt x="5987707" y="1493613"/>
                </a:lnTo>
                <a:lnTo>
                  <a:pt x="5989354" y="1493233"/>
                </a:lnTo>
                <a:lnTo>
                  <a:pt x="5991000" y="1492852"/>
                </a:lnTo>
                <a:lnTo>
                  <a:pt x="5992646" y="1492470"/>
                </a:lnTo>
                <a:lnTo>
                  <a:pt x="5994293" y="1492087"/>
                </a:lnTo>
                <a:lnTo>
                  <a:pt x="5995939" y="1491705"/>
                </a:lnTo>
                <a:lnTo>
                  <a:pt x="5997585" y="1491321"/>
                </a:lnTo>
                <a:lnTo>
                  <a:pt x="5999232" y="1490937"/>
                </a:lnTo>
                <a:lnTo>
                  <a:pt x="6000878" y="1490553"/>
                </a:lnTo>
                <a:lnTo>
                  <a:pt x="6002524" y="1490168"/>
                </a:lnTo>
                <a:lnTo>
                  <a:pt x="6004171" y="1489782"/>
                </a:lnTo>
                <a:lnTo>
                  <a:pt x="6005817" y="1489396"/>
                </a:lnTo>
                <a:lnTo>
                  <a:pt x="6007463" y="1489010"/>
                </a:lnTo>
                <a:lnTo>
                  <a:pt x="6009110" y="1488623"/>
                </a:lnTo>
                <a:lnTo>
                  <a:pt x="6010756" y="1488235"/>
                </a:lnTo>
                <a:lnTo>
                  <a:pt x="6012402" y="1487847"/>
                </a:lnTo>
                <a:lnTo>
                  <a:pt x="6014049" y="1487458"/>
                </a:lnTo>
                <a:lnTo>
                  <a:pt x="6015695" y="1487069"/>
                </a:lnTo>
                <a:lnTo>
                  <a:pt x="6017341" y="1486679"/>
                </a:lnTo>
                <a:lnTo>
                  <a:pt x="6018988" y="1486289"/>
                </a:lnTo>
                <a:lnTo>
                  <a:pt x="6020634" y="1485898"/>
                </a:lnTo>
                <a:lnTo>
                  <a:pt x="6022280" y="1485507"/>
                </a:lnTo>
                <a:lnTo>
                  <a:pt x="6023927" y="1485115"/>
                </a:lnTo>
                <a:lnTo>
                  <a:pt x="6025573" y="1484723"/>
                </a:lnTo>
                <a:lnTo>
                  <a:pt x="6027219" y="1484330"/>
                </a:lnTo>
                <a:lnTo>
                  <a:pt x="6028866" y="1483937"/>
                </a:lnTo>
                <a:lnTo>
                  <a:pt x="6030512" y="1483543"/>
                </a:lnTo>
                <a:lnTo>
                  <a:pt x="6032158" y="1483148"/>
                </a:lnTo>
                <a:lnTo>
                  <a:pt x="6033805" y="1482753"/>
                </a:lnTo>
                <a:lnTo>
                  <a:pt x="6035451" y="1482358"/>
                </a:lnTo>
                <a:lnTo>
                  <a:pt x="6037097" y="1481962"/>
                </a:lnTo>
                <a:lnTo>
                  <a:pt x="6038744" y="1481565"/>
                </a:lnTo>
                <a:lnTo>
                  <a:pt x="6040390" y="1481168"/>
                </a:lnTo>
                <a:lnTo>
                  <a:pt x="6042036" y="1480771"/>
                </a:lnTo>
                <a:lnTo>
                  <a:pt x="6043683" y="1480373"/>
                </a:lnTo>
                <a:lnTo>
                  <a:pt x="6045329" y="1479974"/>
                </a:lnTo>
                <a:lnTo>
                  <a:pt x="6046975" y="1479575"/>
                </a:lnTo>
                <a:lnTo>
                  <a:pt x="6048622" y="1479176"/>
                </a:lnTo>
                <a:lnTo>
                  <a:pt x="6050268" y="1478776"/>
                </a:lnTo>
                <a:lnTo>
                  <a:pt x="6051914" y="1478375"/>
                </a:lnTo>
                <a:lnTo>
                  <a:pt x="6053561" y="1477974"/>
                </a:lnTo>
                <a:lnTo>
                  <a:pt x="6055207" y="1477573"/>
                </a:lnTo>
                <a:lnTo>
                  <a:pt x="6056853" y="1477170"/>
                </a:lnTo>
                <a:lnTo>
                  <a:pt x="6058500" y="1476768"/>
                </a:lnTo>
                <a:lnTo>
                  <a:pt x="6060146" y="1476365"/>
                </a:lnTo>
                <a:lnTo>
                  <a:pt x="6061792" y="1475961"/>
                </a:lnTo>
                <a:lnTo>
                  <a:pt x="6063439" y="1475557"/>
                </a:lnTo>
                <a:lnTo>
                  <a:pt x="6065085" y="1475152"/>
                </a:lnTo>
                <a:lnTo>
                  <a:pt x="6066731" y="1474747"/>
                </a:lnTo>
                <a:lnTo>
                  <a:pt x="6068378" y="1474342"/>
                </a:lnTo>
                <a:lnTo>
                  <a:pt x="6070024" y="1473936"/>
                </a:lnTo>
                <a:lnTo>
                  <a:pt x="6071670" y="1473529"/>
                </a:lnTo>
                <a:lnTo>
                  <a:pt x="6073317" y="1473122"/>
                </a:lnTo>
                <a:lnTo>
                  <a:pt x="6074963" y="1472714"/>
                </a:lnTo>
                <a:lnTo>
                  <a:pt x="6076609" y="1472306"/>
                </a:lnTo>
                <a:lnTo>
                  <a:pt x="6078256" y="1471897"/>
                </a:lnTo>
                <a:lnTo>
                  <a:pt x="6079902" y="1471488"/>
                </a:lnTo>
                <a:lnTo>
                  <a:pt x="6081548" y="1471079"/>
                </a:lnTo>
                <a:lnTo>
                  <a:pt x="6083195" y="1470668"/>
                </a:lnTo>
                <a:lnTo>
                  <a:pt x="6084841" y="1470258"/>
                </a:lnTo>
                <a:lnTo>
                  <a:pt x="6086487" y="1469847"/>
                </a:lnTo>
                <a:lnTo>
                  <a:pt x="6088134" y="1469435"/>
                </a:lnTo>
                <a:lnTo>
                  <a:pt x="6089780" y="1469023"/>
                </a:lnTo>
                <a:lnTo>
                  <a:pt x="6091426" y="1468610"/>
                </a:lnTo>
                <a:lnTo>
                  <a:pt x="6093073" y="1468197"/>
                </a:lnTo>
                <a:lnTo>
                  <a:pt x="6094719" y="1467784"/>
                </a:lnTo>
                <a:lnTo>
                  <a:pt x="6096365" y="1467370"/>
                </a:lnTo>
                <a:lnTo>
                  <a:pt x="6098012" y="1466955"/>
                </a:lnTo>
                <a:lnTo>
                  <a:pt x="6099658" y="1466540"/>
                </a:lnTo>
                <a:lnTo>
                  <a:pt x="6101304" y="1466125"/>
                </a:lnTo>
                <a:lnTo>
                  <a:pt x="6102951" y="1465709"/>
                </a:lnTo>
                <a:lnTo>
                  <a:pt x="6104597" y="1465292"/>
                </a:lnTo>
                <a:lnTo>
                  <a:pt x="6106243" y="1464875"/>
                </a:lnTo>
                <a:lnTo>
                  <a:pt x="6107890" y="1464458"/>
                </a:lnTo>
                <a:lnTo>
                  <a:pt x="6109536" y="1464040"/>
                </a:lnTo>
                <a:lnTo>
                  <a:pt x="6111182" y="1463621"/>
                </a:lnTo>
                <a:lnTo>
                  <a:pt x="6112829" y="1463202"/>
                </a:lnTo>
                <a:lnTo>
                  <a:pt x="6114475" y="1462783"/>
                </a:lnTo>
                <a:lnTo>
                  <a:pt x="6116121" y="1462363"/>
                </a:lnTo>
                <a:lnTo>
                  <a:pt x="6117768" y="1461943"/>
                </a:lnTo>
                <a:lnTo>
                  <a:pt x="6119414" y="1461522"/>
                </a:lnTo>
                <a:lnTo>
                  <a:pt x="6121060" y="1461101"/>
                </a:lnTo>
                <a:lnTo>
                  <a:pt x="6122707" y="1460679"/>
                </a:lnTo>
                <a:lnTo>
                  <a:pt x="6124353" y="1460257"/>
                </a:lnTo>
                <a:lnTo>
                  <a:pt x="6125999" y="1459834"/>
                </a:lnTo>
                <a:lnTo>
                  <a:pt x="6127646" y="1459411"/>
                </a:lnTo>
                <a:lnTo>
                  <a:pt x="6129292" y="1458987"/>
                </a:lnTo>
                <a:lnTo>
                  <a:pt x="6130938" y="1458563"/>
                </a:lnTo>
                <a:lnTo>
                  <a:pt x="6132585" y="1458138"/>
                </a:lnTo>
                <a:lnTo>
                  <a:pt x="6134231" y="1457713"/>
                </a:lnTo>
                <a:lnTo>
                  <a:pt x="6135877" y="1457287"/>
                </a:lnTo>
                <a:lnTo>
                  <a:pt x="6137524" y="1456861"/>
                </a:lnTo>
                <a:lnTo>
                  <a:pt x="6139170" y="1456435"/>
                </a:lnTo>
                <a:lnTo>
                  <a:pt x="6140816" y="1456008"/>
                </a:lnTo>
                <a:lnTo>
                  <a:pt x="6142463" y="1455580"/>
                </a:lnTo>
                <a:lnTo>
                  <a:pt x="6144109" y="1455152"/>
                </a:lnTo>
                <a:lnTo>
                  <a:pt x="6145755" y="1454724"/>
                </a:lnTo>
                <a:lnTo>
                  <a:pt x="6147402" y="1454295"/>
                </a:lnTo>
                <a:lnTo>
                  <a:pt x="6149048" y="1453866"/>
                </a:lnTo>
                <a:lnTo>
                  <a:pt x="6150694" y="1453436"/>
                </a:lnTo>
                <a:lnTo>
                  <a:pt x="6152341" y="1453006"/>
                </a:lnTo>
                <a:lnTo>
                  <a:pt x="6153987" y="1452575"/>
                </a:lnTo>
                <a:lnTo>
                  <a:pt x="6155633" y="1452144"/>
                </a:lnTo>
                <a:lnTo>
                  <a:pt x="6157280" y="1451712"/>
                </a:lnTo>
                <a:lnTo>
                  <a:pt x="6158926" y="1451280"/>
                </a:lnTo>
                <a:lnTo>
                  <a:pt x="6160572" y="1450847"/>
                </a:lnTo>
                <a:lnTo>
                  <a:pt x="6162219" y="1450414"/>
                </a:lnTo>
                <a:lnTo>
                  <a:pt x="6163865" y="1449981"/>
                </a:lnTo>
                <a:lnTo>
                  <a:pt x="6165511" y="1449547"/>
                </a:lnTo>
                <a:lnTo>
                  <a:pt x="6167158" y="1449112"/>
                </a:lnTo>
                <a:lnTo>
                  <a:pt x="6168804" y="1448677"/>
                </a:lnTo>
                <a:lnTo>
                  <a:pt x="6170450" y="1448242"/>
                </a:lnTo>
                <a:lnTo>
                  <a:pt x="6172097" y="1447806"/>
                </a:lnTo>
                <a:lnTo>
                  <a:pt x="6173743" y="1447370"/>
                </a:lnTo>
                <a:lnTo>
                  <a:pt x="6175389" y="1446933"/>
                </a:lnTo>
                <a:lnTo>
                  <a:pt x="6177036" y="1446496"/>
                </a:lnTo>
                <a:lnTo>
                  <a:pt x="6178682" y="1446058"/>
                </a:lnTo>
                <a:lnTo>
                  <a:pt x="6180328" y="1445620"/>
                </a:lnTo>
                <a:lnTo>
                  <a:pt x="6181975" y="1445182"/>
                </a:lnTo>
                <a:lnTo>
                  <a:pt x="6183621" y="1444743"/>
                </a:lnTo>
                <a:lnTo>
                  <a:pt x="6185267" y="1444304"/>
                </a:lnTo>
                <a:lnTo>
                  <a:pt x="6186914" y="1443864"/>
                </a:lnTo>
                <a:lnTo>
                  <a:pt x="6188560" y="1443423"/>
                </a:lnTo>
                <a:lnTo>
                  <a:pt x="6190206" y="1442983"/>
                </a:lnTo>
                <a:lnTo>
                  <a:pt x="6191853" y="1442541"/>
                </a:lnTo>
                <a:lnTo>
                  <a:pt x="6193499" y="1442100"/>
                </a:lnTo>
                <a:lnTo>
                  <a:pt x="6195145" y="1441658"/>
                </a:lnTo>
                <a:lnTo>
                  <a:pt x="6196792" y="1441215"/>
                </a:lnTo>
                <a:lnTo>
                  <a:pt x="6198438" y="1440772"/>
                </a:lnTo>
                <a:lnTo>
                  <a:pt x="6200084" y="1440329"/>
                </a:lnTo>
                <a:lnTo>
                  <a:pt x="6201731" y="1439885"/>
                </a:lnTo>
                <a:lnTo>
                  <a:pt x="6203377" y="1439441"/>
                </a:lnTo>
                <a:lnTo>
                  <a:pt x="6205023" y="1438996"/>
                </a:lnTo>
                <a:lnTo>
                  <a:pt x="6206670" y="1438551"/>
                </a:lnTo>
                <a:lnTo>
                  <a:pt x="6208316" y="1438105"/>
                </a:lnTo>
                <a:lnTo>
                  <a:pt x="6209962" y="1437659"/>
                </a:lnTo>
                <a:lnTo>
                  <a:pt x="6211609" y="1437212"/>
                </a:lnTo>
                <a:lnTo>
                  <a:pt x="6213255" y="1436765"/>
                </a:lnTo>
                <a:lnTo>
                  <a:pt x="6214901" y="1436318"/>
                </a:lnTo>
                <a:lnTo>
                  <a:pt x="6216548" y="1435870"/>
                </a:lnTo>
                <a:lnTo>
                  <a:pt x="6218194" y="1435422"/>
                </a:lnTo>
                <a:lnTo>
                  <a:pt x="6219840" y="1434973"/>
                </a:lnTo>
                <a:lnTo>
                  <a:pt x="6221487" y="1434524"/>
                </a:lnTo>
                <a:lnTo>
                  <a:pt x="6223133" y="1434075"/>
                </a:lnTo>
                <a:lnTo>
                  <a:pt x="6224779" y="1433625"/>
                </a:lnTo>
                <a:lnTo>
                  <a:pt x="6226426" y="1433174"/>
                </a:lnTo>
                <a:lnTo>
                  <a:pt x="6228072" y="1432723"/>
                </a:lnTo>
                <a:lnTo>
                  <a:pt x="6229718" y="1432272"/>
                </a:lnTo>
                <a:lnTo>
                  <a:pt x="6231365" y="1431821"/>
                </a:lnTo>
                <a:lnTo>
                  <a:pt x="6233011" y="1431368"/>
                </a:lnTo>
                <a:lnTo>
                  <a:pt x="6234657" y="1430916"/>
                </a:lnTo>
                <a:lnTo>
                  <a:pt x="6236304" y="1430463"/>
                </a:lnTo>
                <a:lnTo>
                  <a:pt x="6237950" y="1430010"/>
                </a:lnTo>
                <a:lnTo>
                  <a:pt x="6239596" y="1429556"/>
                </a:lnTo>
                <a:lnTo>
                  <a:pt x="6241243" y="1429101"/>
                </a:lnTo>
                <a:lnTo>
                  <a:pt x="6242889" y="1428647"/>
                </a:lnTo>
                <a:lnTo>
                  <a:pt x="6244535" y="1428192"/>
                </a:lnTo>
                <a:lnTo>
                  <a:pt x="6246182" y="1427736"/>
                </a:lnTo>
                <a:lnTo>
                  <a:pt x="6247828" y="1427280"/>
                </a:lnTo>
                <a:lnTo>
                  <a:pt x="6249474" y="1426824"/>
                </a:lnTo>
                <a:lnTo>
                  <a:pt x="6251121" y="1426367"/>
                </a:lnTo>
                <a:lnTo>
                  <a:pt x="6252767" y="1425910"/>
                </a:lnTo>
                <a:lnTo>
                  <a:pt x="6254413" y="1425452"/>
                </a:lnTo>
                <a:lnTo>
                  <a:pt x="6256060" y="1424994"/>
                </a:lnTo>
                <a:lnTo>
                  <a:pt x="6257706" y="1424536"/>
                </a:lnTo>
                <a:lnTo>
                  <a:pt x="6259352" y="1424077"/>
                </a:lnTo>
                <a:lnTo>
                  <a:pt x="6260999" y="1423618"/>
                </a:lnTo>
                <a:lnTo>
                  <a:pt x="6262645" y="1423158"/>
                </a:lnTo>
                <a:lnTo>
                  <a:pt x="6264291" y="1422698"/>
                </a:lnTo>
                <a:lnTo>
                  <a:pt x="6265938" y="1422238"/>
                </a:lnTo>
                <a:lnTo>
                  <a:pt x="6267584" y="1421777"/>
                </a:lnTo>
                <a:lnTo>
                  <a:pt x="6269230" y="1421316"/>
                </a:lnTo>
                <a:lnTo>
                  <a:pt x="6270876" y="1420854"/>
                </a:lnTo>
                <a:lnTo>
                  <a:pt x="6272523" y="1420392"/>
                </a:lnTo>
                <a:lnTo>
                  <a:pt x="6274169" y="1419929"/>
                </a:lnTo>
                <a:lnTo>
                  <a:pt x="6275815" y="1419466"/>
                </a:lnTo>
                <a:lnTo>
                  <a:pt x="6277462" y="1419003"/>
                </a:lnTo>
                <a:lnTo>
                  <a:pt x="6279108" y="1418539"/>
                </a:lnTo>
                <a:lnTo>
                  <a:pt x="6280754" y="1418075"/>
                </a:lnTo>
                <a:lnTo>
                  <a:pt x="6282401" y="1417610"/>
                </a:lnTo>
                <a:lnTo>
                  <a:pt x="6284047" y="1417146"/>
                </a:lnTo>
                <a:lnTo>
                  <a:pt x="6285693" y="1416680"/>
                </a:lnTo>
                <a:lnTo>
                  <a:pt x="6287340" y="1416214"/>
                </a:lnTo>
                <a:lnTo>
                  <a:pt x="6288986" y="1415748"/>
                </a:lnTo>
                <a:lnTo>
                  <a:pt x="6290632" y="1415282"/>
                </a:lnTo>
                <a:lnTo>
                  <a:pt x="6292279" y="1414815"/>
                </a:lnTo>
                <a:lnTo>
                  <a:pt x="6293925" y="1414347"/>
                </a:lnTo>
                <a:lnTo>
                  <a:pt x="6295571" y="1413880"/>
                </a:lnTo>
                <a:lnTo>
                  <a:pt x="6297218" y="1413412"/>
                </a:lnTo>
                <a:lnTo>
                  <a:pt x="6298864" y="1412943"/>
                </a:lnTo>
                <a:lnTo>
                  <a:pt x="6300510" y="1412474"/>
                </a:lnTo>
                <a:lnTo>
                  <a:pt x="6302157" y="1412005"/>
                </a:lnTo>
                <a:lnTo>
                  <a:pt x="6303803" y="1411535"/>
                </a:lnTo>
                <a:lnTo>
                  <a:pt x="6305449" y="1411065"/>
                </a:lnTo>
                <a:lnTo>
                  <a:pt x="6307096" y="1410594"/>
                </a:lnTo>
                <a:lnTo>
                  <a:pt x="6308742" y="1410124"/>
                </a:lnTo>
                <a:lnTo>
                  <a:pt x="6310388" y="1409652"/>
                </a:lnTo>
                <a:lnTo>
                  <a:pt x="6312035" y="1409181"/>
                </a:lnTo>
                <a:lnTo>
                  <a:pt x="6313681" y="1408709"/>
                </a:lnTo>
                <a:lnTo>
                  <a:pt x="6315327" y="1408236"/>
                </a:lnTo>
                <a:lnTo>
                  <a:pt x="6316974" y="1407763"/>
                </a:lnTo>
                <a:lnTo>
                  <a:pt x="6318620" y="1407290"/>
                </a:lnTo>
                <a:lnTo>
                  <a:pt x="6320266" y="1406816"/>
                </a:lnTo>
                <a:lnTo>
                  <a:pt x="6321913" y="1406343"/>
                </a:lnTo>
                <a:lnTo>
                  <a:pt x="6323559" y="1405868"/>
                </a:lnTo>
                <a:lnTo>
                  <a:pt x="6325205" y="1405393"/>
                </a:lnTo>
                <a:lnTo>
                  <a:pt x="6326852" y="1404918"/>
                </a:lnTo>
                <a:lnTo>
                  <a:pt x="6328498" y="1404443"/>
                </a:lnTo>
                <a:lnTo>
                  <a:pt x="6330144" y="1403967"/>
                </a:lnTo>
                <a:lnTo>
                  <a:pt x="6331791" y="1403491"/>
                </a:lnTo>
                <a:lnTo>
                  <a:pt x="6333437" y="1403014"/>
                </a:lnTo>
                <a:lnTo>
                  <a:pt x="6335083" y="1402537"/>
                </a:lnTo>
                <a:lnTo>
                  <a:pt x="6336730" y="1402060"/>
                </a:lnTo>
                <a:lnTo>
                  <a:pt x="6338376" y="1401582"/>
                </a:lnTo>
                <a:lnTo>
                  <a:pt x="6340022" y="1401104"/>
                </a:lnTo>
                <a:lnTo>
                  <a:pt x="6341669" y="1400625"/>
                </a:lnTo>
                <a:lnTo>
                  <a:pt x="6343315" y="1400146"/>
                </a:lnTo>
                <a:lnTo>
                  <a:pt x="6344961" y="1399667"/>
                </a:lnTo>
                <a:lnTo>
                  <a:pt x="6346608" y="1399187"/>
                </a:lnTo>
                <a:lnTo>
                  <a:pt x="6348254" y="1398708"/>
                </a:lnTo>
                <a:lnTo>
                  <a:pt x="6349900" y="1398227"/>
                </a:lnTo>
                <a:lnTo>
                  <a:pt x="6351547" y="1397746"/>
                </a:lnTo>
                <a:lnTo>
                  <a:pt x="6353193" y="1397265"/>
                </a:lnTo>
                <a:lnTo>
                  <a:pt x="6354839" y="1396784"/>
                </a:lnTo>
                <a:lnTo>
                  <a:pt x="6356486" y="1396302"/>
                </a:lnTo>
                <a:lnTo>
                  <a:pt x="6358132" y="1395820"/>
                </a:lnTo>
                <a:lnTo>
                  <a:pt x="6359778" y="1395337"/>
                </a:lnTo>
                <a:lnTo>
                  <a:pt x="6361425" y="1394854"/>
                </a:lnTo>
                <a:lnTo>
                  <a:pt x="6363071" y="1394371"/>
                </a:lnTo>
                <a:lnTo>
                  <a:pt x="6364717" y="1393887"/>
                </a:lnTo>
                <a:lnTo>
                  <a:pt x="6366364" y="1393403"/>
                </a:lnTo>
                <a:lnTo>
                  <a:pt x="6368010" y="1392919"/>
                </a:lnTo>
                <a:lnTo>
                  <a:pt x="6369656" y="1392434"/>
                </a:lnTo>
                <a:lnTo>
                  <a:pt x="6371303" y="1391949"/>
                </a:lnTo>
                <a:lnTo>
                  <a:pt x="6372949" y="1391464"/>
                </a:lnTo>
                <a:lnTo>
                  <a:pt x="6374595" y="1390978"/>
                </a:lnTo>
                <a:lnTo>
                  <a:pt x="6376242" y="1390492"/>
                </a:lnTo>
                <a:lnTo>
                  <a:pt x="6377888" y="1390005"/>
                </a:lnTo>
                <a:lnTo>
                  <a:pt x="6379534" y="1389519"/>
                </a:lnTo>
                <a:lnTo>
                  <a:pt x="6381181" y="1389031"/>
                </a:lnTo>
                <a:lnTo>
                  <a:pt x="6382827" y="1388544"/>
                </a:lnTo>
                <a:lnTo>
                  <a:pt x="6384473" y="1388056"/>
                </a:lnTo>
                <a:lnTo>
                  <a:pt x="6386120" y="1387568"/>
                </a:lnTo>
                <a:lnTo>
                  <a:pt x="6387766" y="1387079"/>
                </a:lnTo>
                <a:lnTo>
                  <a:pt x="6389412" y="1386590"/>
                </a:lnTo>
                <a:lnTo>
                  <a:pt x="6391059" y="1386101"/>
                </a:lnTo>
                <a:lnTo>
                  <a:pt x="6392705" y="1385611"/>
                </a:lnTo>
                <a:lnTo>
                  <a:pt x="6394351" y="1385121"/>
                </a:lnTo>
                <a:lnTo>
                  <a:pt x="6395998" y="1384631"/>
                </a:lnTo>
                <a:lnTo>
                  <a:pt x="6397644" y="1384140"/>
                </a:lnTo>
                <a:lnTo>
                  <a:pt x="6399290" y="1383649"/>
                </a:lnTo>
                <a:lnTo>
                  <a:pt x="6400937" y="1383158"/>
                </a:lnTo>
                <a:lnTo>
                  <a:pt x="6402583" y="1382666"/>
                </a:lnTo>
                <a:lnTo>
                  <a:pt x="6404229" y="1382174"/>
                </a:lnTo>
                <a:lnTo>
                  <a:pt x="6405876" y="1381681"/>
                </a:lnTo>
                <a:lnTo>
                  <a:pt x="6407522" y="1381189"/>
                </a:lnTo>
                <a:lnTo>
                  <a:pt x="6409168" y="1380696"/>
                </a:lnTo>
                <a:lnTo>
                  <a:pt x="6410815" y="1380202"/>
                </a:lnTo>
                <a:lnTo>
                  <a:pt x="6412461" y="1379708"/>
                </a:lnTo>
                <a:lnTo>
                  <a:pt x="6414107" y="1379214"/>
                </a:lnTo>
                <a:lnTo>
                  <a:pt x="6415754" y="1378720"/>
                </a:lnTo>
                <a:lnTo>
                  <a:pt x="6417400" y="1378225"/>
                </a:lnTo>
                <a:lnTo>
                  <a:pt x="6419046" y="1377730"/>
                </a:lnTo>
                <a:lnTo>
                  <a:pt x="6420693" y="1377235"/>
                </a:lnTo>
                <a:lnTo>
                  <a:pt x="6422339" y="1376739"/>
                </a:lnTo>
                <a:lnTo>
                  <a:pt x="6423985" y="1376243"/>
                </a:lnTo>
                <a:lnTo>
                  <a:pt x="6425632" y="1375746"/>
                </a:lnTo>
                <a:lnTo>
                  <a:pt x="6427278" y="1375250"/>
                </a:lnTo>
                <a:lnTo>
                  <a:pt x="6428924" y="1374753"/>
                </a:lnTo>
                <a:lnTo>
                  <a:pt x="6430571" y="1374255"/>
                </a:lnTo>
                <a:lnTo>
                  <a:pt x="6432217" y="1373758"/>
                </a:lnTo>
                <a:lnTo>
                  <a:pt x="6433863" y="1373259"/>
                </a:lnTo>
                <a:lnTo>
                  <a:pt x="6435510" y="1372761"/>
                </a:lnTo>
                <a:lnTo>
                  <a:pt x="6437156" y="1372262"/>
                </a:lnTo>
                <a:lnTo>
                  <a:pt x="6438802" y="1371763"/>
                </a:lnTo>
                <a:lnTo>
                  <a:pt x="6440449" y="1371264"/>
                </a:lnTo>
                <a:lnTo>
                  <a:pt x="6442095" y="1370764"/>
                </a:lnTo>
                <a:lnTo>
                  <a:pt x="6443741" y="1370264"/>
                </a:lnTo>
                <a:lnTo>
                  <a:pt x="6445388" y="1369764"/>
                </a:lnTo>
                <a:lnTo>
                  <a:pt x="6447034" y="1369264"/>
                </a:lnTo>
                <a:lnTo>
                  <a:pt x="6448680" y="1368763"/>
                </a:lnTo>
                <a:lnTo>
                  <a:pt x="6450327" y="1368261"/>
                </a:lnTo>
                <a:lnTo>
                  <a:pt x="6451973" y="1367760"/>
                </a:lnTo>
                <a:lnTo>
                  <a:pt x="6453619" y="1367258"/>
                </a:lnTo>
                <a:lnTo>
                  <a:pt x="6455266" y="1366756"/>
                </a:lnTo>
                <a:lnTo>
                  <a:pt x="6456912" y="1366253"/>
                </a:lnTo>
                <a:lnTo>
                  <a:pt x="6458558" y="1365750"/>
                </a:lnTo>
                <a:lnTo>
                  <a:pt x="6460205" y="1365247"/>
                </a:lnTo>
                <a:lnTo>
                  <a:pt x="6461851" y="1364744"/>
                </a:lnTo>
                <a:lnTo>
                  <a:pt x="6463497" y="1364240"/>
                </a:lnTo>
                <a:lnTo>
                  <a:pt x="6465144" y="1363736"/>
                </a:lnTo>
                <a:lnTo>
                  <a:pt x="6466790" y="1363232"/>
                </a:lnTo>
                <a:lnTo>
                  <a:pt x="6468436" y="1362727"/>
                </a:lnTo>
                <a:lnTo>
                  <a:pt x="6470083" y="1362222"/>
                </a:lnTo>
                <a:lnTo>
                  <a:pt x="6471729" y="1361717"/>
                </a:lnTo>
                <a:lnTo>
                  <a:pt x="6473375" y="1361211"/>
                </a:lnTo>
                <a:lnTo>
                  <a:pt x="6475022" y="1360705"/>
                </a:lnTo>
                <a:lnTo>
                  <a:pt x="6476668" y="1360199"/>
                </a:lnTo>
                <a:lnTo>
                  <a:pt x="6478314" y="1359693"/>
                </a:lnTo>
                <a:lnTo>
                  <a:pt x="6479961" y="1359186"/>
                </a:lnTo>
                <a:lnTo>
                  <a:pt x="6481607" y="1358679"/>
                </a:lnTo>
                <a:lnTo>
                  <a:pt x="6483253" y="1358171"/>
                </a:lnTo>
                <a:lnTo>
                  <a:pt x="6484900" y="1357664"/>
                </a:lnTo>
                <a:lnTo>
                  <a:pt x="6486546" y="1357156"/>
                </a:lnTo>
                <a:lnTo>
                  <a:pt x="6488192" y="1356647"/>
                </a:lnTo>
                <a:lnTo>
                  <a:pt x="6489839" y="1356139"/>
                </a:lnTo>
                <a:lnTo>
                  <a:pt x="6491485" y="1355630"/>
                </a:lnTo>
                <a:lnTo>
                  <a:pt x="6493131" y="1355121"/>
                </a:lnTo>
                <a:lnTo>
                  <a:pt x="6494778" y="1354611"/>
                </a:lnTo>
                <a:lnTo>
                  <a:pt x="6496424" y="1354102"/>
                </a:lnTo>
                <a:lnTo>
                  <a:pt x="6498070" y="1353592"/>
                </a:lnTo>
                <a:lnTo>
                  <a:pt x="6499717" y="1353081"/>
                </a:lnTo>
                <a:lnTo>
                  <a:pt x="6501363" y="1352571"/>
                </a:lnTo>
                <a:lnTo>
                  <a:pt x="6503009" y="1352060"/>
                </a:lnTo>
                <a:lnTo>
                  <a:pt x="6504656" y="1351549"/>
                </a:lnTo>
                <a:lnTo>
                  <a:pt x="6506302" y="1351037"/>
                </a:lnTo>
                <a:lnTo>
                  <a:pt x="6507948" y="1350525"/>
                </a:lnTo>
                <a:lnTo>
                  <a:pt x="6509595" y="1350013"/>
                </a:lnTo>
                <a:lnTo>
                  <a:pt x="6511241" y="1349501"/>
                </a:lnTo>
                <a:lnTo>
                  <a:pt x="6512887" y="1348989"/>
                </a:lnTo>
                <a:lnTo>
                  <a:pt x="6514534" y="1348476"/>
                </a:lnTo>
                <a:lnTo>
                  <a:pt x="6516180" y="1347963"/>
                </a:lnTo>
                <a:lnTo>
                  <a:pt x="6517826" y="1347449"/>
                </a:lnTo>
                <a:lnTo>
                  <a:pt x="6519473" y="1346935"/>
                </a:lnTo>
                <a:lnTo>
                  <a:pt x="6521119" y="1346421"/>
                </a:lnTo>
                <a:lnTo>
                  <a:pt x="6522765" y="1345907"/>
                </a:lnTo>
                <a:lnTo>
                  <a:pt x="6524412" y="1345393"/>
                </a:lnTo>
                <a:lnTo>
                  <a:pt x="6526058" y="1344878"/>
                </a:lnTo>
                <a:lnTo>
                  <a:pt x="6527704" y="1344363"/>
                </a:lnTo>
                <a:lnTo>
                  <a:pt x="6529351" y="1343847"/>
                </a:lnTo>
                <a:lnTo>
                  <a:pt x="6530997" y="1343332"/>
                </a:lnTo>
                <a:lnTo>
                  <a:pt x="6532643" y="1342816"/>
                </a:lnTo>
                <a:lnTo>
                  <a:pt x="6534290" y="1342300"/>
                </a:lnTo>
                <a:lnTo>
                  <a:pt x="6535936" y="1341783"/>
                </a:lnTo>
                <a:lnTo>
                  <a:pt x="6537582" y="1341266"/>
                </a:lnTo>
                <a:lnTo>
                  <a:pt x="6539229" y="1340749"/>
                </a:lnTo>
                <a:lnTo>
                  <a:pt x="6540875" y="1340232"/>
                </a:lnTo>
                <a:lnTo>
                  <a:pt x="6542521" y="1339715"/>
                </a:lnTo>
                <a:lnTo>
                  <a:pt x="6544168" y="1339197"/>
                </a:lnTo>
                <a:lnTo>
                  <a:pt x="6545814" y="1338679"/>
                </a:lnTo>
                <a:lnTo>
                  <a:pt x="6547460" y="1338161"/>
                </a:lnTo>
                <a:lnTo>
                  <a:pt x="6549107" y="1337642"/>
                </a:lnTo>
                <a:lnTo>
                  <a:pt x="6550753" y="1337123"/>
                </a:lnTo>
                <a:lnTo>
                  <a:pt x="6552399" y="1336604"/>
                </a:lnTo>
                <a:lnTo>
                  <a:pt x="6554046" y="1336085"/>
                </a:lnTo>
                <a:lnTo>
                  <a:pt x="6555692" y="1335565"/>
                </a:lnTo>
                <a:lnTo>
                  <a:pt x="6557338" y="1335045"/>
                </a:lnTo>
                <a:lnTo>
                  <a:pt x="6558985" y="1334525"/>
                </a:lnTo>
                <a:lnTo>
                  <a:pt x="6560631" y="1334005"/>
                </a:lnTo>
                <a:lnTo>
                  <a:pt x="6562277" y="1333484"/>
                </a:lnTo>
                <a:lnTo>
                  <a:pt x="6563924" y="1332963"/>
                </a:lnTo>
                <a:lnTo>
                  <a:pt x="6565570" y="1332442"/>
                </a:lnTo>
                <a:lnTo>
                  <a:pt x="6567216" y="1331921"/>
                </a:lnTo>
                <a:lnTo>
                  <a:pt x="6568863" y="1331399"/>
                </a:lnTo>
                <a:lnTo>
                  <a:pt x="6570509" y="1330877"/>
                </a:lnTo>
                <a:lnTo>
                  <a:pt x="6572155" y="1330355"/>
                </a:lnTo>
                <a:lnTo>
                  <a:pt x="6573802" y="1329833"/>
                </a:lnTo>
                <a:lnTo>
                  <a:pt x="6575448" y="1329310"/>
                </a:lnTo>
                <a:lnTo>
                  <a:pt x="6577094" y="1328787"/>
                </a:lnTo>
                <a:lnTo>
                  <a:pt x="6578741" y="1328264"/>
                </a:lnTo>
                <a:lnTo>
                  <a:pt x="6580387" y="1327741"/>
                </a:lnTo>
                <a:lnTo>
                  <a:pt x="6582033" y="1327217"/>
                </a:lnTo>
                <a:lnTo>
                  <a:pt x="6583679" y="1326693"/>
                </a:lnTo>
                <a:lnTo>
                  <a:pt x="6583679" y="1957685"/>
                </a:lnTo>
                <a:lnTo>
                  <a:pt x="6582033" y="1958342"/>
                </a:lnTo>
                <a:lnTo>
                  <a:pt x="6580387" y="1958999"/>
                </a:lnTo>
                <a:lnTo>
                  <a:pt x="6578741" y="1959656"/>
                </a:lnTo>
                <a:lnTo>
                  <a:pt x="6577094" y="1960312"/>
                </a:lnTo>
                <a:lnTo>
                  <a:pt x="6575448" y="1960968"/>
                </a:lnTo>
                <a:lnTo>
                  <a:pt x="6573802" y="1961623"/>
                </a:lnTo>
                <a:lnTo>
                  <a:pt x="6572155" y="1962279"/>
                </a:lnTo>
                <a:lnTo>
                  <a:pt x="6570509" y="1962933"/>
                </a:lnTo>
                <a:lnTo>
                  <a:pt x="6568863" y="1963588"/>
                </a:lnTo>
                <a:lnTo>
                  <a:pt x="6567216" y="1964242"/>
                </a:lnTo>
                <a:lnTo>
                  <a:pt x="6565570" y="1964895"/>
                </a:lnTo>
                <a:lnTo>
                  <a:pt x="6563924" y="1965548"/>
                </a:lnTo>
                <a:lnTo>
                  <a:pt x="6562277" y="1966201"/>
                </a:lnTo>
                <a:lnTo>
                  <a:pt x="6560631" y="1966853"/>
                </a:lnTo>
                <a:lnTo>
                  <a:pt x="6558985" y="1967505"/>
                </a:lnTo>
                <a:lnTo>
                  <a:pt x="6557338" y="1968157"/>
                </a:lnTo>
                <a:lnTo>
                  <a:pt x="6555692" y="1968808"/>
                </a:lnTo>
                <a:lnTo>
                  <a:pt x="6554046" y="1969459"/>
                </a:lnTo>
                <a:lnTo>
                  <a:pt x="6552399" y="1970110"/>
                </a:lnTo>
                <a:lnTo>
                  <a:pt x="6550753" y="1970760"/>
                </a:lnTo>
                <a:lnTo>
                  <a:pt x="6549107" y="1971409"/>
                </a:lnTo>
                <a:lnTo>
                  <a:pt x="6547460" y="1972058"/>
                </a:lnTo>
                <a:lnTo>
                  <a:pt x="6545814" y="1972707"/>
                </a:lnTo>
                <a:lnTo>
                  <a:pt x="6544168" y="1973356"/>
                </a:lnTo>
                <a:lnTo>
                  <a:pt x="6542521" y="1974004"/>
                </a:lnTo>
                <a:lnTo>
                  <a:pt x="6540875" y="1974652"/>
                </a:lnTo>
                <a:lnTo>
                  <a:pt x="6539229" y="1975299"/>
                </a:lnTo>
                <a:lnTo>
                  <a:pt x="6537582" y="1975946"/>
                </a:lnTo>
                <a:lnTo>
                  <a:pt x="6535936" y="1976592"/>
                </a:lnTo>
                <a:lnTo>
                  <a:pt x="6534290" y="1977238"/>
                </a:lnTo>
                <a:lnTo>
                  <a:pt x="6532643" y="1977884"/>
                </a:lnTo>
                <a:lnTo>
                  <a:pt x="6530997" y="1978529"/>
                </a:lnTo>
                <a:lnTo>
                  <a:pt x="6529351" y="1979174"/>
                </a:lnTo>
                <a:lnTo>
                  <a:pt x="6527704" y="1979818"/>
                </a:lnTo>
                <a:lnTo>
                  <a:pt x="6526058" y="1980462"/>
                </a:lnTo>
                <a:lnTo>
                  <a:pt x="6524412" y="1981106"/>
                </a:lnTo>
                <a:lnTo>
                  <a:pt x="6522765" y="1981749"/>
                </a:lnTo>
                <a:lnTo>
                  <a:pt x="6521119" y="1982392"/>
                </a:lnTo>
                <a:lnTo>
                  <a:pt x="6519473" y="1983034"/>
                </a:lnTo>
                <a:lnTo>
                  <a:pt x="6517826" y="1983676"/>
                </a:lnTo>
                <a:lnTo>
                  <a:pt x="6516180" y="1984318"/>
                </a:lnTo>
                <a:lnTo>
                  <a:pt x="6514534" y="1984959"/>
                </a:lnTo>
                <a:lnTo>
                  <a:pt x="6512887" y="1985600"/>
                </a:lnTo>
                <a:lnTo>
                  <a:pt x="6511241" y="1986240"/>
                </a:lnTo>
                <a:lnTo>
                  <a:pt x="6509595" y="1986880"/>
                </a:lnTo>
                <a:lnTo>
                  <a:pt x="6507948" y="1987519"/>
                </a:lnTo>
                <a:lnTo>
                  <a:pt x="6506302" y="1988158"/>
                </a:lnTo>
                <a:lnTo>
                  <a:pt x="6504656" y="1988797"/>
                </a:lnTo>
                <a:lnTo>
                  <a:pt x="6503009" y="1989435"/>
                </a:lnTo>
                <a:lnTo>
                  <a:pt x="6501363" y="1990073"/>
                </a:lnTo>
                <a:lnTo>
                  <a:pt x="6499717" y="1990710"/>
                </a:lnTo>
                <a:lnTo>
                  <a:pt x="6498070" y="1991347"/>
                </a:lnTo>
                <a:lnTo>
                  <a:pt x="6496424" y="1991984"/>
                </a:lnTo>
                <a:lnTo>
                  <a:pt x="6494778" y="1992620"/>
                </a:lnTo>
                <a:lnTo>
                  <a:pt x="6493131" y="1993256"/>
                </a:lnTo>
                <a:lnTo>
                  <a:pt x="6491485" y="1993891"/>
                </a:lnTo>
                <a:lnTo>
                  <a:pt x="6489839" y="1994526"/>
                </a:lnTo>
                <a:lnTo>
                  <a:pt x="6488192" y="1995160"/>
                </a:lnTo>
                <a:lnTo>
                  <a:pt x="6486546" y="1995794"/>
                </a:lnTo>
                <a:lnTo>
                  <a:pt x="6484900" y="1996428"/>
                </a:lnTo>
                <a:lnTo>
                  <a:pt x="6483253" y="1997061"/>
                </a:lnTo>
                <a:lnTo>
                  <a:pt x="6481607" y="1997693"/>
                </a:lnTo>
                <a:lnTo>
                  <a:pt x="6479961" y="1998325"/>
                </a:lnTo>
                <a:lnTo>
                  <a:pt x="6478314" y="1998957"/>
                </a:lnTo>
                <a:lnTo>
                  <a:pt x="6476668" y="1999589"/>
                </a:lnTo>
                <a:lnTo>
                  <a:pt x="6475022" y="2000219"/>
                </a:lnTo>
                <a:lnTo>
                  <a:pt x="6473375" y="2000850"/>
                </a:lnTo>
                <a:lnTo>
                  <a:pt x="6471729" y="2001480"/>
                </a:lnTo>
                <a:lnTo>
                  <a:pt x="6470083" y="2002110"/>
                </a:lnTo>
                <a:lnTo>
                  <a:pt x="6468436" y="2002739"/>
                </a:lnTo>
                <a:lnTo>
                  <a:pt x="6466790" y="2003367"/>
                </a:lnTo>
                <a:lnTo>
                  <a:pt x="6465144" y="2003996"/>
                </a:lnTo>
                <a:lnTo>
                  <a:pt x="6463497" y="2004623"/>
                </a:lnTo>
                <a:lnTo>
                  <a:pt x="6461851" y="2005251"/>
                </a:lnTo>
                <a:lnTo>
                  <a:pt x="6460205" y="2005878"/>
                </a:lnTo>
                <a:lnTo>
                  <a:pt x="6458558" y="2006504"/>
                </a:lnTo>
                <a:lnTo>
                  <a:pt x="6456912" y="2007130"/>
                </a:lnTo>
                <a:lnTo>
                  <a:pt x="6455266" y="2007756"/>
                </a:lnTo>
                <a:lnTo>
                  <a:pt x="6453619" y="2008381"/>
                </a:lnTo>
                <a:lnTo>
                  <a:pt x="6451973" y="2009006"/>
                </a:lnTo>
                <a:lnTo>
                  <a:pt x="6450327" y="2009630"/>
                </a:lnTo>
                <a:lnTo>
                  <a:pt x="6448680" y="2010254"/>
                </a:lnTo>
                <a:lnTo>
                  <a:pt x="6447034" y="2010877"/>
                </a:lnTo>
                <a:lnTo>
                  <a:pt x="6445388" y="2011500"/>
                </a:lnTo>
                <a:lnTo>
                  <a:pt x="6443741" y="2012122"/>
                </a:lnTo>
                <a:lnTo>
                  <a:pt x="6442095" y="2012744"/>
                </a:lnTo>
                <a:lnTo>
                  <a:pt x="6440449" y="2013366"/>
                </a:lnTo>
                <a:lnTo>
                  <a:pt x="6438802" y="2013987"/>
                </a:lnTo>
                <a:lnTo>
                  <a:pt x="6437156" y="2014607"/>
                </a:lnTo>
                <a:lnTo>
                  <a:pt x="6435510" y="2015227"/>
                </a:lnTo>
                <a:lnTo>
                  <a:pt x="6433863" y="2015847"/>
                </a:lnTo>
                <a:lnTo>
                  <a:pt x="6432217" y="2016466"/>
                </a:lnTo>
                <a:lnTo>
                  <a:pt x="6430571" y="2017085"/>
                </a:lnTo>
                <a:lnTo>
                  <a:pt x="6428924" y="2017703"/>
                </a:lnTo>
                <a:lnTo>
                  <a:pt x="6427278" y="2018321"/>
                </a:lnTo>
                <a:lnTo>
                  <a:pt x="6425632" y="2018939"/>
                </a:lnTo>
                <a:lnTo>
                  <a:pt x="6423985" y="2019555"/>
                </a:lnTo>
                <a:lnTo>
                  <a:pt x="6422339" y="2020172"/>
                </a:lnTo>
                <a:lnTo>
                  <a:pt x="6420693" y="2020788"/>
                </a:lnTo>
                <a:lnTo>
                  <a:pt x="6419046" y="2021403"/>
                </a:lnTo>
                <a:lnTo>
                  <a:pt x="6417400" y="2022018"/>
                </a:lnTo>
                <a:lnTo>
                  <a:pt x="6415754" y="2022633"/>
                </a:lnTo>
                <a:lnTo>
                  <a:pt x="6414107" y="2023247"/>
                </a:lnTo>
                <a:lnTo>
                  <a:pt x="6412461" y="2023860"/>
                </a:lnTo>
                <a:lnTo>
                  <a:pt x="6410815" y="2024474"/>
                </a:lnTo>
                <a:lnTo>
                  <a:pt x="6409168" y="2025086"/>
                </a:lnTo>
                <a:lnTo>
                  <a:pt x="6407522" y="2025698"/>
                </a:lnTo>
                <a:lnTo>
                  <a:pt x="6405876" y="2026310"/>
                </a:lnTo>
                <a:lnTo>
                  <a:pt x="6404229" y="2026921"/>
                </a:lnTo>
                <a:lnTo>
                  <a:pt x="6402583" y="2027532"/>
                </a:lnTo>
                <a:lnTo>
                  <a:pt x="6400937" y="2028142"/>
                </a:lnTo>
                <a:lnTo>
                  <a:pt x="6399290" y="2028752"/>
                </a:lnTo>
                <a:lnTo>
                  <a:pt x="6397644" y="2029361"/>
                </a:lnTo>
                <a:lnTo>
                  <a:pt x="6395998" y="2029970"/>
                </a:lnTo>
                <a:lnTo>
                  <a:pt x="6394351" y="2030579"/>
                </a:lnTo>
                <a:lnTo>
                  <a:pt x="6392705" y="2031186"/>
                </a:lnTo>
                <a:lnTo>
                  <a:pt x="6391059" y="2031794"/>
                </a:lnTo>
                <a:lnTo>
                  <a:pt x="6389412" y="2032401"/>
                </a:lnTo>
                <a:lnTo>
                  <a:pt x="6387766" y="2033007"/>
                </a:lnTo>
                <a:lnTo>
                  <a:pt x="6386120" y="2033613"/>
                </a:lnTo>
                <a:lnTo>
                  <a:pt x="6384473" y="2034218"/>
                </a:lnTo>
                <a:lnTo>
                  <a:pt x="6382827" y="2034823"/>
                </a:lnTo>
                <a:lnTo>
                  <a:pt x="6381181" y="2035428"/>
                </a:lnTo>
                <a:lnTo>
                  <a:pt x="6379534" y="2036032"/>
                </a:lnTo>
                <a:lnTo>
                  <a:pt x="6377888" y="2036635"/>
                </a:lnTo>
                <a:lnTo>
                  <a:pt x="6376242" y="2037238"/>
                </a:lnTo>
                <a:lnTo>
                  <a:pt x="6374595" y="2037841"/>
                </a:lnTo>
                <a:lnTo>
                  <a:pt x="6372949" y="2038443"/>
                </a:lnTo>
                <a:lnTo>
                  <a:pt x="6371303" y="2039044"/>
                </a:lnTo>
                <a:lnTo>
                  <a:pt x="6369656" y="2039645"/>
                </a:lnTo>
                <a:lnTo>
                  <a:pt x="6368010" y="2040246"/>
                </a:lnTo>
                <a:lnTo>
                  <a:pt x="6366364" y="2040846"/>
                </a:lnTo>
                <a:lnTo>
                  <a:pt x="6364717" y="2041445"/>
                </a:lnTo>
                <a:lnTo>
                  <a:pt x="6363071" y="2042044"/>
                </a:lnTo>
                <a:lnTo>
                  <a:pt x="6361425" y="2042643"/>
                </a:lnTo>
                <a:lnTo>
                  <a:pt x="6359778" y="2043241"/>
                </a:lnTo>
                <a:lnTo>
                  <a:pt x="6358132" y="2043838"/>
                </a:lnTo>
                <a:lnTo>
                  <a:pt x="6356486" y="2044435"/>
                </a:lnTo>
                <a:lnTo>
                  <a:pt x="6354839" y="2045032"/>
                </a:lnTo>
                <a:lnTo>
                  <a:pt x="6353193" y="2045628"/>
                </a:lnTo>
                <a:lnTo>
                  <a:pt x="6351547" y="2046223"/>
                </a:lnTo>
                <a:lnTo>
                  <a:pt x="6349900" y="2046818"/>
                </a:lnTo>
                <a:lnTo>
                  <a:pt x="6348254" y="2047413"/>
                </a:lnTo>
                <a:lnTo>
                  <a:pt x="6346608" y="2048007"/>
                </a:lnTo>
                <a:lnTo>
                  <a:pt x="6344961" y="2048600"/>
                </a:lnTo>
                <a:lnTo>
                  <a:pt x="6343315" y="2049193"/>
                </a:lnTo>
                <a:lnTo>
                  <a:pt x="6341669" y="2049786"/>
                </a:lnTo>
                <a:lnTo>
                  <a:pt x="6340022" y="2050377"/>
                </a:lnTo>
                <a:lnTo>
                  <a:pt x="6338376" y="2050969"/>
                </a:lnTo>
                <a:lnTo>
                  <a:pt x="6336730" y="2051560"/>
                </a:lnTo>
                <a:lnTo>
                  <a:pt x="6335083" y="2052150"/>
                </a:lnTo>
                <a:lnTo>
                  <a:pt x="6333437" y="2052740"/>
                </a:lnTo>
                <a:lnTo>
                  <a:pt x="6331791" y="2053329"/>
                </a:lnTo>
                <a:lnTo>
                  <a:pt x="6330144" y="2053918"/>
                </a:lnTo>
                <a:lnTo>
                  <a:pt x="6328498" y="2054507"/>
                </a:lnTo>
                <a:lnTo>
                  <a:pt x="6326852" y="2055094"/>
                </a:lnTo>
                <a:lnTo>
                  <a:pt x="6325205" y="2055682"/>
                </a:lnTo>
                <a:lnTo>
                  <a:pt x="6323559" y="2056268"/>
                </a:lnTo>
                <a:lnTo>
                  <a:pt x="6321913" y="2056855"/>
                </a:lnTo>
                <a:lnTo>
                  <a:pt x="6320266" y="2057440"/>
                </a:lnTo>
                <a:lnTo>
                  <a:pt x="6318620" y="2058026"/>
                </a:lnTo>
                <a:lnTo>
                  <a:pt x="6316974" y="2058610"/>
                </a:lnTo>
                <a:lnTo>
                  <a:pt x="6315327" y="2059194"/>
                </a:lnTo>
                <a:lnTo>
                  <a:pt x="6313681" y="2059778"/>
                </a:lnTo>
                <a:lnTo>
                  <a:pt x="6312035" y="2060361"/>
                </a:lnTo>
                <a:lnTo>
                  <a:pt x="6310388" y="2060944"/>
                </a:lnTo>
                <a:lnTo>
                  <a:pt x="6308742" y="2061526"/>
                </a:lnTo>
                <a:lnTo>
                  <a:pt x="6307096" y="2062107"/>
                </a:lnTo>
                <a:lnTo>
                  <a:pt x="6305449" y="2062688"/>
                </a:lnTo>
                <a:lnTo>
                  <a:pt x="6303803" y="2063269"/>
                </a:lnTo>
                <a:lnTo>
                  <a:pt x="6302157" y="2063849"/>
                </a:lnTo>
                <a:lnTo>
                  <a:pt x="6300510" y="2064428"/>
                </a:lnTo>
                <a:lnTo>
                  <a:pt x="6298864" y="2065007"/>
                </a:lnTo>
                <a:lnTo>
                  <a:pt x="6297218" y="2065585"/>
                </a:lnTo>
                <a:lnTo>
                  <a:pt x="6295571" y="2066163"/>
                </a:lnTo>
                <a:lnTo>
                  <a:pt x="6293925" y="2066740"/>
                </a:lnTo>
                <a:lnTo>
                  <a:pt x="6292279" y="2067317"/>
                </a:lnTo>
                <a:lnTo>
                  <a:pt x="6290632" y="2067893"/>
                </a:lnTo>
                <a:lnTo>
                  <a:pt x="6288986" y="2068469"/>
                </a:lnTo>
                <a:lnTo>
                  <a:pt x="6287340" y="2069044"/>
                </a:lnTo>
                <a:lnTo>
                  <a:pt x="6285693" y="2069619"/>
                </a:lnTo>
                <a:lnTo>
                  <a:pt x="6284047" y="2070193"/>
                </a:lnTo>
                <a:lnTo>
                  <a:pt x="6282401" y="2070766"/>
                </a:lnTo>
                <a:lnTo>
                  <a:pt x="6280754" y="2071339"/>
                </a:lnTo>
                <a:lnTo>
                  <a:pt x="6279108" y="2071912"/>
                </a:lnTo>
                <a:lnTo>
                  <a:pt x="6277462" y="2072483"/>
                </a:lnTo>
                <a:lnTo>
                  <a:pt x="6275815" y="2073055"/>
                </a:lnTo>
                <a:lnTo>
                  <a:pt x="6274169" y="2073626"/>
                </a:lnTo>
                <a:lnTo>
                  <a:pt x="6272523" y="2074196"/>
                </a:lnTo>
                <a:lnTo>
                  <a:pt x="6270876" y="2074765"/>
                </a:lnTo>
                <a:lnTo>
                  <a:pt x="6269230" y="2075335"/>
                </a:lnTo>
                <a:lnTo>
                  <a:pt x="6267584" y="2075903"/>
                </a:lnTo>
                <a:lnTo>
                  <a:pt x="6265938" y="2076471"/>
                </a:lnTo>
                <a:lnTo>
                  <a:pt x="6264291" y="2077039"/>
                </a:lnTo>
                <a:lnTo>
                  <a:pt x="6262645" y="2077606"/>
                </a:lnTo>
                <a:lnTo>
                  <a:pt x="6260999" y="2078172"/>
                </a:lnTo>
                <a:lnTo>
                  <a:pt x="6259352" y="2078738"/>
                </a:lnTo>
                <a:lnTo>
                  <a:pt x="6257706" y="2079303"/>
                </a:lnTo>
                <a:lnTo>
                  <a:pt x="6256060" y="2079868"/>
                </a:lnTo>
                <a:lnTo>
                  <a:pt x="6254413" y="2080432"/>
                </a:lnTo>
                <a:lnTo>
                  <a:pt x="6252767" y="2080996"/>
                </a:lnTo>
                <a:lnTo>
                  <a:pt x="6251121" y="2081559"/>
                </a:lnTo>
                <a:lnTo>
                  <a:pt x="6249474" y="2082121"/>
                </a:lnTo>
                <a:lnTo>
                  <a:pt x="6247828" y="2082683"/>
                </a:lnTo>
                <a:lnTo>
                  <a:pt x="6246182" y="2083244"/>
                </a:lnTo>
                <a:lnTo>
                  <a:pt x="6244535" y="2083805"/>
                </a:lnTo>
                <a:lnTo>
                  <a:pt x="6242889" y="2084366"/>
                </a:lnTo>
                <a:lnTo>
                  <a:pt x="6241243" y="2084925"/>
                </a:lnTo>
                <a:lnTo>
                  <a:pt x="6239596" y="2085484"/>
                </a:lnTo>
                <a:lnTo>
                  <a:pt x="6237950" y="2086043"/>
                </a:lnTo>
                <a:lnTo>
                  <a:pt x="6236304" y="2086601"/>
                </a:lnTo>
                <a:lnTo>
                  <a:pt x="6234657" y="2087158"/>
                </a:lnTo>
                <a:lnTo>
                  <a:pt x="6233011" y="2087715"/>
                </a:lnTo>
                <a:lnTo>
                  <a:pt x="6231365" y="2088272"/>
                </a:lnTo>
                <a:lnTo>
                  <a:pt x="6229718" y="2088827"/>
                </a:lnTo>
                <a:lnTo>
                  <a:pt x="6228072" y="2089382"/>
                </a:lnTo>
                <a:lnTo>
                  <a:pt x="6226426" y="2089937"/>
                </a:lnTo>
                <a:lnTo>
                  <a:pt x="6224779" y="2090491"/>
                </a:lnTo>
                <a:lnTo>
                  <a:pt x="6223133" y="2091045"/>
                </a:lnTo>
                <a:lnTo>
                  <a:pt x="6221487" y="2091597"/>
                </a:lnTo>
                <a:lnTo>
                  <a:pt x="6219840" y="2092150"/>
                </a:lnTo>
                <a:lnTo>
                  <a:pt x="6218194" y="2092701"/>
                </a:lnTo>
                <a:lnTo>
                  <a:pt x="6216548" y="2093253"/>
                </a:lnTo>
                <a:lnTo>
                  <a:pt x="6214901" y="2093803"/>
                </a:lnTo>
                <a:lnTo>
                  <a:pt x="6213255" y="2094353"/>
                </a:lnTo>
                <a:lnTo>
                  <a:pt x="6211609" y="2094903"/>
                </a:lnTo>
                <a:lnTo>
                  <a:pt x="6209962" y="2095452"/>
                </a:lnTo>
                <a:lnTo>
                  <a:pt x="6208316" y="2096000"/>
                </a:lnTo>
                <a:lnTo>
                  <a:pt x="6206670" y="2096547"/>
                </a:lnTo>
                <a:lnTo>
                  <a:pt x="6205023" y="2097095"/>
                </a:lnTo>
                <a:lnTo>
                  <a:pt x="6203377" y="2097641"/>
                </a:lnTo>
                <a:lnTo>
                  <a:pt x="6201731" y="2098187"/>
                </a:lnTo>
                <a:lnTo>
                  <a:pt x="6200084" y="2098732"/>
                </a:lnTo>
                <a:lnTo>
                  <a:pt x="6198438" y="2099277"/>
                </a:lnTo>
                <a:lnTo>
                  <a:pt x="6196792" y="2099821"/>
                </a:lnTo>
                <a:lnTo>
                  <a:pt x="6195145" y="2100365"/>
                </a:lnTo>
                <a:lnTo>
                  <a:pt x="6193499" y="2100908"/>
                </a:lnTo>
                <a:lnTo>
                  <a:pt x="6191853" y="2101451"/>
                </a:lnTo>
                <a:lnTo>
                  <a:pt x="6190206" y="2101992"/>
                </a:lnTo>
                <a:lnTo>
                  <a:pt x="6188560" y="2102534"/>
                </a:lnTo>
                <a:lnTo>
                  <a:pt x="6186914" y="2103074"/>
                </a:lnTo>
                <a:lnTo>
                  <a:pt x="6185267" y="2103615"/>
                </a:lnTo>
                <a:lnTo>
                  <a:pt x="6183621" y="2104154"/>
                </a:lnTo>
                <a:lnTo>
                  <a:pt x="6181975" y="2104693"/>
                </a:lnTo>
                <a:lnTo>
                  <a:pt x="6180328" y="2105231"/>
                </a:lnTo>
                <a:lnTo>
                  <a:pt x="6178682" y="2105769"/>
                </a:lnTo>
                <a:lnTo>
                  <a:pt x="6177036" y="2106306"/>
                </a:lnTo>
                <a:lnTo>
                  <a:pt x="6175389" y="2106843"/>
                </a:lnTo>
                <a:lnTo>
                  <a:pt x="6173743" y="2107379"/>
                </a:lnTo>
                <a:lnTo>
                  <a:pt x="6172097" y="2107914"/>
                </a:lnTo>
                <a:lnTo>
                  <a:pt x="6170450" y="2108449"/>
                </a:lnTo>
                <a:lnTo>
                  <a:pt x="6168804" y="2108983"/>
                </a:lnTo>
                <a:lnTo>
                  <a:pt x="6167158" y="2109516"/>
                </a:lnTo>
                <a:lnTo>
                  <a:pt x="6165511" y="2110049"/>
                </a:lnTo>
                <a:lnTo>
                  <a:pt x="6163865" y="2110582"/>
                </a:lnTo>
                <a:lnTo>
                  <a:pt x="6162219" y="2111114"/>
                </a:lnTo>
                <a:lnTo>
                  <a:pt x="6160572" y="2111645"/>
                </a:lnTo>
                <a:lnTo>
                  <a:pt x="6158926" y="2112175"/>
                </a:lnTo>
                <a:lnTo>
                  <a:pt x="6157280" y="2112705"/>
                </a:lnTo>
                <a:lnTo>
                  <a:pt x="6155633" y="2113235"/>
                </a:lnTo>
                <a:lnTo>
                  <a:pt x="6153987" y="2113763"/>
                </a:lnTo>
                <a:lnTo>
                  <a:pt x="6152341" y="2114291"/>
                </a:lnTo>
                <a:lnTo>
                  <a:pt x="6150694" y="2114819"/>
                </a:lnTo>
                <a:lnTo>
                  <a:pt x="6149048" y="2115346"/>
                </a:lnTo>
                <a:lnTo>
                  <a:pt x="6147402" y="2115872"/>
                </a:lnTo>
                <a:lnTo>
                  <a:pt x="6145755" y="2116398"/>
                </a:lnTo>
                <a:lnTo>
                  <a:pt x="6144109" y="2116923"/>
                </a:lnTo>
                <a:lnTo>
                  <a:pt x="6142463" y="2117448"/>
                </a:lnTo>
                <a:lnTo>
                  <a:pt x="6140816" y="2117971"/>
                </a:lnTo>
                <a:lnTo>
                  <a:pt x="6139170" y="2118495"/>
                </a:lnTo>
                <a:lnTo>
                  <a:pt x="6137524" y="2119017"/>
                </a:lnTo>
                <a:lnTo>
                  <a:pt x="6135877" y="2119539"/>
                </a:lnTo>
                <a:lnTo>
                  <a:pt x="6134231" y="2120061"/>
                </a:lnTo>
                <a:lnTo>
                  <a:pt x="6132585" y="2120582"/>
                </a:lnTo>
                <a:lnTo>
                  <a:pt x="6130938" y="2121102"/>
                </a:lnTo>
                <a:lnTo>
                  <a:pt x="6129292" y="2121621"/>
                </a:lnTo>
                <a:lnTo>
                  <a:pt x="6127646" y="2122140"/>
                </a:lnTo>
                <a:lnTo>
                  <a:pt x="6125999" y="2122659"/>
                </a:lnTo>
                <a:lnTo>
                  <a:pt x="6124353" y="2123177"/>
                </a:lnTo>
                <a:lnTo>
                  <a:pt x="6122707" y="2123694"/>
                </a:lnTo>
                <a:lnTo>
                  <a:pt x="6121060" y="2124210"/>
                </a:lnTo>
                <a:lnTo>
                  <a:pt x="6119414" y="2124726"/>
                </a:lnTo>
                <a:lnTo>
                  <a:pt x="6117768" y="2125241"/>
                </a:lnTo>
                <a:lnTo>
                  <a:pt x="6116121" y="2125756"/>
                </a:lnTo>
                <a:lnTo>
                  <a:pt x="6114475" y="2126270"/>
                </a:lnTo>
                <a:lnTo>
                  <a:pt x="6112829" y="2126783"/>
                </a:lnTo>
                <a:lnTo>
                  <a:pt x="6111182" y="2127296"/>
                </a:lnTo>
                <a:lnTo>
                  <a:pt x="6109536" y="2127808"/>
                </a:lnTo>
                <a:lnTo>
                  <a:pt x="6107890" y="2128320"/>
                </a:lnTo>
                <a:lnTo>
                  <a:pt x="6106243" y="2128830"/>
                </a:lnTo>
                <a:lnTo>
                  <a:pt x="6104597" y="2129341"/>
                </a:lnTo>
                <a:lnTo>
                  <a:pt x="6102951" y="2129850"/>
                </a:lnTo>
                <a:lnTo>
                  <a:pt x="6101304" y="2130359"/>
                </a:lnTo>
                <a:lnTo>
                  <a:pt x="6099658" y="2130868"/>
                </a:lnTo>
                <a:lnTo>
                  <a:pt x="6098012" y="2131375"/>
                </a:lnTo>
                <a:lnTo>
                  <a:pt x="6096365" y="2131883"/>
                </a:lnTo>
                <a:lnTo>
                  <a:pt x="6094719" y="2132389"/>
                </a:lnTo>
                <a:lnTo>
                  <a:pt x="6093073" y="2132895"/>
                </a:lnTo>
                <a:lnTo>
                  <a:pt x="6091426" y="2133400"/>
                </a:lnTo>
                <a:lnTo>
                  <a:pt x="6089780" y="2133905"/>
                </a:lnTo>
                <a:lnTo>
                  <a:pt x="6088134" y="2134409"/>
                </a:lnTo>
                <a:lnTo>
                  <a:pt x="6086487" y="2134912"/>
                </a:lnTo>
                <a:lnTo>
                  <a:pt x="6084841" y="2135414"/>
                </a:lnTo>
                <a:lnTo>
                  <a:pt x="6083195" y="2135916"/>
                </a:lnTo>
                <a:lnTo>
                  <a:pt x="6081548" y="2136418"/>
                </a:lnTo>
                <a:lnTo>
                  <a:pt x="6079902" y="2136919"/>
                </a:lnTo>
                <a:lnTo>
                  <a:pt x="6078256" y="2137419"/>
                </a:lnTo>
                <a:lnTo>
                  <a:pt x="6076609" y="2137918"/>
                </a:lnTo>
                <a:lnTo>
                  <a:pt x="6074963" y="2138417"/>
                </a:lnTo>
                <a:lnTo>
                  <a:pt x="6073317" y="2138915"/>
                </a:lnTo>
                <a:lnTo>
                  <a:pt x="6071670" y="2139413"/>
                </a:lnTo>
                <a:lnTo>
                  <a:pt x="6070024" y="2139910"/>
                </a:lnTo>
                <a:lnTo>
                  <a:pt x="6068378" y="2140406"/>
                </a:lnTo>
                <a:lnTo>
                  <a:pt x="6066731" y="2140901"/>
                </a:lnTo>
                <a:lnTo>
                  <a:pt x="6065085" y="2141396"/>
                </a:lnTo>
                <a:lnTo>
                  <a:pt x="6063439" y="2141891"/>
                </a:lnTo>
                <a:lnTo>
                  <a:pt x="6061792" y="2142384"/>
                </a:lnTo>
                <a:lnTo>
                  <a:pt x="6060146" y="2142877"/>
                </a:lnTo>
                <a:lnTo>
                  <a:pt x="6058500" y="2143370"/>
                </a:lnTo>
                <a:lnTo>
                  <a:pt x="6056853" y="2143861"/>
                </a:lnTo>
                <a:lnTo>
                  <a:pt x="6055207" y="2144352"/>
                </a:lnTo>
                <a:lnTo>
                  <a:pt x="6053561" y="2144843"/>
                </a:lnTo>
                <a:lnTo>
                  <a:pt x="6051914" y="2145333"/>
                </a:lnTo>
                <a:lnTo>
                  <a:pt x="6050268" y="2145822"/>
                </a:lnTo>
                <a:lnTo>
                  <a:pt x="6048622" y="2146310"/>
                </a:lnTo>
                <a:lnTo>
                  <a:pt x="6046975" y="2146798"/>
                </a:lnTo>
                <a:lnTo>
                  <a:pt x="6045329" y="2147285"/>
                </a:lnTo>
                <a:lnTo>
                  <a:pt x="6043683" y="2147772"/>
                </a:lnTo>
                <a:lnTo>
                  <a:pt x="6042036" y="2148257"/>
                </a:lnTo>
                <a:lnTo>
                  <a:pt x="6040390" y="2148743"/>
                </a:lnTo>
                <a:lnTo>
                  <a:pt x="6038744" y="2149227"/>
                </a:lnTo>
                <a:lnTo>
                  <a:pt x="6037097" y="2149711"/>
                </a:lnTo>
                <a:lnTo>
                  <a:pt x="6035451" y="2150194"/>
                </a:lnTo>
                <a:lnTo>
                  <a:pt x="6033805" y="2150677"/>
                </a:lnTo>
                <a:lnTo>
                  <a:pt x="6032158" y="2151159"/>
                </a:lnTo>
                <a:lnTo>
                  <a:pt x="6030512" y="2151640"/>
                </a:lnTo>
                <a:lnTo>
                  <a:pt x="6028866" y="2152120"/>
                </a:lnTo>
                <a:lnTo>
                  <a:pt x="6027219" y="2152600"/>
                </a:lnTo>
                <a:lnTo>
                  <a:pt x="6025573" y="2153079"/>
                </a:lnTo>
                <a:lnTo>
                  <a:pt x="6023927" y="2153558"/>
                </a:lnTo>
                <a:lnTo>
                  <a:pt x="6022280" y="2154036"/>
                </a:lnTo>
                <a:lnTo>
                  <a:pt x="6020634" y="2154513"/>
                </a:lnTo>
                <a:lnTo>
                  <a:pt x="6018988" y="2154990"/>
                </a:lnTo>
                <a:lnTo>
                  <a:pt x="6017341" y="2155466"/>
                </a:lnTo>
                <a:lnTo>
                  <a:pt x="6015695" y="2155941"/>
                </a:lnTo>
                <a:lnTo>
                  <a:pt x="6014049" y="2156415"/>
                </a:lnTo>
                <a:lnTo>
                  <a:pt x="6012402" y="2156889"/>
                </a:lnTo>
                <a:lnTo>
                  <a:pt x="6010756" y="2157363"/>
                </a:lnTo>
                <a:lnTo>
                  <a:pt x="6009110" y="2157835"/>
                </a:lnTo>
                <a:lnTo>
                  <a:pt x="6007463" y="2158307"/>
                </a:lnTo>
                <a:lnTo>
                  <a:pt x="6005817" y="2158778"/>
                </a:lnTo>
                <a:lnTo>
                  <a:pt x="6004171" y="2159249"/>
                </a:lnTo>
                <a:lnTo>
                  <a:pt x="6002524" y="2159719"/>
                </a:lnTo>
                <a:lnTo>
                  <a:pt x="6000878" y="2160188"/>
                </a:lnTo>
                <a:lnTo>
                  <a:pt x="5999232" y="2160656"/>
                </a:lnTo>
                <a:lnTo>
                  <a:pt x="5997585" y="2161124"/>
                </a:lnTo>
                <a:lnTo>
                  <a:pt x="5995939" y="2161591"/>
                </a:lnTo>
                <a:lnTo>
                  <a:pt x="5994293" y="2162058"/>
                </a:lnTo>
                <a:lnTo>
                  <a:pt x="5992646" y="2162524"/>
                </a:lnTo>
                <a:lnTo>
                  <a:pt x="5991000" y="2162989"/>
                </a:lnTo>
                <a:lnTo>
                  <a:pt x="5989354" y="2163453"/>
                </a:lnTo>
                <a:lnTo>
                  <a:pt x="5987707" y="2163917"/>
                </a:lnTo>
                <a:lnTo>
                  <a:pt x="5986061" y="2164380"/>
                </a:lnTo>
                <a:lnTo>
                  <a:pt x="5984415" y="2164842"/>
                </a:lnTo>
                <a:lnTo>
                  <a:pt x="5982768" y="2165304"/>
                </a:lnTo>
                <a:lnTo>
                  <a:pt x="5981122" y="2165765"/>
                </a:lnTo>
                <a:lnTo>
                  <a:pt x="5979476" y="2166226"/>
                </a:lnTo>
                <a:lnTo>
                  <a:pt x="5977829" y="2166685"/>
                </a:lnTo>
                <a:lnTo>
                  <a:pt x="5976183" y="2167144"/>
                </a:lnTo>
                <a:lnTo>
                  <a:pt x="5974537" y="2167602"/>
                </a:lnTo>
                <a:lnTo>
                  <a:pt x="5972890" y="2168060"/>
                </a:lnTo>
                <a:lnTo>
                  <a:pt x="5971244" y="2168517"/>
                </a:lnTo>
                <a:lnTo>
                  <a:pt x="5969598" y="2168973"/>
                </a:lnTo>
                <a:lnTo>
                  <a:pt x="5967951" y="2169429"/>
                </a:lnTo>
                <a:lnTo>
                  <a:pt x="5966305" y="2169884"/>
                </a:lnTo>
                <a:lnTo>
                  <a:pt x="5964659" y="2170338"/>
                </a:lnTo>
                <a:lnTo>
                  <a:pt x="5963012" y="2170791"/>
                </a:lnTo>
                <a:lnTo>
                  <a:pt x="5961366" y="2171244"/>
                </a:lnTo>
                <a:lnTo>
                  <a:pt x="5959720" y="2171696"/>
                </a:lnTo>
                <a:lnTo>
                  <a:pt x="5958073" y="2172148"/>
                </a:lnTo>
                <a:lnTo>
                  <a:pt x="5956427" y="2172598"/>
                </a:lnTo>
                <a:lnTo>
                  <a:pt x="5954781" y="2173048"/>
                </a:lnTo>
                <a:lnTo>
                  <a:pt x="5953135" y="2173498"/>
                </a:lnTo>
                <a:lnTo>
                  <a:pt x="5951488" y="2173946"/>
                </a:lnTo>
                <a:lnTo>
                  <a:pt x="5949842" y="2174394"/>
                </a:lnTo>
                <a:lnTo>
                  <a:pt x="5948196" y="2174841"/>
                </a:lnTo>
                <a:lnTo>
                  <a:pt x="5946549" y="2175288"/>
                </a:lnTo>
                <a:lnTo>
                  <a:pt x="5944903" y="2175734"/>
                </a:lnTo>
                <a:lnTo>
                  <a:pt x="5943257" y="2176179"/>
                </a:lnTo>
                <a:lnTo>
                  <a:pt x="5941610" y="2176623"/>
                </a:lnTo>
                <a:lnTo>
                  <a:pt x="5939964" y="2177067"/>
                </a:lnTo>
                <a:lnTo>
                  <a:pt x="5938318" y="2177510"/>
                </a:lnTo>
                <a:lnTo>
                  <a:pt x="5936671" y="2177952"/>
                </a:lnTo>
                <a:lnTo>
                  <a:pt x="5935025" y="2178394"/>
                </a:lnTo>
                <a:lnTo>
                  <a:pt x="5933379" y="2178835"/>
                </a:lnTo>
                <a:lnTo>
                  <a:pt x="5931732" y="2179275"/>
                </a:lnTo>
                <a:lnTo>
                  <a:pt x="5930086" y="2179715"/>
                </a:lnTo>
                <a:lnTo>
                  <a:pt x="5928440" y="2180154"/>
                </a:lnTo>
                <a:lnTo>
                  <a:pt x="5926793" y="2180592"/>
                </a:lnTo>
                <a:lnTo>
                  <a:pt x="5925147" y="2181029"/>
                </a:lnTo>
                <a:lnTo>
                  <a:pt x="5923501" y="2181466"/>
                </a:lnTo>
                <a:lnTo>
                  <a:pt x="5921854" y="2181902"/>
                </a:lnTo>
                <a:lnTo>
                  <a:pt x="5920208" y="2182337"/>
                </a:lnTo>
                <a:lnTo>
                  <a:pt x="5918562" y="2182772"/>
                </a:lnTo>
                <a:lnTo>
                  <a:pt x="5916915" y="2183205"/>
                </a:lnTo>
                <a:lnTo>
                  <a:pt x="5915269" y="2183639"/>
                </a:lnTo>
                <a:lnTo>
                  <a:pt x="5913623" y="2184071"/>
                </a:lnTo>
                <a:lnTo>
                  <a:pt x="5911976" y="2184503"/>
                </a:lnTo>
                <a:lnTo>
                  <a:pt x="5910330" y="2184934"/>
                </a:lnTo>
                <a:lnTo>
                  <a:pt x="5908684" y="2185364"/>
                </a:lnTo>
                <a:lnTo>
                  <a:pt x="5907037" y="2185794"/>
                </a:lnTo>
                <a:lnTo>
                  <a:pt x="5905391" y="2186222"/>
                </a:lnTo>
                <a:lnTo>
                  <a:pt x="5903745" y="2186651"/>
                </a:lnTo>
                <a:lnTo>
                  <a:pt x="5902098" y="2187078"/>
                </a:lnTo>
                <a:lnTo>
                  <a:pt x="5900452" y="2187505"/>
                </a:lnTo>
                <a:lnTo>
                  <a:pt x="5898806" y="2187931"/>
                </a:lnTo>
                <a:lnTo>
                  <a:pt x="5897159" y="2188356"/>
                </a:lnTo>
                <a:lnTo>
                  <a:pt x="5895513" y="2188781"/>
                </a:lnTo>
                <a:lnTo>
                  <a:pt x="5893867" y="2189204"/>
                </a:lnTo>
                <a:lnTo>
                  <a:pt x="5892220" y="2189628"/>
                </a:lnTo>
                <a:lnTo>
                  <a:pt x="5890574" y="2190050"/>
                </a:lnTo>
                <a:lnTo>
                  <a:pt x="5888928" y="2190472"/>
                </a:lnTo>
                <a:lnTo>
                  <a:pt x="5887281" y="2190893"/>
                </a:lnTo>
                <a:lnTo>
                  <a:pt x="5885635" y="2191313"/>
                </a:lnTo>
                <a:lnTo>
                  <a:pt x="5883989" y="2191732"/>
                </a:lnTo>
                <a:lnTo>
                  <a:pt x="5882342" y="2192151"/>
                </a:lnTo>
                <a:lnTo>
                  <a:pt x="5880696" y="2192569"/>
                </a:lnTo>
                <a:lnTo>
                  <a:pt x="5879050" y="2192987"/>
                </a:lnTo>
                <a:lnTo>
                  <a:pt x="5877403" y="2193403"/>
                </a:lnTo>
                <a:lnTo>
                  <a:pt x="5875757" y="2193819"/>
                </a:lnTo>
                <a:lnTo>
                  <a:pt x="5874111" y="2194234"/>
                </a:lnTo>
                <a:lnTo>
                  <a:pt x="5872464" y="2194649"/>
                </a:lnTo>
                <a:lnTo>
                  <a:pt x="5870818" y="2195062"/>
                </a:lnTo>
                <a:lnTo>
                  <a:pt x="5869172" y="2195475"/>
                </a:lnTo>
                <a:lnTo>
                  <a:pt x="5867525" y="2195887"/>
                </a:lnTo>
                <a:lnTo>
                  <a:pt x="5865879" y="2196299"/>
                </a:lnTo>
                <a:lnTo>
                  <a:pt x="5864233" y="2196710"/>
                </a:lnTo>
                <a:lnTo>
                  <a:pt x="5862586" y="2197120"/>
                </a:lnTo>
                <a:lnTo>
                  <a:pt x="5860940" y="2197529"/>
                </a:lnTo>
                <a:lnTo>
                  <a:pt x="5859294" y="2197938"/>
                </a:lnTo>
                <a:lnTo>
                  <a:pt x="5857647" y="2198346"/>
                </a:lnTo>
                <a:lnTo>
                  <a:pt x="5856001" y="2198753"/>
                </a:lnTo>
                <a:lnTo>
                  <a:pt x="5854355" y="2199159"/>
                </a:lnTo>
                <a:lnTo>
                  <a:pt x="5852708" y="2199565"/>
                </a:lnTo>
                <a:lnTo>
                  <a:pt x="5851062" y="2199970"/>
                </a:lnTo>
                <a:lnTo>
                  <a:pt x="5849416" y="2200374"/>
                </a:lnTo>
                <a:lnTo>
                  <a:pt x="5847769" y="2200777"/>
                </a:lnTo>
                <a:lnTo>
                  <a:pt x="5846123" y="2201180"/>
                </a:lnTo>
                <a:lnTo>
                  <a:pt x="5844477" y="2201582"/>
                </a:lnTo>
                <a:lnTo>
                  <a:pt x="5842830" y="2201983"/>
                </a:lnTo>
                <a:lnTo>
                  <a:pt x="5841184" y="2202383"/>
                </a:lnTo>
                <a:lnTo>
                  <a:pt x="5839538" y="2202783"/>
                </a:lnTo>
                <a:lnTo>
                  <a:pt x="5837891" y="2203182"/>
                </a:lnTo>
                <a:lnTo>
                  <a:pt x="5836245" y="2203580"/>
                </a:lnTo>
                <a:lnTo>
                  <a:pt x="5834599" y="2203978"/>
                </a:lnTo>
                <a:lnTo>
                  <a:pt x="5832952" y="2204375"/>
                </a:lnTo>
                <a:lnTo>
                  <a:pt x="5831306" y="2204771"/>
                </a:lnTo>
                <a:lnTo>
                  <a:pt x="5829660" y="2205166"/>
                </a:lnTo>
                <a:lnTo>
                  <a:pt x="5828013" y="2205560"/>
                </a:lnTo>
                <a:lnTo>
                  <a:pt x="5826367" y="2205954"/>
                </a:lnTo>
                <a:lnTo>
                  <a:pt x="5824721" y="2206347"/>
                </a:lnTo>
                <a:lnTo>
                  <a:pt x="5823074" y="2206739"/>
                </a:lnTo>
                <a:lnTo>
                  <a:pt x="5821428" y="2207131"/>
                </a:lnTo>
                <a:lnTo>
                  <a:pt x="5819782" y="2207522"/>
                </a:lnTo>
                <a:lnTo>
                  <a:pt x="5818135" y="2207912"/>
                </a:lnTo>
                <a:lnTo>
                  <a:pt x="5816489" y="2208301"/>
                </a:lnTo>
                <a:lnTo>
                  <a:pt x="5814843" y="2208689"/>
                </a:lnTo>
                <a:lnTo>
                  <a:pt x="5813196" y="2209077"/>
                </a:lnTo>
                <a:lnTo>
                  <a:pt x="5811550" y="2209464"/>
                </a:lnTo>
                <a:lnTo>
                  <a:pt x="5809904" y="2209851"/>
                </a:lnTo>
                <a:lnTo>
                  <a:pt x="5808257" y="2210236"/>
                </a:lnTo>
                <a:lnTo>
                  <a:pt x="5806611" y="2210621"/>
                </a:lnTo>
                <a:lnTo>
                  <a:pt x="5804965" y="2211005"/>
                </a:lnTo>
                <a:lnTo>
                  <a:pt x="5803318" y="2211388"/>
                </a:lnTo>
                <a:lnTo>
                  <a:pt x="5801672" y="2211771"/>
                </a:lnTo>
                <a:lnTo>
                  <a:pt x="5800026" y="2212152"/>
                </a:lnTo>
                <a:lnTo>
                  <a:pt x="5798379" y="2212533"/>
                </a:lnTo>
                <a:lnTo>
                  <a:pt x="5796733" y="2212913"/>
                </a:lnTo>
                <a:lnTo>
                  <a:pt x="5795087" y="2213293"/>
                </a:lnTo>
                <a:lnTo>
                  <a:pt x="5793440" y="2213672"/>
                </a:lnTo>
                <a:lnTo>
                  <a:pt x="5791794" y="2214050"/>
                </a:lnTo>
                <a:lnTo>
                  <a:pt x="5790148" y="2214427"/>
                </a:lnTo>
                <a:lnTo>
                  <a:pt x="5788501" y="2214803"/>
                </a:lnTo>
                <a:lnTo>
                  <a:pt x="5786855" y="2215179"/>
                </a:lnTo>
                <a:lnTo>
                  <a:pt x="5785209" y="2215554"/>
                </a:lnTo>
                <a:lnTo>
                  <a:pt x="5783562" y="2215928"/>
                </a:lnTo>
                <a:lnTo>
                  <a:pt x="5781916" y="2216301"/>
                </a:lnTo>
                <a:lnTo>
                  <a:pt x="5780270" y="2216674"/>
                </a:lnTo>
                <a:lnTo>
                  <a:pt x="5778623" y="2217046"/>
                </a:lnTo>
                <a:lnTo>
                  <a:pt x="5776977" y="2217417"/>
                </a:lnTo>
                <a:lnTo>
                  <a:pt x="5775331" y="2217787"/>
                </a:lnTo>
                <a:lnTo>
                  <a:pt x="5773684" y="2218156"/>
                </a:lnTo>
                <a:lnTo>
                  <a:pt x="5772038" y="2218525"/>
                </a:lnTo>
                <a:lnTo>
                  <a:pt x="5770392" y="2218893"/>
                </a:lnTo>
                <a:lnTo>
                  <a:pt x="5768745" y="2219260"/>
                </a:lnTo>
                <a:lnTo>
                  <a:pt x="5767099" y="2219627"/>
                </a:lnTo>
                <a:lnTo>
                  <a:pt x="5765453" y="2219993"/>
                </a:lnTo>
                <a:lnTo>
                  <a:pt x="5763806" y="2220358"/>
                </a:lnTo>
                <a:lnTo>
                  <a:pt x="5762160" y="2220722"/>
                </a:lnTo>
                <a:lnTo>
                  <a:pt x="5760514" y="2221085"/>
                </a:lnTo>
                <a:lnTo>
                  <a:pt x="5758867" y="2221448"/>
                </a:lnTo>
                <a:lnTo>
                  <a:pt x="5757221" y="2221809"/>
                </a:lnTo>
                <a:lnTo>
                  <a:pt x="5755575" y="2222171"/>
                </a:lnTo>
                <a:lnTo>
                  <a:pt x="5753928" y="2222531"/>
                </a:lnTo>
                <a:lnTo>
                  <a:pt x="5752282" y="2222890"/>
                </a:lnTo>
                <a:lnTo>
                  <a:pt x="5750636" y="2223249"/>
                </a:lnTo>
                <a:lnTo>
                  <a:pt x="5748989" y="2223607"/>
                </a:lnTo>
                <a:lnTo>
                  <a:pt x="5747343" y="2223964"/>
                </a:lnTo>
                <a:lnTo>
                  <a:pt x="5745697" y="2224321"/>
                </a:lnTo>
                <a:lnTo>
                  <a:pt x="5744050" y="2224676"/>
                </a:lnTo>
                <a:lnTo>
                  <a:pt x="5742404" y="2225031"/>
                </a:lnTo>
                <a:lnTo>
                  <a:pt x="5740758" y="2225385"/>
                </a:lnTo>
                <a:lnTo>
                  <a:pt x="5739111" y="2225738"/>
                </a:lnTo>
                <a:lnTo>
                  <a:pt x="5737465" y="2226091"/>
                </a:lnTo>
                <a:lnTo>
                  <a:pt x="5735819" y="2226443"/>
                </a:lnTo>
                <a:lnTo>
                  <a:pt x="5734172" y="2226794"/>
                </a:lnTo>
                <a:lnTo>
                  <a:pt x="5732526" y="2227144"/>
                </a:lnTo>
                <a:lnTo>
                  <a:pt x="5730880" y="2227493"/>
                </a:lnTo>
                <a:lnTo>
                  <a:pt x="5729233" y="2227842"/>
                </a:lnTo>
                <a:lnTo>
                  <a:pt x="5727587" y="2228189"/>
                </a:lnTo>
                <a:lnTo>
                  <a:pt x="5725941" y="2228537"/>
                </a:lnTo>
                <a:lnTo>
                  <a:pt x="5724294" y="2228883"/>
                </a:lnTo>
                <a:lnTo>
                  <a:pt x="5722648" y="2229228"/>
                </a:lnTo>
                <a:lnTo>
                  <a:pt x="5721002" y="2229573"/>
                </a:lnTo>
                <a:lnTo>
                  <a:pt x="5719355" y="2229917"/>
                </a:lnTo>
                <a:lnTo>
                  <a:pt x="5717709" y="2230260"/>
                </a:lnTo>
                <a:lnTo>
                  <a:pt x="5716063" y="2230602"/>
                </a:lnTo>
                <a:lnTo>
                  <a:pt x="5714416" y="2230944"/>
                </a:lnTo>
                <a:lnTo>
                  <a:pt x="5712770" y="2231284"/>
                </a:lnTo>
                <a:lnTo>
                  <a:pt x="5711124" y="2231624"/>
                </a:lnTo>
                <a:lnTo>
                  <a:pt x="5709477" y="2231963"/>
                </a:lnTo>
                <a:lnTo>
                  <a:pt x="5707831" y="2232302"/>
                </a:lnTo>
                <a:lnTo>
                  <a:pt x="5706185" y="2232639"/>
                </a:lnTo>
                <a:lnTo>
                  <a:pt x="5704538" y="2232976"/>
                </a:lnTo>
                <a:lnTo>
                  <a:pt x="5702892" y="2233312"/>
                </a:lnTo>
                <a:lnTo>
                  <a:pt x="5701246" y="2233647"/>
                </a:lnTo>
                <a:lnTo>
                  <a:pt x="5699599" y="2233982"/>
                </a:lnTo>
                <a:lnTo>
                  <a:pt x="5697953" y="2234315"/>
                </a:lnTo>
                <a:lnTo>
                  <a:pt x="5696307" y="2234648"/>
                </a:lnTo>
                <a:lnTo>
                  <a:pt x="5694660" y="2234980"/>
                </a:lnTo>
                <a:lnTo>
                  <a:pt x="5693014" y="2235311"/>
                </a:lnTo>
                <a:lnTo>
                  <a:pt x="5691368" y="2235642"/>
                </a:lnTo>
                <a:lnTo>
                  <a:pt x="5689721" y="2235971"/>
                </a:lnTo>
                <a:lnTo>
                  <a:pt x="5688075" y="2236300"/>
                </a:lnTo>
                <a:lnTo>
                  <a:pt x="5686429" y="2236628"/>
                </a:lnTo>
                <a:lnTo>
                  <a:pt x="5684782" y="2236955"/>
                </a:lnTo>
                <a:lnTo>
                  <a:pt x="5683136" y="2237282"/>
                </a:lnTo>
                <a:lnTo>
                  <a:pt x="5681490" y="2237607"/>
                </a:lnTo>
                <a:lnTo>
                  <a:pt x="5679843" y="2237932"/>
                </a:lnTo>
                <a:lnTo>
                  <a:pt x="5678197" y="2238256"/>
                </a:lnTo>
                <a:lnTo>
                  <a:pt x="5676551" y="2238579"/>
                </a:lnTo>
                <a:lnTo>
                  <a:pt x="5674904" y="2238902"/>
                </a:lnTo>
                <a:lnTo>
                  <a:pt x="5673258" y="2239223"/>
                </a:lnTo>
                <a:lnTo>
                  <a:pt x="5671612" y="2239544"/>
                </a:lnTo>
                <a:lnTo>
                  <a:pt x="5669965" y="2239864"/>
                </a:lnTo>
                <a:lnTo>
                  <a:pt x="5668319" y="2240183"/>
                </a:lnTo>
                <a:lnTo>
                  <a:pt x="5666673" y="2240502"/>
                </a:lnTo>
                <a:lnTo>
                  <a:pt x="5665026" y="2240819"/>
                </a:lnTo>
                <a:lnTo>
                  <a:pt x="5663380" y="2241136"/>
                </a:lnTo>
                <a:lnTo>
                  <a:pt x="5661734" y="2241452"/>
                </a:lnTo>
                <a:lnTo>
                  <a:pt x="5660087" y="2241767"/>
                </a:lnTo>
                <a:lnTo>
                  <a:pt x="5658441" y="2242081"/>
                </a:lnTo>
                <a:lnTo>
                  <a:pt x="5656795" y="2242395"/>
                </a:lnTo>
                <a:lnTo>
                  <a:pt x="5655148" y="2242708"/>
                </a:lnTo>
                <a:lnTo>
                  <a:pt x="5653502" y="2243020"/>
                </a:lnTo>
                <a:lnTo>
                  <a:pt x="5651856" y="2243331"/>
                </a:lnTo>
                <a:lnTo>
                  <a:pt x="5650209" y="2243641"/>
                </a:lnTo>
                <a:lnTo>
                  <a:pt x="5648563" y="2243950"/>
                </a:lnTo>
                <a:lnTo>
                  <a:pt x="5646917" y="2244259"/>
                </a:lnTo>
                <a:lnTo>
                  <a:pt x="5645270" y="2244567"/>
                </a:lnTo>
                <a:lnTo>
                  <a:pt x="5643624" y="2244874"/>
                </a:lnTo>
                <a:lnTo>
                  <a:pt x="5641978" y="2245180"/>
                </a:lnTo>
                <a:lnTo>
                  <a:pt x="5640332" y="2245486"/>
                </a:lnTo>
                <a:lnTo>
                  <a:pt x="5638685" y="2245790"/>
                </a:lnTo>
                <a:lnTo>
                  <a:pt x="5637039" y="2246094"/>
                </a:lnTo>
                <a:lnTo>
                  <a:pt x="5635393" y="2246397"/>
                </a:lnTo>
                <a:lnTo>
                  <a:pt x="5633746" y="2246699"/>
                </a:lnTo>
                <a:lnTo>
                  <a:pt x="5632100" y="2247000"/>
                </a:lnTo>
                <a:lnTo>
                  <a:pt x="5630454" y="2247301"/>
                </a:lnTo>
                <a:lnTo>
                  <a:pt x="5628807" y="2247600"/>
                </a:lnTo>
                <a:lnTo>
                  <a:pt x="5627161" y="2247899"/>
                </a:lnTo>
                <a:lnTo>
                  <a:pt x="5625515" y="2248197"/>
                </a:lnTo>
                <a:lnTo>
                  <a:pt x="5623868" y="2248495"/>
                </a:lnTo>
                <a:lnTo>
                  <a:pt x="5622222" y="2248791"/>
                </a:lnTo>
                <a:lnTo>
                  <a:pt x="5620576" y="2249086"/>
                </a:lnTo>
                <a:lnTo>
                  <a:pt x="5618929" y="2249381"/>
                </a:lnTo>
                <a:lnTo>
                  <a:pt x="5617283" y="2249675"/>
                </a:lnTo>
                <a:lnTo>
                  <a:pt x="5615637" y="2249968"/>
                </a:lnTo>
                <a:lnTo>
                  <a:pt x="5613990" y="2250261"/>
                </a:lnTo>
                <a:lnTo>
                  <a:pt x="5612344" y="2250552"/>
                </a:lnTo>
                <a:lnTo>
                  <a:pt x="5610698" y="2250843"/>
                </a:lnTo>
                <a:lnTo>
                  <a:pt x="5609051" y="2251132"/>
                </a:lnTo>
                <a:lnTo>
                  <a:pt x="5607405" y="2251421"/>
                </a:lnTo>
                <a:lnTo>
                  <a:pt x="5605759" y="2251710"/>
                </a:lnTo>
                <a:lnTo>
                  <a:pt x="5604112" y="2251997"/>
                </a:lnTo>
                <a:lnTo>
                  <a:pt x="5602466" y="2252283"/>
                </a:lnTo>
                <a:lnTo>
                  <a:pt x="5600820" y="2252569"/>
                </a:lnTo>
                <a:lnTo>
                  <a:pt x="5599173" y="2252854"/>
                </a:lnTo>
                <a:lnTo>
                  <a:pt x="5597527" y="2253138"/>
                </a:lnTo>
                <a:lnTo>
                  <a:pt x="5595881" y="2253421"/>
                </a:lnTo>
                <a:lnTo>
                  <a:pt x="5594234" y="2253703"/>
                </a:lnTo>
                <a:lnTo>
                  <a:pt x="5592588" y="2253985"/>
                </a:lnTo>
                <a:lnTo>
                  <a:pt x="5590942" y="2254265"/>
                </a:lnTo>
                <a:lnTo>
                  <a:pt x="5589295" y="2254545"/>
                </a:lnTo>
                <a:lnTo>
                  <a:pt x="5587649" y="2254824"/>
                </a:lnTo>
                <a:lnTo>
                  <a:pt x="5586003" y="2255103"/>
                </a:lnTo>
                <a:lnTo>
                  <a:pt x="5584356" y="2255380"/>
                </a:lnTo>
                <a:lnTo>
                  <a:pt x="5582710" y="2255656"/>
                </a:lnTo>
                <a:lnTo>
                  <a:pt x="5581064" y="2255932"/>
                </a:lnTo>
                <a:lnTo>
                  <a:pt x="5579417" y="2256207"/>
                </a:lnTo>
                <a:lnTo>
                  <a:pt x="5577771" y="2256481"/>
                </a:lnTo>
                <a:lnTo>
                  <a:pt x="5576125" y="2256754"/>
                </a:lnTo>
                <a:lnTo>
                  <a:pt x="5574478" y="2257026"/>
                </a:lnTo>
                <a:lnTo>
                  <a:pt x="5572832" y="2257298"/>
                </a:lnTo>
                <a:lnTo>
                  <a:pt x="5571186" y="2257568"/>
                </a:lnTo>
                <a:lnTo>
                  <a:pt x="5569539" y="2257838"/>
                </a:lnTo>
                <a:lnTo>
                  <a:pt x="5567893" y="2258107"/>
                </a:lnTo>
                <a:lnTo>
                  <a:pt x="5566247" y="2258375"/>
                </a:lnTo>
                <a:lnTo>
                  <a:pt x="5564600" y="2258643"/>
                </a:lnTo>
                <a:lnTo>
                  <a:pt x="5562954" y="2258909"/>
                </a:lnTo>
                <a:lnTo>
                  <a:pt x="5561308" y="2259175"/>
                </a:lnTo>
                <a:lnTo>
                  <a:pt x="5559661" y="2259440"/>
                </a:lnTo>
                <a:lnTo>
                  <a:pt x="5558015" y="2259703"/>
                </a:lnTo>
                <a:lnTo>
                  <a:pt x="5556369" y="2259966"/>
                </a:lnTo>
                <a:lnTo>
                  <a:pt x="5554722" y="2260229"/>
                </a:lnTo>
                <a:lnTo>
                  <a:pt x="5553076" y="2260490"/>
                </a:lnTo>
                <a:lnTo>
                  <a:pt x="5551430" y="2260751"/>
                </a:lnTo>
                <a:lnTo>
                  <a:pt x="5549783" y="2261010"/>
                </a:lnTo>
                <a:lnTo>
                  <a:pt x="5548137" y="2261269"/>
                </a:lnTo>
                <a:lnTo>
                  <a:pt x="5546491" y="2261527"/>
                </a:lnTo>
                <a:lnTo>
                  <a:pt x="5544844" y="2261784"/>
                </a:lnTo>
                <a:lnTo>
                  <a:pt x="5543198" y="2262041"/>
                </a:lnTo>
                <a:lnTo>
                  <a:pt x="5541552" y="2262296"/>
                </a:lnTo>
                <a:lnTo>
                  <a:pt x="5539905" y="2262551"/>
                </a:lnTo>
                <a:lnTo>
                  <a:pt x="5538259" y="2262804"/>
                </a:lnTo>
                <a:lnTo>
                  <a:pt x="5536613" y="2263057"/>
                </a:lnTo>
                <a:lnTo>
                  <a:pt x="5534966" y="2263309"/>
                </a:lnTo>
                <a:lnTo>
                  <a:pt x="5533320" y="2263561"/>
                </a:lnTo>
                <a:lnTo>
                  <a:pt x="5531674" y="2263811"/>
                </a:lnTo>
                <a:lnTo>
                  <a:pt x="5530027" y="2264061"/>
                </a:lnTo>
                <a:lnTo>
                  <a:pt x="5528381" y="2264309"/>
                </a:lnTo>
                <a:lnTo>
                  <a:pt x="5526735" y="2264557"/>
                </a:lnTo>
                <a:lnTo>
                  <a:pt x="5525088" y="2264804"/>
                </a:lnTo>
                <a:lnTo>
                  <a:pt x="5523442" y="2265050"/>
                </a:lnTo>
                <a:lnTo>
                  <a:pt x="5521796" y="2265295"/>
                </a:lnTo>
                <a:lnTo>
                  <a:pt x="5520149" y="2265540"/>
                </a:lnTo>
                <a:lnTo>
                  <a:pt x="5518503" y="2265783"/>
                </a:lnTo>
                <a:lnTo>
                  <a:pt x="5516857" y="2266026"/>
                </a:lnTo>
                <a:lnTo>
                  <a:pt x="5515210" y="2266268"/>
                </a:lnTo>
                <a:lnTo>
                  <a:pt x="5513564" y="2266509"/>
                </a:lnTo>
                <a:lnTo>
                  <a:pt x="5511918" y="2266749"/>
                </a:lnTo>
                <a:lnTo>
                  <a:pt x="5510271" y="2266988"/>
                </a:lnTo>
                <a:lnTo>
                  <a:pt x="5508625" y="2267226"/>
                </a:lnTo>
                <a:lnTo>
                  <a:pt x="5506979" y="2267464"/>
                </a:lnTo>
                <a:lnTo>
                  <a:pt x="5505332" y="2267701"/>
                </a:lnTo>
                <a:lnTo>
                  <a:pt x="5503686" y="2267936"/>
                </a:lnTo>
                <a:lnTo>
                  <a:pt x="5502040" y="2268171"/>
                </a:lnTo>
                <a:lnTo>
                  <a:pt x="5500393" y="2268405"/>
                </a:lnTo>
                <a:lnTo>
                  <a:pt x="5498747" y="2268639"/>
                </a:lnTo>
                <a:lnTo>
                  <a:pt x="5497101" y="2268871"/>
                </a:lnTo>
                <a:lnTo>
                  <a:pt x="5495454" y="2269102"/>
                </a:lnTo>
                <a:lnTo>
                  <a:pt x="5493808" y="2269333"/>
                </a:lnTo>
                <a:lnTo>
                  <a:pt x="5492162" y="2269563"/>
                </a:lnTo>
                <a:lnTo>
                  <a:pt x="5490515" y="2269792"/>
                </a:lnTo>
                <a:lnTo>
                  <a:pt x="5488869" y="2270020"/>
                </a:lnTo>
                <a:lnTo>
                  <a:pt x="5487223" y="2270247"/>
                </a:lnTo>
                <a:lnTo>
                  <a:pt x="5485576" y="2270473"/>
                </a:lnTo>
                <a:lnTo>
                  <a:pt x="5483930" y="2270699"/>
                </a:lnTo>
                <a:lnTo>
                  <a:pt x="5482284" y="2270923"/>
                </a:lnTo>
                <a:lnTo>
                  <a:pt x="5480637" y="2271147"/>
                </a:lnTo>
                <a:lnTo>
                  <a:pt x="5478991" y="2271370"/>
                </a:lnTo>
                <a:lnTo>
                  <a:pt x="5477345" y="2271592"/>
                </a:lnTo>
                <a:lnTo>
                  <a:pt x="5475698" y="2271813"/>
                </a:lnTo>
                <a:lnTo>
                  <a:pt x="5474052" y="2272033"/>
                </a:lnTo>
                <a:lnTo>
                  <a:pt x="5472406" y="2272252"/>
                </a:lnTo>
                <a:lnTo>
                  <a:pt x="5470759" y="2272471"/>
                </a:lnTo>
                <a:lnTo>
                  <a:pt x="5469113" y="2272689"/>
                </a:lnTo>
                <a:lnTo>
                  <a:pt x="5467467" y="2272905"/>
                </a:lnTo>
                <a:lnTo>
                  <a:pt x="5465820" y="2273121"/>
                </a:lnTo>
                <a:lnTo>
                  <a:pt x="5464174" y="2273336"/>
                </a:lnTo>
                <a:lnTo>
                  <a:pt x="5462528" y="2273550"/>
                </a:lnTo>
                <a:lnTo>
                  <a:pt x="5460881" y="2273764"/>
                </a:lnTo>
                <a:lnTo>
                  <a:pt x="5459235" y="2273976"/>
                </a:lnTo>
                <a:lnTo>
                  <a:pt x="5457589" y="2274187"/>
                </a:lnTo>
                <a:lnTo>
                  <a:pt x="5455942" y="2274398"/>
                </a:lnTo>
                <a:lnTo>
                  <a:pt x="5454296" y="2274608"/>
                </a:lnTo>
                <a:lnTo>
                  <a:pt x="5452650" y="2274817"/>
                </a:lnTo>
                <a:lnTo>
                  <a:pt x="5451003" y="2275025"/>
                </a:lnTo>
                <a:lnTo>
                  <a:pt x="5449357" y="2275232"/>
                </a:lnTo>
                <a:lnTo>
                  <a:pt x="5447711" y="2275438"/>
                </a:lnTo>
                <a:lnTo>
                  <a:pt x="5446064" y="2275643"/>
                </a:lnTo>
                <a:lnTo>
                  <a:pt x="5444418" y="2275848"/>
                </a:lnTo>
                <a:lnTo>
                  <a:pt x="5442772" y="2276051"/>
                </a:lnTo>
                <a:lnTo>
                  <a:pt x="5441125" y="2276254"/>
                </a:lnTo>
                <a:lnTo>
                  <a:pt x="5439479" y="2276456"/>
                </a:lnTo>
                <a:lnTo>
                  <a:pt x="5437833" y="2276657"/>
                </a:lnTo>
                <a:lnTo>
                  <a:pt x="5436186" y="2276857"/>
                </a:lnTo>
                <a:lnTo>
                  <a:pt x="5434540" y="2277056"/>
                </a:lnTo>
                <a:lnTo>
                  <a:pt x="5432894" y="2277255"/>
                </a:lnTo>
                <a:lnTo>
                  <a:pt x="5431247" y="2277452"/>
                </a:lnTo>
                <a:lnTo>
                  <a:pt x="5429601" y="2277649"/>
                </a:lnTo>
                <a:lnTo>
                  <a:pt x="5427955" y="2277844"/>
                </a:lnTo>
                <a:lnTo>
                  <a:pt x="5426308" y="2278039"/>
                </a:lnTo>
                <a:lnTo>
                  <a:pt x="5424662" y="2278233"/>
                </a:lnTo>
                <a:lnTo>
                  <a:pt x="5423016" y="2278426"/>
                </a:lnTo>
                <a:lnTo>
                  <a:pt x="5421369" y="2278618"/>
                </a:lnTo>
                <a:lnTo>
                  <a:pt x="5419723" y="2278809"/>
                </a:lnTo>
                <a:lnTo>
                  <a:pt x="5418077" y="2279000"/>
                </a:lnTo>
                <a:lnTo>
                  <a:pt x="5416430" y="2279189"/>
                </a:lnTo>
                <a:lnTo>
                  <a:pt x="5414784" y="2279378"/>
                </a:lnTo>
                <a:lnTo>
                  <a:pt x="5413138" y="2279566"/>
                </a:lnTo>
                <a:lnTo>
                  <a:pt x="5411491" y="2279752"/>
                </a:lnTo>
                <a:lnTo>
                  <a:pt x="5409845" y="2279938"/>
                </a:lnTo>
                <a:lnTo>
                  <a:pt x="5408199" y="2280123"/>
                </a:lnTo>
                <a:lnTo>
                  <a:pt x="5406552" y="2280308"/>
                </a:lnTo>
                <a:lnTo>
                  <a:pt x="5404906" y="2280491"/>
                </a:lnTo>
                <a:lnTo>
                  <a:pt x="5403260" y="2280673"/>
                </a:lnTo>
                <a:lnTo>
                  <a:pt x="5401613" y="2280855"/>
                </a:lnTo>
                <a:lnTo>
                  <a:pt x="5399967" y="2281035"/>
                </a:lnTo>
                <a:lnTo>
                  <a:pt x="5398321" y="2281215"/>
                </a:lnTo>
                <a:lnTo>
                  <a:pt x="5396674" y="2281394"/>
                </a:lnTo>
                <a:lnTo>
                  <a:pt x="5395028" y="2281572"/>
                </a:lnTo>
                <a:lnTo>
                  <a:pt x="5393382" y="2281749"/>
                </a:lnTo>
                <a:lnTo>
                  <a:pt x="5391735" y="2281925"/>
                </a:lnTo>
                <a:lnTo>
                  <a:pt x="5390089" y="2282100"/>
                </a:lnTo>
                <a:lnTo>
                  <a:pt x="5388443" y="2282274"/>
                </a:lnTo>
                <a:lnTo>
                  <a:pt x="5386796" y="2282448"/>
                </a:lnTo>
                <a:lnTo>
                  <a:pt x="5385150" y="2282620"/>
                </a:lnTo>
                <a:lnTo>
                  <a:pt x="5383504" y="2282792"/>
                </a:lnTo>
                <a:lnTo>
                  <a:pt x="5381857" y="2282963"/>
                </a:lnTo>
                <a:lnTo>
                  <a:pt x="5380211" y="2283133"/>
                </a:lnTo>
                <a:lnTo>
                  <a:pt x="5378565" y="2283301"/>
                </a:lnTo>
                <a:lnTo>
                  <a:pt x="5376918" y="2283470"/>
                </a:lnTo>
                <a:lnTo>
                  <a:pt x="5375272" y="2283637"/>
                </a:lnTo>
                <a:lnTo>
                  <a:pt x="5373626" y="2283803"/>
                </a:lnTo>
                <a:lnTo>
                  <a:pt x="5371979" y="2283968"/>
                </a:lnTo>
                <a:lnTo>
                  <a:pt x="5370333" y="2284133"/>
                </a:lnTo>
                <a:lnTo>
                  <a:pt x="5368687" y="2284296"/>
                </a:lnTo>
                <a:lnTo>
                  <a:pt x="5367040" y="2284459"/>
                </a:lnTo>
                <a:lnTo>
                  <a:pt x="5365394" y="2284621"/>
                </a:lnTo>
                <a:lnTo>
                  <a:pt x="5363748" y="2284782"/>
                </a:lnTo>
                <a:lnTo>
                  <a:pt x="5362101" y="2284941"/>
                </a:lnTo>
                <a:lnTo>
                  <a:pt x="5360455" y="2285101"/>
                </a:lnTo>
                <a:lnTo>
                  <a:pt x="5358809" y="2285259"/>
                </a:lnTo>
                <a:lnTo>
                  <a:pt x="5357162" y="2285416"/>
                </a:lnTo>
                <a:lnTo>
                  <a:pt x="5355516" y="2285572"/>
                </a:lnTo>
                <a:lnTo>
                  <a:pt x="5353870" y="2285728"/>
                </a:lnTo>
                <a:lnTo>
                  <a:pt x="5352223" y="2285882"/>
                </a:lnTo>
                <a:lnTo>
                  <a:pt x="5350577" y="2286036"/>
                </a:lnTo>
                <a:lnTo>
                  <a:pt x="5348931" y="2286189"/>
                </a:lnTo>
                <a:lnTo>
                  <a:pt x="5347284" y="2286340"/>
                </a:lnTo>
                <a:lnTo>
                  <a:pt x="5345638" y="2286491"/>
                </a:lnTo>
                <a:lnTo>
                  <a:pt x="5343992" y="2286641"/>
                </a:lnTo>
                <a:lnTo>
                  <a:pt x="5342345" y="2286790"/>
                </a:lnTo>
                <a:lnTo>
                  <a:pt x="5340699" y="2286938"/>
                </a:lnTo>
                <a:lnTo>
                  <a:pt x="5339053" y="2287086"/>
                </a:lnTo>
                <a:lnTo>
                  <a:pt x="5337406" y="2287232"/>
                </a:lnTo>
                <a:lnTo>
                  <a:pt x="5335760" y="2287378"/>
                </a:lnTo>
                <a:lnTo>
                  <a:pt x="5334114" y="2287522"/>
                </a:lnTo>
                <a:lnTo>
                  <a:pt x="5332467" y="2287666"/>
                </a:lnTo>
                <a:lnTo>
                  <a:pt x="5330821" y="2287808"/>
                </a:lnTo>
                <a:lnTo>
                  <a:pt x="5329175" y="2287950"/>
                </a:lnTo>
                <a:lnTo>
                  <a:pt x="5327529" y="2288091"/>
                </a:lnTo>
                <a:lnTo>
                  <a:pt x="5325882" y="2288231"/>
                </a:lnTo>
                <a:lnTo>
                  <a:pt x="5324236" y="2288370"/>
                </a:lnTo>
                <a:lnTo>
                  <a:pt x="5322590" y="2288508"/>
                </a:lnTo>
                <a:lnTo>
                  <a:pt x="5320943" y="2288646"/>
                </a:lnTo>
                <a:lnTo>
                  <a:pt x="5319297" y="2288782"/>
                </a:lnTo>
                <a:lnTo>
                  <a:pt x="5317651" y="2288917"/>
                </a:lnTo>
                <a:lnTo>
                  <a:pt x="5316004" y="2289052"/>
                </a:lnTo>
                <a:lnTo>
                  <a:pt x="5314358" y="2289185"/>
                </a:lnTo>
                <a:lnTo>
                  <a:pt x="5312712" y="2289318"/>
                </a:lnTo>
                <a:lnTo>
                  <a:pt x="5311065" y="2289450"/>
                </a:lnTo>
                <a:lnTo>
                  <a:pt x="5309419" y="2289581"/>
                </a:lnTo>
                <a:lnTo>
                  <a:pt x="5307773" y="2289711"/>
                </a:lnTo>
                <a:lnTo>
                  <a:pt x="5306126" y="2289840"/>
                </a:lnTo>
                <a:lnTo>
                  <a:pt x="5304480" y="2289968"/>
                </a:lnTo>
                <a:lnTo>
                  <a:pt x="5302834" y="2290095"/>
                </a:lnTo>
                <a:lnTo>
                  <a:pt x="5301187" y="2290221"/>
                </a:lnTo>
                <a:lnTo>
                  <a:pt x="5299541" y="2290346"/>
                </a:lnTo>
                <a:lnTo>
                  <a:pt x="5297895" y="2290471"/>
                </a:lnTo>
                <a:lnTo>
                  <a:pt x="5296248" y="2290594"/>
                </a:lnTo>
                <a:lnTo>
                  <a:pt x="5294602" y="2290717"/>
                </a:lnTo>
                <a:lnTo>
                  <a:pt x="5292956" y="2290838"/>
                </a:lnTo>
                <a:lnTo>
                  <a:pt x="5291309" y="2290959"/>
                </a:lnTo>
                <a:lnTo>
                  <a:pt x="5289663" y="2291079"/>
                </a:lnTo>
                <a:lnTo>
                  <a:pt x="5288017" y="2291198"/>
                </a:lnTo>
                <a:lnTo>
                  <a:pt x="5286370" y="2291316"/>
                </a:lnTo>
                <a:lnTo>
                  <a:pt x="5284724" y="2291433"/>
                </a:lnTo>
                <a:lnTo>
                  <a:pt x="5283078" y="2291549"/>
                </a:lnTo>
                <a:lnTo>
                  <a:pt x="5281431" y="2291664"/>
                </a:lnTo>
                <a:lnTo>
                  <a:pt x="5279785" y="2291778"/>
                </a:lnTo>
                <a:lnTo>
                  <a:pt x="5278139" y="2291892"/>
                </a:lnTo>
                <a:lnTo>
                  <a:pt x="5276492" y="2292004"/>
                </a:lnTo>
                <a:lnTo>
                  <a:pt x="5274846" y="2292116"/>
                </a:lnTo>
                <a:lnTo>
                  <a:pt x="5273200" y="2292226"/>
                </a:lnTo>
                <a:lnTo>
                  <a:pt x="5271553" y="2292336"/>
                </a:lnTo>
                <a:lnTo>
                  <a:pt x="5269907" y="2292444"/>
                </a:lnTo>
                <a:lnTo>
                  <a:pt x="5268261" y="2292552"/>
                </a:lnTo>
                <a:lnTo>
                  <a:pt x="5266614" y="2292659"/>
                </a:lnTo>
                <a:lnTo>
                  <a:pt x="5264968" y="2292765"/>
                </a:lnTo>
                <a:lnTo>
                  <a:pt x="5263322" y="2292870"/>
                </a:lnTo>
                <a:lnTo>
                  <a:pt x="5261675" y="2292974"/>
                </a:lnTo>
                <a:lnTo>
                  <a:pt x="5260029" y="2293077"/>
                </a:lnTo>
                <a:lnTo>
                  <a:pt x="5258383" y="2293179"/>
                </a:lnTo>
                <a:lnTo>
                  <a:pt x="5256736" y="2293281"/>
                </a:lnTo>
                <a:lnTo>
                  <a:pt x="5255090" y="2293381"/>
                </a:lnTo>
                <a:lnTo>
                  <a:pt x="5253444" y="2293480"/>
                </a:lnTo>
                <a:lnTo>
                  <a:pt x="5251797" y="2293579"/>
                </a:lnTo>
                <a:lnTo>
                  <a:pt x="5250151" y="2293676"/>
                </a:lnTo>
                <a:lnTo>
                  <a:pt x="5248505" y="2293773"/>
                </a:lnTo>
                <a:lnTo>
                  <a:pt x="5246858" y="2293869"/>
                </a:lnTo>
                <a:lnTo>
                  <a:pt x="5245212" y="2293963"/>
                </a:lnTo>
                <a:lnTo>
                  <a:pt x="5243566" y="2294057"/>
                </a:lnTo>
                <a:lnTo>
                  <a:pt x="5241919" y="2294150"/>
                </a:lnTo>
                <a:lnTo>
                  <a:pt x="5240273" y="2294242"/>
                </a:lnTo>
                <a:lnTo>
                  <a:pt x="5238627" y="2294333"/>
                </a:lnTo>
                <a:lnTo>
                  <a:pt x="5236980" y="2294423"/>
                </a:lnTo>
                <a:lnTo>
                  <a:pt x="5235334" y="2294512"/>
                </a:lnTo>
                <a:lnTo>
                  <a:pt x="5233688" y="2294600"/>
                </a:lnTo>
                <a:lnTo>
                  <a:pt x="5232041" y="2294688"/>
                </a:lnTo>
                <a:lnTo>
                  <a:pt x="5230395" y="2294774"/>
                </a:lnTo>
                <a:lnTo>
                  <a:pt x="5228749" y="2294859"/>
                </a:lnTo>
                <a:lnTo>
                  <a:pt x="5227102" y="2294944"/>
                </a:lnTo>
                <a:lnTo>
                  <a:pt x="5225456" y="2295027"/>
                </a:lnTo>
                <a:lnTo>
                  <a:pt x="5223810" y="2295110"/>
                </a:lnTo>
                <a:lnTo>
                  <a:pt x="5222163" y="2295191"/>
                </a:lnTo>
                <a:lnTo>
                  <a:pt x="5220517" y="2295272"/>
                </a:lnTo>
                <a:lnTo>
                  <a:pt x="5218871" y="2295352"/>
                </a:lnTo>
                <a:lnTo>
                  <a:pt x="5217224" y="2295431"/>
                </a:lnTo>
                <a:lnTo>
                  <a:pt x="5215578" y="2295509"/>
                </a:lnTo>
                <a:lnTo>
                  <a:pt x="5213932" y="2295586"/>
                </a:lnTo>
                <a:lnTo>
                  <a:pt x="5212285" y="2295662"/>
                </a:lnTo>
                <a:lnTo>
                  <a:pt x="5210639" y="2295737"/>
                </a:lnTo>
                <a:lnTo>
                  <a:pt x="5208993" y="2295811"/>
                </a:lnTo>
                <a:lnTo>
                  <a:pt x="5207346" y="2295884"/>
                </a:lnTo>
                <a:lnTo>
                  <a:pt x="5205700" y="2295956"/>
                </a:lnTo>
                <a:lnTo>
                  <a:pt x="5204054" y="2296027"/>
                </a:lnTo>
                <a:lnTo>
                  <a:pt x="5202407" y="2296098"/>
                </a:lnTo>
                <a:lnTo>
                  <a:pt x="5200761" y="2296167"/>
                </a:lnTo>
                <a:lnTo>
                  <a:pt x="5199115" y="2296235"/>
                </a:lnTo>
                <a:lnTo>
                  <a:pt x="5197468" y="2296303"/>
                </a:lnTo>
                <a:lnTo>
                  <a:pt x="5195822" y="2296369"/>
                </a:lnTo>
                <a:lnTo>
                  <a:pt x="5194176" y="2296435"/>
                </a:lnTo>
                <a:lnTo>
                  <a:pt x="5192529" y="2296500"/>
                </a:lnTo>
                <a:lnTo>
                  <a:pt x="5190883" y="2296563"/>
                </a:lnTo>
                <a:lnTo>
                  <a:pt x="5189237" y="2296626"/>
                </a:lnTo>
                <a:lnTo>
                  <a:pt x="5187590" y="2296688"/>
                </a:lnTo>
                <a:lnTo>
                  <a:pt x="5185944" y="2296749"/>
                </a:lnTo>
                <a:lnTo>
                  <a:pt x="5184298" y="2296809"/>
                </a:lnTo>
                <a:lnTo>
                  <a:pt x="5182651" y="2296868"/>
                </a:lnTo>
                <a:lnTo>
                  <a:pt x="5181005" y="2296926"/>
                </a:lnTo>
                <a:lnTo>
                  <a:pt x="5179359" y="2296983"/>
                </a:lnTo>
                <a:lnTo>
                  <a:pt x="5177712" y="2297039"/>
                </a:lnTo>
                <a:lnTo>
                  <a:pt x="5176066" y="2297094"/>
                </a:lnTo>
                <a:lnTo>
                  <a:pt x="5174420" y="2297148"/>
                </a:lnTo>
                <a:lnTo>
                  <a:pt x="5172773" y="2297202"/>
                </a:lnTo>
                <a:lnTo>
                  <a:pt x="5171127" y="2297254"/>
                </a:lnTo>
                <a:lnTo>
                  <a:pt x="5169481" y="2297305"/>
                </a:lnTo>
                <a:lnTo>
                  <a:pt x="5167834" y="2297356"/>
                </a:lnTo>
                <a:lnTo>
                  <a:pt x="5166188" y="2297405"/>
                </a:lnTo>
                <a:lnTo>
                  <a:pt x="5164542" y="2297454"/>
                </a:lnTo>
                <a:lnTo>
                  <a:pt x="5162895" y="2297501"/>
                </a:lnTo>
                <a:lnTo>
                  <a:pt x="5161249" y="2297548"/>
                </a:lnTo>
                <a:lnTo>
                  <a:pt x="5159603" y="2297593"/>
                </a:lnTo>
                <a:lnTo>
                  <a:pt x="5157956" y="2297638"/>
                </a:lnTo>
                <a:lnTo>
                  <a:pt x="5156310" y="2297682"/>
                </a:lnTo>
                <a:lnTo>
                  <a:pt x="5154664" y="2297725"/>
                </a:lnTo>
                <a:lnTo>
                  <a:pt x="5153017" y="2297766"/>
                </a:lnTo>
                <a:lnTo>
                  <a:pt x="5151371" y="2297807"/>
                </a:lnTo>
                <a:lnTo>
                  <a:pt x="5149725" y="2297847"/>
                </a:lnTo>
                <a:lnTo>
                  <a:pt x="5148078" y="2297886"/>
                </a:lnTo>
                <a:lnTo>
                  <a:pt x="5146432" y="2297924"/>
                </a:lnTo>
                <a:lnTo>
                  <a:pt x="5144786" y="2297961"/>
                </a:lnTo>
                <a:lnTo>
                  <a:pt x="5143139" y="2297997"/>
                </a:lnTo>
                <a:lnTo>
                  <a:pt x="5141493" y="2298032"/>
                </a:lnTo>
                <a:lnTo>
                  <a:pt x="5139847" y="2298067"/>
                </a:lnTo>
                <a:lnTo>
                  <a:pt x="5138200" y="2298100"/>
                </a:lnTo>
                <a:lnTo>
                  <a:pt x="5136554" y="2298132"/>
                </a:lnTo>
                <a:lnTo>
                  <a:pt x="5134908" y="2298163"/>
                </a:lnTo>
                <a:lnTo>
                  <a:pt x="5133261" y="2298194"/>
                </a:lnTo>
                <a:lnTo>
                  <a:pt x="5131615" y="2298223"/>
                </a:lnTo>
                <a:lnTo>
                  <a:pt x="5129969" y="2298251"/>
                </a:lnTo>
                <a:lnTo>
                  <a:pt x="5128322" y="2298279"/>
                </a:lnTo>
                <a:lnTo>
                  <a:pt x="5126676" y="2298305"/>
                </a:lnTo>
                <a:lnTo>
                  <a:pt x="5125030" y="2298331"/>
                </a:lnTo>
                <a:lnTo>
                  <a:pt x="5123383" y="2298355"/>
                </a:lnTo>
                <a:lnTo>
                  <a:pt x="5121737" y="2298379"/>
                </a:lnTo>
                <a:lnTo>
                  <a:pt x="5120091" y="2298402"/>
                </a:lnTo>
                <a:lnTo>
                  <a:pt x="5118444" y="2298423"/>
                </a:lnTo>
                <a:lnTo>
                  <a:pt x="5116798" y="2298444"/>
                </a:lnTo>
                <a:lnTo>
                  <a:pt x="5115152" y="2298464"/>
                </a:lnTo>
                <a:lnTo>
                  <a:pt x="5113505" y="2298483"/>
                </a:lnTo>
                <a:lnTo>
                  <a:pt x="5111859" y="2298500"/>
                </a:lnTo>
                <a:lnTo>
                  <a:pt x="5110213" y="2298517"/>
                </a:lnTo>
                <a:lnTo>
                  <a:pt x="5108566" y="2298533"/>
                </a:lnTo>
                <a:lnTo>
                  <a:pt x="5106920" y="2298548"/>
                </a:lnTo>
                <a:lnTo>
                  <a:pt x="5105274" y="2298562"/>
                </a:lnTo>
                <a:lnTo>
                  <a:pt x="5103627" y="2298575"/>
                </a:lnTo>
                <a:lnTo>
                  <a:pt x="5101981" y="2298587"/>
                </a:lnTo>
                <a:lnTo>
                  <a:pt x="5100335" y="2298598"/>
                </a:lnTo>
                <a:lnTo>
                  <a:pt x="5098688" y="2298608"/>
                </a:lnTo>
                <a:lnTo>
                  <a:pt x="5097042" y="2298617"/>
                </a:lnTo>
                <a:lnTo>
                  <a:pt x="5095396" y="2298625"/>
                </a:lnTo>
                <a:lnTo>
                  <a:pt x="5093749" y="2298632"/>
                </a:lnTo>
                <a:lnTo>
                  <a:pt x="5092103" y="2298639"/>
                </a:lnTo>
                <a:lnTo>
                  <a:pt x="5090457" y="2298644"/>
                </a:lnTo>
                <a:lnTo>
                  <a:pt x="5088810" y="2298648"/>
                </a:lnTo>
                <a:lnTo>
                  <a:pt x="5087164" y="2298651"/>
                </a:lnTo>
                <a:lnTo>
                  <a:pt x="5085518" y="2298654"/>
                </a:lnTo>
                <a:lnTo>
                  <a:pt x="5083871" y="2298655"/>
                </a:lnTo>
                <a:lnTo>
                  <a:pt x="5082225" y="2298655"/>
                </a:lnTo>
                <a:lnTo>
                  <a:pt x="5080579" y="2298655"/>
                </a:lnTo>
                <a:lnTo>
                  <a:pt x="5078932" y="2298653"/>
                </a:lnTo>
                <a:lnTo>
                  <a:pt x="5077286" y="2298651"/>
                </a:lnTo>
                <a:lnTo>
                  <a:pt x="5075640" y="2298647"/>
                </a:lnTo>
                <a:lnTo>
                  <a:pt x="5073993" y="2298643"/>
                </a:lnTo>
                <a:lnTo>
                  <a:pt x="5072347" y="2298637"/>
                </a:lnTo>
                <a:lnTo>
                  <a:pt x="5070701" y="2298631"/>
                </a:lnTo>
                <a:lnTo>
                  <a:pt x="5069054" y="2298624"/>
                </a:lnTo>
                <a:lnTo>
                  <a:pt x="5067408" y="2298615"/>
                </a:lnTo>
                <a:lnTo>
                  <a:pt x="5065762" y="2298606"/>
                </a:lnTo>
                <a:lnTo>
                  <a:pt x="5064115" y="2298595"/>
                </a:lnTo>
                <a:lnTo>
                  <a:pt x="5062469" y="2298584"/>
                </a:lnTo>
                <a:lnTo>
                  <a:pt x="5060823" y="2298572"/>
                </a:lnTo>
                <a:lnTo>
                  <a:pt x="5059176" y="2298559"/>
                </a:lnTo>
                <a:lnTo>
                  <a:pt x="5057530" y="2298544"/>
                </a:lnTo>
                <a:lnTo>
                  <a:pt x="5055884" y="2298529"/>
                </a:lnTo>
                <a:lnTo>
                  <a:pt x="5054237" y="2298513"/>
                </a:lnTo>
                <a:lnTo>
                  <a:pt x="5052591" y="2298496"/>
                </a:lnTo>
                <a:lnTo>
                  <a:pt x="5050945" y="2298478"/>
                </a:lnTo>
                <a:lnTo>
                  <a:pt x="5049298" y="2298459"/>
                </a:lnTo>
                <a:lnTo>
                  <a:pt x="5047652" y="2298438"/>
                </a:lnTo>
                <a:lnTo>
                  <a:pt x="5046006" y="2298417"/>
                </a:lnTo>
                <a:lnTo>
                  <a:pt x="5044359" y="2298395"/>
                </a:lnTo>
                <a:lnTo>
                  <a:pt x="5042713" y="2298372"/>
                </a:lnTo>
                <a:lnTo>
                  <a:pt x="5041067" y="2298348"/>
                </a:lnTo>
                <a:lnTo>
                  <a:pt x="5039420" y="2298323"/>
                </a:lnTo>
                <a:lnTo>
                  <a:pt x="5037774" y="2298297"/>
                </a:lnTo>
                <a:lnTo>
                  <a:pt x="5036128" y="2298270"/>
                </a:lnTo>
                <a:lnTo>
                  <a:pt x="5034481" y="2298242"/>
                </a:lnTo>
                <a:lnTo>
                  <a:pt x="5032835" y="2298213"/>
                </a:lnTo>
                <a:lnTo>
                  <a:pt x="5031189" y="2298184"/>
                </a:lnTo>
                <a:lnTo>
                  <a:pt x="5029542" y="2298153"/>
                </a:lnTo>
                <a:lnTo>
                  <a:pt x="5027896" y="2298121"/>
                </a:lnTo>
                <a:lnTo>
                  <a:pt x="5026250" y="2298088"/>
                </a:lnTo>
                <a:lnTo>
                  <a:pt x="5024603" y="2298054"/>
                </a:lnTo>
                <a:lnTo>
                  <a:pt x="5022957" y="2298019"/>
                </a:lnTo>
                <a:lnTo>
                  <a:pt x="5021311" y="2297983"/>
                </a:lnTo>
                <a:lnTo>
                  <a:pt x="5019664" y="2297947"/>
                </a:lnTo>
                <a:lnTo>
                  <a:pt x="5018018" y="2297909"/>
                </a:lnTo>
                <a:lnTo>
                  <a:pt x="5016372" y="2297870"/>
                </a:lnTo>
                <a:lnTo>
                  <a:pt x="5014726" y="2297830"/>
                </a:lnTo>
                <a:lnTo>
                  <a:pt x="5013079" y="2297790"/>
                </a:lnTo>
                <a:lnTo>
                  <a:pt x="5011433" y="2297748"/>
                </a:lnTo>
                <a:lnTo>
                  <a:pt x="5009787" y="2297705"/>
                </a:lnTo>
                <a:lnTo>
                  <a:pt x="5008140" y="2297662"/>
                </a:lnTo>
                <a:lnTo>
                  <a:pt x="5006494" y="2297617"/>
                </a:lnTo>
                <a:lnTo>
                  <a:pt x="5004848" y="2297571"/>
                </a:lnTo>
                <a:lnTo>
                  <a:pt x="5003201" y="2297525"/>
                </a:lnTo>
                <a:lnTo>
                  <a:pt x="5001555" y="2297477"/>
                </a:lnTo>
                <a:lnTo>
                  <a:pt x="4999909" y="2297428"/>
                </a:lnTo>
                <a:lnTo>
                  <a:pt x="4998262" y="2297379"/>
                </a:lnTo>
                <a:lnTo>
                  <a:pt x="4996616" y="2297328"/>
                </a:lnTo>
                <a:lnTo>
                  <a:pt x="4994970" y="2297276"/>
                </a:lnTo>
                <a:lnTo>
                  <a:pt x="4993323" y="2297224"/>
                </a:lnTo>
                <a:lnTo>
                  <a:pt x="4991677" y="2297170"/>
                </a:lnTo>
                <a:lnTo>
                  <a:pt x="4990031" y="2297116"/>
                </a:lnTo>
                <a:lnTo>
                  <a:pt x="4988384" y="2297060"/>
                </a:lnTo>
                <a:lnTo>
                  <a:pt x="4986738" y="2297004"/>
                </a:lnTo>
                <a:lnTo>
                  <a:pt x="4985092" y="2296946"/>
                </a:lnTo>
                <a:lnTo>
                  <a:pt x="4983445" y="2296888"/>
                </a:lnTo>
                <a:lnTo>
                  <a:pt x="4981799" y="2296828"/>
                </a:lnTo>
                <a:lnTo>
                  <a:pt x="4980153" y="2296768"/>
                </a:lnTo>
                <a:lnTo>
                  <a:pt x="4978506" y="2296706"/>
                </a:lnTo>
                <a:lnTo>
                  <a:pt x="4976860" y="2296644"/>
                </a:lnTo>
                <a:lnTo>
                  <a:pt x="4975214" y="2296580"/>
                </a:lnTo>
                <a:lnTo>
                  <a:pt x="4973567" y="2296516"/>
                </a:lnTo>
                <a:lnTo>
                  <a:pt x="4971921" y="2296450"/>
                </a:lnTo>
                <a:lnTo>
                  <a:pt x="4970275" y="2296384"/>
                </a:lnTo>
                <a:lnTo>
                  <a:pt x="4968628" y="2296316"/>
                </a:lnTo>
                <a:lnTo>
                  <a:pt x="4966982" y="2296248"/>
                </a:lnTo>
                <a:lnTo>
                  <a:pt x="4965336" y="2296178"/>
                </a:lnTo>
                <a:lnTo>
                  <a:pt x="4963689" y="2296108"/>
                </a:lnTo>
                <a:lnTo>
                  <a:pt x="4962043" y="2296036"/>
                </a:lnTo>
                <a:lnTo>
                  <a:pt x="4960397" y="2295964"/>
                </a:lnTo>
                <a:lnTo>
                  <a:pt x="4958750" y="2295891"/>
                </a:lnTo>
                <a:lnTo>
                  <a:pt x="4957104" y="2295816"/>
                </a:lnTo>
                <a:lnTo>
                  <a:pt x="4955458" y="2295741"/>
                </a:lnTo>
                <a:lnTo>
                  <a:pt x="4953811" y="2295664"/>
                </a:lnTo>
                <a:lnTo>
                  <a:pt x="4952165" y="2295587"/>
                </a:lnTo>
                <a:lnTo>
                  <a:pt x="4950519" y="2295509"/>
                </a:lnTo>
                <a:lnTo>
                  <a:pt x="4948872" y="2295429"/>
                </a:lnTo>
                <a:lnTo>
                  <a:pt x="4947226" y="2295349"/>
                </a:lnTo>
                <a:lnTo>
                  <a:pt x="4945580" y="2295267"/>
                </a:lnTo>
                <a:lnTo>
                  <a:pt x="4943933" y="2295185"/>
                </a:lnTo>
                <a:lnTo>
                  <a:pt x="4942287" y="2295101"/>
                </a:lnTo>
                <a:lnTo>
                  <a:pt x="4940641" y="2295017"/>
                </a:lnTo>
                <a:lnTo>
                  <a:pt x="4938994" y="2294932"/>
                </a:lnTo>
                <a:lnTo>
                  <a:pt x="4937348" y="2294845"/>
                </a:lnTo>
                <a:lnTo>
                  <a:pt x="4935702" y="2294758"/>
                </a:lnTo>
                <a:lnTo>
                  <a:pt x="4934055" y="2294669"/>
                </a:lnTo>
                <a:lnTo>
                  <a:pt x="4932409" y="2294580"/>
                </a:lnTo>
                <a:lnTo>
                  <a:pt x="4930763" y="2294490"/>
                </a:lnTo>
                <a:lnTo>
                  <a:pt x="4929116" y="2294398"/>
                </a:lnTo>
                <a:lnTo>
                  <a:pt x="4927470" y="2294306"/>
                </a:lnTo>
                <a:lnTo>
                  <a:pt x="4925824" y="2294212"/>
                </a:lnTo>
                <a:lnTo>
                  <a:pt x="4924177" y="2294118"/>
                </a:lnTo>
                <a:lnTo>
                  <a:pt x="4922531" y="2294023"/>
                </a:lnTo>
                <a:lnTo>
                  <a:pt x="4920885" y="2293926"/>
                </a:lnTo>
                <a:lnTo>
                  <a:pt x="4919238" y="2293829"/>
                </a:lnTo>
                <a:lnTo>
                  <a:pt x="4917592" y="2293730"/>
                </a:lnTo>
                <a:lnTo>
                  <a:pt x="4915946" y="2293631"/>
                </a:lnTo>
                <a:lnTo>
                  <a:pt x="4914299" y="2293530"/>
                </a:lnTo>
                <a:lnTo>
                  <a:pt x="4912653" y="2293429"/>
                </a:lnTo>
                <a:lnTo>
                  <a:pt x="4911007" y="2293327"/>
                </a:lnTo>
                <a:lnTo>
                  <a:pt x="4909360" y="2293223"/>
                </a:lnTo>
                <a:lnTo>
                  <a:pt x="4907714" y="2293119"/>
                </a:lnTo>
                <a:lnTo>
                  <a:pt x="4906068" y="2293013"/>
                </a:lnTo>
                <a:lnTo>
                  <a:pt x="4904421" y="2292907"/>
                </a:lnTo>
                <a:lnTo>
                  <a:pt x="4902775" y="2292799"/>
                </a:lnTo>
                <a:lnTo>
                  <a:pt x="4901129" y="2292691"/>
                </a:lnTo>
                <a:lnTo>
                  <a:pt x="4899482" y="2292581"/>
                </a:lnTo>
                <a:lnTo>
                  <a:pt x="4897836" y="2292471"/>
                </a:lnTo>
                <a:lnTo>
                  <a:pt x="4896190" y="2292359"/>
                </a:lnTo>
                <a:lnTo>
                  <a:pt x="4894543" y="2292247"/>
                </a:lnTo>
                <a:lnTo>
                  <a:pt x="4892897" y="2292133"/>
                </a:lnTo>
                <a:lnTo>
                  <a:pt x="4891251" y="2292019"/>
                </a:lnTo>
                <a:lnTo>
                  <a:pt x="4889604" y="2291903"/>
                </a:lnTo>
                <a:lnTo>
                  <a:pt x="4887958" y="2291787"/>
                </a:lnTo>
                <a:lnTo>
                  <a:pt x="4886312" y="2291669"/>
                </a:lnTo>
                <a:lnTo>
                  <a:pt x="4884665" y="2291551"/>
                </a:lnTo>
                <a:lnTo>
                  <a:pt x="4883019" y="2291431"/>
                </a:lnTo>
                <a:lnTo>
                  <a:pt x="4881373" y="2291311"/>
                </a:lnTo>
                <a:lnTo>
                  <a:pt x="4879726" y="2291189"/>
                </a:lnTo>
                <a:lnTo>
                  <a:pt x="4878080" y="2291066"/>
                </a:lnTo>
                <a:lnTo>
                  <a:pt x="4876434" y="2290943"/>
                </a:lnTo>
                <a:lnTo>
                  <a:pt x="4874787" y="2290818"/>
                </a:lnTo>
                <a:lnTo>
                  <a:pt x="4873141" y="2290693"/>
                </a:lnTo>
                <a:lnTo>
                  <a:pt x="4871495" y="2290566"/>
                </a:lnTo>
                <a:lnTo>
                  <a:pt x="4869848" y="2290438"/>
                </a:lnTo>
                <a:lnTo>
                  <a:pt x="4868202" y="2290310"/>
                </a:lnTo>
                <a:lnTo>
                  <a:pt x="4866556" y="2290180"/>
                </a:lnTo>
                <a:lnTo>
                  <a:pt x="4864909" y="2290049"/>
                </a:lnTo>
                <a:lnTo>
                  <a:pt x="4863263" y="2289918"/>
                </a:lnTo>
                <a:lnTo>
                  <a:pt x="4861617" y="2289785"/>
                </a:lnTo>
                <a:lnTo>
                  <a:pt x="4859970" y="2289651"/>
                </a:lnTo>
                <a:lnTo>
                  <a:pt x="4858324" y="2289517"/>
                </a:lnTo>
                <a:lnTo>
                  <a:pt x="4856678" y="2289381"/>
                </a:lnTo>
                <a:lnTo>
                  <a:pt x="4855031" y="2289244"/>
                </a:lnTo>
                <a:lnTo>
                  <a:pt x="4853385" y="2289106"/>
                </a:lnTo>
                <a:lnTo>
                  <a:pt x="4851739" y="2288967"/>
                </a:lnTo>
                <a:lnTo>
                  <a:pt x="4850092" y="2288828"/>
                </a:lnTo>
                <a:lnTo>
                  <a:pt x="4848446" y="2288687"/>
                </a:lnTo>
                <a:lnTo>
                  <a:pt x="4846800" y="2288545"/>
                </a:lnTo>
                <a:lnTo>
                  <a:pt x="4845153" y="2288402"/>
                </a:lnTo>
                <a:lnTo>
                  <a:pt x="4843507" y="2288258"/>
                </a:lnTo>
                <a:lnTo>
                  <a:pt x="4841861" y="2288113"/>
                </a:lnTo>
                <a:lnTo>
                  <a:pt x="4840214" y="2287968"/>
                </a:lnTo>
                <a:lnTo>
                  <a:pt x="4838568" y="2287821"/>
                </a:lnTo>
                <a:lnTo>
                  <a:pt x="4836922" y="2287673"/>
                </a:lnTo>
                <a:lnTo>
                  <a:pt x="4835275" y="2287524"/>
                </a:lnTo>
                <a:lnTo>
                  <a:pt x="4833629" y="2287374"/>
                </a:lnTo>
                <a:lnTo>
                  <a:pt x="4831983" y="2287223"/>
                </a:lnTo>
                <a:lnTo>
                  <a:pt x="4830336" y="2287071"/>
                </a:lnTo>
                <a:lnTo>
                  <a:pt x="4828690" y="2286918"/>
                </a:lnTo>
                <a:lnTo>
                  <a:pt x="4827044" y="2286764"/>
                </a:lnTo>
                <a:lnTo>
                  <a:pt x="4825397" y="2286609"/>
                </a:lnTo>
                <a:lnTo>
                  <a:pt x="4823751" y="2286453"/>
                </a:lnTo>
                <a:lnTo>
                  <a:pt x="4822105" y="2286296"/>
                </a:lnTo>
                <a:lnTo>
                  <a:pt x="4820458" y="2286138"/>
                </a:lnTo>
                <a:lnTo>
                  <a:pt x="4818812" y="2285979"/>
                </a:lnTo>
                <a:lnTo>
                  <a:pt x="4817166" y="2285818"/>
                </a:lnTo>
                <a:lnTo>
                  <a:pt x="4815519" y="2285657"/>
                </a:lnTo>
                <a:lnTo>
                  <a:pt x="4813873" y="2285495"/>
                </a:lnTo>
                <a:lnTo>
                  <a:pt x="4812227" y="2285332"/>
                </a:lnTo>
                <a:lnTo>
                  <a:pt x="4810580" y="2285168"/>
                </a:lnTo>
                <a:lnTo>
                  <a:pt x="4808934" y="2285002"/>
                </a:lnTo>
                <a:lnTo>
                  <a:pt x="4807288" y="2284836"/>
                </a:lnTo>
                <a:lnTo>
                  <a:pt x="4805641" y="2284669"/>
                </a:lnTo>
                <a:lnTo>
                  <a:pt x="4803995" y="2284501"/>
                </a:lnTo>
                <a:lnTo>
                  <a:pt x="4802349" y="2284331"/>
                </a:lnTo>
                <a:lnTo>
                  <a:pt x="4800702" y="2284161"/>
                </a:lnTo>
                <a:lnTo>
                  <a:pt x="4799056" y="2283990"/>
                </a:lnTo>
                <a:lnTo>
                  <a:pt x="4797410" y="2283817"/>
                </a:lnTo>
                <a:lnTo>
                  <a:pt x="4795763" y="2283644"/>
                </a:lnTo>
                <a:lnTo>
                  <a:pt x="4794117" y="2283469"/>
                </a:lnTo>
                <a:lnTo>
                  <a:pt x="4792471" y="2283294"/>
                </a:lnTo>
                <a:lnTo>
                  <a:pt x="4790824" y="2283117"/>
                </a:lnTo>
                <a:lnTo>
                  <a:pt x="4789178" y="2282940"/>
                </a:lnTo>
                <a:lnTo>
                  <a:pt x="4787532" y="2282761"/>
                </a:lnTo>
                <a:lnTo>
                  <a:pt x="4785885" y="2282582"/>
                </a:lnTo>
                <a:lnTo>
                  <a:pt x="4784239" y="2282401"/>
                </a:lnTo>
                <a:lnTo>
                  <a:pt x="4782593" y="2282220"/>
                </a:lnTo>
                <a:lnTo>
                  <a:pt x="4780946" y="2282037"/>
                </a:lnTo>
                <a:lnTo>
                  <a:pt x="4779300" y="2281853"/>
                </a:lnTo>
                <a:lnTo>
                  <a:pt x="4777654" y="2281669"/>
                </a:lnTo>
                <a:lnTo>
                  <a:pt x="4776007" y="2281483"/>
                </a:lnTo>
                <a:lnTo>
                  <a:pt x="4774361" y="2281296"/>
                </a:lnTo>
                <a:lnTo>
                  <a:pt x="4772715" y="2281109"/>
                </a:lnTo>
                <a:lnTo>
                  <a:pt x="4771068" y="2280920"/>
                </a:lnTo>
                <a:lnTo>
                  <a:pt x="4769422" y="2280730"/>
                </a:lnTo>
                <a:lnTo>
                  <a:pt x="4767776" y="2280539"/>
                </a:lnTo>
                <a:lnTo>
                  <a:pt x="4766129" y="2280347"/>
                </a:lnTo>
                <a:lnTo>
                  <a:pt x="4764483" y="2280154"/>
                </a:lnTo>
                <a:lnTo>
                  <a:pt x="4762837" y="2279960"/>
                </a:lnTo>
                <a:lnTo>
                  <a:pt x="4761190" y="2279766"/>
                </a:lnTo>
                <a:lnTo>
                  <a:pt x="4759544" y="2279570"/>
                </a:lnTo>
                <a:lnTo>
                  <a:pt x="4757898" y="2279373"/>
                </a:lnTo>
                <a:lnTo>
                  <a:pt x="4756251" y="2279175"/>
                </a:lnTo>
                <a:lnTo>
                  <a:pt x="4754605" y="2278976"/>
                </a:lnTo>
                <a:lnTo>
                  <a:pt x="4752959" y="2278775"/>
                </a:lnTo>
                <a:lnTo>
                  <a:pt x="4751312" y="2278574"/>
                </a:lnTo>
                <a:lnTo>
                  <a:pt x="4749666" y="2278372"/>
                </a:lnTo>
                <a:lnTo>
                  <a:pt x="4748020" y="2278169"/>
                </a:lnTo>
                <a:lnTo>
                  <a:pt x="4746373" y="2277965"/>
                </a:lnTo>
                <a:lnTo>
                  <a:pt x="4744727" y="2277760"/>
                </a:lnTo>
                <a:lnTo>
                  <a:pt x="4743081" y="2277553"/>
                </a:lnTo>
                <a:lnTo>
                  <a:pt x="4741434" y="2277346"/>
                </a:lnTo>
                <a:lnTo>
                  <a:pt x="4739788" y="2277138"/>
                </a:lnTo>
                <a:lnTo>
                  <a:pt x="4738142" y="2276928"/>
                </a:lnTo>
                <a:lnTo>
                  <a:pt x="4736495" y="2276718"/>
                </a:lnTo>
                <a:lnTo>
                  <a:pt x="4734849" y="2276507"/>
                </a:lnTo>
                <a:lnTo>
                  <a:pt x="4733203" y="2276294"/>
                </a:lnTo>
                <a:lnTo>
                  <a:pt x="4731556" y="2276081"/>
                </a:lnTo>
                <a:lnTo>
                  <a:pt x="4729910" y="2275866"/>
                </a:lnTo>
                <a:lnTo>
                  <a:pt x="4728264" y="2275651"/>
                </a:lnTo>
                <a:lnTo>
                  <a:pt x="4726617" y="2275434"/>
                </a:lnTo>
                <a:lnTo>
                  <a:pt x="4724971" y="2275217"/>
                </a:lnTo>
                <a:lnTo>
                  <a:pt x="4723325" y="2274998"/>
                </a:lnTo>
                <a:lnTo>
                  <a:pt x="4721678" y="2274778"/>
                </a:lnTo>
                <a:lnTo>
                  <a:pt x="4720032" y="2274558"/>
                </a:lnTo>
                <a:lnTo>
                  <a:pt x="4718386" y="2274336"/>
                </a:lnTo>
                <a:lnTo>
                  <a:pt x="4716739" y="2274113"/>
                </a:lnTo>
                <a:lnTo>
                  <a:pt x="4715093" y="2273889"/>
                </a:lnTo>
                <a:lnTo>
                  <a:pt x="4713447" y="2273665"/>
                </a:lnTo>
                <a:lnTo>
                  <a:pt x="4711800" y="2273439"/>
                </a:lnTo>
                <a:lnTo>
                  <a:pt x="4710154" y="2273212"/>
                </a:lnTo>
                <a:lnTo>
                  <a:pt x="4708508" y="2272984"/>
                </a:lnTo>
                <a:lnTo>
                  <a:pt x="4706861" y="2272755"/>
                </a:lnTo>
                <a:lnTo>
                  <a:pt x="4705215" y="2272525"/>
                </a:lnTo>
                <a:lnTo>
                  <a:pt x="4703569" y="2272294"/>
                </a:lnTo>
                <a:lnTo>
                  <a:pt x="4701923" y="2272062"/>
                </a:lnTo>
                <a:lnTo>
                  <a:pt x="4700276" y="2271829"/>
                </a:lnTo>
                <a:lnTo>
                  <a:pt x="4698630" y="2271595"/>
                </a:lnTo>
                <a:lnTo>
                  <a:pt x="4696984" y="2271359"/>
                </a:lnTo>
                <a:lnTo>
                  <a:pt x="4695337" y="2271123"/>
                </a:lnTo>
                <a:lnTo>
                  <a:pt x="4693691" y="2270886"/>
                </a:lnTo>
                <a:lnTo>
                  <a:pt x="4692045" y="2270648"/>
                </a:lnTo>
                <a:lnTo>
                  <a:pt x="4690398" y="2270408"/>
                </a:lnTo>
                <a:lnTo>
                  <a:pt x="4688752" y="2270168"/>
                </a:lnTo>
                <a:lnTo>
                  <a:pt x="4687106" y="2269927"/>
                </a:lnTo>
                <a:lnTo>
                  <a:pt x="4685459" y="2269684"/>
                </a:lnTo>
                <a:lnTo>
                  <a:pt x="4683813" y="2269441"/>
                </a:lnTo>
                <a:lnTo>
                  <a:pt x="4682167" y="2269196"/>
                </a:lnTo>
                <a:lnTo>
                  <a:pt x="4680520" y="2268951"/>
                </a:lnTo>
                <a:lnTo>
                  <a:pt x="4678874" y="2268704"/>
                </a:lnTo>
                <a:lnTo>
                  <a:pt x="4677228" y="2268457"/>
                </a:lnTo>
                <a:lnTo>
                  <a:pt x="4675581" y="2268208"/>
                </a:lnTo>
                <a:lnTo>
                  <a:pt x="4673935" y="2267958"/>
                </a:lnTo>
                <a:lnTo>
                  <a:pt x="4672289" y="2267708"/>
                </a:lnTo>
                <a:lnTo>
                  <a:pt x="4670642" y="2267456"/>
                </a:lnTo>
                <a:lnTo>
                  <a:pt x="4668996" y="2267203"/>
                </a:lnTo>
                <a:lnTo>
                  <a:pt x="4667350" y="2266949"/>
                </a:lnTo>
                <a:lnTo>
                  <a:pt x="4665703" y="2266694"/>
                </a:lnTo>
                <a:lnTo>
                  <a:pt x="4664057" y="2266438"/>
                </a:lnTo>
                <a:lnTo>
                  <a:pt x="4662411" y="2266181"/>
                </a:lnTo>
                <a:lnTo>
                  <a:pt x="4660764" y="2265923"/>
                </a:lnTo>
                <a:lnTo>
                  <a:pt x="4659118" y="2265664"/>
                </a:lnTo>
                <a:lnTo>
                  <a:pt x="4657472" y="2265404"/>
                </a:lnTo>
                <a:lnTo>
                  <a:pt x="4655825" y="2265143"/>
                </a:lnTo>
                <a:lnTo>
                  <a:pt x="4654179" y="2264881"/>
                </a:lnTo>
                <a:lnTo>
                  <a:pt x="4652533" y="2264618"/>
                </a:lnTo>
                <a:lnTo>
                  <a:pt x="4650886" y="2264354"/>
                </a:lnTo>
                <a:lnTo>
                  <a:pt x="4649240" y="2264088"/>
                </a:lnTo>
                <a:lnTo>
                  <a:pt x="4647594" y="2263822"/>
                </a:lnTo>
                <a:lnTo>
                  <a:pt x="4645947" y="2263555"/>
                </a:lnTo>
                <a:lnTo>
                  <a:pt x="4644301" y="2263286"/>
                </a:lnTo>
                <a:lnTo>
                  <a:pt x="4642655" y="2263017"/>
                </a:lnTo>
                <a:lnTo>
                  <a:pt x="4641008" y="2262746"/>
                </a:lnTo>
                <a:lnTo>
                  <a:pt x="4639362" y="2262475"/>
                </a:lnTo>
                <a:lnTo>
                  <a:pt x="4637716" y="2262202"/>
                </a:lnTo>
                <a:lnTo>
                  <a:pt x="4636069" y="2261929"/>
                </a:lnTo>
                <a:lnTo>
                  <a:pt x="4634423" y="2261654"/>
                </a:lnTo>
                <a:lnTo>
                  <a:pt x="4632777" y="2261378"/>
                </a:lnTo>
                <a:lnTo>
                  <a:pt x="4631130" y="2261102"/>
                </a:lnTo>
                <a:lnTo>
                  <a:pt x="4629484" y="2260824"/>
                </a:lnTo>
                <a:lnTo>
                  <a:pt x="4627838" y="2260545"/>
                </a:lnTo>
                <a:lnTo>
                  <a:pt x="4626191" y="2260265"/>
                </a:lnTo>
                <a:lnTo>
                  <a:pt x="4624545" y="2259984"/>
                </a:lnTo>
                <a:lnTo>
                  <a:pt x="4622899" y="2259702"/>
                </a:lnTo>
                <a:lnTo>
                  <a:pt x="4621252" y="2259419"/>
                </a:lnTo>
                <a:lnTo>
                  <a:pt x="4619606" y="2259135"/>
                </a:lnTo>
                <a:lnTo>
                  <a:pt x="4617960" y="2258850"/>
                </a:lnTo>
                <a:lnTo>
                  <a:pt x="4616313" y="2258564"/>
                </a:lnTo>
                <a:lnTo>
                  <a:pt x="4614667" y="2258277"/>
                </a:lnTo>
                <a:lnTo>
                  <a:pt x="4613021" y="2257989"/>
                </a:lnTo>
                <a:lnTo>
                  <a:pt x="4611374" y="2257699"/>
                </a:lnTo>
                <a:lnTo>
                  <a:pt x="4609728" y="2257409"/>
                </a:lnTo>
                <a:lnTo>
                  <a:pt x="4608082" y="2257118"/>
                </a:lnTo>
                <a:lnTo>
                  <a:pt x="4606435" y="2256825"/>
                </a:lnTo>
                <a:lnTo>
                  <a:pt x="4604789" y="2256532"/>
                </a:lnTo>
                <a:lnTo>
                  <a:pt x="4603143" y="2256237"/>
                </a:lnTo>
                <a:lnTo>
                  <a:pt x="4601496" y="2255942"/>
                </a:lnTo>
                <a:lnTo>
                  <a:pt x="4599850" y="2255645"/>
                </a:lnTo>
                <a:lnTo>
                  <a:pt x="4598204" y="2255348"/>
                </a:lnTo>
                <a:lnTo>
                  <a:pt x="4596557" y="2255049"/>
                </a:lnTo>
                <a:lnTo>
                  <a:pt x="4594911" y="2254749"/>
                </a:lnTo>
                <a:lnTo>
                  <a:pt x="4593265" y="2254448"/>
                </a:lnTo>
                <a:lnTo>
                  <a:pt x="4591618" y="2254147"/>
                </a:lnTo>
                <a:lnTo>
                  <a:pt x="4589972" y="2253844"/>
                </a:lnTo>
                <a:lnTo>
                  <a:pt x="4588326" y="2253540"/>
                </a:lnTo>
                <a:lnTo>
                  <a:pt x="4586679" y="2253235"/>
                </a:lnTo>
                <a:lnTo>
                  <a:pt x="4585033" y="2252929"/>
                </a:lnTo>
                <a:lnTo>
                  <a:pt x="4583387" y="2252622"/>
                </a:lnTo>
                <a:lnTo>
                  <a:pt x="4581740" y="2252314"/>
                </a:lnTo>
                <a:lnTo>
                  <a:pt x="4580094" y="2252005"/>
                </a:lnTo>
                <a:lnTo>
                  <a:pt x="4578448" y="2251694"/>
                </a:lnTo>
                <a:lnTo>
                  <a:pt x="4576801" y="2251383"/>
                </a:lnTo>
                <a:lnTo>
                  <a:pt x="4575155" y="2251071"/>
                </a:lnTo>
                <a:lnTo>
                  <a:pt x="4573509" y="2250758"/>
                </a:lnTo>
                <a:lnTo>
                  <a:pt x="4571862" y="2250443"/>
                </a:lnTo>
                <a:lnTo>
                  <a:pt x="4570216" y="2250128"/>
                </a:lnTo>
                <a:lnTo>
                  <a:pt x="4568570" y="2249811"/>
                </a:lnTo>
                <a:lnTo>
                  <a:pt x="4566923" y="2249494"/>
                </a:lnTo>
                <a:lnTo>
                  <a:pt x="4565277" y="2249175"/>
                </a:lnTo>
                <a:lnTo>
                  <a:pt x="4563631" y="2248856"/>
                </a:lnTo>
                <a:lnTo>
                  <a:pt x="4561984" y="2248535"/>
                </a:lnTo>
                <a:lnTo>
                  <a:pt x="4560338" y="2248213"/>
                </a:lnTo>
                <a:lnTo>
                  <a:pt x="4558692" y="2247891"/>
                </a:lnTo>
                <a:lnTo>
                  <a:pt x="4557045" y="2247567"/>
                </a:lnTo>
                <a:lnTo>
                  <a:pt x="4555399" y="2247242"/>
                </a:lnTo>
                <a:lnTo>
                  <a:pt x="4553753" y="2246916"/>
                </a:lnTo>
                <a:lnTo>
                  <a:pt x="4552106" y="2246589"/>
                </a:lnTo>
                <a:lnTo>
                  <a:pt x="4550460" y="2246261"/>
                </a:lnTo>
                <a:lnTo>
                  <a:pt x="4548814" y="2245932"/>
                </a:lnTo>
                <a:lnTo>
                  <a:pt x="4547167" y="2245602"/>
                </a:lnTo>
                <a:lnTo>
                  <a:pt x="4545521" y="2245271"/>
                </a:lnTo>
                <a:lnTo>
                  <a:pt x="4543875" y="2244938"/>
                </a:lnTo>
                <a:lnTo>
                  <a:pt x="4542228" y="2244605"/>
                </a:lnTo>
                <a:lnTo>
                  <a:pt x="4540582" y="2244271"/>
                </a:lnTo>
                <a:lnTo>
                  <a:pt x="4538936" y="2243935"/>
                </a:lnTo>
                <a:lnTo>
                  <a:pt x="4537289" y="2243599"/>
                </a:lnTo>
                <a:lnTo>
                  <a:pt x="4535643" y="2243262"/>
                </a:lnTo>
                <a:lnTo>
                  <a:pt x="4533997" y="2242923"/>
                </a:lnTo>
                <a:lnTo>
                  <a:pt x="4532350" y="2242583"/>
                </a:lnTo>
                <a:lnTo>
                  <a:pt x="4530704" y="2242243"/>
                </a:lnTo>
                <a:lnTo>
                  <a:pt x="4529058" y="2241901"/>
                </a:lnTo>
                <a:lnTo>
                  <a:pt x="4527411" y="2241558"/>
                </a:lnTo>
                <a:lnTo>
                  <a:pt x="4525765" y="2241215"/>
                </a:lnTo>
                <a:lnTo>
                  <a:pt x="4524119" y="2240870"/>
                </a:lnTo>
                <a:lnTo>
                  <a:pt x="4522472" y="2240524"/>
                </a:lnTo>
                <a:lnTo>
                  <a:pt x="4520826" y="2240177"/>
                </a:lnTo>
                <a:lnTo>
                  <a:pt x="4519180" y="2239829"/>
                </a:lnTo>
                <a:lnTo>
                  <a:pt x="4517533" y="2239480"/>
                </a:lnTo>
                <a:lnTo>
                  <a:pt x="4515887" y="2239130"/>
                </a:lnTo>
                <a:lnTo>
                  <a:pt x="4514241" y="2238779"/>
                </a:lnTo>
                <a:lnTo>
                  <a:pt x="4512594" y="2238427"/>
                </a:lnTo>
                <a:lnTo>
                  <a:pt x="4510948" y="2238073"/>
                </a:lnTo>
                <a:lnTo>
                  <a:pt x="4509302" y="2237719"/>
                </a:lnTo>
                <a:lnTo>
                  <a:pt x="4507655" y="2237364"/>
                </a:lnTo>
                <a:lnTo>
                  <a:pt x="4506009" y="2237007"/>
                </a:lnTo>
                <a:lnTo>
                  <a:pt x="4504363" y="2236650"/>
                </a:lnTo>
                <a:lnTo>
                  <a:pt x="4502716" y="2236291"/>
                </a:lnTo>
                <a:lnTo>
                  <a:pt x="4501070" y="2235932"/>
                </a:lnTo>
                <a:lnTo>
                  <a:pt x="4499424" y="2235571"/>
                </a:lnTo>
                <a:lnTo>
                  <a:pt x="4497777" y="2235209"/>
                </a:lnTo>
                <a:lnTo>
                  <a:pt x="4496131" y="2234847"/>
                </a:lnTo>
                <a:lnTo>
                  <a:pt x="4494485" y="2234483"/>
                </a:lnTo>
                <a:lnTo>
                  <a:pt x="4492838" y="2234118"/>
                </a:lnTo>
                <a:lnTo>
                  <a:pt x="4491192" y="2233752"/>
                </a:lnTo>
                <a:lnTo>
                  <a:pt x="4489546" y="2233385"/>
                </a:lnTo>
                <a:lnTo>
                  <a:pt x="4487899" y="2233017"/>
                </a:lnTo>
                <a:lnTo>
                  <a:pt x="4486253" y="2232648"/>
                </a:lnTo>
                <a:lnTo>
                  <a:pt x="4484607" y="2232278"/>
                </a:lnTo>
                <a:lnTo>
                  <a:pt x="4482960" y="2231907"/>
                </a:lnTo>
                <a:lnTo>
                  <a:pt x="4481314" y="2231535"/>
                </a:lnTo>
                <a:lnTo>
                  <a:pt x="4479668" y="2231161"/>
                </a:lnTo>
                <a:lnTo>
                  <a:pt x="4478021" y="2230787"/>
                </a:lnTo>
                <a:lnTo>
                  <a:pt x="4476375" y="2230412"/>
                </a:lnTo>
                <a:lnTo>
                  <a:pt x="4474729" y="2230035"/>
                </a:lnTo>
                <a:lnTo>
                  <a:pt x="4473082" y="2229658"/>
                </a:lnTo>
                <a:lnTo>
                  <a:pt x="4471436" y="2229279"/>
                </a:lnTo>
                <a:lnTo>
                  <a:pt x="4469790" y="2228900"/>
                </a:lnTo>
                <a:lnTo>
                  <a:pt x="4468143" y="2228519"/>
                </a:lnTo>
                <a:lnTo>
                  <a:pt x="4466497" y="2228137"/>
                </a:lnTo>
                <a:lnTo>
                  <a:pt x="4464851" y="2227754"/>
                </a:lnTo>
                <a:lnTo>
                  <a:pt x="4463204" y="2227371"/>
                </a:lnTo>
                <a:lnTo>
                  <a:pt x="4461558" y="2226986"/>
                </a:lnTo>
                <a:lnTo>
                  <a:pt x="4459912" y="2226600"/>
                </a:lnTo>
                <a:lnTo>
                  <a:pt x="4458265" y="2226213"/>
                </a:lnTo>
                <a:lnTo>
                  <a:pt x="4456619" y="2225825"/>
                </a:lnTo>
                <a:lnTo>
                  <a:pt x="4454973" y="2225436"/>
                </a:lnTo>
                <a:lnTo>
                  <a:pt x="4453326" y="2225046"/>
                </a:lnTo>
                <a:lnTo>
                  <a:pt x="4451680" y="2224654"/>
                </a:lnTo>
                <a:lnTo>
                  <a:pt x="4450034" y="2224262"/>
                </a:lnTo>
                <a:lnTo>
                  <a:pt x="4448387" y="2223869"/>
                </a:lnTo>
                <a:lnTo>
                  <a:pt x="4446741" y="2223474"/>
                </a:lnTo>
                <a:lnTo>
                  <a:pt x="4445095" y="2223079"/>
                </a:lnTo>
                <a:lnTo>
                  <a:pt x="4443448" y="2222682"/>
                </a:lnTo>
                <a:lnTo>
                  <a:pt x="4441802" y="2222285"/>
                </a:lnTo>
                <a:lnTo>
                  <a:pt x="4440156" y="2221886"/>
                </a:lnTo>
                <a:lnTo>
                  <a:pt x="4438509" y="2221486"/>
                </a:lnTo>
                <a:lnTo>
                  <a:pt x="4436863" y="2221086"/>
                </a:lnTo>
                <a:lnTo>
                  <a:pt x="4435217" y="2220684"/>
                </a:lnTo>
                <a:lnTo>
                  <a:pt x="4433570" y="2220281"/>
                </a:lnTo>
                <a:lnTo>
                  <a:pt x="4431924" y="2219877"/>
                </a:lnTo>
                <a:lnTo>
                  <a:pt x="4430278" y="2219472"/>
                </a:lnTo>
                <a:lnTo>
                  <a:pt x="4428631" y="2219066"/>
                </a:lnTo>
                <a:lnTo>
                  <a:pt x="4426985" y="2218659"/>
                </a:lnTo>
                <a:lnTo>
                  <a:pt x="4425339" y="2218251"/>
                </a:lnTo>
                <a:lnTo>
                  <a:pt x="4423692" y="2217842"/>
                </a:lnTo>
                <a:lnTo>
                  <a:pt x="4422046" y="2217432"/>
                </a:lnTo>
                <a:lnTo>
                  <a:pt x="4420400" y="2217020"/>
                </a:lnTo>
                <a:lnTo>
                  <a:pt x="4418753" y="2216608"/>
                </a:lnTo>
                <a:lnTo>
                  <a:pt x="4417107" y="2216195"/>
                </a:lnTo>
                <a:lnTo>
                  <a:pt x="4415461" y="2215780"/>
                </a:lnTo>
                <a:lnTo>
                  <a:pt x="4413814" y="2215364"/>
                </a:lnTo>
                <a:lnTo>
                  <a:pt x="4412168" y="2214948"/>
                </a:lnTo>
                <a:lnTo>
                  <a:pt x="4410522" y="2214530"/>
                </a:lnTo>
                <a:lnTo>
                  <a:pt x="4408875" y="2214112"/>
                </a:lnTo>
                <a:lnTo>
                  <a:pt x="4407229" y="2213692"/>
                </a:lnTo>
                <a:lnTo>
                  <a:pt x="4405583" y="2213271"/>
                </a:lnTo>
                <a:lnTo>
                  <a:pt x="4403936" y="2212849"/>
                </a:lnTo>
                <a:lnTo>
                  <a:pt x="4402290" y="2212426"/>
                </a:lnTo>
                <a:lnTo>
                  <a:pt x="4400644" y="2212002"/>
                </a:lnTo>
                <a:lnTo>
                  <a:pt x="4398997" y="2211577"/>
                </a:lnTo>
                <a:lnTo>
                  <a:pt x="4397351" y="2211151"/>
                </a:lnTo>
                <a:lnTo>
                  <a:pt x="4395705" y="2210724"/>
                </a:lnTo>
                <a:lnTo>
                  <a:pt x="4394058" y="2210295"/>
                </a:lnTo>
                <a:lnTo>
                  <a:pt x="4392412" y="2209866"/>
                </a:lnTo>
                <a:lnTo>
                  <a:pt x="4390766" y="2209436"/>
                </a:lnTo>
                <a:lnTo>
                  <a:pt x="4389120" y="2209004"/>
                </a:lnTo>
                <a:lnTo>
                  <a:pt x="4387473" y="2208572"/>
                </a:lnTo>
                <a:lnTo>
                  <a:pt x="4385827" y="2208138"/>
                </a:lnTo>
                <a:lnTo>
                  <a:pt x="4384181" y="2207704"/>
                </a:lnTo>
                <a:lnTo>
                  <a:pt x="4382534" y="2207268"/>
                </a:lnTo>
                <a:lnTo>
                  <a:pt x="4380888" y="2206831"/>
                </a:lnTo>
                <a:lnTo>
                  <a:pt x="4379242" y="2206394"/>
                </a:lnTo>
                <a:lnTo>
                  <a:pt x="4377595" y="2205955"/>
                </a:lnTo>
                <a:lnTo>
                  <a:pt x="4375949" y="2205515"/>
                </a:lnTo>
                <a:lnTo>
                  <a:pt x="4374303" y="2205074"/>
                </a:lnTo>
                <a:lnTo>
                  <a:pt x="4372656" y="2204632"/>
                </a:lnTo>
                <a:lnTo>
                  <a:pt x="4371010" y="2204189"/>
                </a:lnTo>
                <a:lnTo>
                  <a:pt x="4369364" y="2203745"/>
                </a:lnTo>
                <a:lnTo>
                  <a:pt x="4367717" y="2203300"/>
                </a:lnTo>
                <a:lnTo>
                  <a:pt x="4366071" y="2202853"/>
                </a:lnTo>
                <a:lnTo>
                  <a:pt x="4364425" y="2202406"/>
                </a:lnTo>
                <a:lnTo>
                  <a:pt x="4362778" y="2201958"/>
                </a:lnTo>
                <a:lnTo>
                  <a:pt x="4361132" y="2201508"/>
                </a:lnTo>
                <a:lnTo>
                  <a:pt x="4359486" y="2201058"/>
                </a:lnTo>
                <a:lnTo>
                  <a:pt x="4357839" y="2200606"/>
                </a:lnTo>
                <a:lnTo>
                  <a:pt x="4356193" y="2200154"/>
                </a:lnTo>
                <a:lnTo>
                  <a:pt x="4354547" y="2199700"/>
                </a:lnTo>
                <a:lnTo>
                  <a:pt x="4352900" y="2199245"/>
                </a:lnTo>
                <a:lnTo>
                  <a:pt x="4351254" y="2198789"/>
                </a:lnTo>
                <a:lnTo>
                  <a:pt x="4349608" y="2198332"/>
                </a:lnTo>
                <a:lnTo>
                  <a:pt x="4347961" y="2197875"/>
                </a:lnTo>
                <a:lnTo>
                  <a:pt x="4346315" y="2197416"/>
                </a:lnTo>
                <a:lnTo>
                  <a:pt x="4344669" y="2196956"/>
                </a:lnTo>
                <a:lnTo>
                  <a:pt x="4343022" y="2196494"/>
                </a:lnTo>
                <a:lnTo>
                  <a:pt x="4341376" y="2196032"/>
                </a:lnTo>
                <a:lnTo>
                  <a:pt x="4339730" y="2195569"/>
                </a:lnTo>
                <a:lnTo>
                  <a:pt x="4338083" y="2195105"/>
                </a:lnTo>
                <a:lnTo>
                  <a:pt x="4336437" y="2194640"/>
                </a:lnTo>
                <a:lnTo>
                  <a:pt x="4334791" y="2194173"/>
                </a:lnTo>
                <a:lnTo>
                  <a:pt x="4333144" y="2193706"/>
                </a:lnTo>
                <a:lnTo>
                  <a:pt x="4331498" y="2193237"/>
                </a:lnTo>
                <a:lnTo>
                  <a:pt x="4329852" y="2192768"/>
                </a:lnTo>
                <a:lnTo>
                  <a:pt x="4328205" y="2192297"/>
                </a:lnTo>
                <a:lnTo>
                  <a:pt x="4326559" y="2191825"/>
                </a:lnTo>
                <a:lnTo>
                  <a:pt x="4324913" y="2191352"/>
                </a:lnTo>
                <a:lnTo>
                  <a:pt x="4323266" y="2190879"/>
                </a:lnTo>
                <a:lnTo>
                  <a:pt x="4321620" y="2190404"/>
                </a:lnTo>
                <a:lnTo>
                  <a:pt x="4319974" y="2189928"/>
                </a:lnTo>
                <a:lnTo>
                  <a:pt x="4318327" y="2189451"/>
                </a:lnTo>
                <a:lnTo>
                  <a:pt x="4316681" y="2188973"/>
                </a:lnTo>
                <a:lnTo>
                  <a:pt x="4315035" y="2188494"/>
                </a:lnTo>
                <a:lnTo>
                  <a:pt x="4313388" y="2188013"/>
                </a:lnTo>
                <a:lnTo>
                  <a:pt x="4311742" y="2187532"/>
                </a:lnTo>
                <a:lnTo>
                  <a:pt x="4310096" y="2187050"/>
                </a:lnTo>
                <a:lnTo>
                  <a:pt x="4308449" y="2186567"/>
                </a:lnTo>
                <a:lnTo>
                  <a:pt x="4306803" y="2186082"/>
                </a:lnTo>
                <a:lnTo>
                  <a:pt x="4305157" y="2185597"/>
                </a:lnTo>
                <a:lnTo>
                  <a:pt x="4303510" y="2185110"/>
                </a:lnTo>
                <a:lnTo>
                  <a:pt x="4301864" y="2184622"/>
                </a:lnTo>
                <a:lnTo>
                  <a:pt x="4300218" y="2184134"/>
                </a:lnTo>
                <a:lnTo>
                  <a:pt x="4298571" y="2183644"/>
                </a:lnTo>
                <a:lnTo>
                  <a:pt x="4296925" y="2183153"/>
                </a:lnTo>
                <a:lnTo>
                  <a:pt x="4295279" y="2182661"/>
                </a:lnTo>
                <a:lnTo>
                  <a:pt x="4293632" y="2182169"/>
                </a:lnTo>
                <a:lnTo>
                  <a:pt x="4291986" y="2181675"/>
                </a:lnTo>
                <a:lnTo>
                  <a:pt x="4290340" y="2181180"/>
                </a:lnTo>
                <a:lnTo>
                  <a:pt x="4288693" y="2180683"/>
                </a:lnTo>
                <a:lnTo>
                  <a:pt x="4287047" y="2180186"/>
                </a:lnTo>
                <a:lnTo>
                  <a:pt x="4285401" y="2179688"/>
                </a:lnTo>
                <a:lnTo>
                  <a:pt x="4283754" y="2179189"/>
                </a:lnTo>
                <a:lnTo>
                  <a:pt x="4282108" y="2178688"/>
                </a:lnTo>
                <a:lnTo>
                  <a:pt x="4280462" y="2178187"/>
                </a:lnTo>
                <a:lnTo>
                  <a:pt x="4278815" y="2177685"/>
                </a:lnTo>
                <a:lnTo>
                  <a:pt x="4277169" y="2177181"/>
                </a:lnTo>
                <a:lnTo>
                  <a:pt x="4275523" y="2176676"/>
                </a:lnTo>
                <a:lnTo>
                  <a:pt x="4273876" y="2176171"/>
                </a:lnTo>
                <a:lnTo>
                  <a:pt x="4272230" y="2175664"/>
                </a:lnTo>
                <a:lnTo>
                  <a:pt x="4270584" y="2175156"/>
                </a:lnTo>
                <a:lnTo>
                  <a:pt x="4268937" y="2174647"/>
                </a:lnTo>
                <a:lnTo>
                  <a:pt x="4267291" y="2174138"/>
                </a:lnTo>
                <a:lnTo>
                  <a:pt x="4265645" y="2173627"/>
                </a:lnTo>
                <a:lnTo>
                  <a:pt x="4263998" y="2173115"/>
                </a:lnTo>
                <a:lnTo>
                  <a:pt x="4262352" y="2172602"/>
                </a:lnTo>
                <a:lnTo>
                  <a:pt x="4260706" y="2172087"/>
                </a:lnTo>
                <a:lnTo>
                  <a:pt x="4259059" y="2171572"/>
                </a:lnTo>
                <a:lnTo>
                  <a:pt x="4257413" y="2171056"/>
                </a:lnTo>
                <a:lnTo>
                  <a:pt x="4255767" y="2170539"/>
                </a:lnTo>
                <a:lnTo>
                  <a:pt x="4254120" y="2170020"/>
                </a:lnTo>
                <a:lnTo>
                  <a:pt x="4252474" y="2169501"/>
                </a:lnTo>
                <a:lnTo>
                  <a:pt x="4250828" y="2168980"/>
                </a:lnTo>
                <a:lnTo>
                  <a:pt x="4249181" y="2168459"/>
                </a:lnTo>
                <a:lnTo>
                  <a:pt x="4247535" y="2167936"/>
                </a:lnTo>
                <a:lnTo>
                  <a:pt x="4245889" y="2167412"/>
                </a:lnTo>
                <a:lnTo>
                  <a:pt x="4244242" y="2166888"/>
                </a:lnTo>
                <a:lnTo>
                  <a:pt x="4242596" y="2166362"/>
                </a:lnTo>
                <a:lnTo>
                  <a:pt x="4240950" y="2165835"/>
                </a:lnTo>
                <a:lnTo>
                  <a:pt x="4239303" y="2165307"/>
                </a:lnTo>
                <a:lnTo>
                  <a:pt x="4237657" y="2164778"/>
                </a:lnTo>
                <a:lnTo>
                  <a:pt x="4236011" y="2164248"/>
                </a:lnTo>
                <a:lnTo>
                  <a:pt x="4234364" y="2163717"/>
                </a:lnTo>
                <a:lnTo>
                  <a:pt x="4232718" y="2163185"/>
                </a:lnTo>
                <a:lnTo>
                  <a:pt x="4231072" y="2162652"/>
                </a:lnTo>
                <a:lnTo>
                  <a:pt x="4229425" y="2162117"/>
                </a:lnTo>
                <a:lnTo>
                  <a:pt x="4227779" y="2161582"/>
                </a:lnTo>
                <a:lnTo>
                  <a:pt x="4226133" y="2161046"/>
                </a:lnTo>
                <a:lnTo>
                  <a:pt x="4224486" y="2160508"/>
                </a:lnTo>
                <a:lnTo>
                  <a:pt x="4222840" y="2159970"/>
                </a:lnTo>
                <a:lnTo>
                  <a:pt x="4221194" y="2159430"/>
                </a:lnTo>
                <a:lnTo>
                  <a:pt x="4219547" y="2158889"/>
                </a:lnTo>
                <a:lnTo>
                  <a:pt x="4217901" y="2158348"/>
                </a:lnTo>
                <a:lnTo>
                  <a:pt x="4216255" y="2157805"/>
                </a:lnTo>
                <a:lnTo>
                  <a:pt x="4214608" y="2157261"/>
                </a:lnTo>
                <a:lnTo>
                  <a:pt x="4212962" y="2156716"/>
                </a:lnTo>
                <a:lnTo>
                  <a:pt x="4211316" y="2156170"/>
                </a:lnTo>
                <a:lnTo>
                  <a:pt x="4209669" y="2155623"/>
                </a:lnTo>
                <a:lnTo>
                  <a:pt x="4208023" y="2155075"/>
                </a:lnTo>
                <a:lnTo>
                  <a:pt x="4206377" y="2154526"/>
                </a:lnTo>
                <a:lnTo>
                  <a:pt x="4204730" y="2153976"/>
                </a:lnTo>
                <a:lnTo>
                  <a:pt x="4203084" y="2153424"/>
                </a:lnTo>
                <a:lnTo>
                  <a:pt x="4201438" y="2152872"/>
                </a:lnTo>
                <a:lnTo>
                  <a:pt x="4199791" y="2152319"/>
                </a:lnTo>
                <a:lnTo>
                  <a:pt x="4198145" y="2151764"/>
                </a:lnTo>
                <a:lnTo>
                  <a:pt x="4196499" y="2151209"/>
                </a:lnTo>
                <a:lnTo>
                  <a:pt x="4194852" y="2150652"/>
                </a:lnTo>
                <a:lnTo>
                  <a:pt x="4193206" y="2150095"/>
                </a:lnTo>
                <a:lnTo>
                  <a:pt x="4191560" y="2149536"/>
                </a:lnTo>
                <a:lnTo>
                  <a:pt x="4189913" y="2148976"/>
                </a:lnTo>
                <a:lnTo>
                  <a:pt x="4188267" y="2148415"/>
                </a:lnTo>
                <a:lnTo>
                  <a:pt x="4186621" y="2147853"/>
                </a:lnTo>
                <a:lnTo>
                  <a:pt x="4184974" y="2147291"/>
                </a:lnTo>
                <a:lnTo>
                  <a:pt x="4183328" y="2146727"/>
                </a:lnTo>
                <a:lnTo>
                  <a:pt x="4181682" y="2146162"/>
                </a:lnTo>
                <a:lnTo>
                  <a:pt x="4180035" y="2145595"/>
                </a:lnTo>
                <a:lnTo>
                  <a:pt x="4178389" y="2145028"/>
                </a:lnTo>
                <a:lnTo>
                  <a:pt x="4176743" y="2144460"/>
                </a:lnTo>
                <a:lnTo>
                  <a:pt x="4175096" y="2143891"/>
                </a:lnTo>
                <a:lnTo>
                  <a:pt x="4173450" y="2143320"/>
                </a:lnTo>
                <a:lnTo>
                  <a:pt x="4171804" y="2142749"/>
                </a:lnTo>
                <a:lnTo>
                  <a:pt x="4170157" y="2142177"/>
                </a:lnTo>
                <a:lnTo>
                  <a:pt x="4168511" y="2141603"/>
                </a:lnTo>
                <a:lnTo>
                  <a:pt x="4166865" y="2141029"/>
                </a:lnTo>
                <a:lnTo>
                  <a:pt x="4165218" y="2140453"/>
                </a:lnTo>
                <a:lnTo>
                  <a:pt x="4163572" y="2139876"/>
                </a:lnTo>
                <a:lnTo>
                  <a:pt x="4161926" y="2139298"/>
                </a:lnTo>
                <a:lnTo>
                  <a:pt x="4160279" y="2138720"/>
                </a:lnTo>
                <a:lnTo>
                  <a:pt x="4158633" y="2138140"/>
                </a:lnTo>
                <a:lnTo>
                  <a:pt x="4156987" y="2137559"/>
                </a:lnTo>
                <a:lnTo>
                  <a:pt x="4155340" y="2136977"/>
                </a:lnTo>
                <a:lnTo>
                  <a:pt x="4153694" y="2136394"/>
                </a:lnTo>
                <a:lnTo>
                  <a:pt x="4152048" y="2135810"/>
                </a:lnTo>
                <a:lnTo>
                  <a:pt x="4150401" y="2135225"/>
                </a:lnTo>
                <a:lnTo>
                  <a:pt x="4148755" y="2134638"/>
                </a:lnTo>
                <a:lnTo>
                  <a:pt x="4147109" y="2134051"/>
                </a:lnTo>
                <a:lnTo>
                  <a:pt x="4145462" y="2133463"/>
                </a:lnTo>
                <a:lnTo>
                  <a:pt x="4143816" y="2132873"/>
                </a:lnTo>
                <a:lnTo>
                  <a:pt x="4142170" y="2132283"/>
                </a:lnTo>
                <a:lnTo>
                  <a:pt x="4140523" y="2131691"/>
                </a:lnTo>
                <a:lnTo>
                  <a:pt x="4138877" y="2131099"/>
                </a:lnTo>
                <a:lnTo>
                  <a:pt x="4137231" y="2130505"/>
                </a:lnTo>
                <a:lnTo>
                  <a:pt x="4135584" y="2129910"/>
                </a:lnTo>
                <a:lnTo>
                  <a:pt x="4133938" y="2129315"/>
                </a:lnTo>
                <a:lnTo>
                  <a:pt x="4132292" y="2128718"/>
                </a:lnTo>
                <a:lnTo>
                  <a:pt x="4130645" y="2128120"/>
                </a:lnTo>
                <a:lnTo>
                  <a:pt x="4128999" y="2127521"/>
                </a:lnTo>
                <a:lnTo>
                  <a:pt x="4127353" y="2126921"/>
                </a:lnTo>
                <a:lnTo>
                  <a:pt x="4125706" y="2126320"/>
                </a:lnTo>
                <a:lnTo>
                  <a:pt x="4124060" y="2125718"/>
                </a:lnTo>
                <a:lnTo>
                  <a:pt x="4122414" y="2125115"/>
                </a:lnTo>
                <a:lnTo>
                  <a:pt x="4120767" y="2124511"/>
                </a:lnTo>
                <a:lnTo>
                  <a:pt x="4119121" y="2123905"/>
                </a:lnTo>
                <a:lnTo>
                  <a:pt x="4117475" y="2123299"/>
                </a:lnTo>
                <a:lnTo>
                  <a:pt x="4115828" y="2122692"/>
                </a:lnTo>
                <a:lnTo>
                  <a:pt x="4114182" y="2122083"/>
                </a:lnTo>
                <a:lnTo>
                  <a:pt x="4112536" y="2121474"/>
                </a:lnTo>
                <a:lnTo>
                  <a:pt x="4110889" y="2120863"/>
                </a:lnTo>
                <a:lnTo>
                  <a:pt x="4109243" y="2120252"/>
                </a:lnTo>
                <a:lnTo>
                  <a:pt x="4107597" y="2119639"/>
                </a:lnTo>
                <a:lnTo>
                  <a:pt x="4105950" y="2119025"/>
                </a:lnTo>
                <a:lnTo>
                  <a:pt x="4104304" y="2118410"/>
                </a:lnTo>
                <a:lnTo>
                  <a:pt x="4102658" y="2117795"/>
                </a:lnTo>
                <a:lnTo>
                  <a:pt x="4101011" y="2117178"/>
                </a:lnTo>
                <a:lnTo>
                  <a:pt x="4099365" y="2116560"/>
                </a:lnTo>
                <a:lnTo>
                  <a:pt x="4097719" y="2115941"/>
                </a:lnTo>
                <a:lnTo>
                  <a:pt x="4096072" y="2115321"/>
                </a:lnTo>
                <a:lnTo>
                  <a:pt x="4094426" y="2114700"/>
                </a:lnTo>
                <a:lnTo>
                  <a:pt x="4092780" y="2114077"/>
                </a:lnTo>
                <a:lnTo>
                  <a:pt x="4091133" y="2113454"/>
                </a:lnTo>
                <a:lnTo>
                  <a:pt x="4089487" y="2112830"/>
                </a:lnTo>
                <a:lnTo>
                  <a:pt x="4087841" y="2112205"/>
                </a:lnTo>
                <a:lnTo>
                  <a:pt x="4086194" y="2111578"/>
                </a:lnTo>
                <a:lnTo>
                  <a:pt x="4084548" y="2110951"/>
                </a:lnTo>
                <a:lnTo>
                  <a:pt x="4082902" y="2110322"/>
                </a:lnTo>
                <a:lnTo>
                  <a:pt x="4081255" y="2109693"/>
                </a:lnTo>
                <a:lnTo>
                  <a:pt x="4079609" y="2109062"/>
                </a:lnTo>
                <a:lnTo>
                  <a:pt x="4077963" y="2108430"/>
                </a:lnTo>
                <a:lnTo>
                  <a:pt x="4076316" y="2107798"/>
                </a:lnTo>
                <a:lnTo>
                  <a:pt x="4074670" y="2107164"/>
                </a:lnTo>
                <a:lnTo>
                  <a:pt x="4073024" y="2106529"/>
                </a:lnTo>
                <a:lnTo>
                  <a:pt x="4071378" y="2105893"/>
                </a:lnTo>
                <a:lnTo>
                  <a:pt x="4069731" y="2105256"/>
                </a:lnTo>
                <a:lnTo>
                  <a:pt x="4068085" y="2104618"/>
                </a:lnTo>
                <a:lnTo>
                  <a:pt x="4066439" y="2103979"/>
                </a:lnTo>
                <a:lnTo>
                  <a:pt x="4064792" y="2103339"/>
                </a:lnTo>
                <a:lnTo>
                  <a:pt x="4063146" y="2102698"/>
                </a:lnTo>
                <a:lnTo>
                  <a:pt x="4061500" y="2102056"/>
                </a:lnTo>
                <a:lnTo>
                  <a:pt x="4059853" y="2101413"/>
                </a:lnTo>
                <a:lnTo>
                  <a:pt x="4058207" y="2100768"/>
                </a:lnTo>
                <a:lnTo>
                  <a:pt x="4056561" y="2100123"/>
                </a:lnTo>
                <a:lnTo>
                  <a:pt x="4054914" y="2099476"/>
                </a:lnTo>
                <a:lnTo>
                  <a:pt x="4053268" y="2098829"/>
                </a:lnTo>
                <a:lnTo>
                  <a:pt x="4051622" y="2098180"/>
                </a:lnTo>
                <a:lnTo>
                  <a:pt x="4049975" y="2097531"/>
                </a:lnTo>
                <a:lnTo>
                  <a:pt x="4048329" y="2096880"/>
                </a:lnTo>
                <a:lnTo>
                  <a:pt x="4046683" y="2096229"/>
                </a:lnTo>
                <a:lnTo>
                  <a:pt x="4045036" y="2095576"/>
                </a:lnTo>
                <a:lnTo>
                  <a:pt x="4043390" y="2094922"/>
                </a:lnTo>
                <a:lnTo>
                  <a:pt x="4041744" y="2094267"/>
                </a:lnTo>
                <a:lnTo>
                  <a:pt x="4040097" y="2093611"/>
                </a:lnTo>
                <a:lnTo>
                  <a:pt x="4038451" y="2092954"/>
                </a:lnTo>
                <a:lnTo>
                  <a:pt x="4036805" y="2092296"/>
                </a:lnTo>
                <a:lnTo>
                  <a:pt x="4035158" y="2091637"/>
                </a:lnTo>
                <a:lnTo>
                  <a:pt x="4033512" y="2090977"/>
                </a:lnTo>
                <a:lnTo>
                  <a:pt x="4031866" y="2090316"/>
                </a:lnTo>
                <a:lnTo>
                  <a:pt x="4030219" y="2089654"/>
                </a:lnTo>
                <a:lnTo>
                  <a:pt x="4028573" y="2088991"/>
                </a:lnTo>
                <a:lnTo>
                  <a:pt x="4026927" y="2088326"/>
                </a:lnTo>
                <a:lnTo>
                  <a:pt x="4025280" y="2087661"/>
                </a:lnTo>
                <a:lnTo>
                  <a:pt x="4023634" y="2086995"/>
                </a:lnTo>
                <a:lnTo>
                  <a:pt x="4021988" y="2086327"/>
                </a:lnTo>
                <a:lnTo>
                  <a:pt x="4020341" y="2085659"/>
                </a:lnTo>
                <a:lnTo>
                  <a:pt x="4018695" y="2084989"/>
                </a:lnTo>
                <a:lnTo>
                  <a:pt x="4017049" y="2084318"/>
                </a:lnTo>
                <a:lnTo>
                  <a:pt x="4015402" y="2083647"/>
                </a:lnTo>
                <a:lnTo>
                  <a:pt x="4013756" y="2082974"/>
                </a:lnTo>
                <a:lnTo>
                  <a:pt x="4012110" y="2082300"/>
                </a:lnTo>
                <a:lnTo>
                  <a:pt x="4010463" y="2081625"/>
                </a:lnTo>
                <a:lnTo>
                  <a:pt x="4008817" y="2080950"/>
                </a:lnTo>
                <a:lnTo>
                  <a:pt x="4007171" y="2080273"/>
                </a:lnTo>
                <a:lnTo>
                  <a:pt x="4005524" y="2079595"/>
                </a:lnTo>
                <a:lnTo>
                  <a:pt x="4003878" y="2078916"/>
                </a:lnTo>
                <a:lnTo>
                  <a:pt x="4002232" y="2078236"/>
                </a:lnTo>
                <a:lnTo>
                  <a:pt x="4000585" y="2077555"/>
                </a:lnTo>
                <a:lnTo>
                  <a:pt x="3998939" y="2076872"/>
                </a:lnTo>
                <a:lnTo>
                  <a:pt x="3997293" y="2076189"/>
                </a:lnTo>
                <a:lnTo>
                  <a:pt x="3995646" y="2075505"/>
                </a:lnTo>
                <a:lnTo>
                  <a:pt x="3994000" y="2074820"/>
                </a:lnTo>
                <a:lnTo>
                  <a:pt x="3992354" y="2074133"/>
                </a:lnTo>
                <a:lnTo>
                  <a:pt x="3990707" y="2073446"/>
                </a:lnTo>
                <a:lnTo>
                  <a:pt x="3989061" y="2072757"/>
                </a:lnTo>
                <a:lnTo>
                  <a:pt x="3987415" y="2072068"/>
                </a:lnTo>
                <a:lnTo>
                  <a:pt x="3985768" y="2071377"/>
                </a:lnTo>
                <a:lnTo>
                  <a:pt x="3984122" y="2070686"/>
                </a:lnTo>
                <a:lnTo>
                  <a:pt x="3982476" y="2069993"/>
                </a:lnTo>
                <a:lnTo>
                  <a:pt x="3980829" y="2069300"/>
                </a:lnTo>
                <a:lnTo>
                  <a:pt x="3979183" y="2068605"/>
                </a:lnTo>
                <a:lnTo>
                  <a:pt x="3977537" y="2067909"/>
                </a:lnTo>
                <a:lnTo>
                  <a:pt x="3975890" y="2067212"/>
                </a:lnTo>
                <a:lnTo>
                  <a:pt x="3974244" y="2066514"/>
                </a:lnTo>
                <a:lnTo>
                  <a:pt x="3972598" y="2065815"/>
                </a:lnTo>
                <a:lnTo>
                  <a:pt x="3970951" y="2065115"/>
                </a:lnTo>
                <a:lnTo>
                  <a:pt x="3969305" y="2064414"/>
                </a:lnTo>
                <a:lnTo>
                  <a:pt x="3967659" y="2063712"/>
                </a:lnTo>
                <a:lnTo>
                  <a:pt x="3966012" y="2063009"/>
                </a:lnTo>
                <a:lnTo>
                  <a:pt x="3964366" y="2062305"/>
                </a:lnTo>
                <a:lnTo>
                  <a:pt x="3962720" y="2061600"/>
                </a:lnTo>
                <a:lnTo>
                  <a:pt x="3961073" y="2060894"/>
                </a:lnTo>
                <a:lnTo>
                  <a:pt x="3959427" y="2060186"/>
                </a:lnTo>
                <a:lnTo>
                  <a:pt x="3957781" y="2059478"/>
                </a:lnTo>
                <a:lnTo>
                  <a:pt x="3956134" y="2058769"/>
                </a:lnTo>
                <a:lnTo>
                  <a:pt x="3954488" y="2058058"/>
                </a:lnTo>
                <a:lnTo>
                  <a:pt x="3952842" y="2057347"/>
                </a:lnTo>
                <a:lnTo>
                  <a:pt x="3951195" y="2056634"/>
                </a:lnTo>
                <a:lnTo>
                  <a:pt x="3949549" y="2055921"/>
                </a:lnTo>
                <a:lnTo>
                  <a:pt x="3947903" y="2055206"/>
                </a:lnTo>
                <a:lnTo>
                  <a:pt x="3946256" y="2054491"/>
                </a:lnTo>
                <a:lnTo>
                  <a:pt x="3944610" y="2053774"/>
                </a:lnTo>
                <a:lnTo>
                  <a:pt x="3942964" y="2053056"/>
                </a:lnTo>
                <a:lnTo>
                  <a:pt x="3941317" y="2052338"/>
                </a:lnTo>
                <a:lnTo>
                  <a:pt x="3939671" y="2051618"/>
                </a:lnTo>
                <a:lnTo>
                  <a:pt x="3938025" y="2050897"/>
                </a:lnTo>
                <a:lnTo>
                  <a:pt x="3936378" y="2050175"/>
                </a:lnTo>
                <a:lnTo>
                  <a:pt x="3934732" y="2049452"/>
                </a:lnTo>
                <a:lnTo>
                  <a:pt x="3933086" y="2048728"/>
                </a:lnTo>
                <a:lnTo>
                  <a:pt x="3931439" y="2048003"/>
                </a:lnTo>
                <a:lnTo>
                  <a:pt x="3929793" y="2047277"/>
                </a:lnTo>
                <a:lnTo>
                  <a:pt x="3928147" y="2046550"/>
                </a:lnTo>
                <a:lnTo>
                  <a:pt x="3926500" y="2045822"/>
                </a:lnTo>
                <a:lnTo>
                  <a:pt x="3924854" y="2045093"/>
                </a:lnTo>
                <a:lnTo>
                  <a:pt x="3923208" y="2044362"/>
                </a:lnTo>
                <a:lnTo>
                  <a:pt x="3921561" y="2043631"/>
                </a:lnTo>
                <a:lnTo>
                  <a:pt x="3919915" y="2042899"/>
                </a:lnTo>
                <a:lnTo>
                  <a:pt x="3918269" y="2042166"/>
                </a:lnTo>
                <a:lnTo>
                  <a:pt x="3916622" y="2041431"/>
                </a:lnTo>
                <a:lnTo>
                  <a:pt x="3914976" y="2040696"/>
                </a:lnTo>
                <a:lnTo>
                  <a:pt x="3913330" y="2039959"/>
                </a:lnTo>
                <a:lnTo>
                  <a:pt x="3911683" y="2039222"/>
                </a:lnTo>
                <a:lnTo>
                  <a:pt x="3910037" y="2038483"/>
                </a:lnTo>
                <a:lnTo>
                  <a:pt x="3908391" y="2037744"/>
                </a:lnTo>
                <a:lnTo>
                  <a:pt x="3906744" y="2037003"/>
                </a:lnTo>
                <a:lnTo>
                  <a:pt x="3905098" y="2036261"/>
                </a:lnTo>
                <a:lnTo>
                  <a:pt x="3903452" y="2035519"/>
                </a:lnTo>
                <a:lnTo>
                  <a:pt x="3901805" y="2034775"/>
                </a:lnTo>
                <a:lnTo>
                  <a:pt x="3900159" y="2034030"/>
                </a:lnTo>
                <a:lnTo>
                  <a:pt x="3898513" y="2033284"/>
                </a:lnTo>
                <a:lnTo>
                  <a:pt x="3896866" y="2032538"/>
                </a:lnTo>
                <a:lnTo>
                  <a:pt x="3895220" y="2031790"/>
                </a:lnTo>
                <a:lnTo>
                  <a:pt x="3893574" y="2031041"/>
                </a:lnTo>
                <a:lnTo>
                  <a:pt x="3891927" y="2030291"/>
                </a:lnTo>
                <a:lnTo>
                  <a:pt x="3890281" y="2029540"/>
                </a:lnTo>
                <a:lnTo>
                  <a:pt x="3888635" y="2028788"/>
                </a:lnTo>
                <a:lnTo>
                  <a:pt x="3886988" y="2028035"/>
                </a:lnTo>
                <a:lnTo>
                  <a:pt x="3885342" y="2027281"/>
                </a:lnTo>
                <a:lnTo>
                  <a:pt x="3883696" y="2026526"/>
                </a:lnTo>
                <a:lnTo>
                  <a:pt x="3882049" y="2025769"/>
                </a:lnTo>
                <a:lnTo>
                  <a:pt x="3880403" y="2025012"/>
                </a:lnTo>
                <a:lnTo>
                  <a:pt x="3878757" y="2024254"/>
                </a:lnTo>
                <a:lnTo>
                  <a:pt x="3877110" y="2023495"/>
                </a:lnTo>
                <a:lnTo>
                  <a:pt x="3875464" y="2022734"/>
                </a:lnTo>
                <a:lnTo>
                  <a:pt x="3873818" y="2021973"/>
                </a:lnTo>
                <a:lnTo>
                  <a:pt x="3872171" y="2021211"/>
                </a:lnTo>
                <a:lnTo>
                  <a:pt x="3870525" y="2020447"/>
                </a:lnTo>
                <a:lnTo>
                  <a:pt x="3868879" y="2019683"/>
                </a:lnTo>
                <a:lnTo>
                  <a:pt x="3867232" y="2018917"/>
                </a:lnTo>
                <a:lnTo>
                  <a:pt x="3865586" y="2018151"/>
                </a:lnTo>
                <a:lnTo>
                  <a:pt x="3863940" y="2017383"/>
                </a:lnTo>
                <a:lnTo>
                  <a:pt x="3862293" y="2016615"/>
                </a:lnTo>
                <a:lnTo>
                  <a:pt x="3860647" y="2015845"/>
                </a:lnTo>
                <a:lnTo>
                  <a:pt x="3859001" y="2015074"/>
                </a:lnTo>
                <a:lnTo>
                  <a:pt x="3857354" y="2014303"/>
                </a:lnTo>
                <a:lnTo>
                  <a:pt x="3855708" y="2013530"/>
                </a:lnTo>
                <a:lnTo>
                  <a:pt x="3854062" y="2012756"/>
                </a:lnTo>
                <a:lnTo>
                  <a:pt x="3852415" y="2011982"/>
                </a:lnTo>
                <a:lnTo>
                  <a:pt x="3850769" y="2011206"/>
                </a:lnTo>
                <a:lnTo>
                  <a:pt x="3849123" y="2010429"/>
                </a:lnTo>
                <a:lnTo>
                  <a:pt x="3847476" y="2009651"/>
                </a:lnTo>
                <a:lnTo>
                  <a:pt x="3845830" y="2008872"/>
                </a:lnTo>
                <a:lnTo>
                  <a:pt x="3844184" y="2008092"/>
                </a:lnTo>
                <a:lnTo>
                  <a:pt x="3842537" y="2007311"/>
                </a:lnTo>
                <a:lnTo>
                  <a:pt x="3840891" y="2006529"/>
                </a:lnTo>
                <a:lnTo>
                  <a:pt x="3839245" y="2005746"/>
                </a:lnTo>
                <a:lnTo>
                  <a:pt x="3837598" y="2004962"/>
                </a:lnTo>
                <a:lnTo>
                  <a:pt x="3835952" y="2004177"/>
                </a:lnTo>
                <a:lnTo>
                  <a:pt x="3834306" y="2003391"/>
                </a:lnTo>
                <a:lnTo>
                  <a:pt x="3832659" y="2002604"/>
                </a:lnTo>
                <a:lnTo>
                  <a:pt x="3831013" y="2001816"/>
                </a:lnTo>
                <a:lnTo>
                  <a:pt x="3829367" y="2001027"/>
                </a:lnTo>
                <a:lnTo>
                  <a:pt x="3827720" y="2000237"/>
                </a:lnTo>
                <a:lnTo>
                  <a:pt x="3826074" y="1999445"/>
                </a:lnTo>
                <a:lnTo>
                  <a:pt x="3824428" y="1998653"/>
                </a:lnTo>
                <a:lnTo>
                  <a:pt x="3822781" y="1997860"/>
                </a:lnTo>
                <a:lnTo>
                  <a:pt x="3821135" y="1997065"/>
                </a:lnTo>
                <a:lnTo>
                  <a:pt x="3819489" y="1996270"/>
                </a:lnTo>
                <a:lnTo>
                  <a:pt x="3817842" y="1995474"/>
                </a:lnTo>
                <a:lnTo>
                  <a:pt x="3816196" y="1994676"/>
                </a:lnTo>
                <a:lnTo>
                  <a:pt x="3814550" y="1993878"/>
                </a:lnTo>
                <a:lnTo>
                  <a:pt x="3812903" y="1993079"/>
                </a:lnTo>
                <a:lnTo>
                  <a:pt x="3811257" y="1992278"/>
                </a:lnTo>
                <a:lnTo>
                  <a:pt x="3809611" y="1991477"/>
                </a:lnTo>
                <a:lnTo>
                  <a:pt x="3807964" y="1990674"/>
                </a:lnTo>
                <a:lnTo>
                  <a:pt x="3806318" y="1989871"/>
                </a:lnTo>
                <a:lnTo>
                  <a:pt x="3804672" y="1989066"/>
                </a:lnTo>
                <a:lnTo>
                  <a:pt x="3803025" y="1988260"/>
                </a:lnTo>
                <a:lnTo>
                  <a:pt x="3801379" y="1987454"/>
                </a:lnTo>
                <a:lnTo>
                  <a:pt x="3799733" y="1986646"/>
                </a:lnTo>
                <a:lnTo>
                  <a:pt x="3798086" y="1985837"/>
                </a:lnTo>
                <a:lnTo>
                  <a:pt x="3796440" y="1985028"/>
                </a:lnTo>
                <a:lnTo>
                  <a:pt x="3794794" y="1984217"/>
                </a:lnTo>
                <a:lnTo>
                  <a:pt x="3793147" y="1983405"/>
                </a:lnTo>
                <a:lnTo>
                  <a:pt x="3791501" y="1982593"/>
                </a:lnTo>
                <a:lnTo>
                  <a:pt x="3789855" y="1981779"/>
                </a:lnTo>
                <a:lnTo>
                  <a:pt x="3788208" y="1980964"/>
                </a:lnTo>
                <a:lnTo>
                  <a:pt x="3786562" y="1980148"/>
                </a:lnTo>
                <a:lnTo>
                  <a:pt x="3784916" y="1979331"/>
                </a:lnTo>
                <a:lnTo>
                  <a:pt x="3783269" y="1978514"/>
                </a:lnTo>
                <a:lnTo>
                  <a:pt x="3781623" y="1977695"/>
                </a:lnTo>
                <a:lnTo>
                  <a:pt x="3779977" y="1976875"/>
                </a:lnTo>
                <a:lnTo>
                  <a:pt x="3778330" y="1976054"/>
                </a:lnTo>
                <a:lnTo>
                  <a:pt x="3776684" y="1975232"/>
                </a:lnTo>
                <a:lnTo>
                  <a:pt x="3775038" y="1974409"/>
                </a:lnTo>
                <a:lnTo>
                  <a:pt x="3773391" y="1973585"/>
                </a:lnTo>
                <a:lnTo>
                  <a:pt x="3771745" y="1972760"/>
                </a:lnTo>
                <a:lnTo>
                  <a:pt x="3770099" y="1971934"/>
                </a:lnTo>
                <a:lnTo>
                  <a:pt x="3768452" y="1971107"/>
                </a:lnTo>
                <a:lnTo>
                  <a:pt x="3766806" y="1970279"/>
                </a:lnTo>
                <a:lnTo>
                  <a:pt x="3765160" y="1969450"/>
                </a:lnTo>
                <a:lnTo>
                  <a:pt x="3763513" y="1968620"/>
                </a:lnTo>
                <a:lnTo>
                  <a:pt x="3761867" y="1967789"/>
                </a:lnTo>
                <a:lnTo>
                  <a:pt x="3760221" y="1966957"/>
                </a:lnTo>
                <a:lnTo>
                  <a:pt x="3758575" y="1966124"/>
                </a:lnTo>
                <a:lnTo>
                  <a:pt x="3756928" y="1965290"/>
                </a:lnTo>
                <a:lnTo>
                  <a:pt x="3755282" y="1964455"/>
                </a:lnTo>
                <a:lnTo>
                  <a:pt x="3753636" y="1963618"/>
                </a:lnTo>
                <a:lnTo>
                  <a:pt x="3751989" y="1962781"/>
                </a:lnTo>
                <a:lnTo>
                  <a:pt x="3750343" y="1961943"/>
                </a:lnTo>
                <a:lnTo>
                  <a:pt x="3748697" y="1961104"/>
                </a:lnTo>
                <a:lnTo>
                  <a:pt x="3747050" y="1960264"/>
                </a:lnTo>
                <a:lnTo>
                  <a:pt x="3745404" y="1959422"/>
                </a:lnTo>
                <a:lnTo>
                  <a:pt x="3743758" y="1958580"/>
                </a:lnTo>
                <a:lnTo>
                  <a:pt x="3742111" y="1957737"/>
                </a:lnTo>
                <a:lnTo>
                  <a:pt x="3740465" y="1956893"/>
                </a:lnTo>
                <a:lnTo>
                  <a:pt x="3738819" y="1956047"/>
                </a:lnTo>
                <a:lnTo>
                  <a:pt x="3737172" y="1955201"/>
                </a:lnTo>
                <a:lnTo>
                  <a:pt x="3735526" y="1954354"/>
                </a:lnTo>
                <a:lnTo>
                  <a:pt x="3733880" y="1953506"/>
                </a:lnTo>
                <a:lnTo>
                  <a:pt x="3732233" y="1952656"/>
                </a:lnTo>
                <a:lnTo>
                  <a:pt x="3730587" y="1951806"/>
                </a:lnTo>
                <a:lnTo>
                  <a:pt x="3728941" y="1950955"/>
                </a:lnTo>
                <a:lnTo>
                  <a:pt x="3727294" y="1950102"/>
                </a:lnTo>
                <a:lnTo>
                  <a:pt x="3725648" y="1949249"/>
                </a:lnTo>
                <a:lnTo>
                  <a:pt x="3724002" y="1948395"/>
                </a:lnTo>
                <a:lnTo>
                  <a:pt x="3722355" y="1947539"/>
                </a:lnTo>
                <a:lnTo>
                  <a:pt x="3720709" y="1946683"/>
                </a:lnTo>
                <a:lnTo>
                  <a:pt x="3719063" y="1945825"/>
                </a:lnTo>
                <a:lnTo>
                  <a:pt x="3717416" y="1944967"/>
                </a:lnTo>
                <a:lnTo>
                  <a:pt x="3715770" y="1944108"/>
                </a:lnTo>
                <a:lnTo>
                  <a:pt x="3714124" y="1943247"/>
                </a:lnTo>
                <a:lnTo>
                  <a:pt x="3712477" y="1942386"/>
                </a:lnTo>
                <a:lnTo>
                  <a:pt x="3710831" y="1941523"/>
                </a:lnTo>
                <a:lnTo>
                  <a:pt x="3709185" y="1940660"/>
                </a:lnTo>
                <a:lnTo>
                  <a:pt x="3707538" y="1939796"/>
                </a:lnTo>
                <a:lnTo>
                  <a:pt x="3705892" y="1938930"/>
                </a:lnTo>
                <a:lnTo>
                  <a:pt x="3704246" y="1938064"/>
                </a:lnTo>
                <a:lnTo>
                  <a:pt x="3702599" y="1937196"/>
                </a:lnTo>
                <a:lnTo>
                  <a:pt x="3700953" y="1936328"/>
                </a:lnTo>
                <a:lnTo>
                  <a:pt x="3699307" y="1935458"/>
                </a:lnTo>
                <a:lnTo>
                  <a:pt x="3697660" y="1934588"/>
                </a:lnTo>
                <a:lnTo>
                  <a:pt x="3696014" y="1933716"/>
                </a:lnTo>
                <a:lnTo>
                  <a:pt x="3694368" y="1932844"/>
                </a:lnTo>
                <a:lnTo>
                  <a:pt x="3692721" y="1931971"/>
                </a:lnTo>
                <a:lnTo>
                  <a:pt x="3691075" y="1931096"/>
                </a:lnTo>
                <a:lnTo>
                  <a:pt x="3689429" y="1930221"/>
                </a:lnTo>
                <a:lnTo>
                  <a:pt x="3687782" y="1929344"/>
                </a:lnTo>
                <a:lnTo>
                  <a:pt x="3686136" y="1928467"/>
                </a:lnTo>
                <a:lnTo>
                  <a:pt x="3684490" y="1927588"/>
                </a:lnTo>
                <a:lnTo>
                  <a:pt x="3682843" y="1926709"/>
                </a:lnTo>
                <a:lnTo>
                  <a:pt x="3681197" y="1925828"/>
                </a:lnTo>
                <a:lnTo>
                  <a:pt x="3679551" y="1924947"/>
                </a:lnTo>
                <a:lnTo>
                  <a:pt x="3677904" y="1924064"/>
                </a:lnTo>
                <a:lnTo>
                  <a:pt x="3676258" y="1923181"/>
                </a:lnTo>
                <a:lnTo>
                  <a:pt x="3674612" y="1922296"/>
                </a:lnTo>
                <a:lnTo>
                  <a:pt x="3672965" y="1921411"/>
                </a:lnTo>
                <a:lnTo>
                  <a:pt x="3671319" y="1920525"/>
                </a:lnTo>
                <a:lnTo>
                  <a:pt x="3669673" y="1919637"/>
                </a:lnTo>
                <a:lnTo>
                  <a:pt x="3668026" y="1918749"/>
                </a:lnTo>
                <a:lnTo>
                  <a:pt x="3666380" y="1917859"/>
                </a:lnTo>
                <a:lnTo>
                  <a:pt x="3664734" y="1916969"/>
                </a:lnTo>
                <a:lnTo>
                  <a:pt x="3663087" y="1916077"/>
                </a:lnTo>
                <a:lnTo>
                  <a:pt x="3661441" y="1915185"/>
                </a:lnTo>
                <a:lnTo>
                  <a:pt x="3659795" y="1914291"/>
                </a:lnTo>
                <a:lnTo>
                  <a:pt x="3658148" y="1913397"/>
                </a:lnTo>
                <a:lnTo>
                  <a:pt x="3656502" y="1912502"/>
                </a:lnTo>
                <a:lnTo>
                  <a:pt x="3654856" y="1911605"/>
                </a:lnTo>
                <a:lnTo>
                  <a:pt x="3653209" y="1910708"/>
                </a:lnTo>
                <a:lnTo>
                  <a:pt x="3651563" y="1909809"/>
                </a:lnTo>
                <a:lnTo>
                  <a:pt x="3649917" y="1908910"/>
                </a:lnTo>
                <a:lnTo>
                  <a:pt x="3648270" y="1908010"/>
                </a:lnTo>
                <a:lnTo>
                  <a:pt x="3646624" y="1907108"/>
                </a:lnTo>
                <a:lnTo>
                  <a:pt x="3644978" y="1906206"/>
                </a:lnTo>
                <a:lnTo>
                  <a:pt x="3643331" y="1905303"/>
                </a:lnTo>
                <a:lnTo>
                  <a:pt x="3641685" y="1904398"/>
                </a:lnTo>
                <a:lnTo>
                  <a:pt x="3640039" y="1903493"/>
                </a:lnTo>
                <a:lnTo>
                  <a:pt x="3638392" y="1902587"/>
                </a:lnTo>
                <a:lnTo>
                  <a:pt x="3636746" y="1901679"/>
                </a:lnTo>
                <a:lnTo>
                  <a:pt x="3635100" y="1900771"/>
                </a:lnTo>
                <a:lnTo>
                  <a:pt x="3633453" y="1899862"/>
                </a:lnTo>
                <a:lnTo>
                  <a:pt x="3631807" y="1898951"/>
                </a:lnTo>
                <a:lnTo>
                  <a:pt x="3630161" y="1898040"/>
                </a:lnTo>
                <a:lnTo>
                  <a:pt x="3628514" y="1897128"/>
                </a:lnTo>
                <a:lnTo>
                  <a:pt x="3626868" y="1896215"/>
                </a:lnTo>
                <a:lnTo>
                  <a:pt x="3625222" y="1895300"/>
                </a:lnTo>
                <a:lnTo>
                  <a:pt x="3623575" y="1894385"/>
                </a:lnTo>
                <a:lnTo>
                  <a:pt x="3621929" y="1893469"/>
                </a:lnTo>
                <a:lnTo>
                  <a:pt x="3620283" y="1892552"/>
                </a:lnTo>
                <a:lnTo>
                  <a:pt x="3618636" y="1891634"/>
                </a:lnTo>
                <a:lnTo>
                  <a:pt x="3616990" y="1890714"/>
                </a:lnTo>
                <a:lnTo>
                  <a:pt x="3615344" y="1889794"/>
                </a:lnTo>
                <a:lnTo>
                  <a:pt x="3613697" y="1888873"/>
                </a:lnTo>
                <a:lnTo>
                  <a:pt x="3612051" y="1887951"/>
                </a:lnTo>
                <a:lnTo>
                  <a:pt x="3610405" y="1887028"/>
                </a:lnTo>
                <a:lnTo>
                  <a:pt x="3608758" y="1886104"/>
                </a:lnTo>
                <a:lnTo>
                  <a:pt x="3607112" y="1885179"/>
                </a:lnTo>
                <a:lnTo>
                  <a:pt x="3605466" y="1884253"/>
                </a:lnTo>
                <a:lnTo>
                  <a:pt x="3603819" y="1883326"/>
                </a:lnTo>
                <a:lnTo>
                  <a:pt x="3602173" y="1882398"/>
                </a:lnTo>
                <a:lnTo>
                  <a:pt x="3600527" y="1881469"/>
                </a:lnTo>
                <a:lnTo>
                  <a:pt x="3598880" y="1880539"/>
                </a:lnTo>
                <a:lnTo>
                  <a:pt x="3597234" y="1879608"/>
                </a:lnTo>
                <a:lnTo>
                  <a:pt x="3595588" y="1878676"/>
                </a:lnTo>
                <a:lnTo>
                  <a:pt x="3593941" y="1877743"/>
                </a:lnTo>
                <a:lnTo>
                  <a:pt x="3592295" y="1876809"/>
                </a:lnTo>
                <a:lnTo>
                  <a:pt x="3590649" y="1875874"/>
                </a:lnTo>
                <a:lnTo>
                  <a:pt x="3589002" y="1874939"/>
                </a:lnTo>
                <a:lnTo>
                  <a:pt x="3587356" y="1874002"/>
                </a:lnTo>
                <a:lnTo>
                  <a:pt x="3585710" y="1873064"/>
                </a:lnTo>
                <a:lnTo>
                  <a:pt x="3584063" y="1872125"/>
                </a:lnTo>
                <a:lnTo>
                  <a:pt x="3582417" y="1871186"/>
                </a:lnTo>
                <a:lnTo>
                  <a:pt x="3580771" y="1870245"/>
                </a:lnTo>
                <a:lnTo>
                  <a:pt x="3579124" y="1869303"/>
                </a:lnTo>
                <a:lnTo>
                  <a:pt x="3577478" y="1868360"/>
                </a:lnTo>
                <a:lnTo>
                  <a:pt x="3575832" y="1867417"/>
                </a:lnTo>
                <a:lnTo>
                  <a:pt x="3574185" y="1866472"/>
                </a:lnTo>
                <a:lnTo>
                  <a:pt x="3572539" y="1865527"/>
                </a:lnTo>
                <a:lnTo>
                  <a:pt x="3570893" y="1864580"/>
                </a:lnTo>
                <a:lnTo>
                  <a:pt x="3569246" y="1863633"/>
                </a:lnTo>
                <a:lnTo>
                  <a:pt x="3567600" y="1862684"/>
                </a:lnTo>
                <a:lnTo>
                  <a:pt x="3565954" y="1861735"/>
                </a:lnTo>
                <a:lnTo>
                  <a:pt x="3564307" y="1860784"/>
                </a:lnTo>
                <a:lnTo>
                  <a:pt x="3562661" y="1859833"/>
                </a:lnTo>
                <a:lnTo>
                  <a:pt x="3561015" y="1858880"/>
                </a:lnTo>
                <a:lnTo>
                  <a:pt x="3559368" y="1857927"/>
                </a:lnTo>
                <a:lnTo>
                  <a:pt x="3557722" y="1856973"/>
                </a:lnTo>
                <a:lnTo>
                  <a:pt x="3556076" y="1856018"/>
                </a:lnTo>
                <a:lnTo>
                  <a:pt x="3554429" y="1855061"/>
                </a:lnTo>
                <a:lnTo>
                  <a:pt x="3552783" y="1854104"/>
                </a:lnTo>
                <a:lnTo>
                  <a:pt x="3551137" y="1853146"/>
                </a:lnTo>
                <a:lnTo>
                  <a:pt x="3549490" y="1852187"/>
                </a:lnTo>
                <a:lnTo>
                  <a:pt x="3547844" y="1851227"/>
                </a:lnTo>
                <a:lnTo>
                  <a:pt x="3546198" y="1850266"/>
                </a:lnTo>
                <a:lnTo>
                  <a:pt x="3544551" y="1849304"/>
                </a:lnTo>
                <a:lnTo>
                  <a:pt x="3542905" y="1848341"/>
                </a:lnTo>
                <a:lnTo>
                  <a:pt x="3541259" y="1847377"/>
                </a:lnTo>
                <a:lnTo>
                  <a:pt x="3539612" y="1846412"/>
                </a:lnTo>
                <a:lnTo>
                  <a:pt x="3537966" y="1845446"/>
                </a:lnTo>
                <a:lnTo>
                  <a:pt x="3536320" y="1844479"/>
                </a:lnTo>
                <a:lnTo>
                  <a:pt x="3534673" y="1843511"/>
                </a:lnTo>
                <a:lnTo>
                  <a:pt x="3533027" y="1842542"/>
                </a:lnTo>
                <a:lnTo>
                  <a:pt x="3531381" y="1841573"/>
                </a:lnTo>
                <a:lnTo>
                  <a:pt x="3529734" y="1840602"/>
                </a:lnTo>
                <a:lnTo>
                  <a:pt x="3528088" y="1839630"/>
                </a:lnTo>
                <a:lnTo>
                  <a:pt x="3526442" y="1838658"/>
                </a:lnTo>
                <a:lnTo>
                  <a:pt x="3524795" y="1837684"/>
                </a:lnTo>
                <a:lnTo>
                  <a:pt x="3523149" y="1836709"/>
                </a:lnTo>
                <a:lnTo>
                  <a:pt x="3521503" y="1835734"/>
                </a:lnTo>
                <a:lnTo>
                  <a:pt x="3519856" y="1834758"/>
                </a:lnTo>
                <a:lnTo>
                  <a:pt x="3518210" y="1833780"/>
                </a:lnTo>
                <a:lnTo>
                  <a:pt x="3516564" y="1832802"/>
                </a:lnTo>
                <a:lnTo>
                  <a:pt x="3514917" y="1831822"/>
                </a:lnTo>
                <a:lnTo>
                  <a:pt x="3513271" y="1830842"/>
                </a:lnTo>
                <a:lnTo>
                  <a:pt x="3511625" y="1829861"/>
                </a:lnTo>
                <a:lnTo>
                  <a:pt x="3509978" y="1828879"/>
                </a:lnTo>
                <a:lnTo>
                  <a:pt x="3508332" y="1827896"/>
                </a:lnTo>
                <a:lnTo>
                  <a:pt x="3506686" y="1826912"/>
                </a:lnTo>
                <a:lnTo>
                  <a:pt x="3505039" y="1825926"/>
                </a:lnTo>
                <a:lnTo>
                  <a:pt x="3503393" y="1824940"/>
                </a:lnTo>
                <a:lnTo>
                  <a:pt x="3501747" y="1823954"/>
                </a:lnTo>
                <a:lnTo>
                  <a:pt x="3500100" y="1822966"/>
                </a:lnTo>
                <a:lnTo>
                  <a:pt x="3498454" y="1821977"/>
                </a:lnTo>
                <a:lnTo>
                  <a:pt x="3496808" y="1820987"/>
                </a:lnTo>
                <a:lnTo>
                  <a:pt x="3495161" y="1819996"/>
                </a:lnTo>
                <a:lnTo>
                  <a:pt x="3493515" y="1819005"/>
                </a:lnTo>
                <a:lnTo>
                  <a:pt x="3491869" y="1818012"/>
                </a:lnTo>
                <a:lnTo>
                  <a:pt x="3490222" y="1817018"/>
                </a:lnTo>
                <a:lnTo>
                  <a:pt x="3488576" y="1816024"/>
                </a:lnTo>
                <a:lnTo>
                  <a:pt x="3486930" y="1815028"/>
                </a:lnTo>
                <a:lnTo>
                  <a:pt x="3485283" y="1814032"/>
                </a:lnTo>
                <a:lnTo>
                  <a:pt x="3483637" y="1813034"/>
                </a:lnTo>
                <a:lnTo>
                  <a:pt x="3481991" y="1812036"/>
                </a:lnTo>
                <a:lnTo>
                  <a:pt x="3480344" y="1811037"/>
                </a:lnTo>
                <a:lnTo>
                  <a:pt x="3478698" y="1810037"/>
                </a:lnTo>
                <a:lnTo>
                  <a:pt x="3477052" y="1809035"/>
                </a:lnTo>
                <a:lnTo>
                  <a:pt x="3475405" y="1808033"/>
                </a:lnTo>
                <a:lnTo>
                  <a:pt x="3473759" y="1807030"/>
                </a:lnTo>
                <a:lnTo>
                  <a:pt x="3472113" y="1806026"/>
                </a:lnTo>
                <a:lnTo>
                  <a:pt x="3470466" y="1805021"/>
                </a:lnTo>
                <a:lnTo>
                  <a:pt x="3468820" y="1804015"/>
                </a:lnTo>
                <a:lnTo>
                  <a:pt x="3467174" y="1803009"/>
                </a:lnTo>
                <a:lnTo>
                  <a:pt x="3465527" y="1802001"/>
                </a:lnTo>
                <a:lnTo>
                  <a:pt x="3463881" y="1800992"/>
                </a:lnTo>
                <a:lnTo>
                  <a:pt x="3462235" y="1799983"/>
                </a:lnTo>
                <a:lnTo>
                  <a:pt x="3460588" y="1798972"/>
                </a:lnTo>
                <a:lnTo>
                  <a:pt x="3458942" y="1797960"/>
                </a:lnTo>
                <a:lnTo>
                  <a:pt x="3457296" y="1796948"/>
                </a:lnTo>
                <a:lnTo>
                  <a:pt x="3455649" y="1795935"/>
                </a:lnTo>
                <a:lnTo>
                  <a:pt x="3454003" y="1794920"/>
                </a:lnTo>
                <a:lnTo>
                  <a:pt x="3452357" y="1793905"/>
                </a:lnTo>
                <a:lnTo>
                  <a:pt x="3450710" y="1792889"/>
                </a:lnTo>
                <a:lnTo>
                  <a:pt x="3449064" y="1791872"/>
                </a:lnTo>
                <a:lnTo>
                  <a:pt x="3447418" y="1790854"/>
                </a:lnTo>
                <a:lnTo>
                  <a:pt x="3445772" y="1789835"/>
                </a:lnTo>
                <a:lnTo>
                  <a:pt x="3444125" y="1788815"/>
                </a:lnTo>
                <a:lnTo>
                  <a:pt x="3442479" y="1787794"/>
                </a:lnTo>
                <a:lnTo>
                  <a:pt x="3440833" y="1786772"/>
                </a:lnTo>
                <a:lnTo>
                  <a:pt x="3439186" y="1785749"/>
                </a:lnTo>
                <a:lnTo>
                  <a:pt x="3437540" y="1784726"/>
                </a:lnTo>
                <a:lnTo>
                  <a:pt x="3435894" y="1783701"/>
                </a:lnTo>
                <a:lnTo>
                  <a:pt x="3434247" y="1782676"/>
                </a:lnTo>
                <a:lnTo>
                  <a:pt x="3432601" y="1781649"/>
                </a:lnTo>
                <a:lnTo>
                  <a:pt x="3430955" y="1780622"/>
                </a:lnTo>
                <a:lnTo>
                  <a:pt x="3429308" y="1779593"/>
                </a:lnTo>
                <a:lnTo>
                  <a:pt x="3427662" y="1778564"/>
                </a:lnTo>
                <a:lnTo>
                  <a:pt x="3426016" y="1777534"/>
                </a:lnTo>
                <a:lnTo>
                  <a:pt x="3424369" y="1776503"/>
                </a:lnTo>
                <a:lnTo>
                  <a:pt x="3422723" y="1775471"/>
                </a:lnTo>
                <a:lnTo>
                  <a:pt x="3421077" y="1774438"/>
                </a:lnTo>
                <a:lnTo>
                  <a:pt x="3419430" y="1773404"/>
                </a:lnTo>
                <a:lnTo>
                  <a:pt x="3417784" y="1772369"/>
                </a:lnTo>
                <a:lnTo>
                  <a:pt x="3416138" y="1771334"/>
                </a:lnTo>
                <a:lnTo>
                  <a:pt x="3414491" y="1770297"/>
                </a:lnTo>
                <a:lnTo>
                  <a:pt x="3412845" y="1769260"/>
                </a:lnTo>
                <a:lnTo>
                  <a:pt x="3411199" y="1768221"/>
                </a:lnTo>
                <a:lnTo>
                  <a:pt x="3409552" y="1767182"/>
                </a:lnTo>
                <a:lnTo>
                  <a:pt x="3407906" y="1766141"/>
                </a:lnTo>
                <a:lnTo>
                  <a:pt x="3406260" y="1765100"/>
                </a:lnTo>
                <a:lnTo>
                  <a:pt x="3404613" y="1764058"/>
                </a:lnTo>
                <a:lnTo>
                  <a:pt x="3402967" y="1763015"/>
                </a:lnTo>
                <a:lnTo>
                  <a:pt x="3401321" y="1761971"/>
                </a:lnTo>
                <a:lnTo>
                  <a:pt x="3399674" y="1760926"/>
                </a:lnTo>
                <a:lnTo>
                  <a:pt x="3398028" y="1759880"/>
                </a:lnTo>
                <a:lnTo>
                  <a:pt x="3396382" y="1758834"/>
                </a:lnTo>
                <a:lnTo>
                  <a:pt x="3394735" y="1757786"/>
                </a:lnTo>
                <a:lnTo>
                  <a:pt x="3393089" y="1756737"/>
                </a:lnTo>
                <a:lnTo>
                  <a:pt x="3391443" y="1755688"/>
                </a:lnTo>
                <a:lnTo>
                  <a:pt x="3389796" y="1754637"/>
                </a:lnTo>
                <a:lnTo>
                  <a:pt x="3388150" y="1753586"/>
                </a:lnTo>
                <a:lnTo>
                  <a:pt x="3386504" y="1752534"/>
                </a:lnTo>
                <a:lnTo>
                  <a:pt x="3384857" y="1751481"/>
                </a:lnTo>
                <a:lnTo>
                  <a:pt x="3383211" y="1750427"/>
                </a:lnTo>
                <a:lnTo>
                  <a:pt x="3381565" y="1749372"/>
                </a:lnTo>
                <a:lnTo>
                  <a:pt x="3379918" y="1748316"/>
                </a:lnTo>
                <a:lnTo>
                  <a:pt x="3378272" y="1747259"/>
                </a:lnTo>
                <a:lnTo>
                  <a:pt x="3376626" y="1746202"/>
                </a:lnTo>
                <a:lnTo>
                  <a:pt x="3374979" y="1745143"/>
                </a:lnTo>
                <a:lnTo>
                  <a:pt x="3373333" y="1744084"/>
                </a:lnTo>
                <a:lnTo>
                  <a:pt x="3371687" y="1743023"/>
                </a:lnTo>
                <a:lnTo>
                  <a:pt x="3370040" y="1741962"/>
                </a:lnTo>
                <a:lnTo>
                  <a:pt x="3368394" y="1740900"/>
                </a:lnTo>
                <a:lnTo>
                  <a:pt x="3366748" y="1739837"/>
                </a:lnTo>
                <a:lnTo>
                  <a:pt x="3365101" y="1738773"/>
                </a:lnTo>
                <a:lnTo>
                  <a:pt x="3363455" y="1737708"/>
                </a:lnTo>
                <a:lnTo>
                  <a:pt x="3361809" y="1736642"/>
                </a:lnTo>
                <a:lnTo>
                  <a:pt x="3360162" y="1735575"/>
                </a:lnTo>
                <a:lnTo>
                  <a:pt x="3358516" y="1734507"/>
                </a:lnTo>
                <a:lnTo>
                  <a:pt x="3356870" y="1733439"/>
                </a:lnTo>
                <a:lnTo>
                  <a:pt x="3355223" y="1732370"/>
                </a:lnTo>
                <a:lnTo>
                  <a:pt x="3353577" y="1731299"/>
                </a:lnTo>
                <a:lnTo>
                  <a:pt x="3351931" y="1730228"/>
                </a:lnTo>
                <a:lnTo>
                  <a:pt x="3350284" y="1729156"/>
                </a:lnTo>
                <a:lnTo>
                  <a:pt x="3348638" y="1728083"/>
                </a:lnTo>
                <a:lnTo>
                  <a:pt x="3346992" y="1727009"/>
                </a:lnTo>
                <a:lnTo>
                  <a:pt x="3345345" y="1725934"/>
                </a:lnTo>
                <a:lnTo>
                  <a:pt x="3343699" y="1724858"/>
                </a:lnTo>
                <a:lnTo>
                  <a:pt x="3342053" y="1723782"/>
                </a:lnTo>
                <a:lnTo>
                  <a:pt x="3340406" y="1722704"/>
                </a:lnTo>
                <a:lnTo>
                  <a:pt x="3338760" y="1721626"/>
                </a:lnTo>
                <a:lnTo>
                  <a:pt x="3337114" y="1720547"/>
                </a:lnTo>
                <a:lnTo>
                  <a:pt x="3335467" y="1719467"/>
                </a:lnTo>
                <a:lnTo>
                  <a:pt x="3333821" y="1718385"/>
                </a:lnTo>
                <a:lnTo>
                  <a:pt x="3332175" y="1717304"/>
                </a:lnTo>
                <a:lnTo>
                  <a:pt x="3330528" y="1716221"/>
                </a:lnTo>
                <a:lnTo>
                  <a:pt x="3328882" y="1715137"/>
                </a:lnTo>
                <a:lnTo>
                  <a:pt x="3327236" y="1714052"/>
                </a:lnTo>
                <a:lnTo>
                  <a:pt x="3325589" y="1712967"/>
                </a:lnTo>
                <a:lnTo>
                  <a:pt x="3323943" y="1711880"/>
                </a:lnTo>
                <a:lnTo>
                  <a:pt x="3322297" y="1710793"/>
                </a:lnTo>
                <a:lnTo>
                  <a:pt x="3320650" y="1709705"/>
                </a:lnTo>
                <a:lnTo>
                  <a:pt x="3319004" y="1708616"/>
                </a:lnTo>
                <a:lnTo>
                  <a:pt x="3317358" y="1707526"/>
                </a:lnTo>
                <a:lnTo>
                  <a:pt x="3315711" y="1706435"/>
                </a:lnTo>
                <a:lnTo>
                  <a:pt x="3314065" y="1705344"/>
                </a:lnTo>
                <a:lnTo>
                  <a:pt x="3312419" y="1704251"/>
                </a:lnTo>
                <a:lnTo>
                  <a:pt x="3310772" y="1703158"/>
                </a:lnTo>
                <a:lnTo>
                  <a:pt x="3309126" y="1702063"/>
                </a:lnTo>
                <a:lnTo>
                  <a:pt x="3307480" y="1700968"/>
                </a:lnTo>
                <a:lnTo>
                  <a:pt x="3305833" y="1699872"/>
                </a:lnTo>
                <a:lnTo>
                  <a:pt x="3304187" y="1698775"/>
                </a:lnTo>
                <a:lnTo>
                  <a:pt x="3302541" y="1697677"/>
                </a:lnTo>
                <a:lnTo>
                  <a:pt x="3300894" y="1696578"/>
                </a:lnTo>
                <a:lnTo>
                  <a:pt x="3299248" y="1695479"/>
                </a:lnTo>
                <a:lnTo>
                  <a:pt x="3297602" y="1694378"/>
                </a:lnTo>
                <a:lnTo>
                  <a:pt x="3295955" y="1693277"/>
                </a:lnTo>
                <a:lnTo>
                  <a:pt x="3294309" y="1692175"/>
                </a:lnTo>
                <a:lnTo>
                  <a:pt x="3292663" y="1691072"/>
                </a:lnTo>
                <a:lnTo>
                  <a:pt x="3291016" y="1689968"/>
                </a:lnTo>
                <a:lnTo>
                  <a:pt x="3289370" y="1688863"/>
                </a:lnTo>
                <a:lnTo>
                  <a:pt x="3287724" y="1687757"/>
                </a:lnTo>
                <a:lnTo>
                  <a:pt x="3286077" y="1686650"/>
                </a:lnTo>
                <a:lnTo>
                  <a:pt x="3284431" y="1685543"/>
                </a:lnTo>
                <a:lnTo>
                  <a:pt x="3282785" y="1684435"/>
                </a:lnTo>
                <a:lnTo>
                  <a:pt x="3281138" y="1683325"/>
                </a:lnTo>
                <a:lnTo>
                  <a:pt x="3279492" y="1682215"/>
                </a:lnTo>
                <a:lnTo>
                  <a:pt x="3277846" y="1681104"/>
                </a:lnTo>
                <a:lnTo>
                  <a:pt x="3276199" y="1679993"/>
                </a:lnTo>
                <a:lnTo>
                  <a:pt x="3274553" y="1678880"/>
                </a:lnTo>
                <a:lnTo>
                  <a:pt x="3272907" y="1677766"/>
                </a:lnTo>
                <a:lnTo>
                  <a:pt x="3271260" y="1676652"/>
                </a:lnTo>
                <a:lnTo>
                  <a:pt x="3269614" y="1675537"/>
                </a:lnTo>
                <a:lnTo>
                  <a:pt x="3267968" y="1674421"/>
                </a:lnTo>
                <a:lnTo>
                  <a:pt x="3266321" y="1673304"/>
                </a:lnTo>
                <a:lnTo>
                  <a:pt x="3264675" y="1672186"/>
                </a:lnTo>
                <a:lnTo>
                  <a:pt x="3263029" y="1671067"/>
                </a:lnTo>
                <a:lnTo>
                  <a:pt x="3261382" y="1669947"/>
                </a:lnTo>
                <a:lnTo>
                  <a:pt x="3259736" y="1668827"/>
                </a:lnTo>
                <a:lnTo>
                  <a:pt x="3258090" y="1667706"/>
                </a:lnTo>
                <a:lnTo>
                  <a:pt x="3256443" y="1666584"/>
                </a:lnTo>
                <a:lnTo>
                  <a:pt x="3254797" y="1665461"/>
                </a:lnTo>
                <a:lnTo>
                  <a:pt x="3253151" y="1664337"/>
                </a:lnTo>
                <a:lnTo>
                  <a:pt x="3251504" y="1663212"/>
                </a:lnTo>
                <a:lnTo>
                  <a:pt x="3249858" y="1662087"/>
                </a:lnTo>
                <a:lnTo>
                  <a:pt x="3248212" y="1660960"/>
                </a:lnTo>
                <a:lnTo>
                  <a:pt x="3246565" y="1659833"/>
                </a:lnTo>
                <a:lnTo>
                  <a:pt x="3244919" y="1658705"/>
                </a:lnTo>
                <a:lnTo>
                  <a:pt x="3243273" y="1657576"/>
                </a:lnTo>
                <a:lnTo>
                  <a:pt x="3241626" y="1656446"/>
                </a:lnTo>
                <a:lnTo>
                  <a:pt x="3239980" y="1655315"/>
                </a:lnTo>
                <a:lnTo>
                  <a:pt x="3238334" y="1654184"/>
                </a:lnTo>
                <a:lnTo>
                  <a:pt x="3236687" y="1653051"/>
                </a:lnTo>
                <a:lnTo>
                  <a:pt x="3235041" y="1651918"/>
                </a:lnTo>
                <a:lnTo>
                  <a:pt x="3233395" y="1650784"/>
                </a:lnTo>
                <a:lnTo>
                  <a:pt x="3231748" y="1649649"/>
                </a:lnTo>
                <a:lnTo>
                  <a:pt x="3230102" y="1648514"/>
                </a:lnTo>
                <a:lnTo>
                  <a:pt x="3228456" y="1647377"/>
                </a:lnTo>
                <a:lnTo>
                  <a:pt x="3226809" y="1646240"/>
                </a:lnTo>
                <a:lnTo>
                  <a:pt x="3225163" y="1645101"/>
                </a:lnTo>
                <a:lnTo>
                  <a:pt x="3223517" y="1643962"/>
                </a:lnTo>
                <a:lnTo>
                  <a:pt x="3221870" y="1642822"/>
                </a:lnTo>
                <a:lnTo>
                  <a:pt x="3220224" y="1641681"/>
                </a:lnTo>
                <a:lnTo>
                  <a:pt x="3218578" y="1640540"/>
                </a:lnTo>
                <a:lnTo>
                  <a:pt x="3216931" y="1639397"/>
                </a:lnTo>
                <a:lnTo>
                  <a:pt x="3215285" y="1638254"/>
                </a:lnTo>
                <a:lnTo>
                  <a:pt x="3213639" y="1637110"/>
                </a:lnTo>
                <a:lnTo>
                  <a:pt x="3211992" y="1635965"/>
                </a:lnTo>
                <a:lnTo>
                  <a:pt x="3210346" y="1634819"/>
                </a:lnTo>
                <a:lnTo>
                  <a:pt x="3208700" y="1633672"/>
                </a:lnTo>
                <a:lnTo>
                  <a:pt x="3207053" y="1632525"/>
                </a:lnTo>
                <a:lnTo>
                  <a:pt x="3205407" y="1631377"/>
                </a:lnTo>
                <a:lnTo>
                  <a:pt x="3203761" y="1630227"/>
                </a:lnTo>
                <a:lnTo>
                  <a:pt x="3202114" y="1629077"/>
                </a:lnTo>
                <a:lnTo>
                  <a:pt x="3200468" y="1627927"/>
                </a:lnTo>
                <a:lnTo>
                  <a:pt x="3198822" y="1626775"/>
                </a:lnTo>
                <a:lnTo>
                  <a:pt x="3197175" y="1625623"/>
                </a:lnTo>
                <a:lnTo>
                  <a:pt x="3195529" y="1624469"/>
                </a:lnTo>
                <a:lnTo>
                  <a:pt x="3193883" y="1623315"/>
                </a:lnTo>
                <a:lnTo>
                  <a:pt x="3192236" y="1622160"/>
                </a:lnTo>
                <a:lnTo>
                  <a:pt x="3190590" y="1621004"/>
                </a:lnTo>
                <a:lnTo>
                  <a:pt x="3188944" y="1619848"/>
                </a:lnTo>
                <a:lnTo>
                  <a:pt x="3187297" y="1618690"/>
                </a:lnTo>
                <a:lnTo>
                  <a:pt x="3185651" y="1617532"/>
                </a:lnTo>
                <a:lnTo>
                  <a:pt x="3184005" y="1616373"/>
                </a:lnTo>
                <a:lnTo>
                  <a:pt x="3182358" y="1615213"/>
                </a:lnTo>
                <a:lnTo>
                  <a:pt x="3180712" y="1614053"/>
                </a:lnTo>
                <a:lnTo>
                  <a:pt x="3179066" y="1612891"/>
                </a:lnTo>
                <a:lnTo>
                  <a:pt x="3177419" y="1611729"/>
                </a:lnTo>
                <a:lnTo>
                  <a:pt x="3175773" y="1610566"/>
                </a:lnTo>
                <a:lnTo>
                  <a:pt x="3174127" y="1609402"/>
                </a:lnTo>
                <a:lnTo>
                  <a:pt x="3172480" y="1608237"/>
                </a:lnTo>
                <a:lnTo>
                  <a:pt x="3170834" y="1607071"/>
                </a:lnTo>
                <a:lnTo>
                  <a:pt x="3169188" y="1605905"/>
                </a:lnTo>
                <a:lnTo>
                  <a:pt x="3167541" y="1604738"/>
                </a:lnTo>
                <a:lnTo>
                  <a:pt x="3165895" y="1603570"/>
                </a:lnTo>
                <a:lnTo>
                  <a:pt x="3164249" y="1602401"/>
                </a:lnTo>
                <a:lnTo>
                  <a:pt x="3162602" y="1601231"/>
                </a:lnTo>
                <a:lnTo>
                  <a:pt x="3160956" y="1600061"/>
                </a:lnTo>
                <a:lnTo>
                  <a:pt x="3159310" y="1598889"/>
                </a:lnTo>
                <a:lnTo>
                  <a:pt x="3157663" y="1597717"/>
                </a:lnTo>
                <a:lnTo>
                  <a:pt x="3156017" y="1596544"/>
                </a:lnTo>
                <a:lnTo>
                  <a:pt x="3154371" y="1595371"/>
                </a:lnTo>
                <a:lnTo>
                  <a:pt x="3152724" y="1594196"/>
                </a:lnTo>
                <a:lnTo>
                  <a:pt x="3151078" y="1593021"/>
                </a:lnTo>
                <a:lnTo>
                  <a:pt x="3149432" y="1591845"/>
                </a:lnTo>
                <a:lnTo>
                  <a:pt x="3147785" y="1590668"/>
                </a:lnTo>
                <a:lnTo>
                  <a:pt x="3146139" y="1589490"/>
                </a:lnTo>
                <a:lnTo>
                  <a:pt x="3144493" y="1588312"/>
                </a:lnTo>
                <a:lnTo>
                  <a:pt x="3142846" y="1587132"/>
                </a:lnTo>
                <a:lnTo>
                  <a:pt x="3141200" y="1585952"/>
                </a:lnTo>
                <a:lnTo>
                  <a:pt x="3139554" y="1584771"/>
                </a:lnTo>
                <a:lnTo>
                  <a:pt x="3137907" y="1583590"/>
                </a:lnTo>
                <a:lnTo>
                  <a:pt x="3136261" y="1582407"/>
                </a:lnTo>
                <a:lnTo>
                  <a:pt x="3134615" y="1581224"/>
                </a:lnTo>
                <a:lnTo>
                  <a:pt x="3132969" y="1580040"/>
                </a:lnTo>
                <a:lnTo>
                  <a:pt x="3131322" y="1578855"/>
                </a:lnTo>
                <a:lnTo>
                  <a:pt x="3129676" y="1577669"/>
                </a:lnTo>
                <a:lnTo>
                  <a:pt x="3128030" y="1576483"/>
                </a:lnTo>
                <a:lnTo>
                  <a:pt x="3126383" y="1575295"/>
                </a:lnTo>
                <a:lnTo>
                  <a:pt x="3124737" y="1574107"/>
                </a:lnTo>
                <a:lnTo>
                  <a:pt x="3123091" y="1572919"/>
                </a:lnTo>
                <a:lnTo>
                  <a:pt x="3121444" y="1571729"/>
                </a:lnTo>
                <a:lnTo>
                  <a:pt x="3119798" y="1570539"/>
                </a:lnTo>
                <a:lnTo>
                  <a:pt x="3118152" y="1569347"/>
                </a:lnTo>
                <a:lnTo>
                  <a:pt x="3116505" y="1568155"/>
                </a:lnTo>
                <a:lnTo>
                  <a:pt x="3114859" y="1566963"/>
                </a:lnTo>
                <a:lnTo>
                  <a:pt x="3113213" y="1565769"/>
                </a:lnTo>
                <a:lnTo>
                  <a:pt x="3111566" y="1564575"/>
                </a:lnTo>
                <a:lnTo>
                  <a:pt x="3109920" y="1563380"/>
                </a:lnTo>
                <a:lnTo>
                  <a:pt x="3108274" y="1562184"/>
                </a:lnTo>
                <a:lnTo>
                  <a:pt x="3106627" y="1560987"/>
                </a:lnTo>
                <a:lnTo>
                  <a:pt x="3104981" y="1559790"/>
                </a:lnTo>
                <a:lnTo>
                  <a:pt x="3103335" y="1558592"/>
                </a:lnTo>
                <a:lnTo>
                  <a:pt x="3101688" y="1557393"/>
                </a:lnTo>
                <a:lnTo>
                  <a:pt x="3100042" y="1556193"/>
                </a:lnTo>
                <a:lnTo>
                  <a:pt x="3098396" y="1554992"/>
                </a:lnTo>
                <a:lnTo>
                  <a:pt x="3096749" y="1553791"/>
                </a:lnTo>
                <a:lnTo>
                  <a:pt x="3095103" y="1552589"/>
                </a:lnTo>
                <a:lnTo>
                  <a:pt x="3093457" y="1551386"/>
                </a:lnTo>
                <a:lnTo>
                  <a:pt x="3091810" y="1550182"/>
                </a:lnTo>
                <a:lnTo>
                  <a:pt x="3090164" y="1548978"/>
                </a:lnTo>
                <a:lnTo>
                  <a:pt x="3088518" y="1547773"/>
                </a:lnTo>
                <a:lnTo>
                  <a:pt x="3086871" y="1546567"/>
                </a:lnTo>
                <a:lnTo>
                  <a:pt x="3085225" y="1545360"/>
                </a:lnTo>
                <a:lnTo>
                  <a:pt x="3083579" y="1544153"/>
                </a:lnTo>
                <a:lnTo>
                  <a:pt x="3081932" y="1542945"/>
                </a:lnTo>
                <a:lnTo>
                  <a:pt x="3080286" y="1541736"/>
                </a:lnTo>
                <a:lnTo>
                  <a:pt x="3078640" y="1540526"/>
                </a:lnTo>
                <a:lnTo>
                  <a:pt x="3076993" y="1539315"/>
                </a:lnTo>
                <a:lnTo>
                  <a:pt x="3075347" y="1538104"/>
                </a:lnTo>
                <a:lnTo>
                  <a:pt x="3073701" y="1536892"/>
                </a:lnTo>
                <a:lnTo>
                  <a:pt x="3072054" y="1535679"/>
                </a:lnTo>
                <a:lnTo>
                  <a:pt x="3070408" y="1534466"/>
                </a:lnTo>
                <a:lnTo>
                  <a:pt x="3068762" y="1533251"/>
                </a:lnTo>
                <a:lnTo>
                  <a:pt x="3067115" y="1532036"/>
                </a:lnTo>
                <a:lnTo>
                  <a:pt x="3065469" y="1530821"/>
                </a:lnTo>
                <a:lnTo>
                  <a:pt x="3063823" y="1529604"/>
                </a:lnTo>
                <a:lnTo>
                  <a:pt x="3062176" y="1528387"/>
                </a:lnTo>
                <a:lnTo>
                  <a:pt x="3060530" y="1527169"/>
                </a:lnTo>
                <a:lnTo>
                  <a:pt x="3058884" y="1525950"/>
                </a:lnTo>
                <a:lnTo>
                  <a:pt x="3057237" y="1524730"/>
                </a:lnTo>
                <a:lnTo>
                  <a:pt x="3055591" y="1523510"/>
                </a:lnTo>
                <a:lnTo>
                  <a:pt x="3053945" y="1522289"/>
                </a:lnTo>
                <a:lnTo>
                  <a:pt x="3052298" y="1521067"/>
                </a:lnTo>
                <a:lnTo>
                  <a:pt x="3050652" y="1519845"/>
                </a:lnTo>
                <a:lnTo>
                  <a:pt x="3049006" y="1518621"/>
                </a:lnTo>
                <a:lnTo>
                  <a:pt x="3047359" y="1517397"/>
                </a:lnTo>
                <a:lnTo>
                  <a:pt x="3045713" y="1516173"/>
                </a:lnTo>
                <a:lnTo>
                  <a:pt x="3044067" y="1514947"/>
                </a:lnTo>
                <a:lnTo>
                  <a:pt x="3042420" y="1513721"/>
                </a:lnTo>
                <a:lnTo>
                  <a:pt x="3040774" y="1512494"/>
                </a:lnTo>
                <a:lnTo>
                  <a:pt x="3039128" y="1511266"/>
                </a:lnTo>
                <a:lnTo>
                  <a:pt x="3037481" y="1510038"/>
                </a:lnTo>
                <a:lnTo>
                  <a:pt x="3035835" y="1508808"/>
                </a:lnTo>
                <a:lnTo>
                  <a:pt x="3034189" y="1507578"/>
                </a:lnTo>
                <a:lnTo>
                  <a:pt x="3032542" y="1506348"/>
                </a:lnTo>
                <a:lnTo>
                  <a:pt x="3030896" y="1505116"/>
                </a:lnTo>
                <a:lnTo>
                  <a:pt x="3029250" y="1503884"/>
                </a:lnTo>
                <a:lnTo>
                  <a:pt x="3027603" y="1502651"/>
                </a:lnTo>
                <a:lnTo>
                  <a:pt x="3025957" y="1501418"/>
                </a:lnTo>
                <a:lnTo>
                  <a:pt x="3024311" y="1500183"/>
                </a:lnTo>
                <a:lnTo>
                  <a:pt x="3022664" y="1498948"/>
                </a:lnTo>
                <a:lnTo>
                  <a:pt x="3021018" y="1497713"/>
                </a:lnTo>
                <a:lnTo>
                  <a:pt x="3019372" y="1496476"/>
                </a:lnTo>
                <a:lnTo>
                  <a:pt x="3017725" y="1495239"/>
                </a:lnTo>
                <a:lnTo>
                  <a:pt x="3016079" y="1494001"/>
                </a:lnTo>
                <a:lnTo>
                  <a:pt x="3014433" y="1492762"/>
                </a:lnTo>
                <a:lnTo>
                  <a:pt x="3012786" y="1491523"/>
                </a:lnTo>
                <a:lnTo>
                  <a:pt x="3011140" y="1490283"/>
                </a:lnTo>
                <a:lnTo>
                  <a:pt x="3009494" y="1489042"/>
                </a:lnTo>
                <a:lnTo>
                  <a:pt x="3007847" y="1487801"/>
                </a:lnTo>
                <a:lnTo>
                  <a:pt x="3006201" y="1486558"/>
                </a:lnTo>
                <a:lnTo>
                  <a:pt x="3004555" y="1485315"/>
                </a:lnTo>
                <a:lnTo>
                  <a:pt x="3002908" y="1484072"/>
                </a:lnTo>
                <a:lnTo>
                  <a:pt x="3001262" y="1482827"/>
                </a:lnTo>
                <a:lnTo>
                  <a:pt x="2999616" y="1481582"/>
                </a:lnTo>
                <a:lnTo>
                  <a:pt x="2997969" y="1480336"/>
                </a:lnTo>
                <a:lnTo>
                  <a:pt x="2996323" y="1479090"/>
                </a:lnTo>
                <a:lnTo>
                  <a:pt x="2994677" y="1477843"/>
                </a:lnTo>
                <a:lnTo>
                  <a:pt x="2993030" y="1476595"/>
                </a:lnTo>
                <a:lnTo>
                  <a:pt x="2991384" y="1475346"/>
                </a:lnTo>
                <a:lnTo>
                  <a:pt x="2989738" y="1474097"/>
                </a:lnTo>
                <a:lnTo>
                  <a:pt x="2988091" y="1472847"/>
                </a:lnTo>
                <a:lnTo>
                  <a:pt x="2986445" y="1471596"/>
                </a:lnTo>
                <a:lnTo>
                  <a:pt x="2984799" y="1470344"/>
                </a:lnTo>
                <a:lnTo>
                  <a:pt x="2983152" y="1469092"/>
                </a:lnTo>
                <a:lnTo>
                  <a:pt x="2981506" y="1467839"/>
                </a:lnTo>
                <a:lnTo>
                  <a:pt x="2979860" y="1466586"/>
                </a:lnTo>
                <a:lnTo>
                  <a:pt x="2978213" y="1465332"/>
                </a:lnTo>
                <a:lnTo>
                  <a:pt x="2976567" y="1464077"/>
                </a:lnTo>
                <a:lnTo>
                  <a:pt x="2974921" y="1462821"/>
                </a:lnTo>
                <a:lnTo>
                  <a:pt x="2973274" y="1461565"/>
                </a:lnTo>
                <a:lnTo>
                  <a:pt x="2971628" y="1460308"/>
                </a:lnTo>
                <a:lnTo>
                  <a:pt x="2969982" y="1459050"/>
                </a:lnTo>
                <a:lnTo>
                  <a:pt x="2968335" y="1457792"/>
                </a:lnTo>
                <a:lnTo>
                  <a:pt x="2966689" y="1456533"/>
                </a:lnTo>
                <a:lnTo>
                  <a:pt x="2965043" y="1455273"/>
                </a:lnTo>
                <a:lnTo>
                  <a:pt x="2963396" y="1454012"/>
                </a:lnTo>
                <a:lnTo>
                  <a:pt x="2961750" y="1452751"/>
                </a:lnTo>
                <a:lnTo>
                  <a:pt x="2960104" y="1451489"/>
                </a:lnTo>
                <a:lnTo>
                  <a:pt x="2958457" y="1450227"/>
                </a:lnTo>
                <a:lnTo>
                  <a:pt x="2956811" y="1448964"/>
                </a:lnTo>
                <a:lnTo>
                  <a:pt x="2955165" y="1447700"/>
                </a:lnTo>
                <a:lnTo>
                  <a:pt x="2953518" y="1446435"/>
                </a:lnTo>
                <a:lnTo>
                  <a:pt x="2951872" y="1445170"/>
                </a:lnTo>
                <a:lnTo>
                  <a:pt x="2950226" y="1443904"/>
                </a:lnTo>
                <a:lnTo>
                  <a:pt x="2948579" y="1442638"/>
                </a:lnTo>
                <a:lnTo>
                  <a:pt x="2946933" y="1441370"/>
                </a:lnTo>
                <a:lnTo>
                  <a:pt x="2945287" y="1440102"/>
                </a:lnTo>
                <a:lnTo>
                  <a:pt x="2943640" y="1438834"/>
                </a:lnTo>
                <a:lnTo>
                  <a:pt x="2941994" y="1437565"/>
                </a:lnTo>
                <a:lnTo>
                  <a:pt x="2940348" y="1436295"/>
                </a:lnTo>
                <a:lnTo>
                  <a:pt x="2938701" y="1435024"/>
                </a:lnTo>
                <a:lnTo>
                  <a:pt x="2937055" y="1433753"/>
                </a:lnTo>
                <a:lnTo>
                  <a:pt x="2935409" y="1432481"/>
                </a:lnTo>
                <a:lnTo>
                  <a:pt x="2933762" y="1431208"/>
                </a:lnTo>
                <a:lnTo>
                  <a:pt x="2932116" y="1429935"/>
                </a:lnTo>
                <a:lnTo>
                  <a:pt x="2930470" y="1428661"/>
                </a:lnTo>
                <a:lnTo>
                  <a:pt x="2928823" y="1427387"/>
                </a:lnTo>
                <a:lnTo>
                  <a:pt x="2927177" y="1426111"/>
                </a:lnTo>
                <a:lnTo>
                  <a:pt x="2925531" y="1424835"/>
                </a:lnTo>
                <a:lnTo>
                  <a:pt x="2923884" y="1423559"/>
                </a:lnTo>
                <a:lnTo>
                  <a:pt x="2922238" y="1422282"/>
                </a:lnTo>
                <a:lnTo>
                  <a:pt x="2920592" y="1421004"/>
                </a:lnTo>
                <a:lnTo>
                  <a:pt x="2918945" y="1419725"/>
                </a:lnTo>
                <a:lnTo>
                  <a:pt x="2917299" y="1418446"/>
                </a:lnTo>
                <a:lnTo>
                  <a:pt x="2915653" y="1417166"/>
                </a:lnTo>
                <a:lnTo>
                  <a:pt x="2914006" y="1415886"/>
                </a:lnTo>
                <a:lnTo>
                  <a:pt x="2912360" y="1414605"/>
                </a:lnTo>
                <a:lnTo>
                  <a:pt x="2910714" y="1413323"/>
                </a:lnTo>
                <a:lnTo>
                  <a:pt x="2909067" y="1412040"/>
                </a:lnTo>
                <a:lnTo>
                  <a:pt x="2907421" y="1410757"/>
                </a:lnTo>
                <a:lnTo>
                  <a:pt x="2905775" y="1409474"/>
                </a:lnTo>
                <a:lnTo>
                  <a:pt x="2904128" y="1408189"/>
                </a:lnTo>
                <a:lnTo>
                  <a:pt x="2902482" y="1406904"/>
                </a:lnTo>
                <a:lnTo>
                  <a:pt x="2900836" y="1405619"/>
                </a:lnTo>
                <a:lnTo>
                  <a:pt x="2899189" y="1404333"/>
                </a:lnTo>
                <a:lnTo>
                  <a:pt x="2897543" y="1403046"/>
                </a:lnTo>
                <a:lnTo>
                  <a:pt x="2895897" y="1401758"/>
                </a:lnTo>
                <a:lnTo>
                  <a:pt x="2894250" y="1400470"/>
                </a:lnTo>
                <a:lnTo>
                  <a:pt x="2892604" y="1399181"/>
                </a:lnTo>
                <a:lnTo>
                  <a:pt x="2890958" y="1397892"/>
                </a:lnTo>
                <a:lnTo>
                  <a:pt x="2889311" y="1396602"/>
                </a:lnTo>
                <a:lnTo>
                  <a:pt x="2887665" y="1395311"/>
                </a:lnTo>
                <a:lnTo>
                  <a:pt x="2886019" y="1394020"/>
                </a:lnTo>
                <a:lnTo>
                  <a:pt x="2884372" y="1392728"/>
                </a:lnTo>
                <a:lnTo>
                  <a:pt x="2882726" y="1391435"/>
                </a:lnTo>
                <a:lnTo>
                  <a:pt x="2881080" y="1390142"/>
                </a:lnTo>
                <a:lnTo>
                  <a:pt x="2879433" y="1388848"/>
                </a:lnTo>
                <a:lnTo>
                  <a:pt x="2877787" y="1387554"/>
                </a:lnTo>
                <a:lnTo>
                  <a:pt x="2876141" y="1386259"/>
                </a:lnTo>
                <a:lnTo>
                  <a:pt x="2874494" y="1384963"/>
                </a:lnTo>
                <a:lnTo>
                  <a:pt x="2872848" y="1383667"/>
                </a:lnTo>
                <a:lnTo>
                  <a:pt x="2871202" y="1382370"/>
                </a:lnTo>
                <a:lnTo>
                  <a:pt x="2869555" y="1381072"/>
                </a:lnTo>
                <a:lnTo>
                  <a:pt x="2867909" y="1379774"/>
                </a:lnTo>
                <a:lnTo>
                  <a:pt x="2866263" y="1378476"/>
                </a:lnTo>
                <a:lnTo>
                  <a:pt x="2864616" y="1377176"/>
                </a:lnTo>
                <a:lnTo>
                  <a:pt x="2862970" y="1375876"/>
                </a:lnTo>
                <a:lnTo>
                  <a:pt x="2861324" y="1374576"/>
                </a:lnTo>
                <a:lnTo>
                  <a:pt x="2859677" y="1373275"/>
                </a:lnTo>
                <a:lnTo>
                  <a:pt x="2858031" y="1371973"/>
                </a:lnTo>
                <a:lnTo>
                  <a:pt x="2856385" y="1370670"/>
                </a:lnTo>
                <a:lnTo>
                  <a:pt x="2854738" y="1369367"/>
                </a:lnTo>
                <a:lnTo>
                  <a:pt x="2853092" y="1368064"/>
                </a:lnTo>
                <a:lnTo>
                  <a:pt x="2851446" y="1366760"/>
                </a:lnTo>
                <a:lnTo>
                  <a:pt x="2849799" y="1365455"/>
                </a:lnTo>
                <a:lnTo>
                  <a:pt x="2848153" y="1364150"/>
                </a:lnTo>
                <a:lnTo>
                  <a:pt x="2846507" y="1362844"/>
                </a:lnTo>
                <a:lnTo>
                  <a:pt x="2844860" y="1361537"/>
                </a:lnTo>
                <a:lnTo>
                  <a:pt x="2843214" y="1360230"/>
                </a:lnTo>
                <a:lnTo>
                  <a:pt x="2841568" y="1358922"/>
                </a:lnTo>
                <a:lnTo>
                  <a:pt x="2839921" y="1357614"/>
                </a:lnTo>
                <a:lnTo>
                  <a:pt x="2838275" y="1356305"/>
                </a:lnTo>
                <a:lnTo>
                  <a:pt x="2836629" y="1354995"/>
                </a:lnTo>
                <a:lnTo>
                  <a:pt x="2834982" y="1353685"/>
                </a:lnTo>
                <a:lnTo>
                  <a:pt x="2833336" y="1352375"/>
                </a:lnTo>
                <a:lnTo>
                  <a:pt x="2831690" y="1351063"/>
                </a:lnTo>
                <a:lnTo>
                  <a:pt x="2830043" y="1349752"/>
                </a:lnTo>
                <a:lnTo>
                  <a:pt x="2828397" y="1348439"/>
                </a:lnTo>
                <a:lnTo>
                  <a:pt x="2826751" y="1347126"/>
                </a:lnTo>
                <a:lnTo>
                  <a:pt x="2825104" y="1345813"/>
                </a:lnTo>
                <a:lnTo>
                  <a:pt x="2823458" y="1344498"/>
                </a:lnTo>
                <a:lnTo>
                  <a:pt x="2821812" y="1343184"/>
                </a:lnTo>
                <a:lnTo>
                  <a:pt x="2820166" y="1341868"/>
                </a:lnTo>
                <a:lnTo>
                  <a:pt x="2818519" y="1340553"/>
                </a:lnTo>
                <a:lnTo>
                  <a:pt x="2816873" y="1339236"/>
                </a:lnTo>
                <a:lnTo>
                  <a:pt x="2815227" y="1337919"/>
                </a:lnTo>
                <a:lnTo>
                  <a:pt x="2813580" y="1336602"/>
                </a:lnTo>
                <a:lnTo>
                  <a:pt x="2811934" y="1335284"/>
                </a:lnTo>
                <a:lnTo>
                  <a:pt x="2810288" y="1333965"/>
                </a:lnTo>
                <a:lnTo>
                  <a:pt x="2808641" y="1332646"/>
                </a:lnTo>
                <a:lnTo>
                  <a:pt x="2806995" y="1331326"/>
                </a:lnTo>
                <a:lnTo>
                  <a:pt x="2805349" y="1330005"/>
                </a:lnTo>
                <a:lnTo>
                  <a:pt x="2803702" y="1328684"/>
                </a:lnTo>
                <a:lnTo>
                  <a:pt x="2802056" y="1327363"/>
                </a:lnTo>
                <a:lnTo>
                  <a:pt x="2800410" y="1326041"/>
                </a:lnTo>
                <a:lnTo>
                  <a:pt x="2798763" y="1324718"/>
                </a:lnTo>
                <a:lnTo>
                  <a:pt x="2797117" y="1323395"/>
                </a:lnTo>
                <a:lnTo>
                  <a:pt x="2795471" y="1322072"/>
                </a:lnTo>
                <a:lnTo>
                  <a:pt x="2793824" y="1320747"/>
                </a:lnTo>
                <a:lnTo>
                  <a:pt x="2792178" y="1319422"/>
                </a:lnTo>
                <a:lnTo>
                  <a:pt x="2790532" y="1318097"/>
                </a:lnTo>
                <a:lnTo>
                  <a:pt x="2788885" y="1316771"/>
                </a:lnTo>
                <a:lnTo>
                  <a:pt x="2787239" y="1315445"/>
                </a:lnTo>
                <a:lnTo>
                  <a:pt x="2785593" y="1314118"/>
                </a:lnTo>
                <a:lnTo>
                  <a:pt x="2783946" y="1312790"/>
                </a:lnTo>
                <a:lnTo>
                  <a:pt x="2782300" y="1311462"/>
                </a:lnTo>
                <a:lnTo>
                  <a:pt x="2780654" y="1310134"/>
                </a:lnTo>
                <a:lnTo>
                  <a:pt x="2779007" y="1308805"/>
                </a:lnTo>
                <a:lnTo>
                  <a:pt x="2777361" y="1307475"/>
                </a:lnTo>
                <a:lnTo>
                  <a:pt x="2775715" y="1306145"/>
                </a:lnTo>
                <a:lnTo>
                  <a:pt x="2774068" y="1304814"/>
                </a:lnTo>
                <a:lnTo>
                  <a:pt x="2772422" y="1303483"/>
                </a:lnTo>
                <a:lnTo>
                  <a:pt x="2770776" y="1302151"/>
                </a:lnTo>
                <a:lnTo>
                  <a:pt x="2769129" y="1300819"/>
                </a:lnTo>
                <a:lnTo>
                  <a:pt x="2767483" y="1299486"/>
                </a:lnTo>
                <a:lnTo>
                  <a:pt x="2765837" y="1298153"/>
                </a:lnTo>
                <a:lnTo>
                  <a:pt x="2764190" y="1296819"/>
                </a:lnTo>
                <a:lnTo>
                  <a:pt x="2762544" y="1295484"/>
                </a:lnTo>
                <a:lnTo>
                  <a:pt x="2760898" y="1294150"/>
                </a:lnTo>
                <a:lnTo>
                  <a:pt x="2759251" y="1292814"/>
                </a:lnTo>
                <a:lnTo>
                  <a:pt x="2757605" y="1291478"/>
                </a:lnTo>
                <a:lnTo>
                  <a:pt x="2755959" y="1290142"/>
                </a:lnTo>
                <a:lnTo>
                  <a:pt x="2754312" y="1288805"/>
                </a:lnTo>
                <a:lnTo>
                  <a:pt x="2752666" y="1287467"/>
                </a:lnTo>
                <a:lnTo>
                  <a:pt x="2751020" y="1286129"/>
                </a:lnTo>
                <a:lnTo>
                  <a:pt x="2749373" y="1284791"/>
                </a:lnTo>
                <a:lnTo>
                  <a:pt x="2747727" y="1283452"/>
                </a:lnTo>
                <a:lnTo>
                  <a:pt x="2746081" y="1282113"/>
                </a:lnTo>
                <a:lnTo>
                  <a:pt x="2744434" y="1280773"/>
                </a:lnTo>
                <a:lnTo>
                  <a:pt x="2742788" y="1279432"/>
                </a:lnTo>
                <a:lnTo>
                  <a:pt x="2741142" y="1278091"/>
                </a:lnTo>
                <a:lnTo>
                  <a:pt x="2739495" y="1276750"/>
                </a:lnTo>
                <a:lnTo>
                  <a:pt x="2737849" y="1275408"/>
                </a:lnTo>
                <a:lnTo>
                  <a:pt x="2736203" y="1274065"/>
                </a:lnTo>
                <a:lnTo>
                  <a:pt x="2734556" y="1272722"/>
                </a:lnTo>
                <a:lnTo>
                  <a:pt x="2732910" y="1271379"/>
                </a:lnTo>
                <a:lnTo>
                  <a:pt x="2731264" y="1270035"/>
                </a:lnTo>
                <a:lnTo>
                  <a:pt x="2729617" y="1268690"/>
                </a:lnTo>
                <a:lnTo>
                  <a:pt x="2727971" y="1267345"/>
                </a:lnTo>
                <a:lnTo>
                  <a:pt x="2726325" y="1266000"/>
                </a:lnTo>
                <a:lnTo>
                  <a:pt x="2724678" y="1264654"/>
                </a:lnTo>
                <a:lnTo>
                  <a:pt x="2723032" y="1263308"/>
                </a:lnTo>
                <a:lnTo>
                  <a:pt x="2721386" y="1261961"/>
                </a:lnTo>
                <a:lnTo>
                  <a:pt x="2719739" y="1260614"/>
                </a:lnTo>
                <a:lnTo>
                  <a:pt x="2718093" y="1259266"/>
                </a:lnTo>
                <a:lnTo>
                  <a:pt x="2716447" y="1257918"/>
                </a:lnTo>
                <a:lnTo>
                  <a:pt x="2714800" y="1256569"/>
                </a:lnTo>
                <a:lnTo>
                  <a:pt x="2713154" y="1255220"/>
                </a:lnTo>
                <a:lnTo>
                  <a:pt x="2711508" y="1253870"/>
                </a:lnTo>
                <a:lnTo>
                  <a:pt x="2709861" y="1252520"/>
                </a:lnTo>
                <a:lnTo>
                  <a:pt x="2708215" y="1251169"/>
                </a:lnTo>
                <a:lnTo>
                  <a:pt x="2706569" y="1249818"/>
                </a:lnTo>
                <a:lnTo>
                  <a:pt x="2704922" y="1248467"/>
                </a:lnTo>
                <a:lnTo>
                  <a:pt x="2703276" y="1247115"/>
                </a:lnTo>
                <a:lnTo>
                  <a:pt x="2701630" y="1245762"/>
                </a:lnTo>
                <a:lnTo>
                  <a:pt x="2699983" y="1244409"/>
                </a:lnTo>
                <a:lnTo>
                  <a:pt x="2698337" y="1243056"/>
                </a:lnTo>
                <a:lnTo>
                  <a:pt x="2696691" y="1241702"/>
                </a:lnTo>
                <a:lnTo>
                  <a:pt x="2695044" y="1240348"/>
                </a:lnTo>
                <a:lnTo>
                  <a:pt x="2693398" y="1238993"/>
                </a:lnTo>
                <a:lnTo>
                  <a:pt x="2691752" y="1237638"/>
                </a:lnTo>
                <a:lnTo>
                  <a:pt x="2690105" y="1236282"/>
                </a:lnTo>
                <a:lnTo>
                  <a:pt x="2688459" y="1234926"/>
                </a:lnTo>
                <a:lnTo>
                  <a:pt x="2686813" y="1233570"/>
                </a:lnTo>
                <a:lnTo>
                  <a:pt x="2685166" y="1232213"/>
                </a:lnTo>
                <a:lnTo>
                  <a:pt x="2683520" y="1230855"/>
                </a:lnTo>
                <a:lnTo>
                  <a:pt x="2681874" y="1229497"/>
                </a:lnTo>
                <a:lnTo>
                  <a:pt x="2680227" y="1228139"/>
                </a:lnTo>
                <a:lnTo>
                  <a:pt x="2678581" y="1226780"/>
                </a:lnTo>
                <a:lnTo>
                  <a:pt x="2676935" y="1225421"/>
                </a:lnTo>
                <a:lnTo>
                  <a:pt x="2675288" y="1224062"/>
                </a:lnTo>
                <a:lnTo>
                  <a:pt x="2673642" y="1222702"/>
                </a:lnTo>
                <a:lnTo>
                  <a:pt x="2671996" y="1221341"/>
                </a:lnTo>
                <a:lnTo>
                  <a:pt x="2670349" y="1219980"/>
                </a:lnTo>
                <a:lnTo>
                  <a:pt x="2668703" y="1218619"/>
                </a:lnTo>
                <a:lnTo>
                  <a:pt x="2667057" y="1217257"/>
                </a:lnTo>
                <a:lnTo>
                  <a:pt x="2665410" y="1215895"/>
                </a:lnTo>
                <a:lnTo>
                  <a:pt x="2663764" y="1214533"/>
                </a:lnTo>
                <a:lnTo>
                  <a:pt x="2662118" y="1213170"/>
                </a:lnTo>
                <a:lnTo>
                  <a:pt x="2660471" y="1211807"/>
                </a:lnTo>
                <a:lnTo>
                  <a:pt x="2658825" y="1210443"/>
                </a:lnTo>
                <a:lnTo>
                  <a:pt x="2657179" y="1209079"/>
                </a:lnTo>
                <a:lnTo>
                  <a:pt x="2655532" y="1207714"/>
                </a:lnTo>
                <a:lnTo>
                  <a:pt x="2653886" y="1206349"/>
                </a:lnTo>
                <a:lnTo>
                  <a:pt x="2652240" y="1204984"/>
                </a:lnTo>
                <a:lnTo>
                  <a:pt x="2650593" y="1203618"/>
                </a:lnTo>
                <a:lnTo>
                  <a:pt x="2648947" y="1202251"/>
                </a:lnTo>
                <a:lnTo>
                  <a:pt x="2647301" y="1200885"/>
                </a:lnTo>
                <a:lnTo>
                  <a:pt x="2645654" y="1199518"/>
                </a:lnTo>
                <a:lnTo>
                  <a:pt x="2644008" y="1198150"/>
                </a:lnTo>
                <a:lnTo>
                  <a:pt x="2642362" y="1196783"/>
                </a:lnTo>
                <a:lnTo>
                  <a:pt x="2640715" y="1195414"/>
                </a:lnTo>
                <a:lnTo>
                  <a:pt x="2639069" y="1194046"/>
                </a:lnTo>
                <a:lnTo>
                  <a:pt x="2637423" y="1192677"/>
                </a:lnTo>
                <a:lnTo>
                  <a:pt x="2635776" y="1191307"/>
                </a:lnTo>
                <a:lnTo>
                  <a:pt x="2634130" y="1189938"/>
                </a:lnTo>
                <a:lnTo>
                  <a:pt x="2632484" y="1188568"/>
                </a:lnTo>
                <a:lnTo>
                  <a:pt x="2630837" y="1187197"/>
                </a:lnTo>
                <a:lnTo>
                  <a:pt x="2629191" y="1185826"/>
                </a:lnTo>
                <a:lnTo>
                  <a:pt x="2627545" y="1184455"/>
                </a:lnTo>
                <a:lnTo>
                  <a:pt x="2625898" y="1183083"/>
                </a:lnTo>
                <a:lnTo>
                  <a:pt x="2624252" y="1181711"/>
                </a:lnTo>
                <a:lnTo>
                  <a:pt x="2622606" y="1180339"/>
                </a:lnTo>
                <a:lnTo>
                  <a:pt x="2620959" y="1178966"/>
                </a:lnTo>
                <a:lnTo>
                  <a:pt x="2619313" y="1177593"/>
                </a:lnTo>
                <a:lnTo>
                  <a:pt x="2617667" y="1176219"/>
                </a:lnTo>
                <a:lnTo>
                  <a:pt x="2616020" y="1174845"/>
                </a:lnTo>
                <a:lnTo>
                  <a:pt x="2614374" y="1173471"/>
                </a:lnTo>
                <a:lnTo>
                  <a:pt x="2612728" y="1172097"/>
                </a:lnTo>
                <a:lnTo>
                  <a:pt x="2611081" y="1170722"/>
                </a:lnTo>
                <a:lnTo>
                  <a:pt x="2609435" y="1169346"/>
                </a:lnTo>
                <a:lnTo>
                  <a:pt x="2607789" y="1167971"/>
                </a:lnTo>
                <a:lnTo>
                  <a:pt x="2606142" y="1166595"/>
                </a:lnTo>
                <a:lnTo>
                  <a:pt x="2604496" y="1165218"/>
                </a:lnTo>
                <a:lnTo>
                  <a:pt x="2602850" y="1163841"/>
                </a:lnTo>
                <a:lnTo>
                  <a:pt x="2601203" y="1162464"/>
                </a:lnTo>
                <a:lnTo>
                  <a:pt x="2599557" y="1161087"/>
                </a:lnTo>
                <a:lnTo>
                  <a:pt x="2597911" y="1159709"/>
                </a:lnTo>
                <a:lnTo>
                  <a:pt x="2596264" y="1158331"/>
                </a:lnTo>
                <a:lnTo>
                  <a:pt x="2594618" y="1156953"/>
                </a:lnTo>
                <a:lnTo>
                  <a:pt x="2592972" y="1155574"/>
                </a:lnTo>
                <a:lnTo>
                  <a:pt x="2591325" y="1154195"/>
                </a:lnTo>
                <a:lnTo>
                  <a:pt x="2589679" y="1152815"/>
                </a:lnTo>
                <a:lnTo>
                  <a:pt x="2588033" y="1151436"/>
                </a:lnTo>
                <a:lnTo>
                  <a:pt x="2586386" y="1150055"/>
                </a:lnTo>
                <a:lnTo>
                  <a:pt x="2584740" y="1148675"/>
                </a:lnTo>
                <a:lnTo>
                  <a:pt x="2583094" y="1147294"/>
                </a:lnTo>
                <a:lnTo>
                  <a:pt x="2581447" y="1145913"/>
                </a:lnTo>
                <a:lnTo>
                  <a:pt x="2579801" y="1144532"/>
                </a:lnTo>
                <a:lnTo>
                  <a:pt x="2578155" y="1143150"/>
                </a:lnTo>
                <a:lnTo>
                  <a:pt x="2576508" y="1141768"/>
                </a:lnTo>
                <a:lnTo>
                  <a:pt x="2574862" y="1140386"/>
                </a:lnTo>
                <a:lnTo>
                  <a:pt x="2573216" y="1139003"/>
                </a:lnTo>
                <a:lnTo>
                  <a:pt x="2571569" y="1137620"/>
                </a:lnTo>
                <a:lnTo>
                  <a:pt x="2569923" y="1136237"/>
                </a:lnTo>
                <a:lnTo>
                  <a:pt x="2568277" y="1134853"/>
                </a:lnTo>
                <a:lnTo>
                  <a:pt x="2566630" y="1133469"/>
                </a:lnTo>
                <a:lnTo>
                  <a:pt x="2564984" y="1132085"/>
                </a:lnTo>
                <a:lnTo>
                  <a:pt x="2563338" y="1130701"/>
                </a:lnTo>
                <a:lnTo>
                  <a:pt x="2561691" y="1129316"/>
                </a:lnTo>
                <a:lnTo>
                  <a:pt x="2560045" y="1127931"/>
                </a:lnTo>
                <a:lnTo>
                  <a:pt x="2558399" y="1126545"/>
                </a:lnTo>
                <a:lnTo>
                  <a:pt x="2556752" y="1125160"/>
                </a:lnTo>
                <a:lnTo>
                  <a:pt x="2555106" y="1123774"/>
                </a:lnTo>
                <a:lnTo>
                  <a:pt x="2553460" y="1122387"/>
                </a:lnTo>
                <a:lnTo>
                  <a:pt x="2551813" y="1121001"/>
                </a:lnTo>
                <a:lnTo>
                  <a:pt x="2550167" y="1119614"/>
                </a:lnTo>
                <a:lnTo>
                  <a:pt x="2548521" y="1118227"/>
                </a:lnTo>
                <a:lnTo>
                  <a:pt x="2546874" y="1116839"/>
                </a:lnTo>
                <a:lnTo>
                  <a:pt x="2545228" y="1115452"/>
                </a:lnTo>
                <a:lnTo>
                  <a:pt x="2543582" y="1114064"/>
                </a:lnTo>
                <a:lnTo>
                  <a:pt x="2541935" y="1112676"/>
                </a:lnTo>
                <a:lnTo>
                  <a:pt x="2540289" y="1111287"/>
                </a:lnTo>
                <a:lnTo>
                  <a:pt x="2538643" y="1109898"/>
                </a:lnTo>
                <a:lnTo>
                  <a:pt x="2536996" y="1108509"/>
                </a:lnTo>
                <a:lnTo>
                  <a:pt x="2535350" y="1107120"/>
                </a:lnTo>
                <a:lnTo>
                  <a:pt x="2533704" y="1105730"/>
                </a:lnTo>
                <a:lnTo>
                  <a:pt x="2532057" y="1104341"/>
                </a:lnTo>
                <a:lnTo>
                  <a:pt x="2530411" y="1102951"/>
                </a:lnTo>
                <a:lnTo>
                  <a:pt x="2528765" y="1101560"/>
                </a:lnTo>
                <a:lnTo>
                  <a:pt x="2527118" y="1100170"/>
                </a:lnTo>
                <a:lnTo>
                  <a:pt x="2525472" y="1098779"/>
                </a:lnTo>
                <a:lnTo>
                  <a:pt x="2523826" y="1097388"/>
                </a:lnTo>
                <a:lnTo>
                  <a:pt x="2522179" y="1095996"/>
                </a:lnTo>
                <a:lnTo>
                  <a:pt x="2520533" y="1094605"/>
                </a:lnTo>
                <a:lnTo>
                  <a:pt x="2518887" y="1093213"/>
                </a:lnTo>
                <a:lnTo>
                  <a:pt x="2517240" y="1091821"/>
                </a:lnTo>
                <a:lnTo>
                  <a:pt x="2515594" y="1090429"/>
                </a:lnTo>
                <a:lnTo>
                  <a:pt x="2513948" y="1089036"/>
                </a:lnTo>
                <a:lnTo>
                  <a:pt x="2512301" y="1087643"/>
                </a:lnTo>
                <a:lnTo>
                  <a:pt x="2510655" y="1086250"/>
                </a:lnTo>
                <a:lnTo>
                  <a:pt x="2509009" y="1084857"/>
                </a:lnTo>
                <a:lnTo>
                  <a:pt x="2507363" y="1083464"/>
                </a:lnTo>
                <a:lnTo>
                  <a:pt x="2505716" y="1082070"/>
                </a:lnTo>
                <a:lnTo>
                  <a:pt x="2504070" y="1080676"/>
                </a:lnTo>
                <a:lnTo>
                  <a:pt x="2502424" y="1079282"/>
                </a:lnTo>
                <a:lnTo>
                  <a:pt x="2500777" y="1077888"/>
                </a:lnTo>
                <a:lnTo>
                  <a:pt x="2499131" y="1076493"/>
                </a:lnTo>
                <a:lnTo>
                  <a:pt x="2497485" y="1075098"/>
                </a:lnTo>
                <a:lnTo>
                  <a:pt x="2495838" y="1073703"/>
                </a:lnTo>
                <a:lnTo>
                  <a:pt x="2494192" y="1072308"/>
                </a:lnTo>
                <a:lnTo>
                  <a:pt x="2492546" y="1070913"/>
                </a:lnTo>
                <a:lnTo>
                  <a:pt x="2490899" y="1069517"/>
                </a:lnTo>
                <a:lnTo>
                  <a:pt x="2489253" y="1068121"/>
                </a:lnTo>
                <a:lnTo>
                  <a:pt x="2487607" y="1066725"/>
                </a:lnTo>
                <a:lnTo>
                  <a:pt x="2485960" y="1065329"/>
                </a:lnTo>
                <a:lnTo>
                  <a:pt x="2484314" y="1063933"/>
                </a:lnTo>
                <a:lnTo>
                  <a:pt x="2482668" y="1062536"/>
                </a:lnTo>
                <a:lnTo>
                  <a:pt x="2481021" y="1061139"/>
                </a:lnTo>
                <a:lnTo>
                  <a:pt x="2479375" y="1059742"/>
                </a:lnTo>
                <a:lnTo>
                  <a:pt x="2477729" y="1058345"/>
                </a:lnTo>
                <a:lnTo>
                  <a:pt x="2476082" y="1056948"/>
                </a:lnTo>
                <a:lnTo>
                  <a:pt x="2474436" y="1055550"/>
                </a:lnTo>
                <a:lnTo>
                  <a:pt x="2472790" y="1054152"/>
                </a:lnTo>
                <a:lnTo>
                  <a:pt x="2471143" y="1052755"/>
                </a:lnTo>
                <a:lnTo>
                  <a:pt x="2469497" y="1051357"/>
                </a:lnTo>
                <a:lnTo>
                  <a:pt x="2467851" y="1049958"/>
                </a:lnTo>
                <a:lnTo>
                  <a:pt x="2466204" y="1048560"/>
                </a:lnTo>
                <a:lnTo>
                  <a:pt x="2464558" y="1047161"/>
                </a:lnTo>
                <a:lnTo>
                  <a:pt x="2462912" y="1045763"/>
                </a:lnTo>
                <a:lnTo>
                  <a:pt x="2461265" y="1044364"/>
                </a:lnTo>
                <a:lnTo>
                  <a:pt x="2459619" y="1042965"/>
                </a:lnTo>
                <a:lnTo>
                  <a:pt x="2457973" y="1041565"/>
                </a:lnTo>
                <a:lnTo>
                  <a:pt x="2456326" y="1040166"/>
                </a:lnTo>
                <a:lnTo>
                  <a:pt x="2454680" y="1038767"/>
                </a:lnTo>
                <a:lnTo>
                  <a:pt x="2453034" y="1037367"/>
                </a:lnTo>
                <a:lnTo>
                  <a:pt x="2451387" y="1035967"/>
                </a:lnTo>
                <a:lnTo>
                  <a:pt x="2449741" y="1034567"/>
                </a:lnTo>
                <a:lnTo>
                  <a:pt x="2448095" y="1033167"/>
                </a:lnTo>
                <a:lnTo>
                  <a:pt x="2446448" y="1031767"/>
                </a:lnTo>
                <a:lnTo>
                  <a:pt x="2444802" y="1030366"/>
                </a:lnTo>
                <a:lnTo>
                  <a:pt x="2443156" y="1028966"/>
                </a:lnTo>
                <a:lnTo>
                  <a:pt x="2441509" y="1027565"/>
                </a:lnTo>
                <a:lnTo>
                  <a:pt x="2439863" y="1026164"/>
                </a:lnTo>
                <a:lnTo>
                  <a:pt x="2438217" y="1024764"/>
                </a:lnTo>
                <a:lnTo>
                  <a:pt x="2436570" y="1023363"/>
                </a:lnTo>
                <a:lnTo>
                  <a:pt x="2434924" y="1021961"/>
                </a:lnTo>
                <a:lnTo>
                  <a:pt x="2433278" y="1020560"/>
                </a:lnTo>
                <a:lnTo>
                  <a:pt x="2431631" y="1019159"/>
                </a:lnTo>
                <a:lnTo>
                  <a:pt x="2429985" y="1017757"/>
                </a:lnTo>
                <a:lnTo>
                  <a:pt x="2428339" y="1016356"/>
                </a:lnTo>
                <a:lnTo>
                  <a:pt x="2426692" y="1014954"/>
                </a:lnTo>
                <a:lnTo>
                  <a:pt x="2425046" y="1013552"/>
                </a:lnTo>
                <a:lnTo>
                  <a:pt x="2423400" y="1012150"/>
                </a:lnTo>
                <a:lnTo>
                  <a:pt x="2421753" y="1010748"/>
                </a:lnTo>
                <a:lnTo>
                  <a:pt x="2420107" y="1009346"/>
                </a:lnTo>
                <a:lnTo>
                  <a:pt x="2418461" y="1007944"/>
                </a:lnTo>
                <a:lnTo>
                  <a:pt x="2416814" y="1006541"/>
                </a:lnTo>
                <a:lnTo>
                  <a:pt x="2415168" y="1005139"/>
                </a:lnTo>
                <a:lnTo>
                  <a:pt x="2413522" y="1003736"/>
                </a:lnTo>
                <a:lnTo>
                  <a:pt x="2411875" y="1002334"/>
                </a:lnTo>
                <a:lnTo>
                  <a:pt x="2410229" y="1000931"/>
                </a:lnTo>
                <a:lnTo>
                  <a:pt x="2408583" y="999528"/>
                </a:lnTo>
                <a:lnTo>
                  <a:pt x="2406936" y="998125"/>
                </a:lnTo>
                <a:lnTo>
                  <a:pt x="2405290" y="996722"/>
                </a:lnTo>
                <a:lnTo>
                  <a:pt x="2403644" y="995319"/>
                </a:lnTo>
                <a:lnTo>
                  <a:pt x="2401997" y="993916"/>
                </a:lnTo>
                <a:lnTo>
                  <a:pt x="2400351" y="992513"/>
                </a:lnTo>
                <a:lnTo>
                  <a:pt x="2398705" y="991110"/>
                </a:lnTo>
                <a:lnTo>
                  <a:pt x="2397058" y="989707"/>
                </a:lnTo>
                <a:lnTo>
                  <a:pt x="2395412" y="988303"/>
                </a:lnTo>
                <a:lnTo>
                  <a:pt x="2393766" y="986900"/>
                </a:lnTo>
                <a:lnTo>
                  <a:pt x="2392119" y="985496"/>
                </a:lnTo>
                <a:lnTo>
                  <a:pt x="2390473" y="984093"/>
                </a:lnTo>
                <a:lnTo>
                  <a:pt x="2388827" y="982689"/>
                </a:lnTo>
                <a:lnTo>
                  <a:pt x="2387180" y="981286"/>
                </a:lnTo>
                <a:lnTo>
                  <a:pt x="2385534" y="979882"/>
                </a:lnTo>
                <a:lnTo>
                  <a:pt x="2383888" y="978478"/>
                </a:lnTo>
                <a:lnTo>
                  <a:pt x="2382241" y="977075"/>
                </a:lnTo>
                <a:lnTo>
                  <a:pt x="2380595" y="975671"/>
                </a:lnTo>
                <a:lnTo>
                  <a:pt x="2378949" y="974267"/>
                </a:lnTo>
                <a:lnTo>
                  <a:pt x="2377302" y="972863"/>
                </a:lnTo>
                <a:lnTo>
                  <a:pt x="2375656" y="971459"/>
                </a:lnTo>
                <a:lnTo>
                  <a:pt x="2374010" y="970055"/>
                </a:lnTo>
                <a:lnTo>
                  <a:pt x="2372363" y="968651"/>
                </a:lnTo>
                <a:lnTo>
                  <a:pt x="2370717" y="967247"/>
                </a:lnTo>
                <a:lnTo>
                  <a:pt x="2369071" y="965843"/>
                </a:lnTo>
                <a:lnTo>
                  <a:pt x="2367424" y="964440"/>
                </a:lnTo>
                <a:lnTo>
                  <a:pt x="2365778" y="963036"/>
                </a:lnTo>
                <a:lnTo>
                  <a:pt x="2364132" y="961632"/>
                </a:lnTo>
                <a:lnTo>
                  <a:pt x="2362485" y="960227"/>
                </a:lnTo>
                <a:lnTo>
                  <a:pt x="2360839" y="958823"/>
                </a:lnTo>
                <a:lnTo>
                  <a:pt x="2359193" y="957419"/>
                </a:lnTo>
                <a:lnTo>
                  <a:pt x="2357546" y="956015"/>
                </a:lnTo>
                <a:lnTo>
                  <a:pt x="2355900" y="954611"/>
                </a:lnTo>
                <a:lnTo>
                  <a:pt x="2354254" y="953207"/>
                </a:lnTo>
                <a:lnTo>
                  <a:pt x="2352607" y="951803"/>
                </a:lnTo>
                <a:lnTo>
                  <a:pt x="2350961" y="950399"/>
                </a:lnTo>
                <a:lnTo>
                  <a:pt x="2349315" y="948995"/>
                </a:lnTo>
                <a:lnTo>
                  <a:pt x="2347668" y="947591"/>
                </a:lnTo>
                <a:lnTo>
                  <a:pt x="2346022" y="946188"/>
                </a:lnTo>
                <a:lnTo>
                  <a:pt x="2344376" y="944784"/>
                </a:lnTo>
                <a:lnTo>
                  <a:pt x="2342729" y="943380"/>
                </a:lnTo>
                <a:lnTo>
                  <a:pt x="2341083" y="941976"/>
                </a:lnTo>
                <a:lnTo>
                  <a:pt x="2339437" y="940572"/>
                </a:lnTo>
                <a:lnTo>
                  <a:pt x="2337790" y="939168"/>
                </a:lnTo>
                <a:lnTo>
                  <a:pt x="2336144" y="937765"/>
                </a:lnTo>
                <a:lnTo>
                  <a:pt x="2334498" y="936361"/>
                </a:lnTo>
                <a:lnTo>
                  <a:pt x="2332851" y="934957"/>
                </a:lnTo>
                <a:lnTo>
                  <a:pt x="2331205" y="933554"/>
                </a:lnTo>
                <a:lnTo>
                  <a:pt x="2329559" y="932150"/>
                </a:lnTo>
                <a:lnTo>
                  <a:pt x="2327912" y="930746"/>
                </a:lnTo>
                <a:lnTo>
                  <a:pt x="2326266" y="929343"/>
                </a:lnTo>
                <a:lnTo>
                  <a:pt x="2324620" y="927940"/>
                </a:lnTo>
                <a:lnTo>
                  <a:pt x="2322973" y="926536"/>
                </a:lnTo>
                <a:lnTo>
                  <a:pt x="2321327" y="925133"/>
                </a:lnTo>
                <a:lnTo>
                  <a:pt x="2319681" y="923730"/>
                </a:lnTo>
                <a:lnTo>
                  <a:pt x="2318034" y="922327"/>
                </a:lnTo>
                <a:lnTo>
                  <a:pt x="2316388" y="920924"/>
                </a:lnTo>
                <a:lnTo>
                  <a:pt x="2314742" y="919521"/>
                </a:lnTo>
                <a:lnTo>
                  <a:pt x="2313095" y="918118"/>
                </a:lnTo>
                <a:lnTo>
                  <a:pt x="2311449" y="916715"/>
                </a:lnTo>
                <a:lnTo>
                  <a:pt x="2309803" y="915312"/>
                </a:lnTo>
                <a:lnTo>
                  <a:pt x="2308156" y="913909"/>
                </a:lnTo>
                <a:lnTo>
                  <a:pt x="2306510" y="912507"/>
                </a:lnTo>
                <a:lnTo>
                  <a:pt x="2304864" y="911104"/>
                </a:lnTo>
                <a:lnTo>
                  <a:pt x="2303217" y="909702"/>
                </a:lnTo>
                <a:lnTo>
                  <a:pt x="2301571" y="908300"/>
                </a:lnTo>
                <a:lnTo>
                  <a:pt x="2299925" y="906897"/>
                </a:lnTo>
                <a:lnTo>
                  <a:pt x="2298278" y="905495"/>
                </a:lnTo>
                <a:lnTo>
                  <a:pt x="2296632" y="904093"/>
                </a:lnTo>
                <a:lnTo>
                  <a:pt x="2294986" y="902692"/>
                </a:lnTo>
                <a:lnTo>
                  <a:pt x="2293339" y="901290"/>
                </a:lnTo>
                <a:lnTo>
                  <a:pt x="2291693" y="899888"/>
                </a:lnTo>
                <a:lnTo>
                  <a:pt x="2290047" y="898487"/>
                </a:lnTo>
                <a:lnTo>
                  <a:pt x="2288400" y="897085"/>
                </a:lnTo>
                <a:lnTo>
                  <a:pt x="2286754" y="895684"/>
                </a:lnTo>
                <a:lnTo>
                  <a:pt x="2285108" y="894283"/>
                </a:lnTo>
                <a:lnTo>
                  <a:pt x="2283461" y="892882"/>
                </a:lnTo>
                <a:lnTo>
                  <a:pt x="2281815" y="891481"/>
                </a:lnTo>
                <a:lnTo>
                  <a:pt x="2280169" y="890080"/>
                </a:lnTo>
                <a:lnTo>
                  <a:pt x="2278522" y="888680"/>
                </a:lnTo>
                <a:lnTo>
                  <a:pt x="2276876" y="887280"/>
                </a:lnTo>
                <a:lnTo>
                  <a:pt x="2275230" y="885879"/>
                </a:lnTo>
                <a:lnTo>
                  <a:pt x="2273583" y="884479"/>
                </a:lnTo>
                <a:lnTo>
                  <a:pt x="2271937" y="883079"/>
                </a:lnTo>
                <a:lnTo>
                  <a:pt x="2270291" y="881679"/>
                </a:lnTo>
                <a:lnTo>
                  <a:pt x="2268644" y="880280"/>
                </a:lnTo>
                <a:lnTo>
                  <a:pt x="2266998" y="878880"/>
                </a:lnTo>
                <a:lnTo>
                  <a:pt x="2265352" y="877481"/>
                </a:lnTo>
                <a:lnTo>
                  <a:pt x="2263705" y="876082"/>
                </a:lnTo>
                <a:lnTo>
                  <a:pt x="2262059" y="874683"/>
                </a:lnTo>
                <a:lnTo>
                  <a:pt x="2260413" y="873284"/>
                </a:lnTo>
                <a:lnTo>
                  <a:pt x="2258766" y="871886"/>
                </a:lnTo>
                <a:lnTo>
                  <a:pt x="2257120" y="870487"/>
                </a:lnTo>
                <a:lnTo>
                  <a:pt x="2255474" y="869089"/>
                </a:lnTo>
                <a:lnTo>
                  <a:pt x="2253827" y="867691"/>
                </a:lnTo>
                <a:lnTo>
                  <a:pt x="2252181" y="866293"/>
                </a:lnTo>
                <a:lnTo>
                  <a:pt x="2250535" y="864895"/>
                </a:lnTo>
                <a:lnTo>
                  <a:pt x="2248888" y="863498"/>
                </a:lnTo>
                <a:lnTo>
                  <a:pt x="2247242" y="862101"/>
                </a:lnTo>
                <a:lnTo>
                  <a:pt x="2245596" y="860704"/>
                </a:lnTo>
                <a:lnTo>
                  <a:pt x="2243949" y="859307"/>
                </a:lnTo>
                <a:lnTo>
                  <a:pt x="2242303" y="857910"/>
                </a:lnTo>
                <a:lnTo>
                  <a:pt x="2240657" y="856514"/>
                </a:lnTo>
                <a:lnTo>
                  <a:pt x="2239010" y="855118"/>
                </a:lnTo>
                <a:lnTo>
                  <a:pt x="2237364" y="853722"/>
                </a:lnTo>
                <a:lnTo>
                  <a:pt x="2235718" y="852326"/>
                </a:lnTo>
                <a:lnTo>
                  <a:pt x="2234071" y="850931"/>
                </a:lnTo>
                <a:lnTo>
                  <a:pt x="2232425" y="849535"/>
                </a:lnTo>
                <a:lnTo>
                  <a:pt x="2230779" y="848140"/>
                </a:lnTo>
                <a:lnTo>
                  <a:pt x="2229132" y="846745"/>
                </a:lnTo>
                <a:lnTo>
                  <a:pt x="2227486" y="845351"/>
                </a:lnTo>
                <a:lnTo>
                  <a:pt x="2225840" y="843957"/>
                </a:lnTo>
                <a:lnTo>
                  <a:pt x="2224193" y="842563"/>
                </a:lnTo>
                <a:lnTo>
                  <a:pt x="2222547" y="841169"/>
                </a:lnTo>
                <a:lnTo>
                  <a:pt x="2220901" y="839775"/>
                </a:lnTo>
                <a:lnTo>
                  <a:pt x="2219254" y="838382"/>
                </a:lnTo>
                <a:lnTo>
                  <a:pt x="2217608" y="836989"/>
                </a:lnTo>
                <a:lnTo>
                  <a:pt x="2215962" y="835596"/>
                </a:lnTo>
                <a:lnTo>
                  <a:pt x="2214315" y="834204"/>
                </a:lnTo>
                <a:lnTo>
                  <a:pt x="2212669" y="832812"/>
                </a:lnTo>
                <a:lnTo>
                  <a:pt x="2211023" y="831420"/>
                </a:lnTo>
                <a:lnTo>
                  <a:pt x="2209376" y="830028"/>
                </a:lnTo>
                <a:lnTo>
                  <a:pt x="2207730" y="828637"/>
                </a:lnTo>
                <a:lnTo>
                  <a:pt x="2206084" y="827246"/>
                </a:lnTo>
                <a:lnTo>
                  <a:pt x="2204437" y="825855"/>
                </a:lnTo>
                <a:lnTo>
                  <a:pt x="2202791" y="824465"/>
                </a:lnTo>
                <a:lnTo>
                  <a:pt x="2201145" y="823074"/>
                </a:lnTo>
                <a:lnTo>
                  <a:pt x="2199498" y="821685"/>
                </a:lnTo>
                <a:lnTo>
                  <a:pt x="2197852" y="820295"/>
                </a:lnTo>
                <a:lnTo>
                  <a:pt x="2196206" y="818906"/>
                </a:lnTo>
                <a:lnTo>
                  <a:pt x="2194560" y="817517"/>
                </a:lnTo>
                <a:lnTo>
                  <a:pt x="2192913" y="816128"/>
                </a:lnTo>
                <a:lnTo>
                  <a:pt x="2191267" y="814740"/>
                </a:lnTo>
                <a:lnTo>
                  <a:pt x="2189621" y="813352"/>
                </a:lnTo>
                <a:lnTo>
                  <a:pt x="2187974" y="811964"/>
                </a:lnTo>
                <a:lnTo>
                  <a:pt x="2186328" y="810577"/>
                </a:lnTo>
                <a:lnTo>
                  <a:pt x="2184682" y="809190"/>
                </a:lnTo>
                <a:lnTo>
                  <a:pt x="2183035" y="807803"/>
                </a:lnTo>
                <a:lnTo>
                  <a:pt x="2181389" y="806417"/>
                </a:lnTo>
                <a:lnTo>
                  <a:pt x="2179743" y="805031"/>
                </a:lnTo>
                <a:lnTo>
                  <a:pt x="2178096" y="803646"/>
                </a:lnTo>
                <a:lnTo>
                  <a:pt x="2176450" y="802260"/>
                </a:lnTo>
                <a:lnTo>
                  <a:pt x="2174804" y="800876"/>
                </a:lnTo>
                <a:lnTo>
                  <a:pt x="2173157" y="799491"/>
                </a:lnTo>
                <a:lnTo>
                  <a:pt x="2171511" y="798107"/>
                </a:lnTo>
                <a:lnTo>
                  <a:pt x="2169865" y="796723"/>
                </a:lnTo>
                <a:lnTo>
                  <a:pt x="2168218" y="795340"/>
                </a:lnTo>
                <a:lnTo>
                  <a:pt x="2166572" y="793957"/>
                </a:lnTo>
                <a:lnTo>
                  <a:pt x="2164926" y="792574"/>
                </a:lnTo>
                <a:lnTo>
                  <a:pt x="2163279" y="791192"/>
                </a:lnTo>
                <a:lnTo>
                  <a:pt x="2161633" y="789810"/>
                </a:lnTo>
                <a:lnTo>
                  <a:pt x="2159987" y="788428"/>
                </a:lnTo>
                <a:lnTo>
                  <a:pt x="2158340" y="787047"/>
                </a:lnTo>
                <a:lnTo>
                  <a:pt x="2156694" y="785666"/>
                </a:lnTo>
                <a:lnTo>
                  <a:pt x="2155048" y="784286"/>
                </a:lnTo>
                <a:lnTo>
                  <a:pt x="2153401" y="782906"/>
                </a:lnTo>
                <a:lnTo>
                  <a:pt x="2151755" y="781527"/>
                </a:lnTo>
                <a:lnTo>
                  <a:pt x="2150109" y="780148"/>
                </a:lnTo>
                <a:lnTo>
                  <a:pt x="2148462" y="778769"/>
                </a:lnTo>
                <a:lnTo>
                  <a:pt x="2146816" y="777391"/>
                </a:lnTo>
                <a:lnTo>
                  <a:pt x="2145170" y="776013"/>
                </a:lnTo>
                <a:lnTo>
                  <a:pt x="2143523" y="774635"/>
                </a:lnTo>
                <a:lnTo>
                  <a:pt x="2141877" y="773259"/>
                </a:lnTo>
                <a:lnTo>
                  <a:pt x="2140231" y="771882"/>
                </a:lnTo>
                <a:lnTo>
                  <a:pt x="2138584" y="770506"/>
                </a:lnTo>
                <a:lnTo>
                  <a:pt x="2136938" y="769130"/>
                </a:lnTo>
                <a:lnTo>
                  <a:pt x="2135292" y="767755"/>
                </a:lnTo>
                <a:lnTo>
                  <a:pt x="2133645" y="766380"/>
                </a:lnTo>
                <a:lnTo>
                  <a:pt x="2131999" y="765006"/>
                </a:lnTo>
                <a:lnTo>
                  <a:pt x="2130353" y="763632"/>
                </a:lnTo>
                <a:lnTo>
                  <a:pt x="2128706" y="762259"/>
                </a:lnTo>
                <a:lnTo>
                  <a:pt x="2127060" y="760886"/>
                </a:lnTo>
                <a:lnTo>
                  <a:pt x="2125414" y="759513"/>
                </a:lnTo>
                <a:lnTo>
                  <a:pt x="2123767" y="758142"/>
                </a:lnTo>
                <a:lnTo>
                  <a:pt x="2122121" y="756770"/>
                </a:lnTo>
                <a:lnTo>
                  <a:pt x="2120475" y="755399"/>
                </a:lnTo>
                <a:lnTo>
                  <a:pt x="2118828" y="754029"/>
                </a:lnTo>
                <a:lnTo>
                  <a:pt x="2117182" y="752659"/>
                </a:lnTo>
                <a:lnTo>
                  <a:pt x="2115536" y="751289"/>
                </a:lnTo>
                <a:lnTo>
                  <a:pt x="2113889" y="749920"/>
                </a:lnTo>
                <a:lnTo>
                  <a:pt x="2112243" y="748552"/>
                </a:lnTo>
                <a:lnTo>
                  <a:pt x="2110597" y="747183"/>
                </a:lnTo>
                <a:lnTo>
                  <a:pt x="2108950" y="745816"/>
                </a:lnTo>
                <a:lnTo>
                  <a:pt x="2107304" y="744449"/>
                </a:lnTo>
                <a:lnTo>
                  <a:pt x="2105658" y="743083"/>
                </a:lnTo>
                <a:lnTo>
                  <a:pt x="2104011" y="741717"/>
                </a:lnTo>
                <a:lnTo>
                  <a:pt x="2102365" y="740351"/>
                </a:lnTo>
                <a:lnTo>
                  <a:pt x="2100719" y="738986"/>
                </a:lnTo>
                <a:lnTo>
                  <a:pt x="2099072" y="737622"/>
                </a:lnTo>
                <a:lnTo>
                  <a:pt x="2097426" y="736258"/>
                </a:lnTo>
                <a:lnTo>
                  <a:pt x="2095780" y="734895"/>
                </a:lnTo>
                <a:lnTo>
                  <a:pt x="2094133" y="733532"/>
                </a:lnTo>
                <a:lnTo>
                  <a:pt x="2092487" y="732170"/>
                </a:lnTo>
                <a:lnTo>
                  <a:pt x="2090841" y="730808"/>
                </a:lnTo>
                <a:lnTo>
                  <a:pt x="2089194" y="729447"/>
                </a:lnTo>
                <a:lnTo>
                  <a:pt x="2087548" y="728087"/>
                </a:lnTo>
                <a:lnTo>
                  <a:pt x="2085902" y="726727"/>
                </a:lnTo>
                <a:lnTo>
                  <a:pt x="2084255" y="725368"/>
                </a:lnTo>
                <a:lnTo>
                  <a:pt x="2082609" y="724009"/>
                </a:lnTo>
                <a:lnTo>
                  <a:pt x="2080963" y="722651"/>
                </a:lnTo>
                <a:lnTo>
                  <a:pt x="2079316" y="721293"/>
                </a:lnTo>
                <a:lnTo>
                  <a:pt x="2077670" y="719936"/>
                </a:lnTo>
                <a:lnTo>
                  <a:pt x="2076024" y="718580"/>
                </a:lnTo>
                <a:lnTo>
                  <a:pt x="2074377" y="717224"/>
                </a:lnTo>
                <a:lnTo>
                  <a:pt x="2072731" y="715869"/>
                </a:lnTo>
                <a:lnTo>
                  <a:pt x="2071085" y="714514"/>
                </a:lnTo>
                <a:lnTo>
                  <a:pt x="2069438" y="713160"/>
                </a:lnTo>
                <a:lnTo>
                  <a:pt x="2067792" y="711807"/>
                </a:lnTo>
                <a:lnTo>
                  <a:pt x="2066146" y="710454"/>
                </a:lnTo>
                <a:lnTo>
                  <a:pt x="2064499" y="709102"/>
                </a:lnTo>
                <a:lnTo>
                  <a:pt x="2062853" y="707750"/>
                </a:lnTo>
                <a:lnTo>
                  <a:pt x="2061207" y="706399"/>
                </a:lnTo>
                <a:lnTo>
                  <a:pt x="2059560" y="705049"/>
                </a:lnTo>
                <a:lnTo>
                  <a:pt x="2057914" y="703700"/>
                </a:lnTo>
                <a:lnTo>
                  <a:pt x="2056268" y="702351"/>
                </a:lnTo>
                <a:lnTo>
                  <a:pt x="2054621" y="701002"/>
                </a:lnTo>
                <a:lnTo>
                  <a:pt x="2052975" y="699655"/>
                </a:lnTo>
                <a:lnTo>
                  <a:pt x="2051329" y="698308"/>
                </a:lnTo>
                <a:lnTo>
                  <a:pt x="2049682" y="696961"/>
                </a:lnTo>
                <a:lnTo>
                  <a:pt x="2048036" y="695616"/>
                </a:lnTo>
                <a:lnTo>
                  <a:pt x="2046390" y="694271"/>
                </a:lnTo>
                <a:lnTo>
                  <a:pt x="2044743" y="692927"/>
                </a:lnTo>
                <a:lnTo>
                  <a:pt x="2043097" y="691583"/>
                </a:lnTo>
                <a:lnTo>
                  <a:pt x="2041451" y="690240"/>
                </a:lnTo>
                <a:lnTo>
                  <a:pt x="2039804" y="688898"/>
                </a:lnTo>
                <a:lnTo>
                  <a:pt x="2038158" y="687556"/>
                </a:lnTo>
                <a:lnTo>
                  <a:pt x="2036512" y="686215"/>
                </a:lnTo>
                <a:lnTo>
                  <a:pt x="2034865" y="684875"/>
                </a:lnTo>
                <a:lnTo>
                  <a:pt x="2033219" y="683536"/>
                </a:lnTo>
                <a:lnTo>
                  <a:pt x="2031573" y="682197"/>
                </a:lnTo>
                <a:lnTo>
                  <a:pt x="2029926" y="680859"/>
                </a:lnTo>
                <a:lnTo>
                  <a:pt x="2028280" y="679522"/>
                </a:lnTo>
                <a:lnTo>
                  <a:pt x="2026634" y="678185"/>
                </a:lnTo>
                <a:lnTo>
                  <a:pt x="2024987" y="676850"/>
                </a:lnTo>
                <a:lnTo>
                  <a:pt x="2023341" y="675515"/>
                </a:lnTo>
                <a:lnTo>
                  <a:pt x="2021695" y="674180"/>
                </a:lnTo>
                <a:lnTo>
                  <a:pt x="2020048" y="672847"/>
                </a:lnTo>
                <a:lnTo>
                  <a:pt x="2018402" y="671514"/>
                </a:lnTo>
                <a:lnTo>
                  <a:pt x="2016756" y="670182"/>
                </a:lnTo>
                <a:lnTo>
                  <a:pt x="2015109" y="668850"/>
                </a:lnTo>
                <a:lnTo>
                  <a:pt x="2013463" y="667520"/>
                </a:lnTo>
                <a:lnTo>
                  <a:pt x="2011817" y="666190"/>
                </a:lnTo>
                <a:lnTo>
                  <a:pt x="2010170" y="664861"/>
                </a:lnTo>
                <a:lnTo>
                  <a:pt x="2008524" y="663533"/>
                </a:lnTo>
                <a:lnTo>
                  <a:pt x="2006878" y="662205"/>
                </a:lnTo>
                <a:lnTo>
                  <a:pt x="2005231" y="660879"/>
                </a:lnTo>
                <a:lnTo>
                  <a:pt x="2003585" y="659553"/>
                </a:lnTo>
                <a:lnTo>
                  <a:pt x="2001939" y="658228"/>
                </a:lnTo>
                <a:lnTo>
                  <a:pt x="2000292" y="656903"/>
                </a:lnTo>
                <a:lnTo>
                  <a:pt x="1998646" y="655580"/>
                </a:lnTo>
                <a:lnTo>
                  <a:pt x="1997000" y="654257"/>
                </a:lnTo>
                <a:lnTo>
                  <a:pt x="1995353" y="652936"/>
                </a:lnTo>
                <a:lnTo>
                  <a:pt x="1993707" y="651615"/>
                </a:lnTo>
                <a:lnTo>
                  <a:pt x="1992061" y="650294"/>
                </a:lnTo>
                <a:lnTo>
                  <a:pt x="1990414" y="648975"/>
                </a:lnTo>
                <a:lnTo>
                  <a:pt x="1988768" y="647657"/>
                </a:lnTo>
                <a:lnTo>
                  <a:pt x="1987122" y="646339"/>
                </a:lnTo>
                <a:lnTo>
                  <a:pt x="1985475" y="645022"/>
                </a:lnTo>
                <a:lnTo>
                  <a:pt x="1983829" y="643706"/>
                </a:lnTo>
                <a:lnTo>
                  <a:pt x="1982183" y="642391"/>
                </a:lnTo>
                <a:lnTo>
                  <a:pt x="1980536" y="641077"/>
                </a:lnTo>
                <a:lnTo>
                  <a:pt x="1978890" y="639763"/>
                </a:lnTo>
                <a:lnTo>
                  <a:pt x="1977244" y="638451"/>
                </a:lnTo>
                <a:lnTo>
                  <a:pt x="1975597" y="637139"/>
                </a:lnTo>
                <a:lnTo>
                  <a:pt x="1973951" y="635828"/>
                </a:lnTo>
                <a:lnTo>
                  <a:pt x="1972305" y="634519"/>
                </a:lnTo>
                <a:lnTo>
                  <a:pt x="1970658" y="633210"/>
                </a:lnTo>
                <a:lnTo>
                  <a:pt x="1969012" y="631901"/>
                </a:lnTo>
                <a:lnTo>
                  <a:pt x="1967366" y="630594"/>
                </a:lnTo>
                <a:lnTo>
                  <a:pt x="1965719" y="629288"/>
                </a:lnTo>
                <a:lnTo>
                  <a:pt x="1964073" y="627983"/>
                </a:lnTo>
                <a:lnTo>
                  <a:pt x="1962427" y="626678"/>
                </a:lnTo>
                <a:lnTo>
                  <a:pt x="1960780" y="625375"/>
                </a:lnTo>
                <a:lnTo>
                  <a:pt x="1959134" y="624072"/>
                </a:lnTo>
                <a:lnTo>
                  <a:pt x="1957488" y="622770"/>
                </a:lnTo>
                <a:lnTo>
                  <a:pt x="1955841" y="621470"/>
                </a:lnTo>
                <a:lnTo>
                  <a:pt x="1954195" y="620170"/>
                </a:lnTo>
                <a:lnTo>
                  <a:pt x="1952549" y="618871"/>
                </a:lnTo>
                <a:lnTo>
                  <a:pt x="1950902" y="617573"/>
                </a:lnTo>
                <a:lnTo>
                  <a:pt x="1949256" y="616276"/>
                </a:lnTo>
                <a:lnTo>
                  <a:pt x="1947610" y="614980"/>
                </a:lnTo>
                <a:lnTo>
                  <a:pt x="1945963" y="613685"/>
                </a:lnTo>
                <a:lnTo>
                  <a:pt x="1944317" y="612391"/>
                </a:lnTo>
                <a:lnTo>
                  <a:pt x="1942671" y="611098"/>
                </a:lnTo>
                <a:lnTo>
                  <a:pt x="1941024" y="609806"/>
                </a:lnTo>
                <a:lnTo>
                  <a:pt x="1939378" y="608515"/>
                </a:lnTo>
                <a:lnTo>
                  <a:pt x="1937732" y="607225"/>
                </a:lnTo>
                <a:lnTo>
                  <a:pt x="1936085" y="605936"/>
                </a:lnTo>
                <a:lnTo>
                  <a:pt x="1934439" y="604648"/>
                </a:lnTo>
                <a:lnTo>
                  <a:pt x="1932793" y="603361"/>
                </a:lnTo>
                <a:lnTo>
                  <a:pt x="1931146" y="602075"/>
                </a:lnTo>
                <a:lnTo>
                  <a:pt x="1929500" y="600790"/>
                </a:lnTo>
                <a:lnTo>
                  <a:pt x="1927854" y="599506"/>
                </a:lnTo>
                <a:lnTo>
                  <a:pt x="1926207" y="598223"/>
                </a:lnTo>
                <a:lnTo>
                  <a:pt x="1924561" y="596941"/>
                </a:lnTo>
                <a:lnTo>
                  <a:pt x="1922915" y="595660"/>
                </a:lnTo>
                <a:lnTo>
                  <a:pt x="1921268" y="594380"/>
                </a:lnTo>
                <a:lnTo>
                  <a:pt x="1919622" y="593102"/>
                </a:lnTo>
                <a:lnTo>
                  <a:pt x="1917976" y="591824"/>
                </a:lnTo>
                <a:lnTo>
                  <a:pt x="1916329" y="590547"/>
                </a:lnTo>
                <a:lnTo>
                  <a:pt x="1914683" y="589272"/>
                </a:lnTo>
                <a:lnTo>
                  <a:pt x="1913037" y="587997"/>
                </a:lnTo>
                <a:lnTo>
                  <a:pt x="1911390" y="586724"/>
                </a:lnTo>
                <a:lnTo>
                  <a:pt x="1909744" y="585451"/>
                </a:lnTo>
                <a:lnTo>
                  <a:pt x="1908098" y="584180"/>
                </a:lnTo>
                <a:lnTo>
                  <a:pt x="1906451" y="582910"/>
                </a:lnTo>
                <a:lnTo>
                  <a:pt x="1904805" y="581641"/>
                </a:lnTo>
                <a:lnTo>
                  <a:pt x="1903159" y="580373"/>
                </a:lnTo>
                <a:lnTo>
                  <a:pt x="1901512" y="579106"/>
                </a:lnTo>
                <a:lnTo>
                  <a:pt x="1899866" y="577841"/>
                </a:lnTo>
                <a:lnTo>
                  <a:pt x="1898220" y="576576"/>
                </a:lnTo>
                <a:lnTo>
                  <a:pt x="1896573" y="575313"/>
                </a:lnTo>
                <a:lnTo>
                  <a:pt x="1894927" y="574050"/>
                </a:lnTo>
                <a:lnTo>
                  <a:pt x="1893281" y="572789"/>
                </a:lnTo>
                <a:lnTo>
                  <a:pt x="1891634" y="571529"/>
                </a:lnTo>
                <a:lnTo>
                  <a:pt x="1889988" y="570270"/>
                </a:lnTo>
                <a:lnTo>
                  <a:pt x="1888342" y="569013"/>
                </a:lnTo>
                <a:lnTo>
                  <a:pt x="1886695" y="567756"/>
                </a:lnTo>
                <a:lnTo>
                  <a:pt x="1885049" y="566501"/>
                </a:lnTo>
                <a:lnTo>
                  <a:pt x="1883403" y="565247"/>
                </a:lnTo>
                <a:lnTo>
                  <a:pt x="1881756" y="563994"/>
                </a:lnTo>
                <a:lnTo>
                  <a:pt x="1880110" y="562742"/>
                </a:lnTo>
                <a:lnTo>
                  <a:pt x="1878464" y="561491"/>
                </a:lnTo>
                <a:lnTo>
                  <a:pt x="1876818" y="560242"/>
                </a:lnTo>
                <a:lnTo>
                  <a:pt x="1875171" y="558994"/>
                </a:lnTo>
                <a:lnTo>
                  <a:pt x="1873525" y="557747"/>
                </a:lnTo>
                <a:lnTo>
                  <a:pt x="1871879" y="556501"/>
                </a:lnTo>
                <a:lnTo>
                  <a:pt x="1870232" y="555256"/>
                </a:lnTo>
                <a:lnTo>
                  <a:pt x="1868586" y="554013"/>
                </a:lnTo>
                <a:lnTo>
                  <a:pt x="1866940" y="552771"/>
                </a:lnTo>
                <a:lnTo>
                  <a:pt x="1865293" y="551530"/>
                </a:lnTo>
                <a:lnTo>
                  <a:pt x="1863647" y="550291"/>
                </a:lnTo>
                <a:lnTo>
                  <a:pt x="1862001" y="549052"/>
                </a:lnTo>
                <a:lnTo>
                  <a:pt x="1860354" y="547815"/>
                </a:lnTo>
                <a:lnTo>
                  <a:pt x="1858708" y="546579"/>
                </a:lnTo>
                <a:lnTo>
                  <a:pt x="1857062" y="545345"/>
                </a:lnTo>
                <a:lnTo>
                  <a:pt x="1855415" y="544112"/>
                </a:lnTo>
                <a:lnTo>
                  <a:pt x="1853769" y="542880"/>
                </a:lnTo>
                <a:lnTo>
                  <a:pt x="1852123" y="541649"/>
                </a:lnTo>
                <a:lnTo>
                  <a:pt x="1850476" y="540420"/>
                </a:lnTo>
                <a:lnTo>
                  <a:pt x="1848830" y="539192"/>
                </a:lnTo>
                <a:lnTo>
                  <a:pt x="1847184" y="537965"/>
                </a:lnTo>
                <a:lnTo>
                  <a:pt x="1845537" y="536740"/>
                </a:lnTo>
                <a:lnTo>
                  <a:pt x="1843891" y="535515"/>
                </a:lnTo>
                <a:lnTo>
                  <a:pt x="1842245" y="534293"/>
                </a:lnTo>
                <a:lnTo>
                  <a:pt x="1840598" y="533071"/>
                </a:lnTo>
                <a:lnTo>
                  <a:pt x="1838952" y="531851"/>
                </a:lnTo>
                <a:lnTo>
                  <a:pt x="1837306" y="530632"/>
                </a:lnTo>
                <a:lnTo>
                  <a:pt x="1835659" y="529415"/>
                </a:lnTo>
                <a:lnTo>
                  <a:pt x="1834013" y="528199"/>
                </a:lnTo>
                <a:lnTo>
                  <a:pt x="1832367" y="526984"/>
                </a:lnTo>
                <a:lnTo>
                  <a:pt x="1830720" y="525771"/>
                </a:lnTo>
                <a:lnTo>
                  <a:pt x="1829074" y="524559"/>
                </a:lnTo>
                <a:lnTo>
                  <a:pt x="1827428" y="523348"/>
                </a:lnTo>
                <a:lnTo>
                  <a:pt x="1825781" y="522139"/>
                </a:lnTo>
                <a:lnTo>
                  <a:pt x="1824135" y="520932"/>
                </a:lnTo>
                <a:lnTo>
                  <a:pt x="1822489" y="519725"/>
                </a:lnTo>
                <a:lnTo>
                  <a:pt x="1820842" y="518520"/>
                </a:lnTo>
                <a:lnTo>
                  <a:pt x="1819196" y="517317"/>
                </a:lnTo>
                <a:lnTo>
                  <a:pt x="1817550" y="516115"/>
                </a:lnTo>
                <a:lnTo>
                  <a:pt x="1815903" y="514914"/>
                </a:lnTo>
                <a:lnTo>
                  <a:pt x="1814257" y="513715"/>
                </a:lnTo>
                <a:lnTo>
                  <a:pt x="1812611" y="512517"/>
                </a:lnTo>
                <a:lnTo>
                  <a:pt x="1810964" y="511321"/>
                </a:lnTo>
                <a:lnTo>
                  <a:pt x="1809318" y="510126"/>
                </a:lnTo>
                <a:lnTo>
                  <a:pt x="1807672" y="508932"/>
                </a:lnTo>
                <a:lnTo>
                  <a:pt x="1806025" y="507740"/>
                </a:lnTo>
                <a:lnTo>
                  <a:pt x="1804379" y="506550"/>
                </a:lnTo>
                <a:lnTo>
                  <a:pt x="1802733" y="505361"/>
                </a:lnTo>
                <a:lnTo>
                  <a:pt x="1801086" y="504173"/>
                </a:lnTo>
                <a:lnTo>
                  <a:pt x="1799440" y="502987"/>
                </a:lnTo>
                <a:lnTo>
                  <a:pt x="1797794" y="501803"/>
                </a:lnTo>
                <a:lnTo>
                  <a:pt x="1796147" y="500620"/>
                </a:lnTo>
                <a:lnTo>
                  <a:pt x="1794501" y="499438"/>
                </a:lnTo>
                <a:lnTo>
                  <a:pt x="1792855" y="498258"/>
                </a:lnTo>
                <a:lnTo>
                  <a:pt x="1791208" y="497080"/>
                </a:lnTo>
                <a:lnTo>
                  <a:pt x="1789562" y="495903"/>
                </a:lnTo>
                <a:lnTo>
                  <a:pt x="1787916" y="494728"/>
                </a:lnTo>
                <a:lnTo>
                  <a:pt x="1786269" y="493554"/>
                </a:lnTo>
                <a:lnTo>
                  <a:pt x="1784623" y="492382"/>
                </a:lnTo>
                <a:lnTo>
                  <a:pt x="1782977" y="491211"/>
                </a:lnTo>
                <a:lnTo>
                  <a:pt x="1781330" y="490042"/>
                </a:lnTo>
                <a:lnTo>
                  <a:pt x="1779684" y="488874"/>
                </a:lnTo>
                <a:lnTo>
                  <a:pt x="1778038" y="487708"/>
                </a:lnTo>
                <a:lnTo>
                  <a:pt x="1776391" y="486544"/>
                </a:lnTo>
                <a:lnTo>
                  <a:pt x="1774745" y="485381"/>
                </a:lnTo>
                <a:lnTo>
                  <a:pt x="1773099" y="484220"/>
                </a:lnTo>
                <a:lnTo>
                  <a:pt x="1771452" y="483061"/>
                </a:lnTo>
                <a:lnTo>
                  <a:pt x="1769806" y="481903"/>
                </a:lnTo>
                <a:lnTo>
                  <a:pt x="1768160" y="480746"/>
                </a:lnTo>
                <a:lnTo>
                  <a:pt x="1766513" y="479592"/>
                </a:lnTo>
                <a:lnTo>
                  <a:pt x="1764867" y="478439"/>
                </a:lnTo>
                <a:lnTo>
                  <a:pt x="1763221" y="477287"/>
                </a:lnTo>
                <a:lnTo>
                  <a:pt x="1761574" y="476138"/>
                </a:lnTo>
                <a:lnTo>
                  <a:pt x="1759928" y="474989"/>
                </a:lnTo>
                <a:lnTo>
                  <a:pt x="1758282" y="473843"/>
                </a:lnTo>
                <a:lnTo>
                  <a:pt x="1756635" y="472698"/>
                </a:lnTo>
                <a:lnTo>
                  <a:pt x="1754989" y="471555"/>
                </a:lnTo>
                <a:lnTo>
                  <a:pt x="1753343" y="470414"/>
                </a:lnTo>
                <a:lnTo>
                  <a:pt x="1751696" y="469274"/>
                </a:lnTo>
                <a:lnTo>
                  <a:pt x="1750050" y="468136"/>
                </a:lnTo>
                <a:lnTo>
                  <a:pt x="1748404" y="467000"/>
                </a:lnTo>
                <a:lnTo>
                  <a:pt x="1746757" y="465866"/>
                </a:lnTo>
                <a:lnTo>
                  <a:pt x="1745111" y="464733"/>
                </a:lnTo>
                <a:lnTo>
                  <a:pt x="1743465" y="463602"/>
                </a:lnTo>
                <a:lnTo>
                  <a:pt x="1741818" y="462472"/>
                </a:lnTo>
                <a:lnTo>
                  <a:pt x="1740172" y="461345"/>
                </a:lnTo>
                <a:lnTo>
                  <a:pt x="1738526" y="460219"/>
                </a:lnTo>
                <a:lnTo>
                  <a:pt x="1736879" y="459095"/>
                </a:lnTo>
                <a:lnTo>
                  <a:pt x="1735233" y="457973"/>
                </a:lnTo>
                <a:lnTo>
                  <a:pt x="1733587" y="456852"/>
                </a:lnTo>
                <a:lnTo>
                  <a:pt x="1731940" y="455733"/>
                </a:lnTo>
                <a:lnTo>
                  <a:pt x="1730294" y="454616"/>
                </a:lnTo>
                <a:lnTo>
                  <a:pt x="1728648" y="453501"/>
                </a:lnTo>
                <a:lnTo>
                  <a:pt x="1727001" y="452388"/>
                </a:lnTo>
                <a:lnTo>
                  <a:pt x="1725355" y="451277"/>
                </a:lnTo>
                <a:lnTo>
                  <a:pt x="1723709" y="450167"/>
                </a:lnTo>
                <a:lnTo>
                  <a:pt x="1722062" y="449059"/>
                </a:lnTo>
                <a:lnTo>
                  <a:pt x="1720416" y="447953"/>
                </a:lnTo>
                <a:lnTo>
                  <a:pt x="1718770" y="446849"/>
                </a:lnTo>
                <a:lnTo>
                  <a:pt x="1717123" y="445746"/>
                </a:lnTo>
                <a:lnTo>
                  <a:pt x="1715477" y="444646"/>
                </a:lnTo>
                <a:lnTo>
                  <a:pt x="1713831" y="443547"/>
                </a:lnTo>
                <a:lnTo>
                  <a:pt x="1712184" y="442451"/>
                </a:lnTo>
                <a:lnTo>
                  <a:pt x="1710538" y="441356"/>
                </a:lnTo>
                <a:lnTo>
                  <a:pt x="1708892" y="440263"/>
                </a:lnTo>
                <a:lnTo>
                  <a:pt x="1707245" y="439172"/>
                </a:lnTo>
                <a:lnTo>
                  <a:pt x="1705599" y="438083"/>
                </a:lnTo>
                <a:lnTo>
                  <a:pt x="1703953" y="436996"/>
                </a:lnTo>
                <a:lnTo>
                  <a:pt x="1702306" y="435910"/>
                </a:lnTo>
                <a:lnTo>
                  <a:pt x="1700660" y="434827"/>
                </a:lnTo>
                <a:lnTo>
                  <a:pt x="1699014" y="433745"/>
                </a:lnTo>
                <a:lnTo>
                  <a:pt x="1697367" y="432666"/>
                </a:lnTo>
                <a:lnTo>
                  <a:pt x="1695721" y="431588"/>
                </a:lnTo>
                <a:lnTo>
                  <a:pt x="1694075" y="430513"/>
                </a:lnTo>
                <a:lnTo>
                  <a:pt x="1692428" y="429439"/>
                </a:lnTo>
                <a:lnTo>
                  <a:pt x="1690782" y="428368"/>
                </a:lnTo>
                <a:lnTo>
                  <a:pt x="1689136" y="427298"/>
                </a:lnTo>
                <a:lnTo>
                  <a:pt x="1687489" y="426230"/>
                </a:lnTo>
                <a:lnTo>
                  <a:pt x="1685843" y="425165"/>
                </a:lnTo>
                <a:lnTo>
                  <a:pt x="1684197" y="424101"/>
                </a:lnTo>
                <a:lnTo>
                  <a:pt x="1682550" y="423040"/>
                </a:lnTo>
                <a:lnTo>
                  <a:pt x="1680904" y="421980"/>
                </a:lnTo>
                <a:lnTo>
                  <a:pt x="1679258" y="420922"/>
                </a:lnTo>
                <a:lnTo>
                  <a:pt x="1677611" y="419867"/>
                </a:lnTo>
                <a:lnTo>
                  <a:pt x="1675965" y="418813"/>
                </a:lnTo>
                <a:lnTo>
                  <a:pt x="1674319" y="417762"/>
                </a:lnTo>
                <a:lnTo>
                  <a:pt x="1672672" y="416713"/>
                </a:lnTo>
                <a:lnTo>
                  <a:pt x="1671026" y="415665"/>
                </a:lnTo>
                <a:lnTo>
                  <a:pt x="1669380" y="414620"/>
                </a:lnTo>
                <a:lnTo>
                  <a:pt x="1667733" y="413577"/>
                </a:lnTo>
                <a:lnTo>
                  <a:pt x="1666087" y="412536"/>
                </a:lnTo>
                <a:lnTo>
                  <a:pt x="1664441" y="411497"/>
                </a:lnTo>
                <a:lnTo>
                  <a:pt x="1662794" y="410461"/>
                </a:lnTo>
                <a:lnTo>
                  <a:pt x="1661148" y="409426"/>
                </a:lnTo>
                <a:lnTo>
                  <a:pt x="1659502" y="408394"/>
                </a:lnTo>
                <a:lnTo>
                  <a:pt x="1657855" y="407363"/>
                </a:lnTo>
                <a:lnTo>
                  <a:pt x="1656209" y="406335"/>
                </a:lnTo>
                <a:lnTo>
                  <a:pt x="1654563" y="405309"/>
                </a:lnTo>
                <a:lnTo>
                  <a:pt x="1652916" y="404285"/>
                </a:lnTo>
                <a:lnTo>
                  <a:pt x="1651270" y="403264"/>
                </a:lnTo>
                <a:lnTo>
                  <a:pt x="1649624" y="402244"/>
                </a:lnTo>
                <a:lnTo>
                  <a:pt x="1647977" y="401227"/>
                </a:lnTo>
                <a:lnTo>
                  <a:pt x="1646331" y="400212"/>
                </a:lnTo>
                <a:lnTo>
                  <a:pt x="1644685" y="399199"/>
                </a:lnTo>
                <a:lnTo>
                  <a:pt x="1643038" y="398188"/>
                </a:lnTo>
                <a:lnTo>
                  <a:pt x="1641392" y="397180"/>
                </a:lnTo>
                <a:lnTo>
                  <a:pt x="1639746" y="396173"/>
                </a:lnTo>
                <a:lnTo>
                  <a:pt x="1638099" y="395169"/>
                </a:lnTo>
                <a:lnTo>
                  <a:pt x="1636453" y="394168"/>
                </a:lnTo>
                <a:lnTo>
                  <a:pt x="1634807" y="393168"/>
                </a:lnTo>
                <a:lnTo>
                  <a:pt x="1633160" y="392171"/>
                </a:lnTo>
                <a:lnTo>
                  <a:pt x="1631514" y="391176"/>
                </a:lnTo>
                <a:lnTo>
                  <a:pt x="1629868" y="390184"/>
                </a:lnTo>
                <a:lnTo>
                  <a:pt x="1628221" y="389193"/>
                </a:lnTo>
                <a:lnTo>
                  <a:pt x="1626575" y="388205"/>
                </a:lnTo>
                <a:lnTo>
                  <a:pt x="1624929" y="387220"/>
                </a:lnTo>
                <a:lnTo>
                  <a:pt x="1623282" y="386236"/>
                </a:lnTo>
                <a:lnTo>
                  <a:pt x="1621636" y="385255"/>
                </a:lnTo>
                <a:lnTo>
                  <a:pt x="1619990" y="384277"/>
                </a:lnTo>
                <a:lnTo>
                  <a:pt x="1618343" y="383300"/>
                </a:lnTo>
                <a:lnTo>
                  <a:pt x="1616697" y="382326"/>
                </a:lnTo>
                <a:lnTo>
                  <a:pt x="1615051" y="381355"/>
                </a:lnTo>
                <a:lnTo>
                  <a:pt x="1613404" y="380386"/>
                </a:lnTo>
                <a:lnTo>
                  <a:pt x="1611758" y="379419"/>
                </a:lnTo>
                <a:lnTo>
                  <a:pt x="1610112" y="378455"/>
                </a:lnTo>
                <a:lnTo>
                  <a:pt x="1608465" y="377493"/>
                </a:lnTo>
                <a:lnTo>
                  <a:pt x="1606819" y="376533"/>
                </a:lnTo>
                <a:lnTo>
                  <a:pt x="1605173" y="375576"/>
                </a:lnTo>
                <a:lnTo>
                  <a:pt x="1603526" y="374621"/>
                </a:lnTo>
                <a:lnTo>
                  <a:pt x="1601880" y="373669"/>
                </a:lnTo>
                <a:lnTo>
                  <a:pt x="1600234" y="372719"/>
                </a:lnTo>
                <a:lnTo>
                  <a:pt x="1598587" y="371772"/>
                </a:lnTo>
                <a:lnTo>
                  <a:pt x="1596941" y="370827"/>
                </a:lnTo>
                <a:lnTo>
                  <a:pt x="1595295" y="369884"/>
                </a:lnTo>
                <a:lnTo>
                  <a:pt x="1593648" y="368944"/>
                </a:lnTo>
                <a:lnTo>
                  <a:pt x="1592002" y="368007"/>
                </a:lnTo>
                <a:lnTo>
                  <a:pt x="1590356" y="367072"/>
                </a:lnTo>
                <a:lnTo>
                  <a:pt x="1588709" y="366140"/>
                </a:lnTo>
                <a:lnTo>
                  <a:pt x="1587063" y="365210"/>
                </a:lnTo>
                <a:lnTo>
                  <a:pt x="1585417" y="364283"/>
                </a:lnTo>
                <a:lnTo>
                  <a:pt x="1583770" y="363358"/>
                </a:lnTo>
                <a:lnTo>
                  <a:pt x="1582124" y="362436"/>
                </a:lnTo>
                <a:lnTo>
                  <a:pt x="1580478" y="361516"/>
                </a:lnTo>
                <a:lnTo>
                  <a:pt x="1578831" y="360599"/>
                </a:lnTo>
                <a:lnTo>
                  <a:pt x="1577185" y="359685"/>
                </a:lnTo>
                <a:lnTo>
                  <a:pt x="1575539" y="358773"/>
                </a:lnTo>
                <a:lnTo>
                  <a:pt x="1573892" y="357863"/>
                </a:lnTo>
                <a:lnTo>
                  <a:pt x="1572246" y="356957"/>
                </a:lnTo>
                <a:lnTo>
                  <a:pt x="1570600" y="356053"/>
                </a:lnTo>
                <a:lnTo>
                  <a:pt x="1568953" y="355151"/>
                </a:lnTo>
                <a:lnTo>
                  <a:pt x="1567307" y="354253"/>
                </a:lnTo>
                <a:lnTo>
                  <a:pt x="1565661" y="353357"/>
                </a:lnTo>
                <a:lnTo>
                  <a:pt x="1564015" y="352463"/>
                </a:lnTo>
                <a:lnTo>
                  <a:pt x="1562368" y="351573"/>
                </a:lnTo>
                <a:lnTo>
                  <a:pt x="1560722" y="350685"/>
                </a:lnTo>
                <a:lnTo>
                  <a:pt x="1559076" y="349799"/>
                </a:lnTo>
                <a:lnTo>
                  <a:pt x="1557429" y="348917"/>
                </a:lnTo>
                <a:lnTo>
                  <a:pt x="1555783" y="348037"/>
                </a:lnTo>
                <a:lnTo>
                  <a:pt x="1554137" y="347160"/>
                </a:lnTo>
                <a:lnTo>
                  <a:pt x="1552490" y="346285"/>
                </a:lnTo>
                <a:lnTo>
                  <a:pt x="1550844" y="345413"/>
                </a:lnTo>
                <a:lnTo>
                  <a:pt x="1549198" y="344544"/>
                </a:lnTo>
                <a:lnTo>
                  <a:pt x="1547551" y="343678"/>
                </a:lnTo>
                <a:lnTo>
                  <a:pt x="1545905" y="342815"/>
                </a:lnTo>
                <a:lnTo>
                  <a:pt x="1544259" y="341954"/>
                </a:lnTo>
                <a:lnTo>
                  <a:pt x="1542612" y="341096"/>
                </a:lnTo>
                <a:lnTo>
                  <a:pt x="1540966" y="340241"/>
                </a:lnTo>
                <a:lnTo>
                  <a:pt x="1539320" y="339389"/>
                </a:lnTo>
                <a:lnTo>
                  <a:pt x="1537673" y="338540"/>
                </a:lnTo>
                <a:lnTo>
                  <a:pt x="1536027" y="337693"/>
                </a:lnTo>
                <a:lnTo>
                  <a:pt x="1534381" y="336850"/>
                </a:lnTo>
                <a:lnTo>
                  <a:pt x="1532734" y="336009"/>
                </a:lnTo>
                <a:lnTo>
                  <a:pt x="1531088" y="335171"/>
                </a:lnTo>
                <a:lnTo>
                  <a:pt x="1529442" y="334336"/>
                </a:lnTo>
                <a:lnTo>
                  <a:pt x="1527795" y="333504"/>
                </a:lnTo>
                <a:lnTo>
                  <a:pt x="1526149" y="332675"/>
                </a:lnTo>
                <a:lnTo>
                  <a:pt x="1524503" y="331848"/>
                </a:lnTo>
                <a:lnTo>
                  <a:pt x="1522856" y="331025"/>
                </a:lnTo>
                <a:lnTo>
                  <a:pt x="1521210" y="330204"/>
                </a:lnTo>
                <a:lnTo>
                  <a:pt x="1519564" y="329387"/>
                </a:lnTo>
                <a:lnTo>
                  <a:pt x="1517917" y="328572"/>
                </a:lnTo>
                <a:lnTo>
                  <a:pt x="1516271" y="327761"/>
                </a:lnTo>
                <a:lnTo>
                  <a:pt x="1514625" y="326952"/>
                </a:lnTo>
                <a:lnTo>
                  <a:pt x="1512978" y="326147"/>
                </a:lnTo>
                <a:lnTo>
                  <a:pt x="1511332" y="325344"/>
                </a:lnTo>
                <a:lnTo>
                  <a:pt x="1509686" y="324544"/>
                </a:lnTo>
                <a:lnTo>
                  <a:pt x="1508039" y="323748"/>
                </a:lnTo>
                <a:lnTo>
                  <a:pt x="1506393" y="322954"/>
                </a:lnTo>
                <a:lnTo>
                  <a:pt x="1504747" y="322164"/>
                </a:lnTo>
                <a:lnTo>
                  <a:pt x="1503100" y="321376"/>
                </a:lnTo>
                <a:lnTo>
                  <a:pt x="1501454" y="320592"/>
                </a:lnTo>
                <a:lnTo>
                  <a:pt x="1499808" y="319811"/>
                </a:lnTo>
                <a:lnTo>
                  <a:pt x="1498161" y="319032"/>
                </a:lnTo>
                <a:lnTo>
                  <a:pt x="1496515" y="318257"/>
                </a:lnTo>
                <a:lnTo>
                  <a:pt x="1494869" y="317485"/>
                </a:lnTo>
                <a:lnTo>
                  <a:pt x="1493222" y="316716"/>
                </a:lnTo>
                <a:lnTo>
                  <a:pt x="1491576" y="315951"/>
                </a:lnTo>
                <a:lnTo>
                  <a:pt x="1489930" y="315188"/>
                </a:lnTo>
                <a:lnTo>
                  <a:pt x="1488283" y="314429"/>
                </a:lnTo>
                <a:lnTo>
                  <a:pt x="1486637" y="313672"/>
                </a:lnTo>
                <a:lnTo>
                  <a:pt x="1484991" y="312919"/>
                </a:lnTo>
                <a:lnTo>
                  <a:pt x="1483344" y="312169"/>
                </a:lnTo>
                <a:lnTo>
                  <a:pt x="1481698" y="311423"/>
                </a:lnTo>
                <a:lnTo>
                  <a:pt x="1480052" y="310679"/>
                </a:lnTo>
                <a:lnTo>
                  <a:pt x="1478405" y="309939"/>
                </a:lnTo>
                <a:lnTo>
                  <a:pt x="1476759" y="309202"/>
                </a:lnTo>
                <a:lnTo>
                  <a:pt x="1475113" y="308468"/>
                </a:lnTo>
                <a:lnTo>
                  <a:pt x="1473466" y="307738"/>
                </a:lnTo>
                <a:lnTo>
                  <a:pt x="1471820" y="307010"/>
                </a:lnTo>
                <a:lnTo>
                  <a:pt x="1470174" y="306286"/>
                </a:lnTo>
                <a:lnTo>
                  <a:pt x="1468527" y="305566"/>
                </a:lnTo>
                <a:lnTo>
                  <a:pt x="1466881" y="304848"/>
                </a:lnTo>
                <a:lnTo>
                  <a:pt x="1465235" y="304134"/>
                </a:lnTo>
                <a:lnTo>
                  <a:pt x="1463588" y="303424"/>
                </a:lnTo>
                <a:lnTo>
                  <a:pt x="1461942" y="302716"/>
                </a:lnTo>
                <a:lnTo>
                  <a:pt x="1460296" y="302012"/>
                </a:lnTo>
                <a:lnTo>
                  <a:pt x="1458649" y="301312"/>
                </a:lnTo>
                <a:lnTo>
                  <a:pt x="1457003" y="300614"/>
                </a:lnTo>
                <a:lnTo>
                  <a:pt x="1455357" y="299921"/>
                </a:lnTo>
                <a:lnTo>
                  <a:pt x="1453710" y="299230"/>
                </a:lnTo>
                <a:lnTo>
                  <a:pt x="1452064" y="298543"/>
                </a:lnTo>
                <a:lnTo>
                  <a:pt x="1450418" y="297860"/>
                </a:lnTo>
                <a:lnTo>
                  <a:pt x="1448771" y="297179"/>
                </a:lnTo>
                <a:lnTo>
                  <a:pt x="1447125" y="296503"/>
                </a:lnTo>
                <a:lnTo>
                  <a:pt x="1445479" y="295829"/>
                </a:lnTo>
                <a:lnTo>
                  <a:pt x="1443832" y="295160"/>
                </a:lnTo>
                <a:lnTo>
                  <a:pt x="1442186" y="294493"/>
                </a:lnTo>
                <a:lnTo>
                  <a:pt x="1440540" y="293831"/>
                </a:lnTo>
                <a:lnTo>
                  <a:pt x="1438893" y="293171"/>
                </a:lnTo>
                <a:lnTo>
                  <a:pt x="1437247" y="292516"/>
                </a:lnTo>
                <a:lnTo>
                  <a:pt x="1435601" y="291863"/>
                </a:lnTo>
                <a:lnTo>
                  <a:pt x="1433954" y="291215"/>
                </a:lnTo>
                <a:lnTo>
                  <a:pt x="1432308" y="290570"/>
                </a:lnTo>
                <a:lnTo>
                  <a:pt x="1430662" y="289928"/>
                </a:lnTo>
                <a:lnTo>
                  <a:pt x="1429015" y="289290"/>
                </a:lnTo>
                <a:lnTo>
                  <a:pt x="1427369" y="288656"/>
                </a:lnTo>
                <a:lnTo>
                  <a:pt x="1425723" y="288025"/>
                </a:lnTo>
                <a:lnTo>
                  <a:pt x="1424076" y="287398"/>
                </a:lnTo>
                <a:lnTo>
                  <a:pt x="1422430" y="286775"/>
                </a:lnTo>
                <a:lnTo>
                  <a:pt x="1420784" y="286155"/>
                </a:lnTo>
                <a:lnTo>
                  <a:pt x="1419137" y="285539"/>
                </a:lnTo>
                <a:lnTo>
                  <a:pt x="1417491" y="284926"/>
                </a:lnTo>
                <a:lnTo>
                  <a:pt x="1415845" y="284318"/>
                </a:lnTo>
                <a:lnTo>
                  <a:pt x="1414198" y="283712"/>
                </a:lnTo>
                <a:lnTo>
                  <a:pt x="1412552" y="283111"/>
                </a:lnTo>
                <a:lnTo>
                  <a:pt x="1410906" y="282514"/>
                </a:lnTo>
                <a:lnTo>
                  <a:pt x="1409259" y="281920"/>
                </a:lnTo>
                <a:lnTo>
                  <a:pt x="1407613" y="281330"/>
                </a:lnTo>
                <a:lnTo>
                  <a:pt x="1405967" y="280743"/>
                </a:lnTo>
                <a:lnTo>
                  <a:pt x="1404320" y="280161"/>
                </a:lnTo>
                <a:lnTo>
                  <a:pt x="1402674" y="279582"/>
                </a:lnTo>
                <a:lnTo>
                  <a:pt x="1401028" y="279007"/>
                </a:lnTo>
                <a:lnTo>
                  <a:pt x="1399381" y="278436"/>
                </a:lnTo>
                <a:lnTo>
                  <a:pt x="1397735" y="277869"/>
                </a:lnTo>
                <a:lnTo>
                  <a:pt x="1396089" y="277305"/>
                </a:lnTo>
                <a:lnTo>
                  <a:pt x="1394442" y="276746"/>
                </a:lnTo>
                <a:lnTo>
                  <a:pt x="1392796" y="276190"/>
                </a:lnTo>
                <a:lnTo>
                  <a:pt x="1391150" y="275638"/>
                </a:lnTo>
                <a:lnTo>
                  <a:pt x="1389503" y="275090"/>
                </a:lnTo>
                <a:lnTo>
                  <a:pt x="1387857" y="274546"/>
                </a:lnTo>
                <a:lnTo>
                  <a:pt x="1386211" y="274006"/>
                </a:lnTo>
                <a:lnTo>
                  <a:pt x="1384564" y="273470"/>
                </a:lnTo>
                <a:lnTo>
                  <a:pt x="1382918" y="272938"/>
                </a:lnTo>
                <a:lnTo>
                  <a:pt x="1381272" y="272410"/>
                </a:lnTo>
                <a:lnTo>
                  <a:pt x="1379625" y="271886"/>
                </a:lnTo>
                <a:lnTo>
                  <a:pt x="1377979" y="271365"/>
                </a:lnTo>
                <a:lnTo>
                  <a:pt x="1376333" y="270849"/>
                </a:lnTo>
                <a:lnTo>
                  <a:pt x="1374686" y="270337"/>
                </a:lnTo>
                <a:lnTo>
                  <a:pt x="1373040" y="269829"/>
                </a:lnTo>
                <a:lnTo>
                  <a:pt x="1371394" y="269325"/>
                </a:lnTo>
                <a:lnTo>
                  <a:pt x="1369747" y="268825"/>
                </a:lnTo>
                <a:lnTo>
                  <a:pt x="1368101" y="268329"/>
                </a:lnTo>
                <a:lnTo>
                  <a:pt x="1366455" y="267837"/>
                </a:lnTo>
                <a:lnTo>
                  <a:pt x="1364808" y="267349"/>
                </a:lnTo>
                <a:lnTo>
                  <a:pt x="1363162" y="266866"/>
                </a:lnTo>
                <a:lnTo>
                  <a:pt x="1361516" y="266386"/>
                </a:lnTo>
                <a:lnTo>
                  <a:pt x="1359869" y="265911"/>
                </a:lnTo>
                <a:lnTo>
                  <a:pt x="1358223" y="265440"/>
                </a:lnTo>
                <a:lnTo>
                  <a:pt x="1356577" y="264973"/>
                </a:lnTo>
                <a:lnTo>
                  <a:pt x="1354930" y="264510"/>
                </a:lnTo>
                <a:lnTo>
                  <a:pt x="1353284" y="264052"/>
                </a:lnTo>
                <a:lnTo>
                  <a:pt x="1351638" y="263598"/>
                </a:lnTo>
                <a:lnTo>
                  <a:pt x="1349991" y="263147"/>
                </a:lnTo>
                <a:lnTo>
                  <a:pt x="1348345" y="262702"/>
                </a:lnTo>
                <a:lnTo>
                  <a:pt x="1346699" y="262260"/>
                </a:lnTo>
                <a:lnTo>
                  <a:pt x="1345052" y="261823"/>
                </a:lnTo>
                <a:lnTo>
                  <a:pt x="1343406" y="261390"/>
                </a:lnTo>
                <a:lnTo>
                  <a:pt x="1341760" y="260961"/>
                </a:lnTo>
                <a:lnTo>
                  <a:pt x="1340113" y="260537"/>
                </a:lnTo>
                <a:lnTo>
                  <a:pt x="1338467" y="260117"/>
                </a:lnTo>
                <a:lnTo>
                  <a:pt x="1336821" y="259701"/>
                </a:lnTo>
                <a:lnTo>
                  <a:pt x="1335174" y="259290"/>
                </a:lnTo>
                <a:lnTo>
                  <a:pt x="1333528" y="258883"/>
                </a:lnTo>
                <a:lnTo>
                  <a:pt x="1331882" y="258481"/>
                </a:lnTo>
                <a:lnTo>
                  <a:pt x="1330235" y="258083"/>
                </a:lnTo>
                <a:lnTo>
                  <a:pt x="1328589" y="257689"/>
                </a:lnTo>
                <a:lnTo>
                  <a:pt x="1326943" y="257300"/>
                </a:lnTo>
                <a:lnTo>
                  <a:pt x="1325296" y="256915"/>
                </a:lnTo>
                <a:lnTo>
                  <a:pt x="1323650" y="256535"/>
                </a:lnTo>
                <a:lnTo>
                  <a:pt x="1322004" y="256159"/>
                </a:lnTo>
                <a:lnTo>
                  <a:pt x="1320357" y="255788"/>
                </a:lnTo>
                <a:lnTo>
                  <a:pt x="1318711" y="255421"/>
                </a:lnTo>
                <a:lnTo>
                  <a:pt x="1317065" y="255059"/>
                </a:lnTo>
                <a:lnTo>
                  <a:pt x="1315418" y="254702"/>
                </a:lnTo>
                <a:lnTo>
                  <a:pt x="1313772" y="254349"/>
                </a:lnTo>
                <a:lnTo>
                  <a:pt x="1312126" y="254000"/>
                </a:lnTo>
                <a:lnTo>
                  <a:pt x="1310479" y="253656"/>
                </a:lnTo>
                <a:lnTo>
                  <a:pt x="1308833" y="253317"/>
                </a:lnTo>
                <a:lnTo>
                  <a:pt x="1307187" y="252983"/>
                </a:lnTo>
                <a:lnTo>
                  <a:pt x="1305540" y="252653"/>
                </a:lnTo>
                <a:lnTo>
                  <a:pt x="1303894" y="252327"/>
                </a:lnTo>
                <a:lnTo>
                  <a:pt x="1302248" y="252007"/>
                </a:lnTo>
                <a:lnTo>
                  <a:pt x="1300601" y="251691"/>
                </a:lnTo>
                <a:lnTo>
                  <a:pt x="1298955" y="251380"/>
                </a:lnTo>
                <a:lnTo>
                  <a:pt x="1297309" y="251073"/>
                </a:lnTo>
                <a:lnTo>
                  <a:pt x="1295662" y="250771"/>
                </a:lnTo>
                <a:lnTo>
                  <a:pt x="1294016" y="250474"/>
                </a:lnTo>
                <a:lnTo>
                  <a:pt x="1292370" y="250182"/>
                </a:lnTo>
                <a:lnTo>
                  <a:pt x="1290723" y="249895"/>
                </a:lnTo>
                <a:lnTo>
                  <a:pt x="1289077" y="249612"/>
                </a:lnTo>
                <a:lnTo>
                  <a:pt x="1287431" y="249335"/>
                </a:lnTo>
                <a:lnTo>
                  <a:pt x="1285784" y="249062"/>
                </a:lnTo>
                <a:lnTo>
                  <a:pt x="1284138" y="248793"/>
                </a:lnTo>
                <a:lnTo>
                  <a:pt x="1282492" y="248530"/>
                </a:lnTo>
                <a:lnTo>
                  <a:pt x="1280845" y="248272"/>
                </a:lnTo>
                <a:lnTo>
                  <a:pt x="1279199" y="248019"/>
                </a:lnTo>
                <a:lnTo>
                  <a:pt x="1277553" y="247770"/>
                </a:lnTo>
                <a:lnTo>
                  <a:pt x="1275906" y="247526"/>
                </a:lnTo>
                <a:lnTo>
                  <a:pt x="1274260" y="247288"/>
                </a:lnTo>
                <a:lnTo>
                  <a:pt x="1272614" y="247054"/>
                </a:lnTo>
                <a:lnTo>
                  <a:pt x="1270967" y="246826"/>
                </a:lnTo>
                <a:lnTo>
                  <a:pt x="1269321" y="246602"/>
                </a:lnTo>
                <a:lnTo>
                  <a:pt x="1267675" y="246383"/>
                </a:lnTo>
                <a:lnTo>
                  <a:pt x="1266028" y="246170"/>
                </a:lnTo>
                <a:lnTo>
                  <a:pt x="1264382" y="245961"/>
                </a:lnTo>
                <a:lnTo>
                  <a:pt x="1262736" y="245758"/>
                </a:lnTo>
                <a:lnTo>
                  <a:pt x="1261089" y="245559"/>
                </a:lnTo>
                <a:lnTo>
                  <a:pt x="1259443" y="245366"/>
                </a:lnTo>
                <a:lnTo>
                  <a:pt x="1257797" y="245178"/>
                </a:lnTo>
                <a:lnTo>
                  <a:pt x="1256150" y="244995"/>
                </a:lnTo>
                <a:lnTo>
                  <a:pt x="1254504" y="244817"/>
                </a:lnTo>
                <a:lnTo>
                  <a:pt x="1252858" y="244645"/>
                </a:lnTo>
                <a:lnTo>
                  <a:pt x="1251212" y="244477"/>
                </a:lnTo>
                <a:lnTo>
                  <a:pt x="1249565" y="244315"/>
                </a:lnTo>
                <a:lnTo>
                  <a:pt x="1247919" y="244158"/>
                </a:lnTo>
                <a:lnTo>
                  <a:pt x="1246273" y="244006"/>
                </a:lnTo>
                <a:lnTo>
                  <a:pt x="1244626" y="243859"/>
                </a:lnTo>
                <a:lnTo>
                  <a:pt x="1242980" y="243718"/>
                </a:lnTo>
                <a:lnTo>
                  <a:pt x="1241334" y="243582"/>
                </a:lnTo>
                <a:lnTo>
                  <a:pt x="1239687" y="243451"/>
                </a:lnTo>
                <a:lnTo>
                  <a:pt x="1238041" y="243326"/>
                </a:lnTo>
                <a:lnTo>
                  <a:pt x="1236395" y="243206"/>
                </a:lnTo>
                <a:lnTo>
                  <a:pt x="1234748" y="243092"/>
                </a:lnTo>
                <a:lnTo>
                  <a:pt x="1233102" y="242982"/>
                </a:lnTo>
                <a:lnTo>
                  <a:pt x="1231456" y="242878"/>
                </a:lnTo>
                <a:lnTo>
                  <a:pt x="1229809" y="242780"/>
                </a:lnTo>
                <a:lnTo>
                  <a:pt x="1228163" y="242687"/>
                </a:lnTo>
                <a:lnTo>
                  <a:pt x="1226517" y="242600"/>
                </a:lnTo>
                <a:lnTo>
                  <a:pt x="1224870" y="242517"/>
                </a:lnTo>
                <a:lnTo>
                  <a:pt x="1223224" y="242441"/>
                </a:lnTo>
                <a:lnTo>
                  <a:pt x="1221578" y="242370"/>
                </a:lnTo>
                <a:lnTo>
                  <a:pt x="1219931" y="242304"/>
                </a:lnTo>
                <a:lnTo>
                  <a:pt x="1218285" y="242244"/>
                </a:lnTo>
                <a:lnTo>
                  <a:pt x="1216639" y="242190"/>
                </a:lnTo>
                <a:lnTo>
                  <a:pt x="1214992" y="242141"/>
                </a:lnTo>
                <a:lnTo>
                  <a:pt x="1213346" y="242098"/>
                </a:lnTo>
                <a:lnTo>
                  <a:pt x="1211700" y="242060"/>
                </a:lnTo>
                <a:lnTo>
                  <a:pt x="1210053" y="242028"/>
                </a:lnTo>
                <a:lnTo>
                  <a:pt x="1208407" y="242002"/>
                </a:lnTo>
                <a:lnTo>
                  <a:pt x="1206761" y="241981"/>
                </a:lnTo>
                <a:lnTo>
                  <a:pt x="1205114" y="241966"/>
                </a:lnTo>
                <a:lnTo>
                  <a:pt x="1203468" y="241957"/>
                </a:lnTo>
                <a:lnTo>
                  <a:pt x="1201822" y="241954"/>
                </a:lnTo>
                <a:lnTo>
                  <a:pt x="1200175" y="241956"/>
                </a:lnTo>
                <a:lnTo>
                  <a:pt x="1198529" y="241964"/>
                </a:lnTo>
                <a:lnTo>
                  <a:pt x="1196883" y="241978"/>
                </a:lnTo>
                <a:lnTo>
                  <a:pt x="1195236" y="241997"/>
                </a:lnTo>
                <a:lnTo>
                  <a:pt x="1193590" y="242023"/>
                </a:lnTo>
                <a:lnTo>
                  <a:pt x="1191944" y="242054"/>
                </a:lnTo>
                <a:lnTo>
                  <a:pt x="1190297" y="242091"/>
                </a:lnTo>
                <a:lnTo>
                  <a:pt x="1188651" y="242134"/>
                </a:lnTo>
                <a:lnTo>
                  <a:pt x="1187005" y="242183"/>
                </a:lnTo>
                <a:lnTo>
                  <a:pt x="1185358" y="242238"/>
                </a:lnTo>
                <a:lnTo>
                  <a:pt x="1183712" y="242299"/>
                </a:lnTo>
                <a:lnTo>
                  <a:pt x="1182066" y="242365"/>
                </a:lnTo>
                <a:lnTo>
                  <a:pt x="1180419" y="242438"/>
                </a:lnTo>
                <a:lnTo>
                  <a:pt x="1178773" y="242517"/>
                </a:lnTo>
                <a:lnTo>
                  <a:pt x="1177127" y="242601"/>
                </a:lnTo>
                <a:lnTo>
                  <a:pt x="1175480" y="242692"/>
                </a:lnTo>
                <a:lnTo>
                  <a:pt x="1173834" y="242789"/>
                </a:lnTo>
                <a:lnTo>
                  <a:pt x="1172188" y="242892"/>
                </a:lnTo>
                <a:lnTo>
                  <a:pt x="1170541" y="243001"/>
                </a:lnTo>
                <a:lnTo>
                  <a:pt x="1168895" y="243116"/>
                </a:lnTo>
                <a:lnTo>
                  <a:pt x="1167249" y="243237"/>
                </a:lnTo>
                <a:lnTo>
                  <a:pt x="1165602" y="243365"/>
                </a:lnTo>
                <a:lnTo>
                  <a:pt x="1163956" y="243498"/>
                </a:lnTo>
                <a:lnTo>
                  <a:pt x="1162310" y="243638"/>
                </a:lnTo>
                <a:lnTo>
                  <a:pt x="1160663" y="243784"/>
                </a:lnTo>
                <a:lnTo>
                  <a:pt x="1159017" y="243936"/>
                </a:lnTo>
                <a:lnTo>
                  <a:pt x="1157371" y="244095"/>
                </a:lnTo>
                <a:lnTo>
                  <a:pt x="1155724" y="244259"/>
                </a:lnTo>
                <a:lnTo>
                  <a:pt x="1154078" y="244430"/>
                </a:lnTo>
                <a:lnTo>
                  <a:pt x="1152432" y="244608"/>
                </a:lnTo>
                <a:lnTo>
                  <a:pt x="1150785" y="244791"/>
                </a:lnTo>
                <a:lnTo>
                  <a:pt x="1149139" y="244981"/>
                </a:lnTo>
                <a:lnTo>
                  <a:pt x="1147493" y="245178"/>
                </a:lnTo>
                <a:lnTo>
                  <a:pt x="1145846" y="245381"/>
                </a:lnTo>
                <a:lnTo>
                  <a:pt x="1144200" y="245590"/>
                </a:lnTo>
                <a:lnTo>
                  <a:pt x="1142554" y="245806"/>
                </a:lnTo>
                <a:lnTo>
                  <a:pt x="1140907" y="246028"/>
                </a:lnTo>
                <a:lnTo>
                  <a:pt x="1139261" y="246256"/>
                </a:lnTo>
                <a:lnTo>
                  <a:pt x="1137615" y="246491"/>
                </a:lnTo>
                <a:lnTo>
                  <a:pt x="1135968" y="246733"/>
                </a:lnTo>
                <a:lnTo>
                  <a:pt x="1134322" y="246981"/>
                </a:lnTo>
                <a:lnTo>
                  <a:pt x="1132676" y="247236"/>
                </a:lnTo>
                <a:lnTo>
                  <a:pt x="1131029" y="247497"/>
                </a:lnTo>
                <a:lnTo>
                  <a:pt x="1129383" y="247765"/>
                </a:lnTo>
                <a:lnTo>
                  <a:pt x="1127737" y="248040"/>
                </a:lnTo>
                <a:lnTo>
                  <a:pt x="1126090" y="248321"/>
                </a:lnTo>
                <a:lnTo>
                  <a:pt x="1124444" y="248609"/>
                </a:lnTo>
                <a:lnTo>
                  <a:pt x="1122798" y="248903"/>
                </a:lnTo>
                <a:lnTo>
                  <a:pt x="1121151" y="249205"/>
                </a:lnTo>
                <a:lnTo>
                  <a:pt x="1119505" y="249512"/>
                </a:lnTo>
                <a:lnTo>
                  <a:pt x="1117859" y="249827"/>
                </a:lnTo>
                <a:lnTo>
                  <a:pt x="1116212" y="250149"/>
                </a:lnTo>
                <a:lnTo>
                  <a:pt x="1114566" y="250477"/>
                </a:lnTo>
                <a:lnTo>
                  <a:pt x="1112920" y="250812"/>
                </a:lnTo>
                <a:lnTo>
                  <a:pt x="1111273" y="251154"/>
                </a:lnTo>
                <a:lnTo>
                  <a:pt x="1109627" y="251503"/>
                </a:lnTo>
                <a:lnTo>
                  <a:pt x="1107981" y="251859"/>
                </a:lnTo>
                <a:lnTo>
                  <a:pt x="1106334" y="252221"/>
                </a:lnTo>
                <a:lnTo>
                  <a:pt x="1104688" y="252591"/>
                </a:lnTo>
                <a:lnTo>
                  <a:pt x="1103042" y="252967"/>
                </a:lnTo>
                <a:lnTo>
                  <a:pt x="1101395" y="253351"/>
                </a:lnTo>
                <a:lnTo>
                  <a:pt x="1099749" y="253741"/>
                </a:lnTo>
                <a:lnTo>
                  <a:pt x="1098103" y="254139"/>
                </a:lnTo>
                <a:lnTo>
                  <a:pt x="1096456" y="254543"/>
                </a:lnTo>
                <a:lnTo>
                  <a:pt x="1094810" y="254955"/>
                </a:lnTo>
                <a:lnTo>
                  <a:pt x="1093164" y="255374"/>
                </a:lnTo>
                <a:lnTo>
                  <a:pt x="1091517" y="255799"/>
                </a:lnTo>
                <a:lnTo>
                  <a:pt x="1089871" y="256232"/>
                </a:lnTo>
                <a:lnTo>
                  <a:pt x="1088225" y="256672"/>
                </a:lnTo>
                <a:lnTo>
                  <a:pt x="1086578" y="257119"/>
                </a:lnTo>
                <a:lnTo>
                  <a:pt x="1084932" y="257574"/>
                </a:lnTo>
                <a:lnTo>
                  <a:pt x="1083286" y="258035"/>
                </a:lnTo>
                <a:lnTo>
                  <a:pt x="1081639" y="258504"/>
                </a:lnTo>
                <a:lnTo>
                  <a:pt x="1079993" y="258980"/>
                </a:lnTo>
                <a:lnTo>
                  <a:pt x="1078347" y="259464"/>
                </a:lnTo>
                <a:lnTo>
                  <a:pt x="1076700" y="259954"/>
                </a:lnTo>
                <a:lnTo>
                  <a:pt x="1075054" y="260452"/>
                </a:lnTo>
                <a:lnTo>
                  <a:pt x="1073408" y="260958"/>
                </a:lnTo>
                <a:lnTo>
                  <a:pt x="1071761" y="261471"/>
                </a:lnTo>
                <a:lnTo>
                  <a:pt x="1070115" y="261991"/>
                </a:lnTo>
                <a:lnTo>
                  <a:pt x="1068469" y="262518"/>
                </a:lnTo>
                <a:lnTo>
                  <a:pt x="1066822" y="263053"/>
                </a:lnTo>
                <a:lnTo>
                  <a:pt x="1065176" y="263596"/>
                </a:lnTo>
                <a:lnTo>
                  <a:pt x="1063530" y="264146"/>
                </a:lnTo>
                <a:lnTo>
                  <a:pt x="1061883" y="264703"/>
                </a:lnTo>
                <a:lnTo>
                  <a:pt x="1060237" y="265268"/>
                </a:lnTo>
                <a:lnTo>
                  <a:pt x="1058591" y="265841"/>
                </a:lnTo>
                <a:lnTo>
                  <a:pt x="1056944" y="266421"/>
                </a:lnTo>
                <a:lnTo>
                  <a:pt x="1055298" y="267009"/>
                </a:lnTo>
                <a:lnTo>
                  <a:pt x="1053652" y="267604"/>
                </a:lnTo>
                <a:lnTo>
                  <a:pt x="1052005" y="268207"/>
                </a:lnTo>
                <a:lnTo>
                  <a:pt x="1050359" y="268818"/>
                </a:lnTo>
                <a:lnTo>
                  <a:pt x="1048713" y="269436"/>
                </a:lnTo>
                <a:lnTo>
                  <a:pt x="1047066" y="270063"/>
                </a:lnTo>
                <a:lnTo>
                  <a:pt x="1045420" y="270696"/>
                </a:lnTo>
                <a:lnTo>
                  <a:pt x="1043774" y="271338"/>
                </a:lnTo>
                <a:lnTo>
                  <a:pt x="1042127" y="271988"/>
                </a:lnTo>
                <a:lnTo>
                  <a:pt x="1040481" y="272645"/>
                </a:lnTo>
                <a:lnTo>
                  <a:pt x="1038835" y="273310"/>
                </a:lnTo>
                <a:lnTo>
                  <a:pt x="1037188" y="273983"/>
                </a:lnTo>
                <a:lnTo>
                  <a:pt x="1035542" y="274664"/>
                </a:lnTo>
                <a:lnTo>
                  <a:pt x="1033896" y="275353"/>
                </a:lnTo>
                <a:lnTo>
                  <a:pt x="1032249" y="276049"/>
                </a:lnTo>
                <a:lnTo>
                  <a:pt x="1030603" y="276754"/>
                </a:lnTo>
                <a:lnTo>
                  <a:pt x="1028957" y="277467"/>
                </a:lnTo>
                <a:lnTo>
                  <a:pt x="1027310" y="278188"/>
                </a:lnTo>
                <a:lnTo>
                  <a:pt x="1025664" y="278916"/>
                </a:lnTo>
                <a:lnTo>
                  <a:pt x="1024018" y="279653"/>
                </a:lnTo>
                <a:lnTo>
                  <a:pt x="1022371" y="280398"/>
                </a:lnTo>
                <a:lnTo>
                  <a:pt x="1020725" y="281151"/>
                </a:lnTo>
                <a:lnTo>
                  <a:pt x="1019079" y="281912"/>
                </a:lnTo>
                <a:lnTo>
                  <a:pt x="1017432" y="282681"/>
                </a:lnTo>
                <a:lnTo>
                  <a:pt x="1015786" y="283459"/>
                </a:lnTo>
                <a:lnTo>
                  <a:pt x="1014140" y="284245"/>
                </a:lnTo>
                <a:lnTo>
                  <a:pt x="1012493" y="285039"/>
                </a:lnTo>
                <a:lnTo>
                  <a:pt x="1010847" y="285841"/>
                </a:lnTo>
                <a:lnTo>
                  <a:pt x="1009201" y="286651"/>
                </a:lnTo>
                <a:lnTo>
                  <a:pt x="1007554" y="287470"/>
                </a:lnTo>
                <a:lnTo>
                  <a:pt x="1005908" y="288297"/>
                </a:lnTo>
                <a:lnTo>
                  <a:pt x="1004262" y="289133"/>
                </a:lnTo>
                <a:lnTo>
                  <a:pt x="1002615" y="289976"/>
                </a:lnTo>
                <a:lnTo>
                  <a:pt x="1000969" y="290829"/>
                </a:lnTo>
                <a:lnTo>
                  <a:pt x="999323" y="291689"/>
                </a:lnTo>
                <a:lnTo>
                  <a:pt x="997676" y="292559"/>
                </a:lnTo>
                <a:lnTo>
                  <a:pt x="996030" y="293436"/>
                </a:lnTo>
                <a:lnTo>
                  <a:pt x="994384" y="294322"/>
                </a:lnTo>
                <a:lnTo>
                  <a:pt x="992737" y="295217"/>
                </a:lnTo>
                <a:lnTo>
                  <a:pt x="991091" y="296120"/>
                </a:lnTo>
                <a:lnTo>
                  <a:pt x="989445" y="297032"/>
                </a:lnTo>
                <a:lnTo>
                  <a:pt x="987798" y="297953"/>
                </a:lnTo>
                <a:lnTo>
                  <a:pt x="986152" y="298882"/>
                </a:lnTo>
                <a:lnTo>
                  <a:pt x="984506" y="299819"/>
                </a:lnTo>
                <a:lnTo>
                  <a:pt x="982859" y="300766"/>
                </a:lnTo>
                <a:lnTo>
                  <a:pt x="981213" y="301721"/>
                </a:lnTo>
                <a:lnTo>
                  <a:pt x="979567" y="302685"/>
                </a:lnTo>
                <a:lnTo>
                  <a:pt x="977920" y="303657"/>
                </a:lnTo>
                <a:lnTo>
                  <a:pt x="976274" y="304639"/>
                </a:lnTo>
                <a:lnTo>
                  <a:pt x="974628" y="305629"/>
                </a:lnTo>
                <a:lnTo>
                  <a:pt x="972981" y="306628"/>
                </a:lnTo>
                <a:lnTo>
                  <a:pt x="971335" y="307636"/>
                </a:lnTo>
                <a:lnTo>
                  <a:pt x="969689" y="308653"/>
                </a:lnTo>
                <a:lnTo>
                  <a:pt x="968042" y="309679"/>
                </a:lnTo>
                <a:lnTo>
                  <a:pt x="966396" y="310714"/>
                </a:lnTo>
                <a:lnTo>
                  <a:pt x="964750" y="311757"/>
                </a:lnTo>
                <a:lnTo>
                  <a:pt x="963103" y="312810"/>
                </a:lnTo>
                <a:lnTo>
                  <a:pt x="961457" y="313872"/>
                </a:lnTo>
                <a:lnTo>
                  <a:pt x="959811" y="314942"/>
                </a:lnTo>
                <a:lnTo>
                  <a:pt x="958164" y="316022"/>
                </a:lnTo>
                <a:lnTo>
                  <a:pt x="956518" y="317111"/>
                </a:lnTo>
                <a:lnTo>
                  <a:pt x="954872" y="318209"/>
                </a:lnTo>
                <a:lnTo>
                  <a:pt x="953225" y="319316"/>
                </a:lnTo>
                <a:lnTo>
                  <a:pt x="951579" y="320433"/>
                </a:lnTo>
                <a:lnTo>
                  <a:pt x="949933" y="321559"/>
                </a:lnTo>
                <a:lnTo>
                  <a:pt x="948286" y="322693"/>
                </a:lnTo>
                <a:lnTo>
                  <a:pt x="946640" y="323837"/>
                </a:lnTo>
                <a:lnTo>
                  <a:pt x="944994" y="324991"/>
                </a:lnTo>
                <a:lnTo>
                  <a:pt x="943347" y="326154"/>
                </a:lnTo>
                <a:lnTo>
                  <a:pt x="941701" y="327326"/>
                </a:lnTo>
                <a:lnTo>
                  <a:pt x="940055" y="328507"/>
                </a:lnTo>
                <a:lnTo>
                  <a:pt x="938409" y="329698"/>
                </a:lnTo>
                <a:lnTo>
                  <a:pt x="936762" y="330898"/>
                </a:lnTo>
                <a:lnTo>
                  <a:pt x="935116" y="332108"/>
                </a:lnTo>
                <a:lnTo>
                  <a:pt x="933470" y="333327"/>
                </a:lnTo>
                <a:lnTo>
                  <a:pt x="931823" y="334556"/>
                </a:lnTo>
                <a:lnTo>
                  <a:pt x="930177" y="335794"/>
                </a:lnTo>
                <a:lnTo>
                  <a:pt x="928531" y="337042"/>
                </a:lnTo>
                <a:lnTo>
                  <a:pt x="926884" y="338299"/>
                </a:lnTo>
                <a:lnTo>
                  <a:pt x="925238" y="339566"/>
                </a:lnTo>
                <a:lnTo>
                  <a:pt x="923592" y="340843"/>
                </a:lnTo>
                <a:lnTo>
                  <a:pt x="921945" y="342129"/>
                </a:lnTo>
                <a:lnTo>
                  <a:pt x="920299" y="343425"/>
                </a:lnTo>
                <a:lnTo>
                  <a:pt x="918653" y="344730"/>
                </a:lnTo>
                <a:lnTo>
                  <a:pt x="917006" y="346046"/>
                </a:lnTo>
                <a:lnTo>
                  <a:pt x="915360" y="347371"/>
                </a:lnTo>
                <a:lnTo>
                  <a:pt x="913714" y="348706"/>
                </a:lnTo>
                <a:lnTo>
                  <a:pt x="912067" y="350051"/>
                </a:lnTo>
                <a:lnTo>
                  <a:pt x="910421" y="351405"/>
                </a:lnTo>
                <a:lnTo>
                  <a:pt x="908775" y="352770"/>
                </a:lnTo>
                <a:lnTo>
                  <a:pt x="907128" y="354144"/>
                </a:lnTo>
                <a:lnTo>
                  <a:pt x="905482" y="355529"/>
                </a:lnTo>
                <a:lnTo>
                  <a:pt x="903836" y="356923"/>
                </a:lnTo>
                <a:lnTo>
                  <a:pt x="902189" y="358327"/>
                </a:lnTo>
                <a:lnTo>
                  <a:pt x="900543" y="359742"/>
                </a:lnTo>
                <a:lnTo>
                  <a:pt x="898897" y="361166"/>
                </a:lnTo>
                <a:lnTo>
                  <a:pt x="897250" y="362600"/>
                </a:lnTo>
                <a:lnTo>
                  <a:pt x="895604" y="364045"/>
                </a:lnTo>
                <a:lnTo>
                  <a:pt x="893958" y="365500"/>
                </a:lnTo>
                <a:lnTo>
                  <a:pt x="892311" y="366965"/>
                </a:lnTo>
                <a:lnTo>
                  <a:pt x="890665" y="368440"/>
                </a:lnTo>
                <a:lnTo>
                  <a:pt x="889019" y="369925"/>
                </a:lnTo>
                <a:lnTo>
                  <a:pt x="887372" y="371420"/>
                </a:lnTo>
                <a:lnTo>
                  <a:pt x="885726" y="372926"/>
                </a:lnTo>
                <a:lnTo>
                  <a:pt x="884080" y="374442"/>
                </a:lnTo>
                <a:lnTo>
                  <a:pt x="882433" y="375968"/>
                </a:lnTo>
                <a:lnTo>
                  <a:pt x="880787" y="377505"/>
                </a:lnTo>
                <a:lnTo>
                  <a:pt x="879141" y="379052"/>
                </a:lnTo>
                <a:lnTo>
                  <a:pt x="877494" y="380609"/>
                </a:lnTo>
                <a:lnTo>
                  <a:pt x="875848" y="382177"/>
                </a:lnTo>
                <a:lnTo>
                  <a:pt x="874202" y="383756"/>
                </a:lnTo>
                <a:lnTo>
                  <a:pt x="872555" y="385344"/>
                </a:lnTo>
                <a:lnTo>
                  <a:pt x="870909" y="386944"/>
                </a:lnTo>
                <a:lnTo>
                  <a:pt x="869263" y="388554"/>
                </a:lnTo>
                <a:lnTo>
                  <a:pt x="867616" y="390174"/>
                </a:lnTo>
                <a:lnTo>
                  <a:pt x="865970" y="391805"/>
                </a:lnTo>
                <a:lnTo>
                  <a:pt x="864324" y="393447"/>
                </a:lnTo>
                <a:lnTo>
                  <a:pt x="862677" y="395099"/>
                </a:lnTo>
                <a:lnTo>
                  <a:pt x="861031" y="396762"/>
                </a:lnTo>
                <a:lnTo>
                  <a:pt x="859385" y="398436"/>
                </a:lnTo>
                <a:lnTo>
                  <a:pt x="857738" y="400120"/>
                </a:lnTo>
                <a:lnTo>
                  <a:pt x="856092" y="401815"/>
                </a:lnTo>
                <a:lnTo>
                  <a:pt x="854446" y="403521"/>
                </a:lnTo>
                <a:lnTo>
                  <a:pt x="852799" y="405238"/>
                </a:lnTo>
                <a:lnTo>
                  <a:pt x="851153" y="406966"/>
                </a:lnTo>
                <a:lnTo>
                  <a:pt x="849507" y="408704"/>
                </a:lnTo>
                <a:lnTo>
                  <a:pt x="847860" y="410453"/>
                </a:lnTo>
                <a:lnTo>
                  <a:pt x="846214" y="412214"/>
                </a:lnTo>
                <a:lnTo>
                  <a:pt x="844568" y="413985"/>
                </a:lnTo>
                <a:lnTo>
                  <a:pt x="842921" y="415767"/>
                </a:lnTo>
                <a:lnTo>
                  <a:pt x="841275" y="417560"/>
                </a:lnTo>
                <a:lnTo>
                  <a:pt x="839629" y="419365"/>
                </a:lnTo>
                <a:lnTo>
                  <a:pt x="837982" y="421180"/>
                </a:lnTo>
                <a:lnTo>
                  <a:pt x="836336" y="423006"/>
                </a:lnTo>
                <a:lnTo>
                  <a:pt x="834690" y="424844"/>
                </a:lnTo>
                <a:lnTo>
                  <a:pt x="833043" y="426693"/>
                </a:lnTo>
                <a:lnTo>
                  <a:pt x="831397" y="428553"/>
                </a:lnTo>
                <a:lnTo>
                  <a:pt x="829751" y="430424"/>
                </a:lnTo>
                <a:lnTo>
                  <a:pt x="828104" y="432306"/>
                </a:lnTo>
                <a:lnTo>
                  <a:pt x="826458" y="434199"/>
                </a:lnTo>
                <a:lnTo>
                  <a:pt x="824812" y="436104"/>
                </a:lnTo>
                <a:lnTo>
                  <a:pt x="823165" y="438020"/>
                </a:lnTo>
                <a:lnTo>
                  <a:pt x="821519" y="439948"/>
                </a:lnTo>
                <a:lnTo>
                  <a:pt x="819873" y="441887"/>
                </a:lnTo>
                <a:lnTo>
                  <a:pt x="818226" y="443837"/>
                </a:lnTo>
                <a:lnTo>
                  <a:pt x="816580" y="445799"/>
                </a:lnTo>
                <a:lnTo>
                  <a:pt x="814934" y="447772"/>
                </a:lnTo>
                <a:lnTo>
                  <a:pt x="813287" y="449756"/>
                </a:lnTo>
                <a:lnTo>
                  <a:pt x="811641" y="451752"/>
                </a:lnTo>
                <a:lnTo>
                  <a:pt x="809995" y="453760"/>
                </a:lnTo>
                <a:lnTo>
                  <a:pt x="808348" y="455779"/>
                </a:lnTo>
                <a:lnTo>
                  <a:pt x="806702" y="457810"/>
                </a:lnTo>
                <a:lnTo>
                  <a:pt x="805056" y="459852"/>
                </a:lnTo>
                <a:lnTo>
                  <a:pt x="803409" y="461906"/>
                </a:lnTo>
                <a:lnTo>
                  <a:pt x="801763" y="463971"/>
                </a:lnTo>
                <a:lnTo>
                  <a:pt x="800117" y="466049"/>
                </a:lnTo>
                <a:lnTo>
                  <a:pt x="798470" y="468138"/>
                </a:lnTo>
                <a:lnTo>
                  <a:pt x="796824" y="470239"/>
                </a:lnTo>
                <a:lnTo>
                  <a:pt x="795178" y="472351"/>
                </a:lnTo>
                <a:lnTo>
                  <a:pt x="793531" y="474475"/>
                </a:lnTo>
                <a:lnTo>
                  <a:pt x="791885" y="476611"/>
                </a:lnTo>
                <a:lnTo>
                  <a:pt x="790239" y="478759"/>
                </a:lnTo>
                <a:lnTo>
                  <a:pt x="788592" y="480919"/>
                </a:lnTo>
                <a:lnTo>
                  <a:pt x="786946" y="483091"/>
                </a:lnTo>
                <a:lnTo>
                  <a:pt x="785300" y="485275"/>
                </a:lnTo>
                <a:lnTo>
                  <a:pt x="783653" y="487470"/>
                </a:lnTo>
                <a:lnTo>
                  <a:pt x="782007" y="489678"/>
                </a:lnTo>
                <a:lnTo>
                  <a:pt x="780361" y="491897"/>
                </a:lnTo>
                <a:lnTo>
                  <a:pt x="778714" y="494129"/>
                </a:lnTo>
                <a:lnTo>
                  <a:pt x="777068" y="496373"/>
                </a:lnTo>
                <a:lnTo>
                  <a:pt x="775422" y="498629"/>
                </a:lnTo>
                <a:lnTo>
                  <a:pt x="773775" y="500896"/>
                </a:lnTo>
                <a:lnTo>
                  <a:pt x="772129" y="503176"/>
                </a:lnTo>
                <a:lnTo>
                  <a:pt x="770483" y="505469"/>
                </a:lnTo>
                <a:lnTo>
                  <a:pt x="768836" y="507773"/>
                </a:lnTo>
                <a:lnTo>
                  <a:pt x="767190" y="510089"/>
                </a:lnTo>
                <a:lnTo>
                  <a:pt x="765544" y="512418"/>
                </a:lnTo>
                <a:lnTo>
                  <a:pt x="763897" y="514759"/>
                </a:lnTo>
                <a:lnTo>
                  <a:pt x="762251" y="517113"/>
                </a:lnTo>
                <a:lnTo>
                  <a:pt x="760605" y="519478"/>
                </a:lnTo>
                <a:lnTo>
                  <a:pt x="758958" y="521856"/>
                </a:lnTo>
                <a:lnTo>
                  <a:pt x="757312" y="524246"/>
                </a:lnTo>
                <a:lnTo>
                  <a:pt x="755666" y="526649"/>
                </a:lnTo>
                <a:lnTo>
                  <a:pt x="754019" y="529064"/>
                </a:lnTo>
                <a:lnTo>
                  <a:pt x="752373" y="531492"/>
                </a:lnTo>
                <a:lnTo>
                  <a:pt x="750727" y="533932"/>
                </a:lnTo>
                <a:lnTo>
                  <a:pt x="749080" y="536384"/>
                </a:lnTo>
                <a:lnTo>
                  <a:pt x="747434" y="538849"/>
                </a:lnTo>
                <a:lnTo>
                  <a:pt x="745788" y="541327"/>
                </a:lnTo>
                <a:lnTo>
                  <a:pt x="744141" y="543817"/>
                </a:lnTo>
                <a:lnTo>
                  <a:pt x="742495" y="546320"/>
                </a:lnTo>
                <a:lnTo>
                  <a:pt x="740849" y="548835"/>
                </a:lnTo>
                <a:lnTo>
                  <a:pt x="739202" y="551363"/>
                </a:lnTo>
                <a:lnTo>
                  <a:pt x="737556" y="553903"/>
                </a:lnTo>
                <a:lnTo>
                  <a:pt x="735910" y="556456"/>
                </a:lnTo>
                <a:lnTo>
                  <a:pt x="734263" y="559022"/>
                </a:lnTo>
                <a:lnTo>
                  <a:pt x="732617" y="561601"/>
                </a:lnTo>
                <a:lnTo>
                  <a:pt x="730971" y="564192"/>
                </a:lnTo>
                <a:lnTo>
                  <a:pt x="729324" y="566796"/>
                </a:lnTo>
                <a:lnTo>
                  <a:pt x="727678" y="569413"/>
                </a:lnTo>
                <a:lnTo>
                  <a:pt x="726032" y="572043"/>
                </a:lnTo>
                <a:lnTo>
                  <a:pt x="724385" y="574685"/>
                </a:lnTo>
                <a:lnTo>
                  <a:pt x="722739" y="577341"/>
                </a:lnTo>
                <a:lnTo>
                  <a:pt x="721093" y="580009"/>
                </a:lnTo>
                <a:lnTo>
                  <a:pt x="719446" y="582690"/>
                </a:lnTo>
                <a:lnTo>
                  <a:pt x="717800" y="585384"/>
                </a:lnTo>
                <a:lnTo>
                  <a:pt x="716154" y="588091"/>
                </a:lnTo>
                <a:lnTo>
                  <a:pt x="714507" y="590811"/>
                </a:lnTo>
                <a:lnTo>
                  <a:pt x="712861" y="593544"/>
                </a:lnTo>
                <a:lnTo>
                  <a:pt x="711215" y="596290"/>
                </a:lnTo>
                <a:lnTo>
                  <a:pt x="709568" y="599049"/>
                </a:lnTo>
                <a:lnTo>
                  <a:pt x="707922" y="601821"/>
                </a:lnTo>
                <a:lnTo>
                  <a:pt x="706276" y="604606"/>
                </a:lnTo>
                <a:lnTo>
                  <a:pt x="704629" y="607404"/>
                </a:lnTo>
                <a:lnTo>
                  <a:pt x="702983" y="610216"/>
                </a:lnTo>
                <a:lnTo>
                  <a:pt x="701337" y="613040"/>
                </a:lnTo>
                <a:lnTo>
                  <a:pt x="699690" y="615877"/>
                </a:lnTo>
                <a:lnTo>
                  <a:pt x="698044" y="618728"/>
                </a:lnTo>
                <a:lnTo>
                  <a:pt x="696398" y="621592"/>
                </a:lnTo>
                <a:lnTo>
                  <a:pt x="694751" y="624469"/>
                </a:lnTo>
                <a:lnTo>
                  <a:pt x="693105" y="627359"/>
                </a:lnTo>
                <a:lnTo>
                  <a:pt x="691459" y="630263"/>
                </a:lnTo>
                <a:lnTo>
                  <a:pt x="689812" y="633180"/>
                </a:lnTo>
                <a:lnTo>
                  <a:pt x="688166" y="636110"/>
                </a:lnTo>
                <a:lnTo>
                  <a:pt x="686520" y="639053"/>
                </a:lnTo>
                <a:lnTo>
                  <a:pt x="684873" y="642010"/>
                </a:lnTo>
                <a:lnTo>
                  <a:pt x="683227" y="644980"/>
                </a:lnTo>
                <a:lnTo>
                  <a:pt x="681581" y="647963"/>
                </a:lnTo>
                <a:lnTo>
                  <a:pt x="679934" y="650960"/>
                </a:lnTo>
                <a:lnTo>
                  <a:pt x="678288" y="653970"/>
                </a:lnTo>
                <a:lnTo>
                  <a:pt x="676642" y="656993"/>
                </a:lnTo>
                <a:lnTo>
                  <a:pt x="674995" y="660030"/>
                </a:lnTo>
                <a:lnTo>
                  <a:pt x="673349" y="663081"/>
                </a:lnTo>
                <a:lnTo>
                  <a:pt x="671703" y="666144"/>
                </a:lnTo>
                <a:lnTo>
                  <a:pt x="670056" y="669222"/>
                </a:lnTo>
                <a:lnTo>
                  <a:pt x="668410" y="672312"/>
                </a:lnTo>
                <a:lnTo>
                  <a:pt x="666764" y="675416"/>
                </a:lnTo>
                <a:lnTo>
                  <a:pt x="665117" y="678534"/>
                </a:lnTo>
                <a:lnTo>
                  <a:pt x="663471" y="681665"/>
                </a:lnTo>
                <a:lnTo>
                  <a:pt x="661825" y="684810"/>
                </a:lnTo>
                <a:lnTo>
                  <a:pt x="660178" y="687968"/>
                </a:lnTo>
                <a:lnTo>
                  <a:pt x="658532" y="691140"/>
                </a:lnTo>
                <a:lnTo>
                  <a:pt x="656886" y="694325"/>
                </a:lnTo>
                <a:lnTo>
                  <a:pt x="655239" y="697524"/>
                </a:lnTo>
                <a:lnTo>
                  <a:pt x="653593" y="700737"/>
                </a:lnTo>
                <a:lnTo>
                  <a:pt x="651947" y="703963"/>
                </a:lnTo>
                <a:lnTo>
                  <a:pt x="650300" y="707203"/>
                </a:lnTo>
                <a:lnTo>
                  <a:pt x="648654" y="710456"/>
                </a:lnTo>
                <a:lnTo>
                  <a:pt x="647008" y="713723"/>
                </a:lnTo>
                <a:lnTo>
                  <a:pt x="645361" y="717004"/>
                </a:lnTo>
                <a:lnTo>
                  <a:pt x="643715" y="720299"/>
                </a:lnTo>
                <a:lnTo>
                  <a:pt x="642069" y="723607"/>
                </a:lnTo>
                <a:lnTo>
                  <a:pt x="640422" y="726928"/>
                </a:lnTo>
                <a:lnTo>
                  <a:pt x="638776" y="730264"/>
                </a:lnTo>
                <a:lnTo>
                  <a:pt x="637130" y="733613"/>
                </a:lnTo>
                <a:lnTo>
                  <a:pt x="635483" y="736976"/>
                </a:lnTo>
                <a:lnTo>
                  <a:pt x="633837" y="740352"/>
                </a:lnTo>
                <a:lnTo>
                  <a:pt x="632191" y="743743"/>
                </a:lnTo>
                <a:lnTo>
                  <a:pt x="630544" y="747147"/>
                </a:lnTo>
                <a:lnTo>
                  <a:pt x="628898" y="750564"/>
                </a:lnTo>
                <a:lnTo>
                  <a:pt x="627252" y="753996"/>
                </a:lnTo>
                <a:lnTo>
                  <a:pt x="625606" y="757441"/>
                </a:lnTo>
                <a:lnTo>
                  <a:pt x="623959" y="760900"/>
                </a:lnTo>
                <a:lnTo>
                  <a:pt x="622313" y="764373"/>
                </a:lnTo>
                <a:lnTo>
                  <a:pt x="620667" y="767860"/>
                </a:lnTo>
                <a:lnTo>
                  <a:pt x="619020" y="771360"/>
                </a:lnTo>
                <a:lnTo>
                  <a:pt x="617374" y="774874"/>
                </a:lnTo>
                <a:lnTo>
                  <a:pt x="615728" y="778402"/>
                </a:lnTo>
                <a:lnTo>
                  <a:pt x="614081" y="781944"/>
                </a:lnTo>
                <a:lnTo>
                  <a:pt x="612435" y="785499"/>
                </a:lnTo>
                <a:lnTo>
                  <a:pt x="610789" y="789068"/>
                </a:lnTo>
                <a:lnTo>
                  <a:pt x="609142" y="792651"/>
                </a:lnTo>
                <a:lnTo>
                  <a:pt x="607496" y="796248"/>
                </a:lnTo>
                <a:lnTo>
                  <a:pt x="605850" y="799859"/>
                </a:lnTo>
                <a:lnTo>
                  <a:pt x="604203" y="803483"/>
                </a:lnTo>
                <a:lnTo>
                  <a:pt x="602557" y="807122"/>
                </a:lnTo>
                <a:lnTo>
                  <a:pt x="600911" y="810774"/>
                </a:lnTo>
                <a:lnTo>
                  <a:pt x="599264" y="814439"/>
                </a:lnTo>
                <a:lnTo>
                  <a:pt x="597618" y="818119"/>
                </a:lnTo>
                <a:lnTo>
                  <a:pt x="595972" y="821813"/>
                </a:lnTo>
                <a:lnTo>
                  <a:pt x="594325" y="825520"/>
                </a:lnTo>
                <a:lnTo>
                  <a:pt x="592679" y="829241"/>
                </a:lnTo>
                <a:lnTo>
                  <a:pt x="591033" y="832976"/>
                </a:lnTo>
                <a:lnTo>
                  <a:pt x="589386" y="836724"/>
                </a:lnTo>
                <a:lnTo>
                  <a:pt x="587740" y="840487"/>
                </a:lnTo>
                <a:lnTo>
                  <a:pt x="586094" y="844263"/>
                </a:lnTo>
                <a:lnTo>
                  <a:pt x="584447" y="848053"/>
                </a:lnTo>
                <a:lnTo>
                  <a:pt x="582801" y="851856"/>
                </a:lnTo>
                <a:lnTo>
                  <a:pt x="581155" y="855674"/>
                </a:lnTo>
                <a:lnTo>
                  <a:pt x="579508" y="859505"/>
                </a:lnTo>
                <a:lnTo>
                  <a:pt x="577862" y="863350"/>
                </a:lnTo>
                <a:lnTo>
                  <a:pt x="576216" y="867208"/>
                </a:lnTo>
                <a:lnTo>
                  <a:pt x="574569" y="871081"/>
                </a:lnTo>
                <a:lnTo>
                  <a:pt x="572923" y="874967"/>
                </a:lnTo>
                <a:lnTo>
                  <a:pt x="571277" y="878867"/>
                </a:lnTo>
                <a:lnTo>
                  <a:pt x="569630" y="882780"/>
                </a:lnTo>
                <a:lnTo>
                  <a:pt x="567984" y="886707"/>
                </a:lnTo>
                <a:lnTo>
                  <a:pt x="566338" y="890648"/>
                </a:lnTo>
                <a:lnTo>
                  <a:pt x="564691" y="894602"/>
                </a:lnTo>
                <a:lnTo>
                  <a:pt x="563045" y="898570"/>
                </a:lnTo>
                <a:lnTo>
                  <a:pt x="561399" y="902552"/>
                </a:lnTo>
                <a:lnTo>
                  <a:pt x="559752" y="906548"/>
                </a:lnTo>
                <a:lnTo>
                  <a:pt x="558106" y="910556"/>
                </a:lnTo>
                <a:lnTo>
                  <a:pt x="556460" y="914579"/>
                </a:lnTo>
                <a:lnTo>
                  <a:pt x="554813" y="918615"/>
                </a:lnTo>
                <a:lnTo>
                  <a:pt x="553167" y="922665"/>
                </a:lnTo>
                <a:lnTo>
                  <a:pt x="551521" y="926728"/>
                </a:lnTo>
                <a:lnTo>
                  <a:pt x="549874" y="930804"/>
                </a:lnTo>
                <a:lnTo>
                  <a:pt x="548228" y="934895"/>
                </a:lnTo>
                <a:lnTo>
                  <a:pt x="546582" y="938998"/>
                </a:lnTo>
                <a:lnTo>
                  <a:pt x="544935" y="943115"/>
                </a:lnTo>
                <a:lnTo>
                  <a:pt x="543289" y="947246"/>
                </a:lnTo>
                <a:lnTo>
                  <a:pt x="541643" y="951390"/>
                </a:lnTo>
                <a:lnTo>
                  <a:pt x="539996" y="955547"/>
                </a:lnTo>
                <a:lnTo>
                  <a:pt x="538350" y="959718"/>
                </a:lnTo>
                <a:lnTo>
                  <a:pt x="536704" y="963902"/>
                </a:lnTo>
                <a:lnTo>
                  <a:pt x="535057" y="968099"/>
                </a:lnTo>
                <a:lnTo>
                  <a:pt x="533411" y="972310"/>
                </a:lnTo>
                <a:lnTo>
                  <a:pt x="531765" y="976533"/>
                </a:lnTo>
                <a:lnTo>
                  <a:pt x="530118" y="980770"/>
                </a:lnTo>
                <a:lnTo>
                  <a:pt x="528472" y="985021"/>
                </a:lnTo>
                <a:lnTo>
                  <a:pt x="526826" y="989284"/>
                </a:lnTo>
                <a:lnTo>
                  <a:pt x="525179" y="993561"/>
                </a:lnTo>
                <a:lnTo>
                  <a:pt x="523533" y="997850"/>
                </a:lnTo>
                <a:lnTo>
                  <a:pt x="521887" y="1002153"/>
                </a:lnTo>
                <a:lnTo>
                  <a:pt x="520240" y="1006469"/>
                </a:lnTo>
                <a:lnTo>
                  <a:pt x="518594" y="1010798"/>
                </a:lnTo>
                <a:lnTo>
                  <a:pt x="516948" y="1015140"/>
                </a:lnTo>
                <a:lnTo>
                  <a:pt x="515301" y="1019494"/>
                </a:lnTo>
                <a:lnTo>
                  <a:pt x="513655" y="1023862"/>
                </a:lnTo>
                <a:lnTo>
                  <a:pt x="512009" y="1028242"/>
                </a:lnTo>
                <a:lnTo>
                  <a:pt x="510362" y="1032636"/>
                </a:lnTo>
                <a:lnTo>
                  <a:pt x="508716" y="1037042"/>
                </a:lnTo>
                <a:lnTo>
                  <a:pt x="507070" y="1041461"/>
                </a:lnTo>
                <a:lnTo>
                  <a:pt x="505423" y="1045892"/>
                </a:lnTo>
                <a:lnTo>
                  <a:pt x="503777" y="1050336"/>
                </a:lnTo>
                <a:lnTo>
                  <a:pt x="502131" y="1054793"/>
                </a:lnTo>
                <a:lnTo>
                  <a:pt x="500484" y="1059263"/>
                </a:lnTo>
                <a:lnTo>
                  <a:pt x="498838" y="1063745"/>
                </a:lnTo>
                <a:lnTo>
                  <a:pt x="497192" y="1068239"/>
                </a:lnTo>
                <a:lnTo>
                  <a:pt x="495545" y="1072746"/>
                </a:lnTo>
                <a:lnTo>
                  <a:pt x="493899" y="1077265"/>
                </a:lnTo>
                <a:lnTo>
                  <a:pt x="492253" y="1081797"/>
                </a:lnTo>
                <a:lnTo>
                  <a:pt x="490606" y="1086341"/>
                </a:lnTo>
                <a:lnTo>
                  <a:pt x="488960" y="1090897"/>
                </a:lnTo>
                <a:lnTo>
                  <a:pt x="487314" y="1095466"/>
                </a:lnTo>
                <a:lnTo>
                  <a:pt x="485667" y="1100046"/>
                </a:lnTo>
                <a:lnTo>
                  <a:pt x="484021" y="1104639"/>
                </a:lnTo>
                <a:lnTo>
                  <a:pt x="482375" y="1109243"/>
                </a:lnTo>
                <a:lnTo>
                  <a:pt x="480728" y="1113860"/>
                </a:lnTo>
                <a:lnTo>
                  <a:pt x="479082" y="1118488"/>
                </a:lnTo>
                <a:lnTo>
                  <a:pt x="477436" y="1123129"/>
                </a:lnTo>
                <a:lnTo>
                  <a:pt x="475789" y="1127781"/>
                </a:lnTo>
                <a:lnTo>
                  <a:pt x="474143" y="1132445"/>
                </a:lnTo>
                <a:lnTo>
                  <a:pt x="472497" y="1137121"/>
                </a:lnTo>
                <a:lnTo>
                  <a:pt x="470850" y="1141808"/>
                </a:lnTo>
                <a:lnTo>
                  <a:pt x="469204" y="1146507"/>
                </a:lnTo>
                <a:lnTo>
                  <a:pt x="467558" y="1151217"/>
                </a:lnTo>
                <a:lnTo>
                  <a:pt x="465911" y="1155939"/>
                </a:lnTo>
                <a:lnTo>
                  <a:pt x="464265" y="1160672"/>
                </a:lnTo>
                <a:lnTo>
                  <a:pt x="462619" y="1165416"/>
                </a:lnTo>
                <a:lnTo>
                  <a:pt x="460972" y="1170171"/>
                </a:lnTo>
                <a:lnTo>
                  <a:pt x="459326" y="1174938"/>
                </a:lnTo>
                <a:lnTo>
                  <a:pt x="457680" y="1179716"/>
                </a:lnTo>
                <a:lnTo>
                  <a:pt x="456033" y="1184505"/>
                </a:lnTo>
                <a:lnTo>
                  <a:pt x="454387" y="1189304"/>
                </a:lnTo>
                <a:lnTo>
                  <a:pt x="452741" y="1194115"/>
                </a:lnTo>
                <a:lnTo>
                  <a:pt x="451094" y="1198936"/>
                </a:lnTo>
                <a:lnTo>
                  <a:pt x="449448" y="1203768"/>
                </a:lnTo>
                <a:lnTo>
                  <a:pt x="447802" y="1208611"/>
                </a:lnTo>
                <a:lnTo>
                  <a:pt x="446155" y="1213464"/>
                </a:lnTo>
                <a:lnTo>
                  <a:pt x="444509" y="1218327"/>
                </a:lnTo>
                <a:lnTo>
                  <a:pt x="442863" y="1223201"/>
                </a:lnTo>
                <a:lnTo>
                  <a:pt x="441216" y="1228086"/>
                </a:lnTo>
                <a:lnTo>
                  <a:pt x="439570" y="1232980"/>
                </a:lnTo>
                <a:lnTo>
                  <a:pt x="437924" y="1237885"/>
                </a:lnTo>
                <a:lnTo>
                  <a:pt x="436277" y="1242799"/>
                </a:lnTo>
                <a:lnTo>
                  <a:pt x="434631" y="1247724"/>
                </a:lnTo>
                <a:lnTo>
                  <a:pt x="432985" y="1252658"/>
                </a:lnTo>
                <a:lnTo>
                  <a:pt x="431338" y="1257602"/>
                </a:lnTo>
                <a:lnTo>
                  <a:pt x="429692" y="1262556"/>
                </a:lnTo>
                <a:lnTo>
                  <a:pt x="428046" y="1267519"/>
                </a:lnTo>
                <a:lnTo>
                  <a:pt x="426399" y="1272492"/>
                </a:lnTo>
                <a:lnTo>
                  <a:pt x="424753" y="1277474"/>
                </a:lnTo>
                <a:lnTo>
                  <a:pt x="423107" y="1282465"/>
                </a:lnTo>
                <a:lnTo>
                  <a:pt x="421460" y="1287466"/>
                </a:lnTo>
                <a:lnTo>
                  <a:pt x="419814" y="1292475"/>
                </a:lnTo>
                <a:lnTo>
                  <a:pt x="418168" y="1297494"/>
                </a:lnTo>
                <a:lnTo>
                  <a:pt x="416521" y="1302521"/>
                </a:lnTo>
                <a:lnTo>
                  <a:pt x="414875" y="1307557"/>
                </a:lnTo>
                <a:lnTo>
                  <a:pt x="413229" y="1312602"/>
                </a:lnTo>
                <a:lnTo>
                  <a:pt x="411582" y="1317655"/>
                </a:lnTo>
                <a:lnTo>
                  <a:pt x="409936" y="1322717"/>
                </a:lnTo>
                <a:lnTo>
                  <a:pt x="408290" y="1327787"/>
                </a:lnTo>
                <a:lnTo>
                  <a:pt x="406643" y="1332865"/>
                </a:lnTo>
                <a:lnTo>
                  <a:pt x="404997" y="1337951"/>
                </a:lnTo>
                <a:lnTo>
                  <a:pt x="403351" y="1343045"/>
                </a:lnTo>
                <a:lnTo>
                  <a:pt x="401704" y="1348147"/>
                </a:lnTo>
                <a:lnTo>
                  <a:pt x="400058" y="1353256"/>
                </a:lnTo>
                <a:lnTo>
                  <a:pt x="398412" y="1358374"/>
                </a:lnTo>
                <a:lnTo>
                  <a:pt x="396765" y="1363498"/>
                </a:lnTo>
                <a:lnTo>
                  <a:pt x="395119" y="1368630"/>
                </a:lnTo>
                <a:lnTo>
                  <a:pt x="393473" y="1373770"/>
                </a:lnTo>
                <a:lnTo>
                  <a:pt x="391826" y="1378916"/>
                </a:lnTo>
                <a:lnTo>
                  <a:pt x="390180" y="1384069"/>
                </a:lnTo>
                <a:lnTo>
                  <a:pt x="388534" y="1389229"/>
                </a:lnTo>
                <a:lnTo>
                  <a:pt x="386887" y="1394396"/>
                </a:lnTo>
                <a:lnTo>
                  <a:pt x="385241" y="1399569"/>
                </a:lnTo>
                <a:lnTo>
                  <a:pt x="383595" y="1404749"/>
                </a:lnTo>
                <a:lnTo>
                  <a:pt x="381948" y="1409935"/>
                </a:lnTo>
                <a:lnTo>
                  <a:pt x="380302" y="1415127"/>
                </a:lnTo>
                <a:lnTo>
                  <a:pt x="378656" y="1420325"/>
                </a:lnTo>
                <a:lnTo>
                  <a:pt x="377009" y="1425529"/>
                </a:lnTo>
                <a:lnTo>
                  <a:pt x="375363" y="1430738"/>
                </a:lnTo>
                <a:lnTo>
                  <a:pt x="373717" y="1435953"/>
                </a:lnTo>
                <a:lnTo>
                  <a:pt x="372070" y="1441174"/>
                </a:lnTo>
                <a:lnTo>
                  <a:pt x="370424" y="1446400"/>
                </a:lnTo>
                <a:lnTo>
                  <a:pt x="368778" y="1451631"/>
                </a:lnTo>
                <a:lnTo>
                  <a:pt x="367131" y="1456867"/>
                </a:lnTo>
                <a:lnTo>
                  <a:pt x="365485" y="1462107"/>
                </a:lnTo>
                <a:lnTo>
                  <a:pt x="363839" y="1467352"/>
                </a:lnTo>
                <a:lnTo>
                  <a:pt x="362192" y="1472602"/>
                </a:lnTo>
                <a:lnTo>
                  <a:pt x="360546" y="1477856"/>
                </a:lnTo>
                <a:lnTo>
                  <a:pt x="358900" y="1483114"/>
                </a:lnTo>
                <a:lnTo>
                  <a:pt x="357253" y="1488377"/>
                </a:lnTo>
                <a:lnTo>
                  <a:pt x="355607" y="1493643"/>
                </a:lnTo>
                <a:lnTo>
                  <a:pt x="353961" y="1498912"/>
                </a:lnTo>
                <a:lnTo>
                  <a:pt x="352314" y="1504186"/>
                </a:lnTo>
                <a:lnTo>
                  <a:pt x="350668" y="1509462"/>
                </a:lnTo>
                <a:lnTo>
                  <a:pt x="349022" y="1514742"/>
                </a:lnTo>
                <a:lnTo>
                  <a:pt x="347375" y="1520024"/>
                </a:lnTo>
                <a:lnTo>
                  <a:pt x="345729" y="1525310"/>
                </a:lnTo>
                <a:lnTo>
                  <a:pt x="344083" y="1530598"/>
                </a:lnTo>
                <a:lnTo>
                  <a:pt x="342436" y="1535888"/>
                </a:lnTo>
                <a:lnTo>
                  <a:pt x="340790" y="1541181"/>
                </a:lnTo>
                <a:lnTo>
                  <a:pt x="339144" y="1546475"/>
                </a:lnTo>
                <a:lnTo>
                  <a:pt x="337497" y="1551772"/>
                </a:lnTo>
                <a:lnTo>
                  <a:pt x="335851" y="1557070"/>
                </a:lnTo>
                <a:lnTo>
                  <a:pt x="334205" y="1562370"/>
                </a:lnTo>
                <a:lnTo>
                  <a:pt x="332558" y="1567671"/>
                </a:lnTo>
                <a:lnTo>
                  <a:pt x="330912" y="1572973"/>
                </a:lnTo>
                <a:lnTo>
                  <a:pt x="329266" y="1578277"/>
                </a:lnTo>
                <a:lnTo>
                  <a:pt x="327619" y="1583581"/>
                </a:lnTo>
                <a:lnTo>
                  <a:pt x="325973" y="1588885"/>
                </a:lnTo>
                <a:lnTo>
                  <a:pt x="324327" y="1594190"/>
                </a:lnTo>
                <a:lnTo>
                  <a:pt x="322680" y="1599495"/>
                </a:lnTo>
                <a:lnTo>
                  <a:pt x="321034" y="1604799"/>
                </a:lnTo>
                <a:lnTo>
                  <a:pt x="319388" y="1610104"/>
                </a:lnTo>
                <a:lnTo>
                  <a:pt x="317741" y="1615408"/>
                </a:lnTo>
                <a:lnTo>
                  <a:pt x="316095" y="1620711"/>
                </a:lnTo>
                <a:lnTo>
                  <a:pt x="314449" y="1626014"/>
                </a:lnTo>
                <a:lnTo>
                  <a:pt x="312803" y="1631315"/>
                </a:lnTo>
                <a:lnTo>
                  <a:pt x="311156" y="1636615"/>
                </a:lnTo>
                <a:lnTo>
                  <a:pt x="309510" y="1641914"/>
                </a:lnTo>
                <a:lnTo>
                  <a:pt x="307864" y="1647210"/>
                </a:lnTo>
                <a:lnTo>
                  <a:pt x="306217" y="1652505"/>
                </a:lnTo>
                <a:lnTo>
                  <a:pt x="304571" y="1657798"/>
                </a:lnTo>
                <a:lnTo>
                  <a:pt x="302925" y="1663088"/>
                </a:lnTo>
                <a:lnTo>
                  <a:pt x="301278" y="1668375"/>
                </a:lnTo>
                <a:lnTo>
                  <a:pt x="299632" y="1673659"/>
                </a:lnTo>
                <a:lnTo>
                  <a:pt x="297986" y="1678941"/>
                </a:lnTo>
                <a:lnTo>
                  <a:pt x="296339" y="1684219"/>
                </a:lnTo>
                <a:lnTo>
                  <a:pt x="294693" y="1689493"/>
                </a:lnTo>
                <a:lnTo>
                  <a:pt x="293047" y="1694764"/>
                </a:lnTo>
                <a:lnTo>
                  <a:pt x="291400" y="1700031"/>
                </a:lnTo>
                <a:lnTo>
                  <a:pt x="289754" y="1705293"/>
                </a:lnTo>
                <a:lnTo>
                  <a:pt x="288108" y="1710551"/>
                </a:lnTo>
                <a:lnTo>
                  <a:pt x="286461" y="1715804"/>
                </a:lnTo>
                <a:lnTo>
                  <a:pt x="284815" y="1721052"/>
                </a:lnTo>
                <a:lnTo>
                  <a:pt x="283169" y="1726294"/>
                </a:lnTo>
                <a:lnTo>
                  <a:pt x="281522" y="1731532"/>
                </a:lnTo>
                <a:lnTo>
                  <a:pt x="279876" y="1736763"/>
                </a:lnTo>
                <a:lnTo>
                  <a:pt x="278230" y="1741989"/>
                </a:lnTo>
                <a:lnTo>
                  <a:pt x="276583" y="1747208"/>
                </a:lnTo>
                <a:lnTo>
                  <a:pt x="274937" y="1752421"/>
                </a:lnTo>
                <a:lnTo>
                  <a:pt x="273291" y="1757626"/>
                </a:lnTo>
                <a:lnTo>
                  <a:pt x="271644" y="1762825"/>
                </a:lnTo>
                <a:lnTo>
                  <a:pt x="269998" y="1768017"/>
                </a:lnTo>
                <a:lnTo>
                  <a:pt x="268352" y="1773201"/>
                </a:lnTo>
                <a:lnTo>
                  <a:pt x="266705" y="1778377"/>
                </a:lnTo>
                <a:lnTo>
                  <a:pt x="265059" y="1783546"/>
                </a:lnTo>
                <a:lnTo>
                  <a:pt x="263413" y="1788706"/>
                </a:lnTo>
                <a:lnTo>
                  <a:pt x="261766" y="1793857"/>
                </a:lnTo>
                <a:lnTo>
                  <a:pt x="260120" y="1798999"/>
                </a:lnTo>
                <a:lnTo>
                  <a:pt x="258474" y="1804132"/>
                </a:lnTo>
                <a:lnTo>
                  <a:pt x="256827" y="1809256"/>
                </a:lnTo>
                <a:lnTo>
                  <a:pt x="255181" y="1814371"/>
                </a:lnTo>
                <a:lnTo>
                  <a:pt x="253535" y="1819475"/>
                </a:lnTo>
                <a:lnTo>
                  <a:pt x="251888" y="1824569"/>
                </a:lnTo>
                <a:lnTo>
                  <a:pt x="250242" y="1829652"/>
                </a:lnTo>
                <a:lnTo>
                  <a:pt x="248596" y="1834725"/>
                </a:lnTo>
                <a:lnTo>
                  <a:pt x="246949" y="1839786"/>
                </a:lnTo>
                <a:lnTo>
                  <a:pt x="245303" y="1844837"/>
                </a:lnTo>
                <a:lnTo>
                  <a:pt x="243657" y="1849875"/>
                </a:lnTo>
                <a:lnTo>
                  <a:pt x="242010" y="1854902"/>
                </a:lnTo>
                <a:lnTo>
                  <a:pt x="240364" y="1859916"/>
                </a:lnTo>
                <a:lnTo>
                  <a:pt x="238718" y="1864918"/>
                </a:lnTo>
                <a:lnTo>
                  <a:pt x="237071" y="1869907"/>
                </a:lnTo>
                <a:lnTo>
                  <a:pt x="235425" y="1874884"/>
                </a:lnTo>
                <a:lnTo>
                  <a:pt x="233779" y="1879846"/>
                </a:lnTo>
                <a:lnTo>
                  <a:pt x="232132" y="1884795"/>
                </a:lnTo>
                <a:lnTo>
                  <a:pt x="230486" y="1889730"/>
                </a:lnTo>
                <a:lnTo>
                  <a:pt x="228840" y="1894651"/>
                </a:lnTo>
                <a:lnTo>
                  <a:pt x="227193" y="1899557"/>
                </a:lnTo>
                <a:lnTo>
                  <a:pt x="225547" y="1904449"/>
                </a:lnTo>
                <a:lnTo>
                  <a:pt x="223901" y="1909325"/>
                </a:lnTo>
                <a:lnTo>
                  <a:pt x="222254" y="1914185"/>
                </a:lnTo>
                <a:lnTo>
                  <a:pt x="220608" y="1919030"/>
                </a:lnTo>
                <a:lnTo>
                  <a:pt x="218962" y="1923859"/>
                </a:lnTo>
                <a:lnTo>
                  <a:pt x="217315" y="1928672"/>
                </a:lnTo>
                <a:lnTo>
                  <a:pt x="215669" y="1933468"/>
                </a:lnTo>
                <a:lnTo>
                  <a:pt x="214023" y="1938247"/>
                </a:lnTo>
                <a:lnTo>
                  <a:pt x="212376" y="1943008"/>
                </a:lnTo>
                <a:lnTo>
                  <a:pt x="210730" y="1947752"/>
                </a:lnTo>
                <a:lnTo>
                  <a:pt x="209084" y="1952478"/>
                </a:lnTo>
                <a:lnTo>
                  <a:pt x="207437" y="1957186"/>
                </a:lnTo>
                <a:lnTo>
                  <a:pt x="205791" y="1961875"/>
                </a:lnTo>
                <a:lnTo>
                  <a:pt x="204145" y="1966546"/>
                </a:lnTo>
                <a:lnTo>
                  <a:pt x="202498" y="1971197"/>
                </a:lnTo>
                <a:lnTo>
                  <a:pt x="200852" y="1975829"/>
                </a:lnTo>
                <a:lnTo>
                  <a:pt x="199206" y="1980441"/>
                </a:lnTo>
                <a:lnTo>
                  <a:pt x="197559" y="1985032"/>
                </a:lnTo>
                <a:lnTo>
                  <a:pt x="195913" y="1989604"/>
                </a:lnTo>
                <a:lnTo>
                  <a:pt x="194267" y="1994155"/>
                </a:lnTo>
                <a:lnTo>
                  <a:pt x="192620" y="1998684"/>
                </a:lnTo>
                <a:lnTo>
                  <a:pt x="190974" y="2003192"/>
                </a:lnTo>
                <a:lnTo>
                  <a:pt x="189328" y="2007679"/>
                </a:lnTo>
                <a:lnTo>
                  <a:pt x="187681" y="2012144"/>
                </a:lnTo>
                <a:lnTo>
                  <a:pt x="186035" y="2016586"/>
                </a:lnTo>
                <a:lnTo>
                  <a:pt x="184389" y="2021005"/>
                </a:lnTo>
                <a:lnTo>
                  <a:pt x="182742" y="2025402"/>
                </a:lnTo>
                <a:lnTo>
                  <a:pt x="181096" y="2029775"/>
                </a:lnTo>
                <a:lnTo>
                  <a:pt x="179450" y="2034125"/>
                </a:lnTo>
                <a:lnTo>
                  <a:pt x="177803" y="2038450"/>
                </a:lnTo>
                <a:lnTo>
                  <a:pt x="176157" y="2042752"/>
                </a:lnTo>
                <a:lnTo>
                  <a:pt x="174511" y="2047028"/>
                </a:lnTo>
                <a:lnTo>
                  <a:pt x="172864" y="2051280"/>
                </a:lnTo>
                <a:lnTo>
                  <a:pt x="171218" y="2055507"/>
                </a:lnTo>
                <a:lnTo>
                  <a:pt x="169572" y="2059708"/>
                </a:lnTo>
                <a:lnTo>
                  <a:pt x="167925" y="2063883"/>
                </a:lnTo>
                <a:lnTo>
                  <a:pt x="166279" y="2068032"/>
                </a:lnTo>
                <a:lnTo>
                  <a:pt x="164633" y="2072154"/>
                </a:lnTo>
                <a:lnTo>
                  <a:pt x="162986" y="2076250"/>
                </a:lnTo>
                <a:lnTo>
                  <a:pt x="161340" y="2080318"/>
                </a:lnTo>
                <a:lnTo>
                  <a:pt x="159694" y="2084359"/>
                </a:lnTo>
                <a:lnTo>
                  <a:pt x="158047" y="2088372"/>
                </a:lnTo>
                <a:lnTo>
                  <a:pt x="156401" y="2092357"/>
                </a:lnTo>
                <a:lnTo>
                  <a:pt x="154755" y="2096313"/>
                </a:lnTo>
                <a:lnTo>
                  <a:pt x="153108" y="2100240"/>
                </a:lnTo>
                <a:lnTo>
                  <a:pt x="151462" y="2104139"/>
                </a:lnTo>
                <a:lnTo>
                  <a:pt x="149816" y="2108008"/>
                </a:lnTo>
                <a:lnTo>
                  <a:pt x="148169" y="2111847"/>
                </a:lnTo>
                <a:lnTo>
                  <a:pt x="146523" y="2115656"/>
                </a:lnTo>
                <a:lnTo>
                  <a:pt x="144877" y="2119434"/>
                </a:lnTo>
                <a:lnTo>
                  <a:pt x="143230" y="2123182"/>
                </a:lnTo>
                <a:lnTo>
                  <a:pt x="141584" y="2126899"/>
                </a:lnTo>
                <a:lnTo>
                  <a:pt x="139938" y="2130584"/>
                </a:lnTo>
                <a:lnTo>
                  <a:pt x="138291" y="2134238"/>
                </a:lnTo>
                <a:lnTo>
                  <a:pt x="136645" y="2137860"/>
                </a:lnTo>
                <a:lnTo>
                  <a:pt x="134999" y="2141449"/>
                </a:lnTo>
                <a:lnTo>
                  <a:pt x="133352" y="2145006"/>
                </a:lnTo>
                <a:lnTo>
                  <a:pt x="131706" y="2148529"/>
                </a:lnTo>
                <a:lnTo>
                  <a:pt x="130060" y="2152020"/>
                </a:lnTo>
                <a:lnTo>
                  <a:pt x="128413" y="2155476"/>
                </a:lnTo>
                <a:lnTo>
                  <a:pt x="126767" y="2158899"/>
                </a:lnTo>
                <a:lnTo>
                  <a:pt x="125121" y="2162288"/>
                </a:lnTo>
                <a:lnTo>
                  <a:pt x="123474" y="2165642"/>
                </a:lnTo>
                <a:lnTo>
                  <a:pt x="121828" y="2168961"/>
                </a:lnTo>
                <a:lnTo>
                  <a:pt x="120182" y="2172245"/>
                </a:lnTo>
                <a:lnTo>
                  <a:pt x="118535" y="2175494"/>
                </a:lnTo>
                <a:lnTo>
                  <a:pt x="116889" y="2178707"/>
                </a:lnTo>
                <a:lnTo>
                  <a:pt x="115243" y="2181884"/>
                </a:lnTo>
                <a:lnTo>
                  <a:pt x="113596" y="2185024"/>
                </a:lnTo>
                <a:lnTo>
                  <a:pt x="111950" y="2188128"/>
                </a:lnTo>
                <a:lnTo>
                  <a:pt x="110304" y="2191194"/>
                </a:lnTo>
                <a:lnTo>
                  <a:pt x="108657" y="2194224"/>
                </a:lnTo>
                <a:lnTo>
                  <a:pt x="107011" y="2197216"/>
                </a:lnTo>
                <a:lnTo>
                  <a:pt x="105365" y="2200170"/>
                </a:lnTo>
                <a:lnTo>
                  <a:pt x="103718" y="2203085"/>
                </a:lnTo>
                <a:lnTo>
                  <a:pt x="102072" y="2205963"/>
                </a:lnTo>
                <a:lnTo>
                  <a:pt x="100426" y="2208801"/>
                </a:lnTo>
                <a:lnTo>
                  <a:pt x="98779" y="2211601"/>
                </a:lnTo>
                <a:lnTo>
                  <a:pt x="97133" y="2214361"/>
                </a:lnTo>
                <a:lnTo>
                  <a:pt x="95487" y="2217082"/>
                </a:lnTo>
                <a:lnTo>
                  <a:pt x="93840" y="2219762"/>
                </a:lnTo>
                <a:lnTo>
                  <a:pt x="92194" y="2222403"/>
                </a:lnTo>
                <a:lnTo>
                  <a:pt x="90548" y="2225003"/>
                </a:lnTo>
                <a:lnTo>
                  <a:pt x="88901" y="2227562"/>
                </a:lnTo>
                <a:lnTo>
                  <a:pt x="87255" y="2230081"/>
                </a:lnTo>
                <a:lnTo>
                  <a:pt x="85609" y="2232558"/>
                </a:lnTo>
                <a:lnTo>
                  <a:pt x="83962" y="2234993"/>
                </a:lnTo>
                <a:lnTo>
                  <a:pt x="82316" y="2237387"/>
                </a:lnTo>
                <a:lnTo>
                  <a:pt x="80670" y="2239738"/>
                </a:lnTo>
                <a:lnTo>
                  <a:pt x="79023" y="2242048"/>
                </a:lnTo>
                <a:lnTo>
                  <a:pt x="77377" y="2244314"/>
                </a:lnTo>
                <a:lnTo>
                  <a:pt x="75731" y="2246538"/>
                </a:lnTo>
                <a:lnTo>
                  <a:pt x="74084" y="2248719"/>
                </a:lnTo>
                <a:lnTo>
                  <a:pt x="72438" y="2250856"/>
                </a:lnTo>
                <a:lnTo>
                  <a:pt x="70792" y="2252950"/>
                </a:lnTo>
                <a:lnTo>
                  <a:pt x="69145" y="2254999"/>
                </a:lnTo>
                <a:lnTo>
                  <a:pt x="67499" y="2257005"/>
                </a:lnTo>
                <a:lnTo>
                  <a:pt x="65853" y="2258966"/>
                </a:lnTo>
                <a:lnTo>
                  <a:pt x="64206" y="2260883"/>
                </a:lnTo>
                <a:lnTo>
                  <a:pt x="62560" y="2262755"/>
                </a:lnTo>
                <a:lnTo>
                  <a:pt x="60914" y="2264582"/>
                </a:lnTo>
                <a:lnTo>
                  <a:pt x="59267" y="2266363"/>
                </a:lnTo>
                <a:lnTo>
                  <a:pt x="57621" y="2268099"/>
                </a:lnTo>
                <a:lnTo>
                  <a:pt x="55975" y="2269789"/>
                </a:lnTo>
                <a:lnTo>
                  <a:pt x="54328" y="2271433"/>
                </a:lnTo>
                <a:lnTo>
                  <a:pt x="52682" y="2273031"/>
                </a:lnTo>
                <a:lnTo>
                  <a:pt x="51036" y="2274583"/>
                </a:lnTo>
                <a:lnTo>
                  <a:pt x="49389" y="2276088"/>
                </a:lnTo>
                <a:lnTo>
                  <a:pt x="47743" y="2277546"/>
                </a:lnTo>
                <a:lnTo>
                  <a:pt x="46097" y="2278958"/>
                </a:lnTo>
                <a:lnTo>
                  <a:pt x="44450" y="2280321"/>
                </a:lnTo>
                <a:lnTo>
                  <a:pt x="42804" y="2281638"/>
                </a:lnTo>
                <a:lnTo>
                  <a:pt x="41158" y="2282907"/>
                </a:lnTo>
                <a:lnTo>
                  <a:pt x="39511" y="2284128"/>
                </a:lnTo>
                <a:lnTo>
                  <a:pt x="37865" y="2285301"/>
                </a:lnTo>
                <a:lnTo>
                  <a:pt x="36219" y="2286426"/>
                </a:lnTo>
                <a:lnTo>
                  <a:pt x="34572" y="2287502"/>
                </a:lnTo>
                <a:lnTo>
                  <a:pt x="32926" y="2288530"/>
                </a:lnTo>
                <a:lnTo>
                  <a:pt x="31280" y="2289510"/>
                </a:lnTo>
                <a:lnTo>
                  <a:pt x="29633" y="2290440"/>
                </a:lnTo>
                <a:lnTo>
                  <a:pt x="27987" y="2291321"/>
                </a:lnTo>
                <a:lnTo>
                  <a:pt x="26341" y="2292153"/>
                </a:lnTo>
                <a:lnTo>
                  <a:pt x="24694" y="2292936"/>
                </a:lnTo>
                <a:lnTo>
                  <a:pt x="23048" y="2293669"/>
                </a:lnTo>
                <a:lnTo>
                  <a:pt x="21402" y="2294353"/>
                </a:lnTo>
                <a:lnTo>
                  <a:pt x="19755" y="2294986"/>
                </a:lnTo>
                <a:lnTo>
                  <a:pt x="18109" y="2295570"/>
                </a:lnTo>
                <a:lnTo>
                  <a:pt x="16463" y="2296104"/>
                </a:lnTo>
                <a:lnTo>
                  <a:pt x="14816" y="2296587"/>
                </a:lnTo>
                <a:lnTo>
                  <a:pt x="13170" y="2297020"/>
                </a:lnTo>
                <a:lnTo>
                  <a:pt x="11524" y="2297402"/>
                </a:lnTo>
                <a:lnTo>
                  <a:pt x="9877" y="2297734"/>
                </a:lnTo>
                <a:lnTo>
                  <a:pt x="8231" y="2298015"/>
                </a:lnTo>
                <a:lnTo>
                  <a:pt x="6585" y="2298245"/>
                </a:lnTo>
                <a:lnTo>
                  <a:pt x="4938" y="2298425"/>
                </a:lnTo>
                <a:lnTo>
                  <a:pt x="3292" y="2298553"/>
                </a:lnTo>
                <a:lnTo>
                  <a:pt x="1646" y="2298630"/>
                </a:lnTo>
                <a:lnTo>
                  <a:pt x="0" y="2298656"/>
                </a:lnTo>
                <a:close/>
              </a:path>
            </a:pathLst>
          </a:custGeom>
          <a:solidFill>
            <a:srgbClr val="F28BA0">
              <a:alpha val="55000"/>
            </a:srgbClr>
          </a:solidFill>
          <a:ln w="10160">
            <a:solidFill>
              <a:srgbClr val="F28BA0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C1-E11 polygon 35" descr="sci-ppt:o035"/>
          <p:cNvSpPr/>
          <p:nvPr/>
        </p:nvSpPr>
        <p:spPr>
          <a:xfrm>
            <a:off x="914400" y="2068372"/>
            <a:ext cx="6583679" cy="3143708"/>
          </a:xfrm>
          <a:custGeom>
            <a:avLst/>
            <a:gdLst/>
            <a:ahLst/>
            <a:cxnLst/>
            <a:rect l="l" t="t" r="r" b="b"/>
            <a:pathLst>
              <a:path w="6583679" h="3143708">
                <a:moveTo>
                  <a:pt x="0" y="3143708"/>
                </a:moveTo>
                <a:lnTo>
                  <a:pt x="1646" y="3143681"/>
                </a:lnTo>
                <a:lnTo>
                  <a:pt x="3292" y="3143601"/>
                </a:lnTo>
                <a:lnTo>
                  <a:pt x="4938" y="3143469"/>
                </a:lnTo>
                <a:lnTo>
                  <a:pt x="6585" y="3143283"/>
                </a:lnTo>
                <a:lnTo>
                  <a:pt x="8231" y="3143045"/>
                </a:lnTo>
                <a:lnTo>
                  <a:pt x="9877" y="3142753"/>
                </a:lnTo>
                <a:lnTo>
                  <a:pt x="11524" y="3142409"/>
                </a:lnTo>
                <a:lnTo>
                  <a:pt x="13170" y="3142012"/>
                </a:lnTo>
                <a:lnTo>
                  <a:pt x="14816" y="3141563"/>
                </a:lnTo>
                <a:lnTo>
                  <a:pt x="16463" y="3141061"/>
                </a:lnTo>
                <a:lnTo>
                  <a:pt x="18109" y="3140506"/>
                </a:lnTo>
                <a:lnTo>
                  <a:pt x="19755" y="3139899"/>
                </a:lnTo>
                <a:lnTo>
                  <a:pt x="21402" y="3139239"/>
                </a:lnTo>
                <a:lnTo>
                  <a:pt x="23048" y="3138527"/>
                </a:lnTo>
                <a:lnTo>
                  <a:pt x="24694" y="3137763"/>
                </a:lnTo>
                <a:lnTo>
                  <a:pt x="26341" y="3136947"/>
                </a:lnTo>
                <a:lnTo>
                  <a:pt x="27987" y="3136078"/>
                </a:lnTo>
                <a:lnTo>
                  <a:pt x="29633" y="3135158"/>
                </a:lnTo>
                <a:lnTo>
                  <a:pt x="31280" y="3134186"/>
                </a:lnTo>
                <a:lnTo>
                  <a:pt x="32926" y="3133162"/>
                </a:lnTo>
                <a:lnTo>
                  <a:pt x="34572" y="3132087"/>
                </a:lnTo>
                <a:lnTo>
                  <a:pt x="36219" y="3130960"/>
                </a:lnTo>
                <a:lnTo>
                  <a:pt x="37865" y="3129782"/>
                </a:lnTo>
                <a:lnTo>
                  <a:pt x="39511" y="3128553"/>
                </a:lnTo>
                <a:lnTo>
                  <a:pt x="41158" y="3127272"/>
                </a:lnTo>
                <a:lnTo>
                  <a:pt x="42804" y="3125941"/>
                </a:lnTo>
                <a:lnTo>
                  <a:pt x="44450" y="3124559"/>
                </a:lnTo>
                <a:lnTo>
                  <a:pt x="46097" y="3123126"/>
                </a:lnTo>
                <a:lnTo>
                  <a:pt x="47743" y="3121642"/>
                </a:lnTo>
                <a:lnTo>
                  <a:pt x="49389" y="3120109"/>
                </a:lnTo>
                <a:lnTo>
                  <a:pt x="51036" y="3118525"/>
                </a:lnTo>
                <a:lnTo>
                  <a:pt x="52682" y="3116890"/>
                </a:lnTo>
                <a:lnTo>
                  <a:pt x="54328" y="3115206"/>
                </a:lnTo>
                <a:lnTo>
                  <a:pt x="55975" y="3113472"/>
                </a:lnTo>
                <a:lnTo>
                  <a:pt x="57621" y="3111689"/>
                </a:lnTo>
                <a:lnTo>
                  <a:pt x="59267" y="3109856"/>
                </a:lnTo>
                <a:lnTo>
                  <a:pt x="60914" y="3107974"/>
                </a:lnTo>
                <a:lnTo>
                  <a:pt x="62560" y="3106043"/>
                </a:lnTo>
                <a:lnTo>
                  <a:pt x="64206" y="3104063"/>
                </a:lnTo>
                <a:lnTo>
                  <a:pt x="65853" y="3102034"/>
                </a:lnTo>
                <a:lnTo>
                  <a:pt x="67499" y="3099957"/>
                </a:lnTo>
                <a:lnTo>
                  <a:pt x="69145" y="3097831"/>
                </a:lnTo>
                <a:lnTo>
                  <a:pt x="70792" y="3095658"/>
                </a:lnTo>
                <a:lnTo>
                  <a:pt x="72438" y="3093436"/>
                </a:lnTo>
                <a:lnTo>
                  <a:pt x="74084" y="3091167"/>
                </a:lnTo>
                <a:lnTo>
                  <a:pt x="75731" y="3088850"/>
                </a:lnTo>
                <a:lnTo>
                  <a:pt x="77377" y="3086485"/>
                </a:lnTo>
                <a:lnTo>
                  <a:pt x="79023" y="3084074"/>
                </a:lnTo>
                <a:lnTo>
                  <a:pt x="80670" y="3081616"/>
                </a:lnTo>
                <a:lnTo>
                  <a:pt x="82316" y="3079111"/>
                </a:lnTo>
                <a:lnTo>
                  <a:pt x="83962" y="3076560"/>
                </a:lnTo>
                <a:lnTo>
                  <a:pt x="85609" y="3073962"/>
                </a:lnTo>
                <a:lnTo>
                  <a:pt x="87255" y="3071318"/>
                </a:lnTo>
                <a:lnTo>
                  <a:pt x="88901" y="3068629"/>
                </a:lnTo>
                <a:lnTo>
                  <a:pt x="90548" y="3065894"/>
                </a:lnTo>
                <a:lnTo>
                  <a:pt x="92194" y="3063114"/>
                </a:lnTo>
                <a:lnTo>
                  <a:pt x="93840" y="3060289"/>
                </a:lnTo>
                <a:lnTo>
                  <a:pt x="95487" y="3057418"/>
                </a:lnTo>
                <a:lnTo>
                  <a:pt x="97133" y="3054504"/>
                </a:lnTo>
                <a:lnTo>
                  <a:pt x="98779" y="3051544"/>
                </a:lnTo>
                <a:lnTo>
                  <a:pt x="100426" y="3048541"/>
                </a:lnTo>
                <a:lnTo>
                  <a:pt x="102072" y="3045494"/>
                </a:lnTo>
                <a:lnTo>
                  <a:pt x="103718" y="3042403"/>
                </a:lnTo>
                <a:lnTo>
                  <a:pt x="105365" y="3039269"/>
                </a:lnTo>
                <a:lnTo>
                  <a:pt x="107011" y="3036092"/>
                </a:lnTo>
                <a:lnTo>
                  <a:pt x="108657" y="3032872"/>
                </a:lnTo>
                <a:lnTo>
                  <a:pt x="110304" y="3029609"/>
                </a:lnTo>
                <a:lnTo>
                  <a:pt x="111950" y="3026304"/>
                </a:lnTo>
                <a:lnTo>
                  <a:pt x="113596" y="3022957"/>
                </a:lnTo>
                <a:lnTo>
                  <a:pt x="115243" y="3019569"/>
                </a:lnTo>
                <a:lnTo>
                  <a:pt x="116889" y="3016138"/>
                </a:lnTo>
                <a:lnTo>
                  <a:pt x="118535" y="3012667"/>
                </a:lnTo>
                <a:lnTo>
                  <a:pt x="120182" y="3009154"/>
                </a:lnTo>
                <a:lnTo>
                  <a:pt x="121828" y="3005601"/>
                </a:lnTo>
                <a:lnTo>
                  <a:pt x="123474" y="3002007"/>
                </a:lnTo>
                <a:lnTo>
                  <a:pt x="125121" y="2998373"/>
                </a:lnTo>
                <a:lnTo>
                  <a:pt x="126767" y="2994700"/>
                </a:lnTo>
                <a:lnTo>
                  <a:pt x="128413" y="2990986"/>
                </a:lnTo>
                <a:lnTo>
                  <a:pt x="130060" y="2987234"/>
                </a:lnTo>
                <a:lnTo>
                  <a:pt x="131706" y="2983442"/>
                </a:lnTo>
                <a:lnTo>
                  <a:pt x="133352" y="2979612"/>
                </a:lnTo>
                <a:lnTo>
                  <a:pt x="134999" y="2975743"/>
                </a:lnTo>
                <a:lnTo>
                  <a:pt x="136645" y="2971836"/>
                </a:lnTo>
                <a:lnTo>
                  <a:pt x="138291" y="2967891"/>
                </a:lnTo>
                <a:lnTo>
                  <a:pt x="139938" y="2963909"/>
                </a:lnTo>
                <a:lnTo>
                  <a:pt x="141584" y="2959889"/>
                </a:lnTo>
                <a:lnTo>
                  <a:pt x="143230" y="2955832"/>
                </a:lnTo>
                <a:lnTo>
                  <a:pt x="144877" y="2951739"/>
                </a:lnTo>
                <a:lnTo>
                  <a:pt x="146523" y="2947609"/>
                </a:lnTo>
                <a:lnTo>
                  <a:pt x="148169" y="2943443"/>
                </a:lnTo>
                <a:lnTo>
                  <a:pt x="149816" y="2939242"/>
                </a:lnTo>
                <a:lnTo>
                  <a:pt x="151462" y="2935005"/>
                </a:lnTo>
                <a:lnTo>
                  <a:pt x="153108" y="2930732"/>
                </a:lnTo>
                <a:lnTo>
                  <a:pt x="154755" y="2926425"/>
                </a:lnTo>
                <a:lnTo>
                  <a:pt x="156401" y="2922083"/>
                </a:lnTo>
                <a:lnTo>
                  <a:pt x="158047" y="2917707"/>
                </a:lnTo>
                <a:lnTo>
                  <a:pt x="159694" y="2913297"/>
                </a:lnTo>
                <a:lnTo>
                  <a:pt x="161340" y="2908854"/>
                </a:lnTo>
                <a:lnTo>
                  <a:pt x="162986" y="2904376"/>
                </a:lnTo>
                <a:lnTo>
                  <a:pt x="164633" y="2899866"/>
                </a:lnTo>
                <a:lnTo>
                  <a:pt x="166279" y="2895323"/>
                </a:lnTo>
                <a:lnTo>
                  <a:pt x="167925" y="2890748"/>
                </a:lnTo>
                <a:lnTo>
                  <a:pt x="169572" y="2886141"/>
                </a:lnTo>
                <a:lnTo>
                  <a:pt x="171218" y="2881501"/>
                </a:lnTo>
                <a:lnTo>
                  <a:pt x="172864" y="2876830"/>
                </a:lnTo>
                <a:lnTo>
                  <a:pt x="174511" y="2872128"/>
                </a:lnTo>
                <a:lnTo>
                  <a:pt x="176157" y="2867395"/>
                </a:lnTo>
                <a:lnTo>
                  <a:pt x="177803" y="2862632"/>
                </a:lnTo>
                <a:lnTo>
                  <a:pt x="179450" y="2857838"/>
                </a:lnTo>
                <a:lnTo>
                  <a:pt x="181096" y="2853014"/>
                </a:lnTo>
                <a:lnTo>
                  <a:pt x="182742" y="2848161"/>
                </a:lnTo>
                <a:lnTo>
                  <a:pt x="184389" y="2843278"/>
                </a:lnTo>
                <a:lnTo>
                  <a:pt x="186035" y="2838366"/>
                </a:lnTo>
                <a:lnTo>
                  <a:pt x="187681" y="2833426"/>
                </a:lnTo>
                <a:lnTo>
                  <a:pt x="189328" y="2828457"/>
                </a:lnTo>
                <a:lnTo>
                  <a:pt x="190974" y="2823460"/>
                </a:lnTo>
                <a:lnTo>
                  <a:pt x="192620" y="2818435"/>
                </a:lnTo>
                <a:lnTo>
                  <a:pt x="194267" y="2813383"/>
                </a:lnTo>
                <a:lnTo>
                  <a:pt x="195913" y="2808304"/>
                </a:lnTo>
                <a:lnTo>
                  <a:pt x="197559" y="2803197"/>
                </a:lnTo>
                <a:lnTo>
                  <a:pt x="199206" y="2798065"/>
                </a:lnTo>
                <a:lnTo>
                  <a:pt x="200852" y="2792906"/>
                </a:lnTo>
                <a:lnTo>
                  <a:pt x="202498" y="2787721"/>
                </a:lnTo>
                <a:lnTo>
                  <a:pt x="204145" y="2782510"/>
                </a:lnTo>
                <a:lnTo>
                  <a:pt x="205791" y="2777274"/>
                </a:lnTo>
                <a:lnTo>
                  <a:pt x="207437" y="2772014"/>
                </a:lnTo>
                <a:lnTo>
                  <a:pt x="209084" y="2766728"/>
                </a:lnTo>
                <a:lnTo>
                  <a:pt x="210730" y="2761418"/>
                </a:lnTo>
                <a:lnTo>
                  <a:pt x="212376" y="2756084"/>
                </a:lnTo>
                <a:lnTo>
                  <a:pt x="214023" y="2750727"/>
                </a:lnTo>
                <a:lnTo>
                  <a:pt x="215669" y="2745346"/>
                </a:lnTo>
                <a:lnTo>
                  <a:pt x="217315" y="2739941"/>
                </a:lnTo>
                <a:lnTo>
                  <a:pt x="218962" y="2734514"/>
                </a:lnTo>
                <a:lnTo>
                  <a:pt x="220608" y="2729065"/>
                </a:lnTo>
                <a:lnTo>
                  <a:pt x="222254" y="2723593"/>
                </a:lnTo>
                <a:lnTo>
                  <a:pt x="223901" y="2718099"/>
                </a:lnTo>
                <a:lnTo>
                  <a:pt x="225547" y="2712584"/>
                </a:lnTo>
                <a:lnTo>
                  <a:pt x="227193" y="2707047"/>
                </a:lnTo>
                <a:lnTo>
                  <a:pt x="228840" y="2701490"/>
                </a:lnTo>
                <a:lnTo>
                  <a:pt x="230486" y="2695911"/>
                </a:lnTo>
                <a:lnTo>
                  <a:pt x="232132" y="2690313"/>
                </a:lnTo>
                <a:lnTo>
                  <a:pt x="233779" y="2684694"/>
                </a:lnTo>
                <a:lnTo>
                  <a:pt x="235425" y="2679055"/>
                </a:lnTo>
                <a:lnTo>
                  <a:pt x="237071" y="2673397"/>
                </a:lnTo>
                <a:lnTo>
                  <a:pt x="238718" y="2667720"/>
                </a:lnTo>
                <a:lnTo>
                  <a:pt x="240364" y="2662024"/>
                </a:lnTo>
                <a:lnTo>
                  <a:pt x="242010" y="2656309"/>
                </a:lnTo>
                <a:lnTo>
                  <a:pt x="243657" y="2650576"/>
                </a:lnTo>
                <a:lnTo>
                  <a:pt x="245303" y="2644824"/>
                </a:lnTo>
                <a:lnTo>
                  <a:pt x="246949" y="2639055"/>
                </a:lnTo>
                <a:lnTo>
                  <a:pt x="248596" y="2633269"/>
                </a:lnTo>
                <a:lnTo>
                  <a:pt x="250242" y="2627465"/>
                </a:lnTo>
                <a:lnTo>
                  <a:pt x="251888" y="2621645"/>
                </a:lnTo>
                <a:lnTo>
                  <a:pt x="253535" y="2615808"/>
                </a:lnTo>
                <a:lnTo>
                  <a:pt x="255181" y="2609955"/>
                </a:lnTo>
                <a:lnTo>
                  <a:pt x="256827" y="2604085"/>
                </a:lnTo>
                <a:lnTo>
                  <a:pt x="258474" y="2598200"/>
                </a:lnTo>
                <a:lnTo>
                  <a:pt x="260120" y="2592300"/>
                </a:lnTo>
                <a:lnTo>
                  <a:pt x="261766" y="2586384"/>
                </a:lnTo>
                <a:lnTo>
                  <a:pt x="263413" y="2580454"/>
                </a:lnTo>
                <a:lnTo>
                  <a:pt x="265059" y="2574509"/>
                </a:lnTo>
                <a:lnTo>
                  <a:pt x="266705" y="2568549"/>
                </a:lnTo>
                <a:lnTo>
                  <a:pt x="268352" y="2562576"/>
                </a:lnTo>
                <a:lnTo>
                  <a:pt x="269998" y="2556589"/>
                </a:lnTo>
                <a:lnTo>
                  <a:pt x="271644" y="2550588"/>
                </a:lnTo>
                <a:lnTo>
                  <a:pt x="273291" y="2544574"/>
                </a:lnTo>
                <a:lnTo>
                  <a:pt x="274937" y="2538547"/>
                </a:lnTo>
                <a:lnTo>
                  <a:pt x="276583" y="2532507"/>
                </a:lnTo>
                <a:lnTo>
                  <a:pt x="278230" y="2526455"/>
                </a:lnTo>
                <a:lnTo>
                  <a:pt x="279876" y="2520391"/>
                </a:lnTo>
                <a:lnTo>
                  <a:pt x="281522" y="2514315"/>
                </a:lnTo>
                <a:lnTo>
                  <a:pt x="283169" y="2508228"/>
                </a:lnTo>
                <a:lnTo>
                  <a:pt x="284815" y="2502129"/>
                </a:lnTo>
                <a:lnTo>
                  <a:pt x="286461" y="2496019"/>
                </a:lnTo>
                <a:lnTo>
                  <a:pt x="288108" y="2489898"/>
                </a:lnTo>
                <a:lnTo>
                  <a:pt x="289754" y="2483766"/>
                </a:lnTo>
                <a:lnTo>
                  <a:pt x="291400" y="2477624"/>
                </a:lnTo>
                <a:lnTo>
                  <a:pt x="293047" y="2471472"/>
                </a:lnTo>
                <a:lnTo>
                  <a:pt x="294693" y="2465311"/>
                </a:lnTo>
                <a:lnTo>
                  <a:pt x="296339" y="2459140"/>
                </a:lnTo>
                <a:lnTo>
                  <a:pt x="297986" y="2452959"/>
                </a:lnTo>
                <a:lnTo>
                  <a:pt x="299632" y="2446769"/>
                </a:lnTo>
                <a:lnTo>
                  <a:pt x="301278" y="2440571"/>
                </a:lnTo>
                <a:lnTo>
                  <a:pt x="302925" y="2434364"/>
                </a:lnTo>
                <a:lnTo>
                  <a:pt x="304571" y="2428149"/>
                </a:lnTo>
                <a:lnTo>
                  <a:pt x="306217" y="2421925"/>
                </a:lnTo>
                <a:lnTo>
                  <a:pt x="307864" y="2415694"/>
                </a:lnTo>
                <a:lnTo>
                  <a:pt x="309510" y="2409455"/>
                </a:lnTo>
                <a:lnTo>
                  <a:pt x="311156" y="2403209"/>
                </a:lnTo>
                <a:lnTo>
                  <a:pt x="312803" y="2396956"/>
                </a:lnTo>
                <a:lnTo>
                  <a:pt x="314449" y="2390696"/>
                </a:lnTo>
                <a:lnTo>
                  <a:pt x="316095" y="2384429"/>
                </a:lnTo>
                <a:lnTo>
                  <a:pt x="317741" y="2378156"/>
                </a:lnTo>
                <a:lnTo>
                  <a:pt x="319388" y="2371877"/>
                </a:lnTo>
                <a:lnTo>
                  <a:pt x="321034" y="2365591"/>
                </a:lnTo>
                <a:lnTo>
                  <a:pt x="322680" y="2359300"/>
                </a:lnTo>
                <a:lnTo>
                  <a:pt x="324327" y="2353004"/>
                </a:lnTo>
                <a:lnTo>
                  <a:pt x="325973" y="2346702"/>
                </a:lnTo>
                <a:lnTo>
                  <a:pt x="327619" y="2340395"/>
                </a:lnTo>
                <a:lnTo>
                  <a:pt x="329266" y="2334083"/>
                </a:lnTo>
                <a:lnTo>
                  <a:pt x="330912" y="2327767"/>
                </a:lnTo>
                <a:lnTo>
                  <a:pt x="332558" y="2321446"/>
                </a:lnTo>
                <a:lnTo>
                  <a:pt x="334205" y="2315121"/>
                </a:lnTo>
                <a:lnTo>
                  <a:pt x="335851" y="2308792"/>
                </a:lnTo>
                <a:lnTo>
                  <a:pt x="337497" y="2302459"/>
                </a:lnTo>
                <a:lnTo>
                  <a:pt x="339144" y="2296123"/>
                </a:lnTo>
                <a:lnTo>
                  <a:pt x="340790" y="2289783"/>
                </a:lnTo>
                <a:lnTo>
                  <a:pt x="342436" y="2283441"/>
                </a:lnTo>
                <a:lnTo>
                  <a:pt x="344083" y="2277095"/>
                </a:lnTo>
                <a:lnTo>
                  <a:pt x="345729" y="2270747"/>
                </a:lnTo>
                <a:lnTo>
                  <a:pt x="347375" y="2264396"/>
                </a:lnTo>
                <a:lnTo>
                  <a:pt x="349022" y="2258042"/>
                </a:lnTo>
                <a:lnTo>
                  <a:pt x="350668" y="2251687"/>
                </a:lnTo>
                <a:lnTo>
                  <a:pt x="352314" y="2245330"/>
                </a:lnTo>
                <a:lnTo>
                  <a:pt x="353961" y="2238971"/>
                </a:lnTo>
                <a:lnTo>
                  <a:pt x="355607" y="2232610"/>
                </a:lnTo>
                <a:lnTo>
                  <a:pt x="357253" y="2226248"/>
                </a:lnTo>
                <a:lnTo>
                  <a:pt x="358900" y="2219885"/>
                </a:lnTo>
                <a:lnTo>
                  <a:pt x="360546" y="2213521"/>
                </a:lnTo>
                <a:lnTo>
                  <a:pt x="362192" y="2207156"/>
                </a:lnTo>
                <a:lnTo>
                  <a:pt x="363839" y="2200791"/>
                </a:lnTo>
                <a:lnTo>
                  <a:pt x="365485" y="2194425"/>
                </a:lnTo>
                <a:lnTo>
                  <a:pt x="367131" y="2188059"/>
                </a:lnTo>
                <a:lnTo>
                  <a:pt x="368778" y="2181693"/>
                </a:lnTo>
                <a:lnTo>
                  <a:pt x="370424" y="2175327"/>
                </a:lnTo>
                <a:lnTo>
                  <a:pt x="372070" y="2168961"/>
                </a:lnTo>
                <a:lnTo>
                  <a:pt x="373717" y="2162596"/>
                </a:lnTo>
                <a:lnTo>
                  <a:pt x="375363" y="2156231"/>
                </a:lnTo>
                <a:lnTo>
                  <a:pt x="377009" y="2149868"/>
                </a:lnTo>
                <a:lnTo>
                  <a:pt x="378656" y="2143505"/>
                </a:lnTo>
                <a:lnTo>
                  <a:pt x="380302" y="2137143"/>
                </a:lnTo>
                <a:lnTo>
                  <a:pt x="381948" y="2130783"/>
                </a:lnTo>
                <a:lnTo>
                  <a:pt x="383595" y="2124424"/>
                </a:lnTo>
                <a:lnTo>
                  <a:pt x="385241" y="2118067"/>
                </a:lnTo>
                <a:lnTo>
                  <a:pt x="386887" y="2111712"/>
                </a:lnTo>
                <a:lnTo>
                  <a:pt x="388534" y="2105359"/>
                </a:lnTo>
                <a:lnTo>
                  <a:pt x="390180" y="2099008"/>
                </a:lnTo>
                <a:lnTo>
                  <a:pt x="391826" y="2092659"/>
                </a:lnTo>
                <a:lnTo>
                  <a:pt x="393473" y="2086313"/>
                </a:lnTo>
                <a:lnTo>
                  <a:pt x="395119" y="2079969"/>
                </a:lnTo>
                <a:lnTo>
                  <a:pt x="396765" y="2073629"/>
                </a:lnTo>
                <a:lnTo>
                  <a:pt x="398412" y="2067291"/>
                </a:lnTo>
                <a:lnTo>
                  <a:pt x="400058" y="2060956"/>
                </a:lnTo>
                <a:lnTo>
                  <a:pt x="401704" y="2054624"/>
                </a:lnTo>
                <a:lnTo>
                  <a:pt x="403351" y="2048296"/>
                </a:lnTo>
                <a:lnTo>
                  <a:pt x="404997" y="2041971"/>
                </a:lnTo>
                <a:lnTo>
                  <a:pt x="406643" y="2035650"/>
                </a:lnTo>
                <a:lnTo>
                  <a:pt x="408290" y="2029333"/>
                </a:lnTo>
                <a:lnTo>
                  <a:pt x="409936" y="2023020"/>
                </a:lnTo>
                <a:lnTo>
                  <a:pt x="411582" y="2016711"/>
                </a:lnTo>
                <a:lnTo>
                  <a:pt x="413229" y="2010406"/>
                </a:lnTo>
                <a:lnTo>
                  <a:pt x="414875" y="2004105"/>
                </a:lnTo>
                <a:lnTo>
                  <a:pt x="416521" y="1997809"/>
                </a:lnTo>
                <a:lnTo>
                  <a:pt x="418168" y="1991517"/>
                </a:lnTo>
                <a:lnTo>
                  <a:pt x="419814" y="1985231"/>
                </a:lnTo>
                <a:lnTo>
                  <a:pt x="421460" y="1978949"/>
                </a:lnTo>
                <a:lnTo>
                  <a:pt x="423107" y="1972672"/>
                </a:lnTo>
                <a:lnTo>
                  <a:pt x="424753" y="1966400"/>
                </a:lnTo>
                <a:lnTo>
                  <a:pt x="426399" y="1960134"/>
                </a:lnTo>
                <a:lnTo>
                  <a:pt x="428046" y="1953873"/>
                </a:lnTo>
                <a:lnTo>
                  <a:pt x="429692" y="1947618"/>
                </a:lnTo>
                <a:lnTo>
                  <a:pt x="431338" y="1941368"/>
                </a:lnTo>
                <a:lnTo>
                  <a:pt x="432985" y="1935124"/>
                </a:lnTo>
                <a:lnTo>
                  <a:pt x="434631" y="1928886"/>
                </a:lnTo>
                <a:lnTo>
                  <a:pt x="436277" y="1922654"/>
                </a:lnTo>
                <a:lnTo>
                  <a:pt x="437924" y="1916428"/>
                </a:lnTo>
                <a:lnTo>
                  <a:pt x="439570" y="1910208"/>
                </a:lnTo>
                <a:lnTo>
                  <a:pt x="441216" y="1903995"/>
                </a:lnTo>
                <a:lnTo>
                  <a:pt x="442863" y="1897788"/>
                </a:lnTo>
                <a:lnTo>
                  <a:pt x="444509" y="1891588"/>
                </a:lnTo>
                <a:lnTo>
                  <a:pt x="446155" y="1885394"/>
                </a:lnTo>
                <a:lnTo>
                  <a:pt x="447802" y="1879207"/>
                </a:lnTo>
                <a:lnTo>
                  <a:pt x="449448" y="1873027"/>
                </a:lnTo>
                <a:lnTo>
                  <a:pt x="451094" y="1866855"/>
                </a:lnTo>
                <a:lnTo>
                  <a:pt x="452741" y="1860689"/>
                </a:lnTo>
                <a:lnTo>
                  <a:pt x="454387" y="1854530"/>
                </a:lnTo>
                <a:lnTo>
                  <a:pt x="456033" y="1848379"/>
                </a:lnTo>
                <a:lnTo>
                  <a:pt x="457680" y="1842235"/>
                </a:lnTo>
                <a:lnTo>
                  <a:pt x="459326" y="1836099"/>
                </a:lnTo>
                <a:lnTo>
                  <a:pt x="460972" y="1829970"/>
                </a:lnTo>
                <a:lnTo>
                  <a:pt x="462619" y="1823849"/>
                </a:lnTo>
                <a:lnTo>
                  <a:pt x="464265" y="1817736"/>
                </a:lnTo>
                <a:lnTo>
                  <a:pt x="465911" y="1811631"/>
                </a:lnTo>
                <a:lnTo>
                  <a:pt x="467558" y="1805534"/>
                </a:lnTo>
                <a:lnTo>
                  <a:pt x="469204" y="1799445"/>
                </a:lnTo>
                <a:lnTo>
                  <a:pt x="470850" y="1793364"/>
                </a:lnTo>
                <a:lnTo>
                  <a:pt x="472497" y="1787291"/>
                </a:lnTo>
                <a:lnTo>
                  <a:pt x="474143" y="1781227"/>
                </a:lnTo>
                <a:lnTo>
                  <a:pt x="475789" y="1775171"/>
                </a:lnTo>
                <a:lnTo>
                  <a:pt x="477436" y="1769124"/>
                </a:lnTo>
                <a:lnTo>
                  <a:pt x="479082" y="1763085"/>
                </a:lnTo>
                <a:lnTo>
                  <a:pt x="480728" y="1757055"/>
                </a:lnTo>
                <a:lnTo>
                  <a:pt x="482375" y="1751034"/>
                </a:lnTo>
                <a:lnTo>
                  <a:pt x="484021" y="1745021"/>
                </a:lnTo>
                <a:lnTo>
                  <a:pt x="485667" y="1739018"/>
                </a:lnTo>
                <a:lnTo>
                  <a:pt x="487314" y="1733024"/>
                </a:lnTo>
                <a:lnTo>
                  <a:pt x="488960" y="1727038"/>
                </a:lnTo>
                <a:lnTo>
                  <a:pt x="490606" y="1721062"/>
                </a:lnTo>
                <a:lnTo>
                  <a:pt x="492253" y="1715095"/>
                </a:lnTo>
                <a:lnTo>
                  <a:pt x="493899" y="1709138"/>
                </a:lnTo>
                <a:lnTo>
                  <a:pt x="495545" y="1703190"/>
                </a:lnTo>
                <a:lnTo>
                  <a:pt x="497192" y="1697251"/>
                </a:lnTo>
                <a:lnTo>
                  <a:pt x="498838" y="1691322"/>
                </a:lnTo>
                <a:lnTo>
                  <a:pt x="500484" y="1685403"/>
                </a:lnTo>
                <a:lnTo>
                  <a:pt x="502131" y="1679493"/>
                </a:lnTo>
                <a:lnTo>
                  <a:pt x="503777" y="1673593"/>
                </a:lnTo>
                <a:lnTo>
                  <a:pt x="505423" y="1667703"/>
                </a:lnTo>
                <a:lnTo>
                  <a:pt x="507070" y="1661822"/>
                </a:lnTo>
                <a:lnTo>
                  <a:pt x="508716" y="1655952"/>
                </a:lnTo>
                <a:lnTo>
                  <a:pt x="510362" y="1650092"/>
                </a:lnTo>
                <a:lnTo>
                  <a:pt x="512009" y="1644242"/>
                </a:lnTo>
                <a:lnTo>
                  <a:pt x="513655" y="1638402"/>
                </a:lnTo>
                <a:lnTo>
                  <a:pt x="515301" y="1632572"/>
                </a:lnTo>
                <a:lnTo>
                  <a:pt x="516948" y="1626752"/>
                </a:lnTo>
                <a:lnTo>
                  <a:pt x="518594" y="1620943"/>
                </a:lnTo>
                <a:lnTo>
                  <a:pt x="520240" y="1615144"/>
                </a:lnTo>
                <a:lnTo>
                  <a:pt x="521887" y="1609355"/>
                </a:lnTo>
                <a:lnTo>
                  <a:pt x="523533" y="1603577"/>
                </a:lnTo>
                <a:lnTo>
                  <a:pt x="525179" y="1597810"/>
                </a:lnTo>
                <a:lnTo>
                  <a:pt x="526826" y="1592053"/>
                </a:lnTo>
                <a:lnTo>
                  <a:pt x="528472" y="1586307"/>
                </a:lnTo>
                <a:lnTo>
                  <a:pt x="530118" y="1580572"/>
                </a:lnTo>
                <a:lnTo>
                  <a:pt x="531765" y="1574847"/>
                </a:lnTo>
                <a:lnTo>
                  <a:pt x="533411" y="1569133"/>
                </a:lnTo>
                <a:lnTo>
                  <a:pt x="535057" y="1563430"/>
                </a:lnTo>
                <a:lnTo>
                  <a:pt x="536704" y="1557738"/>
                </a:lnTo>
                <a:lnTo>
                  <a:pt x="538350" y="1552057"/>
                </a:lnTo>
                <a:lnTo>
                  <a:pt x="539996" y="1546387"/>
                </a:lnTo>
                <a:lnTo>
                  <a:pt x="541643" y="1540728"/>
                </a:lnTo>
                <a:lnTo>
                  <a:pt x="543289" y="1535080"/>
                </a:lnTo>
                <a:lnTo>
                  <a:pt x="544935" y="1529443"/>
                </a:lnTo>
                <a:lnTo>
                  <a:pt x="546582" y="1523817"/>
                </a:lnTo>
                <a:lnTo>
                  <a:pt x="548228" y="1518203"/>
                </a:lnTo>
                <a:lnTo>
                  <a:pt x="549874" y="1512600"/>
                </a:lnTo>
                <a:lnTo>
                  <a:pt x="551521" y="1507008"/>
                </a:lnTo>
                <a:lnTo>
                  <a:pt x="553167" y="1501428"/>
                </a:lnTo>
                <a:lnTo>
                  <a:pt x="554813" y="1495859"/>
                </a:lnTo>
                <a:lnTo>
                  <a:pt x="556460" y="1490301"/>
                </a:lnTo>
                <a:lnTo>
                  <a:pt x="558106" y="1484755"/>
                </a:lnTo>
                <a:lnTo>
                  <a:pt x="559752" y="1479221"/>
                </a:lnTo>
                <a:lnTo>
                  <a:pt x="561399" y="1473698"/>
                </a:lnTo>
                <a:lnTo>
                  <a:pt x="563045" y="1468186"/>
                </a:lnTo>
                <a:lnTo>
                  <a:pt x="564691" y="1462686"/>
                </a:lnTo>
                <a:lnTo>
                  <a:pt x="566338" y="1457198"/>
                </a:lnTo>
                <a:lnTo>
                  <a:pt x="567984" y="1451722"/>
                </a:lnTo>
                <a:lnTo>
                  <a:pt x="569630" y="1446257"/>
                </a:lnTo>
                <a:lnTo>
                  <a:pt x="571277" y="1440804"/>
                </a:lnTo>
                <a:lnTo>
                  <a:pt x="572923" y="1435363"/>
                </a:lnTo>
                <a:lnTo>
                  <a:pt x="574569" y="1429933"/>
                </a:lnTo>
                <a:lnTo>
                  <a:pt x="576216" y="1424516"/>
                </a:lnTo>
                <a:lnTo>
                  <a:pt x="577862" y="1419110"/>
                </a:lnTo>
                <a:lnTo>
                  <a:pt x="579508" y="1413716"/>
                </a:lnTo>
                <a:lnTo>
                  <a:pt x="581155" y="1408335"/>
                </a:lnTo>
                <a:lnTo>
                  <a:pt x="582801" y="1402965"/>
                </a:lnTo>
                <a:lnTo>
                  <a:pt x="584447" y="1397607"/>
                </a:lnTo>
                <a:lnTo>
                  <a:pt x="586094" y="1392261"/>
                </a:lnTo>
                <a:lnTo>
                  <a:pt x="587740" y="1386927"/>
                </a:lnTo>
                <a:lnTo>
                  <a:pt x="589386" y="1381605"/>
                </a:lnTo>
                <a:lnTo>
                  <a:pt x="591033" y="1376296"/>
                </a:lnTo>
                <a:lnTo>
                  <a:pt x="592679" y="1370998"/>
                </a:lnTo>
                <a:lnTo>
                  <a:pt x="594325" y="1365713"/>
                </a:lnTo>
                <a:lnTo>
                  <a:pt x="595972" y="1360440"/>
                </a:lnTo>
                <a:lnTo>
                  <a:pt x="597618" y="1355179"/>
                </a:lnTo>
                <a:lnTo>
                  <a:pt x="599264" y="1349930"/>
                </a:lnTo>
                <a:lnTo>
                  <a:pt x="600911" y="1344693"/>
                </a:lnTo>
                <a:lnTo>
                  <a:pt x="602557" y="1339469"/>
                </a:lnTo>
                <a:lnTo>
                  <a:pt x="604203" y="1334257"/>
                </a:lnTo>
                <a:lnTo>
                  <a:pt x="605850" y="1329057"/>
                </a:lnTo>
                <a:lnTo>
                  <a:pt x="607496" y="1323869"/>
                </a:lnTo>
                <a:lnTo>
                  <a:pt x="609142" y="1318694"/>
                </a:lnTo>
                <a:lnTo>
                  <a:pt x="610789" y="1313531"/>
                </a:lnTo>
                <a:lnTo>
                  <a:pt x="612435" y="1308381"/>
                </a:lnTo>
                <a:lnTo>
                  <a:pt x="614081" y="1303242"/>
                </a:lnTo>
                <a:lnTo>
                  <a:pt x="615728" y="1298117"/>
                </a:lnTo>
                <a:lnTo>
                  <a:pt x="617374" y="1293003"/>
                </a:lnTo>
                <a:lnTo>
                  <a:pt x="619020" y="1287902"/>
                </a:lnTo>
                <a:lnTo>
                  <a:pt x="620667" y="1282814"/>
                </a:lnTo>
                <a:lnTo>
                  <a:pt x="622313" y="1277738"/>
                </a:lnTo>
                <a:lnTo>
                  <a:pt x="623959" y="1272674"/>
                </a:lnTo>
                <a:lnTo>
                  <a:pt x="625606" y="1267623"/>
                </a:lnTo>
                <a:lnTo>
                  <a:pt x="627252" y="1262584"/>
                </a:lnTo>
                <a:lnTo>
                  <a:pt x="628898" y="1257558"/>
                </a:lnTo>
                <a:lnTo>
                  <a:pt x="630544" y="1252544"/>
                </a:lnTo>
                <a:lnTo>
                  <a:pt x="632191" y="1247543"/>
                </a:lnTo>
                <a:lnTo>
                  <a:pt x="633837" y="1242554"/>
                </a:lnTo>
                <a:lnTo>
                  <a:pt x="635483" y="1237578"/>
                </a:lnTo>
                <a:lnTo>
                  <a:pt x="637130" y="1232614"/>
                </a:lnTo>
                <a:lnTo>
                  <a:pt x="638776" y="1227663"/>
                </a:lnTo>
                <a:lnTo>
                  <a:pt x="640422" y="1222725"/>
                </a:lnTo>
                <a:lnTo>
                  <a:pt x="642069" y="1217799"/>
                </a:lnTo>
                <a:lnTo>
                  <a:pt x="643715" y="1212885"/>
                </a:lnTo>
                <a:lnTo>
                  <a:pt x="645361" y="1207985"/>
                </a:lnTo>
                <a:lnTo>
                  <a:pt x="647008" y="1203096"/>
                </a:lnTo>
                <a:lnTo>
                  <a:pt x="648654" y="1198221"/>
                </a:lnTo>
                <a:lnTo>
                  <a:pt x="650300" y="1193358"/>
                </a:lnTo>
                <a:lnTo>
                  <a:pt x="651947" y="1188507"/>
                </a:lnTo>
                <a:lnTo>
                  <a:pt x="653593" y="1183669"/>
                </a:lnTo>
                <a:lnTo>
                  <a:pt x="655239" y="1178844"/>
                </a:lnTo>
                <a:lnTo>
                  <a:pt x="656886" y="1174031"/>
                </a:lnTo>
                <a:lnTo>
                  <a:pt x="658532" y="1169231"/>
                </a:lnTo>
                <a:lnTo>
                  <a:pt x="660178" y="1164444"/>
                </a:lnTo>
                <a:lnTo>
                  <a:pt x="661825" y="1159669"/>
                </a:lnTo>
                <a:lnTo>
                  <a:pt x="663471" y="1154907"/>
                </a:lnTo>
                <a:lnTo>
                  <a:pt x="665117" y="1150158"/>
                </a:lnTo>
                <a:lnTo>
                  <a:pt x="666764" y="1145421"/>
                </a:lnTo>
                <a:lnTo>
                  <a:pt x="668410" y="1140696"/>
                </a:lnTo>
                <a:lnTo>
                  <a:pt x="670056" y="1135985"/>
                </a:lnTo>
                <a:lnTo>
                  <a:pt x="671703" y="1131286"/>
                </a:lnTo>
                <a:lnTo>
                  <a:pt x="673349" y="1126599"/>
                </a:lnTo>
                <a:lnTo>
                  <a:pt x="674995" y="1121925"/>
                </a:lnTo>
                <a:lnTo>
                  <a:pt x="676642" y="1117264"/>
                </a:lnTo>
                <a:lnTo>
                  <a:pt x="678288" y="1112616"/>
                </a:lnTo>
                <a:lnTo>
                  <a:pt x="679934" y="1107980"/>
                </a:lnTo>
                <a:lnTo>
                  <a:pt x="681581" y="1103356"/>
                </a:lnTo>
                <a:lnTo>
                  <a:pt x="683227" y="1098746"/>
                </a:lnTo>
                <a:lnTo>
                  <a:pt x="684873" y="1094148"/>
                </a:lnTo>
                <a:lnTo>
                  <a:pt x="686520" y="1089562"/>
                </a:lnTo>
                <a:lnTo>
                  <a:pt x="688166" y="1084989"/>
                </a:lnTo>
                <a:lnTo>
                  <a:pt x="689812" y="1080429"/>
                </a:lnTo>
                <a:lnTo>
                  <a:pt x="691459" y="1075881"/>
                </a:lnTo>
                <a:lnTo>
                  <a:pt x="693105" y="1071346"/>
                </a:lnTo>
                <a:lnTo>
                  <a:pt x="694751" y="1066824"/>
                </a:lnTo>
                <a:lnTo>
                  <a:pt x="696398" y="1062314"/>
                </a:lnTo>
                <a:lnTo>
                  <a:pt x="698044" y="1057817"/>
                </a:lnTo>
                <a:lnTo>
                  <a:pt x="699690" y="1053332"/>
                </a:lnTo>
                <a:lnTo>
                  <a:pt x="701337" y="1048860"/>
                </a:lnTo>
                <a:lnTo>
                  <a:pt x="702983" y="1044401"/>
                </a:lnTo>
                <a:lnTo>
                  <a:pt x="704629" y="1039954"/>
                </a:lnTo>
                <a:lnTo>
                  <a:pt x="706276" y="1035519"/>
                </a:lnTo>
                <a:lnTo>
                  <a:pt x="707922" y="1031097"/>
                </a:lnTo>
                <a:lnTo>
                  <a:pt x="709568" y="1026688"/>
                </a:lnTo>
                <a:lnTo>
                  <a:pt x="711215" y="1022291"/>
                </a:lnTo>
                <a:lnTo>
                  <a:pt x="712861" y="1017907"/>
                </a:lnTo>
                <a:lnTo>
                  <a:pt x="714507" y="1013535"/>
                </a:lnTo>
                <a:lnTo>
                  <a:pt x="716154" y="1009176"/>
                </a:lnTo>
                <a:lnTo>
                  <a:pt x="717800" y="1004829"/>
                </a:lnTo>
                <a:lnTo>
                  <a:pt x="719446" y="1000495"/>
                </a:lnTo>
                <a:lnTo>
                  <a:pt x="721093" y="996173"/>
                </a:lnTo>
                <a:lnTo>
                  <a:pt x="722739" y="991864"/>
                </a:lnTo>
                <a:lnTo>
                  <a:pt x="724385" y="987567"/>
                </a:lnTo>
                <a:lnTo>
                  <a:pt x="726032" y="983282"/>
                </a:lnTo>
                <a:lnTo>
                  <a:pt x="727678" y="979010"/>
                </a:lnTo>
                <a:lnTo>
                  <a:pt x="729324" y="974751"/>
                </a:lnTo>
                <a:lnTo>
                  <a:pt x="730971" y="970504"/>
                </a:lnTo>
                <a:lnTo>
                  <a:pt x="732617" y="966269"/>
                </a:lnTo>
                <a:lnTo>
                  <a:pt x="734263" y="962047"/>
                </a:lnTo>
                <a:lnTo>
                  <a:pt x="735910" y="957837"/>
                </a:lnTo>
                <a:lnTo>
                  <a:pt x="737556" y="953640"/>
                </a:lnTo>
                <a:lnTo>
                  <a:pt x="739202" y="949455"/>
                </a:lnTo>
                <a:lnTo>
                  <a:pt x="740849" y="945282"/>
                </a:lnTo>
                <a:lnTo>
                  <a:pt x="742495" y="941121"/>
                </a:lnTo>
                <a:lnTo>
                  <a:pt x="744141" y="936973"/>
                </a:lnTo>
                <a:lnTo>
                  <a:pt x="745788" y="932838"/>
                </a:lnTo>
                <a:lnTo>
                  <a:pt x="747434" y="928714"/>
                </a:lnTo>
                <a:lnTo>
                  <a:pt x="749080" y="924603"/>
                </a:lnTo>
                <a:lnTo>
                  <a:pt x="750727" y="920504"/>
                </a:lnTo>
                <a:lnTo>
                  <a:pt x="752373" y="916418"/>
                </a:lnTo>
                <a:lnTo>
                  <a:pt x="754019" y="912344"/>
                </a:lnTo>
                <a:lnTo>
                  <a:pt x="755666" y="908282"/>
                </a:lnTo>
                <a:lnTo>
                  <a:pt x="757312" y="904232"/>
                </a:lnTo>
                <a:lnTo>
                  <a:pt x="758958" y="900194"/>
                </a:lnTo>
                <a:lnTo>
                  <a:pt x="760605" y="896169"/>
                </a:lnTo>
                <a:lnTo>
                  <a:pt x="762251" y="892156"/>
                </a:lnTo>
                <a:lnTo>
                  <a:pt x="763897" y="888155"/>
                </a:lnTo>
                <a:lnTo>
                  <a:pt x="765544" y="884166"/>
                </a:lnTo>
                <a:lnTo>
                  <a:pt x="767190" y="880189"/>
                </a:lnTo>
                <a:lnTo>
                  <a:pt x="768836" y="876225"/>
                </a:lnTo>
                <a:lnTo>
                  <a:pt x="770483" y="872272"/>
                </a:lnTo>
                <a:lnTo>
                  <a:pt x="772129" y="868332"/>
                </a:lnTo>
                <a:lnTo>
                  <a:pt x="773775" y="864404"/>
                </a:lnTo>
                <a:lnTo>
                  <a:pt x="775422" y="860487"/>
                </a:lnTo>
                <a:lnTo>
                  <a:pt x="777068" y="856583"/>
                </a:lnTo>
                <a:lnTo>
                  <a:pt x="778714" y="852691"/>
                </a:lnTo>
                <a:lnTo>
                  <a:pt x="780361" y="848811"/>
                </a:lnTo>
                <a:lnTo>
                  <a:pt x="782007" y="844943"/>
                </a:lnTo>
                <a:lnTo>
                  <a:pt x="783653" y="841087"/>
                </a:lnTo>
                <a:lnTo>
                  <a:pt x="785300" y="837243"/>
                </a:lnTo>
                <a:lnTo>
                  <a:pt x="786946" y="833411"/>
                </a:lnTo>
                <a:lnTo>
                  <a:pt x="788592" y="829591"/>
                </a:lnTo>
                <a:lnTo>
                  <a:pt x="790239" y="825783"/>
                </a:lnTo>
                <a:lnTo>
                  <a:pt x="791885" y="821987"/>
                </a:lnTo>
                <a:lnTo>
                  <a:pt x="793531" y="818202"/>
                </a:lnTo>
                <a:lnTo>
                  <a:pt x="795178" y="814430"/>
                </a:lnTo>
                <a:lnTo>
                  <a:pt x="796824" y="810669"/>
                </a:lnTo>
                <a:lnTo>
                  <a:pt x="798470" y="806921"/>
                </a:lnTo>
                <a:lnTo>
                  <a:pt x="800117" y="803184"/>
                </a:lnTo>
                <a:lnTo>
                  <a:pt x="801763" y="799459"/>
                </a:lnTo>
                <a:lnTo>
                  <a:pt x="803409" y="795745"/>
                </a:lnTo>
                <a:lnTo>
                  <a:pt x="805056" y="792044"/>
                </a:lnTo>
                <a:lnTo>
                  <a:pt x="806702" y="788354"/>
                </a:lnTo>
                <a:lnTo>
                  <a:pt x="808348" y="784676"/>
                </a:lnTo>
                <a:lnTo>
                  <a:pt x="809995" y="781010"/>
                </a:lnTo>
                <a:lnTo>
                  <a:pt x="811641" y="777355"/>
                </a:lnTo>
                <a:lnTo>
                  <a:pt x="813287" y="773712"/>
                </a:lnTo>
                <a:lnTo>
                  <a:pt x="814934" y="770081"/>
                </a:lnTo>
                <a:lnTo>
                  <a:pt x="816580" y="766461"/>
                </a:lnTo>
                <a:lnTo>
                  <a:pt x="818226" y="762853"/>
                </a:lnTo>
                <a:lnTo>
                  <a:pt x="819873" y="759257"/>
                </a:lnTo>
                <a:lnTo>
                  <a:pt x="821519" y="755672"/>
                </a:lnTo>
                <a:lnTo>
                  <a:pt x="823165" y="752099"/>
                </a:lnTo>
                <a:lnTo>
                  <a:pt x="824812" y="748538"/>
                </a:lnTo>
                <a:lnTo>
                  <a:pt x="826458" y="744988"/>
                </a:lnTo>
                <a:lnTo>
                  <a:pt x="828104" y="741449"/>
                </a:lnTo>
                <a:lnTo>
                  <a:pt x="829751" y="737922"/>
                </a:lnTo>
                <a:lnTo>
                  <a:pt x="831397" y="734407"/>
                </a:lnTo>
                <a:lnTo>
                  <a:pt x="833043" y="730902"/>
                </a:lnTo>
                <a:lnTo>
                  <a:pt x="834690" y="727410"/>
                </a:lnTo>
                <a:lnTo>
                  <a:pt x="836336" y="723929"/>
                </a:lnTo>
                <a:lnTo>
                  <a:pt x="837982" y="720459"/>
                </a:lnTo>
                <a:lnTo>
                  <a:pt x="839629" y="717000"/>
                </a:lnTo>
                <a:lnTo>
                  <a:pt x="841275" y="713553"/>
                </a:lnTo>
                <a:lnTo>
                  <a:pt x="842921" y="710118"/>
                </a:lnTo>
                <a:lnTo>
                  <a:pt x="844568" y="706693"/>
                </a:lnTo>
                <a:lnTo>
                  <a:pt x="846214" y="703280"/>
                </a:lnTo>
                <a:lnTo>
                  <a:pt x="847860" y="699879"/>
                </a:lnTo>
                <a:lnTo>
                  <a:pt x="849507" y="696488"/>
                </a:lnTo>
                <a:lnTo>
                  <a:pt x="851153" y="693109"/>
                </a:lnTo>
                <a:lnTo>
                  <a:pt x="852799" y="689741"/>
                </a:lnTo>
                <a:lnTo>
                  <a:pt x="854446" y="686384"/>
                </a:lnTo>
                <a:lnTo>
                  <a:pt x="856092" y="683038"/>
                </a:lnTo>
                <a:lnTo>
                  <a:pt x="857738" y="679704"/>
                </a:lnTo>
                <a:lnTo>
                  <a:pt x="859385" y="676381"/>
                </a:lnTo>
                <a:lnTo>
                  <a:pt x="861031" y="673068"/>
                </a:lnTo>
                <a:lnTo>
                  <a:pt x="862677" y="669767"/>
                </a:lnTo>
                <a:lnTo>
                  <a:pt x="864324" y="666477"/>
                </a:lnTo>
                <a:lnTo>
                  <a:pt x="865970" y="663198"/>
                </a:lnTo>
                <a:lnTo>
                  <a:pt x="867616" y="659931"/>
                </a:lnTo>
                <a:lnTo>
                  <a:pt x="869263" y="656674"/>
                </a:lnTo>
                <a:lnTo>
                  <a:pt x="870909" y="653428"/>
                </a:lnTo>
                <a:lnTo>
                  <a:pt x="872555" y="650193"/>
                </a:lnTo>
                <a:lnTo>
                  <a:pt x="874202" y="646969"/>
                </a:lnTo>
                <a:lnTo>
                  <a:pt x="875848" y="643756"/>
                </a:lnTo>
                <a:lnTo>
                  <a:pt x="877494" y="640554"/>
                </a:lnTo>
                <a:lnTo>
                  <a:pt x="879141" y="637363"/>
                </a:lnTo>
                <a:lnTo>
                  <a:pt x="880787" y="634183"/>
                </a:lnTo>
                <a:lnTo>
                  <a:pt x="882433" y="631014"/>
                </a:lnTo>
                <a:lnTo>
                  <a:pt x="884080" y="627855"/>
                </a:lnTo>
                <a:lnTo>
                  <a:pt x="885726" y="624707"/>
                </a:lnTo>
                <a:lnTo>
                  <a:pt x="887372" y="621570"/>
                </a:lnTo>
                <a:lnTo>
                  <a:pt x="889019" y="618444"/>
                </a:lnTo>
                <a:lnTo>
                  <a:pt x="890665" y="615329"/>
                </a:lnTo>
                <a:lnTo>
                  <a:pt x="892311" y="612224"/>
                </a:lnTo>
                <a:lnTo>
                  <a:pt x="893958" y="609130"/>
                </a:lnTo>
                <a:lnTo>
                  <a:pt x="895604" y="606047"/>
                </a:lnTo>
                <a:lnTo>
                  <a:pt x="897250" y="602974"/>
                </a:lnTo>
                <a:lnTo>
                  <a:pt x="898897" y="599912"/>
                </a:lnTo>
                <a:lnTo>
                  <a:pt x="900543" y="596861"/>
                </a:lnTo>
                <a:lnTo>
                  <a:pt x="902189" y="593820"/>
                </a:lnTo>
                <a:lnTo>
                  <a:pt x="903836" y="590790"/>
                </a:lnTo>
                <a:lnTo>
                  <a:pt x="905482" y="587771"/>
                </a:lnTo>
                <a:lnTo>
                  <a:pt x="907128" y="584762"/>
                </a:lnTo>
                <a:lnTo>
                  <a:pt x="908775" y="581763"/>
                </a:lnTo>
                <a:lnTo>
                  <a:pt x="910421" y="578775"/>
                </a:lnTo>
                <a:lnTo>
                  <a:pt x="912067" y="575798"/>
                </a:lnTo>
                <a:lnTo>
                  <a:pt x="913714" y="572831"/>
                </a:lnTo>
                <a:lnTo>
                  <a:pt x="915360" y="569874"/>
                </a:lnTo>
                <a:lnTo>
                  <a:pt x="917006" y="566928"/>
                </a:lnTo>
                <a:lnTo>
                  <a:pt x="918653" y="563992"/>
                </a:lnTo>
                <a:lnTo>
                  <a:pt x="920299" y="561066"/>
                </a:lnTo>
                <a:lnTo>
                  <a:pt x="921945" y="558151"/>
                </a:lnTo>
                <a:lnTo>
                  <a:pt x="923592" y="555247"/>
                </a:lnTo>
                <a:lnTo>
                  <a:pt x="925238" y="552352"/>
                </a:lnTo>
                <a:lnTo>
                  <a:pt x="926884" y="549468"/>
                </a:lnTo>
                <a:lnTo>
                  <a:pt x="928531" y="546594"/>
                </a:lnTo>
                <a:lnTo>
                  <a:pt x="930177" y="543730"/>
                </a:lnTo>
                <a:lnTo>
                  <a:pt x="931823" y="540877"/>
                </a:lnTo>
                <a:lnTo>
                  <a:pt x="933470" y="538033"/>
                </a:lnTo>
                <a:lnTo>
                  <a:pt x="935116" y="535200"/>
                </a:lnTo>
                <a:lnTo>
                  <a:pt x="936762" y="532377"/>
                </a:lnTo>
                <a:lnTo>
                  <a:pt x="938409" y="529565"/>
                </a:lnTo>
                <a:lnTo>
                  <a:pt x="940055" y="526762"/>
                </a:lnTo>
                <a:lnTo>
                  <a:pt x="941701" y="523969"/>
                </a:lnTo>
                <a:lnTo>
                  <a:pt x="943347" y="521187"/>
                </a:lnTo>
                <a:lnTo>
                  <a:pt x="944994" y="518414"/>
                </a:lnTo>
                <a:lnTo>
                  <a:pt x="946640" y="515652"/>
                </a:lnTo>
                <a:lnTo>
                  <a:pt x="948286" y="512899"/>
                </a:lnTo>
                <a:lnTo>
                  <a:pt x="949933" y="510157"/>
                </a:lnTo>
                <a:lnTo>
                  <a:pt x="951579" y="507424"/>
                </a:lnTo>
                <a:lnTo>
                  <a:pt x="953225" y="504702"/>
                </a:lnTo>
                <a:lnTo>
                  <a:pt x="954872" y="501989"/>
                </a:lnTo>
                <a:lnTo>
                  <a:pt x="956518" y="499286"/>
                </a:lnTo>
                <a:lnTo>
                  <a:pt x="958164" y="496593"/>
                </a:lnTo>
                <a:lnTo>
                  <a:pt x="959811" y="493910"/>
                </a:lnTo>
                <a:lnTo>
                  <a:pt x="961457" y="491237"/>
                </a:lnTo>
                <a:lnTo>
                  <a:pt x="963103" y="488574"/>
                </a:lnTo>
                <a:lnTo>
                  <a:pt x="964750" y="485920"/>
                </a:lnTo>
                <a:lnTo>
                  <a:pt x="966396" y="483276"/>
                </a:lnTo>
                <a:lnTo>
                  <a:pt x="968042" y="480642"/>
                </a:lnTo>
                <a:lnTo>
                  <a:pt x="969689" y="478018"/>
                </a:lnTo>
                <a:lnTo>
                  <a:pt x="971335" y="475403"/>
                </a:lnTo>
                <a:lnTo>
                  <a:pt x="972981" y="472798"/>
                </a:lnTo>
                <a:lnTo>
                  <a:pt x="974628" y="470202"/>
                </a:lnTo>
                <a:lnTo>
                  <a:pt x="976274" y="467617"/>
                </a:lnTo>
                <a:lnTo>
                  <a:pt x="977920" y="465041"/>
                </a:lnTo>
                <a:lnTo>
                  <a:pt x="979567" y="462474"/>
                </a:lnTo>
                <a:lnTo>
                  <a:pt x="981213" y="459917"/>
                </a:lnTo>
                <a:lnTo>
                  <a:pt x="982859" y="457370"/>
                </a:lnTo>
                <a:lnTo>
                  <a:pt x="984506" y="454832"/>
                </a:lnTo>
                <a:lnTo>
                  <a:pt x="986152" y="452303"/>
                </a:lnTo>
                <a:lnTo>
                  <a:pt x="987798" y="449784"/>
                </a:lnTo>
                <a:lnTo>
                  <a:pt x="989445" y="447275"/>
                </a:lnTo>
                <a:lnTo>
                  <a:pt x="991091" y="444775"/>
                </a:lnTo>
                <a:lnTo>
                  <a:pt x="992737" y="442284"/>
                </a:lnTo>
                <a:lnTo>
                  <a:pt x="994384" y="439803"/>
                </a:lnTo>
                <a:lnTo>
                  <a:pt x="996030" y="437331"/>
                </a:lnTo>
                <a:lnTo>
                  <a:pt x="997676" y="434869"/>
                </a:lnTo>
                <a:lnTo>
                  <a:pt x="999323" y="432416"/>
                </a:lnTo>
                <a:lnTo>
                  <a:pt x="1000969" y="429972"/>
                </a:lnTo>
                <a:lnTo>
                  <a:pt x="1002615" y="427537"/>
                </a:lnTo>
                <a:lnTo>
                  <a:pt x="1004262" y="425112"/>
                </a:lnTo>
                <a:lnTo>
                  <a:pt x="1005908" y="422696"/>
                </a:lnTo>
                <a:lnTo>
                  <a:pt x="1007554" y="420289"/>
                </a:lnTo>
                <a:lnTo>
                  <a:pt x="1009201" y="417892"/>
                </a:lnTo>
                <a:lnTo>
                  <a:pt x="1010847" y="415503"/>
                </a:lnTo>
                <a:lnTo>
                  <a:pt x="1012493" y="413124"/>
                </a:lnTo>
                <a:lnTo>
                  <a:pt x="1014140" y="410754"/>
                </a:lnTo>
                <a:lnTo>
                  <a:pt x="1015786" y="408393"/>
                </a:lnTo>
                <a:lnTo>
                  <a:pt x="1017432" y="406041"/>
                </a:lnTo>
                <a:lnTo>
                  <a:pt x="1019079" y="403698"/>
                </a:lnTo>
                <a:lnTo>
                  <a:pt x="1020725" y="401365"/>
                </a:lnTo>
                <a:lnTo>
                  <a:pt x="1022371" y="399040"/>
                </a:lnTo>
                <a:lnTo>
                  <a:pt x="1024018" y="396724"/>
                </a:lnTo>
                <a:lnTo>
                  <a:pt x="1025664" y="394417"/>
                </a:lnTo>
                <a:lnTo>
                  <a:pt x="1027310" y="392120"/>
                </a:lnTo>
                <a:lnTo>
                  <a:pt x="1028957" y="389831"/>
                </a:lnTo>
                <a:lnTo>
                  <a:pt x="1030603" y="387551"/>
                </a:lnTo>
                <a:lnTo>
                  <a:pt x="1032249" y="385280"/>
                </a:lnTo>
                <a:lnTo>
                  <a:pt x="1033896" y="383018"/>
                </a:lnTo>
                <a:lnTo>
                  <a:pt x="1035542" y="380765"/>
                </a:lnTo>
                <a:lnTo>
                  <a:pt x="1037188" y="378520"/>
                </a:lnTo>
                <a:lnTo>
                  <a:pt x="1038835" y="376285"/>
                </a:lnTo>
                <a:lnTo>
                  <a:pt x="1040481" y="374058"/>
                </a:lnTo>
                <a:lnTo>
                  <a:pt x="1042127" y="371840"/>
                </a:lnTo>
                <a:lnTo>
                  <a:pt x="1043774" y="369631"/>
                </a:lnTo>
                <a:lnTo>
                  <a:pt x="1045420" y="367431"/>
                </a:lnTo>
                <a:lnTo>
                  <a:pt x="1047066" y="365239"/>
                </a:lnTo>
                <a:lnTo>
                  <a:pt x="1048713" y="363056"/>
                </a:lnTo>
                <a:lnTo>
                  <a:pt x="1050359" y="360881"/>
                </a:lnTo>
                <a:lnTo>
                  <a:pt x="1052005" y="358716"/>
                </a:lnTo>
                <a:lnTo>
                  <a:pt x="1053652" y="356559"/>
                </a:lnTo>
                <a:lnTo>
                  <a:pt x="1055298" y="354410"/>
                </a:lnTo>
                <a:lnTo>
                  <a:pt x="1056944" y="352270"/>
                </a:lnTo>
                <a:lnTo>
                  <a:pt x="1058591" y="350139"/>
                </a:lnTo>
                <a:lnTo>
                  <a:pt x="1060237" y="348016"/>
                </a:lnTo>
                <a:lnTo>
                  <a:pt x="1061883" y="345902"/>
                </a:lnTo>
                <a:lnTo>
                  <a:pt x="1063530" y="343796"/>
                </a:lnTo>
                <a:lnTo>
                  <a:pt x="1065176" y="341699"/>
                </a:lnTo>
                <a:lnTo>
                  <a:pt x="1066822" y="339611"/>
                </a:lnTo>
                <a:lnTo>
                  <a:pt x="1068469" y="337530"/>
                </a:lnTo>
                <a:lnTo>
                  <a:pt x="1070115" y="335458"/>
                </a:lnTo>
                <a:lnTo>
                  <a:pt x="1071761" y="333395"/>
                </a:lnTo>
                <a:lnTo>
                  <a:pt x="1073408" y="331340"/>
                </a:lnTo>
                <a:lnTo>
                  <a:pt x="1075054" y="329293"/>
                </a:lnTo>
                <a:lnTo>
                  <a:pt x="1076700" y="327255"/>
                </a:lnTo>
                <a:lnTo>
                  <a:pt x="1078347" y="325225"/>
                </a:lnTo>
                <a:lnTo>
                  <a:pt x="1079993" y="323203"/>
                </a:lnTo>
                <a:lnTo>
                  <a:pt x="1081639" y="321190"/>
                </a:lnTo>
                <a:lnTo>
                  <a:pt x="1083286" y="319185"/>
                </a:lnTo>
                <a:lnTo>
                  <a:pt x="1084932" y="317188"/>
                </a:lnTo>
                <a:lnTo>
                  <a:pt x="1086578" y="315199"/>
                </a:lnTo>
                <a:lnTo>
                  <a:pt x="1088225" y="313219"/>
                </a:lnTo>
                <a:lnTo>
                  <a:pt x="1089871" y="311246"/>
                </a:lnTo>
                <a:lnTo>
                  <a:pt x="1091517" y="309282"/>
                </a:lnTo>
                <a:lnTo>
                  <a:pt x="1093164" y="307326"/>
                </a:lnTo>
                <a:lnTo>
                  <a:pt x="1094810" y="305378"/>
                </a:lnTo>
                <a:lnTo>
                  <a:pt x="1096456" y="303439"/>
                </a:lnTo>
                <a:lnTo>
                  <a:pt x="1098103" y="301507"/>
                </a:lnTo>
                <a:lnTo>
                  <a:pt x="1099749" y="299583"/>
                </a:lnTo>
                <a:lnTo>
                  <a:pt x="1101395" y="297668"/>
                </a:lnTo>
                <a:lnTo>
                  <a:pt x="1103042" y="295760"/>
                </a:lnTo>
                <a:lnTo>
                  <a:pt x="1104688" y="293861"/>
                </a:lnTo>
                <a:lnTo>
                  <a:pt x="1106334" y="291969"/>
                </a:lnTo>
                <a:lnTo>
                  <a:pt x="1107981" y="290086"/>
                </a:lnTo>
                <a:lnTo>
                  <a:pt x="1109627" y="288210"/>
                </a:lnTo>
                <a:lnTo>
                  <a:pt x="1111273" y="286343"/>
                </a:lnTo>
                <a:lnTo>
                  <a:pt x="1112920" y="284483"/>
                </a:lnTo>
                <a:lnTo>
                  <a:pt x="1114566" y="282631"/>
                </a:lnTo>
                <a:lnTo>
                  <a:pt x="1116212" y="280787"/>
                </a:lnTo>
                <a:lnTo>
                  <a:pt x="1117859" y="278951"/>
                </a:lnTo>
                <a:lnTo>
                  <a:pt x="1119505" y="277123"/>
                </a:lnTo>
                <a:lnTo>
                  <a:pt x="1121151" y="275302"/>
                </a:lnTo>
                <a:lnTo>
                  <a:pt x="1122798" y="273489"/>
                </a:lnTo>
                <a:lnTo>
                  <a:pt x="1124444" y="271684"/>
                </a:lnTo>
                <a:lnTo>
                  <a:pt x="1126090" y="269887"/>
                </a:lnTo>
                <a:lnTo>
                  <a:pt x="1127737" y="268098"/>
                </a:lnTo>
                <a:lnTo>
                  <a:pt x="1129383" y="266316"/>
                </a:lnTo>
                <a:lnTo>
                  <a:pt x="1131029" y="264542"/>
                </a:lnTo>
                <a:lnTo>
                  <a:pt x="1132676" y="262775"/>
                </a:lnTo>
                <a:lnTo>
                  <a:pt x="1134322" y="261017"/>
                </a:lnTo>
                <a:lnTo>
                  <a:pt x="1135968" y="259266"/>
                </a:lnTo>
                <a:lnTo>
                  <a:pt x="1137615" y="257522"/>
                </a:lnTo>
                <a:lnTo>
                  <a:pt x="1139261" y="255786"/>
                </a:lnTo>
                <a:lnTo>
                  <a:pt x="1140907" y="254058"/>
                </a:lnTo>
                <a:lnTo>
                  <a:pt x="1142554" y="252337"/>
                </a:lnTo>
                <a:lnTo>
                  <a:pt x="1144200" y="250624"/>
                </a:lnTo>
                <a:lnTo>
                  <a:pt x="1145846" y="248918"/>
                </a:lnTo>
                <a:lnTo>
                  <a:pt x="1147493" y="247220"/>
                </a:lnTo>
                <a:lnTo>
                  <a:pt x="1149139" y="245530"/>
                </a:lnTo>
                <a:lnTo>
                  <a:pt x="1150785" y="243846"/>
                </a:lnTo>
                <a:lnTo>
                  <a:pt x="1152432" y="242171"/>
                </a:lnTo>
                <a:lnTo>
                  <a:pt x="1154078" y="240502"/>
                </a:lnTo>
                <a:lnTo>
                  <a:pt x="1155724" y="238841"/>
                </a:lnTo>
                <a:lnTo>
                  <a:pt x="1157371" y="237188"/>
                </a:lnTo>
                <a:lnTo>
                  <a:pt x="1159017" y="235542"/>
                </a:lnTo>
                <a:lnTo>
                  <a:pt x="1160663" y="233903"/>
                </a:lnTo>
                <a:lnTo>
                  <a:pt x="1162310" y="232271"/>
                </a:lnTo>
                <a:lnTo>
                  <a:pt x="1163956" y="230647"/>
                </a:lnTo>
                <a:lnTo>
                  <a:pt x="1165602" y="229030"/>
                </a:lnTo>
                <a:lnTo>
                  <a:pt x="1167249" y="227421"/>
                </a:lnTo>
                <a:lnTo>
                  <a:pt x="1168895" y="225818"/>
                </a:lnTo>
                <a:lnTo>
                  <a:pt x="1170541" y="224223"/>
                </a:lnTo>
                <a:lnTo>
                  <a:pt x="1172188" y="222635"/>
                </a:lnTo>
                <a:lnTo>
                  <a:pt x="1173834" y="221055"/>
                </a:lnTo>
                <a:lnTo>
                  <a:pt x="1175480" y="219481"/>
                </a:lnTo>
                <a:lnTo>
                  <a:pt x="1177127" y="217915"/>
                </a:lnTo>
                <a:lnTo>
                  <a:pt x="1178773" y="216356"/>
                </a:lnTo>
                <a:lnTo>
                  <a:pt x="1180419" y="214804"/>
                </a:lnTo>
                <a:lnTo>
                  <a:pt x="1182066" y="213259"/>
                </a:lnTo>
                <a:lnTo>
                  <a:pt x="1183712" y="211721"/>
                </a:lnTo>
                <a:lnTo>
                  <a:pt x="1185358" y="210190"/>
                </a:lnTo>
                <a:lnTo>
                  <a:pt x="1187005" y="208667"/>
                </a:lnTo>
                <a:lnTo>
                  <a:pt x="1188651" y="207150"/>
                </a:lnTo>
                <a:lnTo>
                  <a:pt x="1190297" y="205641"/>
                </a:lnTo>
                <a:lnTo>
                  <a:pt x="1191944" y="204138"/>
                </a:lnTo>
                <a:lnTo>
                  <a:pt x="1193590" y="202642"/>
                </a:lnTo>
                <a:lnTo>
                  <a:pt x="1195236" y="201154"/>
                </a:lnTo>
                <a:lnTo>
                  <a:pt x="1196883" y="199672"/>
                </a:lnTo>
                <a:lnTo>
                  <a:pt x="1198529" y="198197"/>
                </a:lnTo>
                <a:lnTo>
                  <a:pt x="1200175" y="196729"/>
                </a:lnTo>
                <a:lnTo>
                  <a:pt x="1201822" y="195268"/>
                </a:lnTo>
                <a:lnTo>
                  <a:pt x="1203468" y="193814"/>
                </a:lnTo>
                <a:lnTo>
                  <a:pt x="1205114" y="192367"/>
                </a:lnTo>
                <a:lnTo>
                  <a:pt x="1206761" y="190927"/>
                </a:lnTo>
                <a:lnTo>
                  <a:pt x="1208407" y="189493"/>
                </a:lnTo>
                <a:lnTo>
                  <a:pt x="1210053" y="188067"/>
                </a:lnTo>
                <a:lnTo>
                  <a:pt x="1211700" y="186647"/>
                </a:lnTo>
                <a:lnTo>
                  <a:pt x="1213346" y="185234"/>
                </a:lnTo>
                <a:lnTo>
                  <a:pt x="1214992" y="183827"/>
                </a:lnTo>
                <a:lnTo>
                  <a:pt x="1216639" y="182428"/>
                </a:lnTo>
                <a:lnTo>
                  <a:pt x="1218285" y="181035"/>
                </a:lnTo>
                <a:lnTo>
                  <a:pt x="1219931" y="179649"/>
                </a:lnTo>
                <a:lnTo>
                  <a:pt x="1221578" y="178269"/>
                </a:lnTo>
                <a:lnTo>
                  <a:pt x="1223224" y="176896"/>
                </a:lnTo>
                <a:lnTo>
                  <a:pt x="1224870" y="175530"/>
                </a:lnTo>
                <a:lnTo>
                  <a:pt x="1226517" y="174171"/>
                </a:lnTo>
                <a:lnTo>
                  <a:pt x="1228163" y="172818"/>
                </a:lnTo>
                <a:lnTo>
                  <a:pt x="1229809" y="171471"/>
                </a:lnTo>
                <a:lnTo>
                  <a:pt x="1231456" y="170132"/>
                </a:lnTo>
                <a:lnTo>
                  <a:pt x="1233102" y="168798"/>
                </a:lnTo>
                <a:lnTo>
                  <a:pt x="1234748" y="167472"/>
                </a:lnTo>
                <a:lnTo>
                  <a:pt x="1236395" y="166152"/>
                </a:lnTo>
                <a:lnTo>
                  <a:pt x="1238041" y="164838"/>
                </a:lnTo>
                <a:lnTo>
                  <a:pt x="1239687" y="163531"/>
                </a:lnTo>
                <a:lnTo>
                  <a:pt x="1241334" y="162231"/>
                </a:lnTo>
                <a:lnTo>
                  <a:pt x="1242980" y="160936"/>
                </a:lnTo>
                <a:lnTo>
                  <a:pt x="1244626" y="159649"/>
                </a:lnTo>
                <a:lnTo>
                  <a:pt x="1246273" y="158368"/>
                </a:lnTo>
                <a:lnTo>
                  <a:pt x="1247919" y="157093"/>
                </a:lnTo>
                <a:lnTo>
                  <a:pt x="1249565" y="155824"/>
                </a:lnTo>
                <a:lnTo>
                  <a:pt x="1251212" y="154562"/>
                </a:lnTo>
                <a:lnTo>
                  <a:pt x="1252858" y="153307"/>
                </a:lnTo>
                <a:lnTo>
                  <a:pt x="1254504" y="152057"/>
                </a:lnTo>
                <a:lnTo>
                  <a:pt x="1256150" y="150815"/>
                </a:lnTo>
                <a:lnTo>
                  <a:pt x="1257797" y="149578"/>
                </a:lnTo>
                <a:lnTo>
                  <a:pt x="1259443" y="148348"/>
                </a:lnTo>
                <a:lnTo>
                  <a:pt x="1261089" y="147124"/>
                </a:lnTo>
                <a:lnTo>
                  <a:pt x="1262736" y="145906"/>
                </a:lnTo>
                <a:lnTo>
                  <a:pt x="1264382" y="144694"/>
                </a:lnTo>
                <a:lnTo>
                  <a:pt x="1266028" y="143489"/>
                </a:lnTo>
                <a:lnTo>
                  <a:pt x="1267675" y="142290"/>
                </a:lnTo>
                <a:lnTo>
                  <a:pt x="1269321" y="141097"/>
                </a:lnTo>
                <a:lnTo>
                  <a:pt x="1270967" y="139910"/>
                </a:lnTo>
                <a:lnTo>
                  <a:pt x="1272614" y="138730"/>
                </a:lnTo>
                <a:lnTo>
                  <a:pt x="1274260" y="137556"/>
                </a:lnTo>
                <a:lnTo>
                  <a:pt x="1275906" y="136387"/>
                </a:lnTo>
                <a:lnTo>
                  <a:pt x="1277553" y="135225"/>
                </a:lnTo>
                <a:lnTo>
                  <a:pt x="1279199" y="134069"/>
                </a:lnTo>
                <a:lnTo>
                  <a:pt x="1280845" y="132919"/>
                </a:lnTo>
                <a:lnTo>
                  <a:pt x="1282492" y="131776"/>
                </a:lnTo>
                <a:lnTo>
                  <a:pt x="1284138" y="130638"/>
                </a:lnTo>
                <a:lnTo>
                  <a:pt x="1285784" y="129506"/>
                </a:lnTo>
                <a:lnTo>
                  <a:pt x="1287431" y="128381"/>
                </a:lnTo>
                <a:lnTo>
                  <a:pt x="1289077" y="127261"/>
                </a:lnTo>
                <a:lnTo>
                  <a:pt x="1290723" y="126147"/>
                </a:lnTo>
                <a:lnTo>
                  <a:pt x="1292370" y="125040"/>
                </a:lnTo>
                <a:lnTo>
                  <a:pt x="1294016" y="123938"/>
                </a:lnTo>
                <a:lnTo>
                  <a:pt x="1295662" y="122842"/>
                </a:lnTo>
                <a:lnTo>
                  <a:pt x="1297309" y="121752"/>
                </a:lnTo>
                <a:lnTo>
                  <a:pt x="1298955" y="120669"/>
                </a:lnTo>
                <a:lnTo>
                  <a:pt x="1300601" y="119591"/>
                </a:lnTo>
                <a:lnTo>
                  <a:pt x="1302248" y="118518"/>
                </a:lnTo>
                <a:lnTo>
                  <a:pt x="1303894" y="117452"/>
                </a:lnTo>
                <a:lnTo>
                  <a:pt x="1305540" y="116392"/>
                </a:lnTo>
                <a:lnTo>
                  <a:pt x="1307187" y="115337"/>
                </a:lnTo>
                <a:lnTo>
                  <a:pt x="1308833" y="114289"/>
                </a:lnTo>
                <a:lnTo>
                  <a:pt x="1310479" y="113246"/>
                </a:lnTo>
                <a:lnTo>
                  <a:pt x="1312126" y="112209"/>
                </a:lnTo>
                <a:lnTo>
                  <a:pt x="1313772" y="111177"/>
                </a:lnTo>
                <a:lnTo>
                  <a:pt x="1315418" y="110152"/>
                </a:lnTo>
                <a:lnTo>
                  <a:pt x="1317065" y="109132"/>
                </a:lnTo>
                <a:lnTo>
                  <a:pt x="1318711" y="108118"/>
                </a:lnTo>
                <a:lnTo>
                  <a:pt x="1320357" y="107110"/>
                </a:lnTo>
                <a:lnTo>
                  <a:pt x="1322004" y="106107"/>
                </a:lnTo>
                <a:lnTo>
                  <a:pt x="1323650" y="105110"/>
                </a:lnTo>
                <a:lnTo>
                  <a:pt x="1325296" y="104119"/>
                </a:lnTo>
                <a:lnTo>
                  <a:pt x="1326943" y="103133"/>
                </a:lnTo>
                <a:lnTo>
                  <a:pt x="1328589" y="102153"/>
                </a:lnTo>
                <a:lnTo>
                  <a:pt x="1330235" y="101179"/>
                </a:lnTo>
                <a:lnTo>
                  <a:pt x="1331882" y="100210"/>
                </a:lnTo>
                <a:lnTo>
                  <a:pt x="1333528" y="99247"/>
                </a:lnTo>
                <a:lnTo>
                  <a:pt x="1335174" y="98290"/>
                </a:lnTo>
                <a:lnTo>
                  <a:pt x="1336821" y="97338"/>
                </a:lnTo>
                <a:lnTo>
                  <a:pt x="1338467" y="96391"/>
                </a:lnTo>
                <a:lnTo>
                  <a:pt x="1340113" y="95450"/>
                </a:lnTo>
                <a:lnTo>
                  <a:pt x="1341760" y="94515"/>
                </a:lnTo>
                <a:lnTo>
                  <a:pt x="1343406" y="93585"/>
                </a:lnTo>
                <a:lnTo>
                  <a:pt x="1345052" y="92661"/>
                </a:lnTo>
                <a:lnTo>
                  <a:pt x="1346699" y="91742"/>
                </a:lnTo>
                <a:lnTo>
                  <a:pt x="1348345" y="90829"/>
                </a:lnTo>
                <a:lnTo>
                  <a:pt x="1349991" y="89921"/>
                </a:lnTo>
                <a:lnTo>
                  <a:pt x="1351638" y="89018"/>
                </a:lnTo>
                <a:lnTo>
                  <a:pt x="1353284" y="88121"/>
                </a:lnTo>
                <a:lnTo>
                  <a:pt x="1354930" y="87230"/>
                </a:lnTo>
                <a:lnTo>
                  <a:pt x="1356577" y="86344"/>
                </a:lnTo>
                <a:lnTo>
                  <a:pt x="1358223" y="85463"/>
                </a:lnTo>
                <a:lnTo>
                  <a:pt x="1359869" y="84587"/>
                </a:lnTo>
                <a:lnTo>
                  <a:pt x="1361516" y="83717"/>
                </a:lnTo>
                <a:lnTo>
                  <a:pt x="1363162" y="82852"/>
                </a:lnTo>
                <a:lnTo>
                  <a:pt x="1364808" y="81993"/>
                </a:lnTo>
                <a:lnTo>
                  <a:pt x="1366455" y="81139"/>
                </a:lnTo>
                <a:lnTo>
                  <a:pt x="1368101" y="80290"/>
                </a:lnTo>
                <a:lnTo>
                  <a:pt x="1369747" y="79446"/>
                </a:lnTo>
                <a:lnTo>
                  <a:pt x="1371394" y="78608"/>
                </a:lnTo>
                <a:lnTo>
                  <a:pt x="1373040" y="77775"/>
                </a:lnTo>
                <a:lnTo>
                  <a:pt x="1374686" y="76947"/>
                </a:lnTo>
                <a:lnTo>
                  <a:pt x="1376333" y="76125"/>
                </a:lnTo>
                <a:lnTo>
                  <a:pt x="1377979" y="75308"/>
                </a:lnTo>
                <a:lnTo>
                  <a:pt x="1379625" y="74495"/>
                </a:lnTo>
                <a:lnTo>
                  <a:pt x="1381272" y="73688"/>
                </a:lnTo>
                <a:lnTo>
                  <a:pt x="1382918" y="72887"/>
                </a:lnTo>
                <a:lnTo>
                  <a:pt x="1384564" y="72090"/>
                </a:lnTo>
                <a:lnTo>
                  <a:pt x="1386211" y="71299"/>
                </a:lnTo>
                <a:lnTo>
                  <a:pt x="1387857" y="70512"/>
                </a:lnTo>
                <a:lnTo>
                  <a:pt x="1389503" y="69731"/>
                </a:lnTo>
                <a:lnTo>
                  <a:pt x="1391150" y="68955"/>
                </a:lnTo>
                <a:lnTo>
                  <a:pt x="1392796" y="68184"/>
                </a:lnTo>
                <a:lnTo>
                  <a:pt x="1394442" y="67418"/>
                </a:lnTo>
                <a:lnTo>
                  <a:pt x="1396089" y="66657"/>
                </a:lnTo>
                <a:lnTo>
                  <a:pt x="1397735" y="65901"/>
                </a:lnTo>
                <a:lnTo>
                  <a:pt x="1399381" y="65151"/>
                </a:lnTo>
                <a:lnTo>
                  <a:pt x="1401028" y="64405"/>
                </a:lnTo>
                <a:lnTo>
                  <a:pt x="1402674" y="63664"/>
                </a:lnTo>
                <a:lnTo>
                  <a:pt x="1404320" y="62928"/>
                </a:lnTo>
                <a:lnTo>
                  <a:pt x="1405967" y="62198"/>
                </a:lnTo>
                <a:lnTo>
                  <a:pt x="1407613" y="61472"/>
                </a:lnTo>
                <a:lnTo>
                  <a:pt x="1409259" y="60751"/>
                </a:lnTo>
                <a:lnTo>
                  <a:pt x="1410906" y="60035"/>
                </a:lnTo>
                <a:lnTo>
                  <a:pt x="1412552" y="59324"/>
                </a:lnTo>
                <a:lnTo>
                  <a:pt x="1414198" y="58618"/>
                </a:lnTo>
                <a:lnTo>
                  <a:pt x="1415845" y="57917"/>
                </a:lnTo>
                <a:lnTo>
                  <a:pt x="1417491" y="57221"/>
                </a:lnTo>
                <a:lnTo>
                  <a:pt x="1419137" y="56529"/>
                </a:lnTo>
                <a:lnTo>
                  <a:pt x="1420784" y="55843"/>
                </a:lnTo>
                <a:lnTo>
                  <a:pt x="1422430" y="55161"/>
                </a:lnTo>
                <a:lnTo>
                  <a:pt x="1424076" y="54484"/>
                </a:lnTo>
                <a:lnTo>
                  <a:pt x="1425723" y="53812"/>
                </a:lnTo>
                <a:lnTo>
                  <a:pt x="1427369" y="53145"/>
                </a:lnTo>
                <a:lnTo>
                  <a:pt x="1429015" y="52483"/>
                </a:lnTo>
                <a:lnTo>
                  <a:pt x="1430662" y="51825"/>
                </a:lnTo>
                <a:lnTo>
                  <a:pt x="1432308" y="51173"/>
                </a:lnTo>
                <a:lnTo>
                  <a:pt x="1433954" y="50525"/>
                </a:lnTo>
                <a:lnTo>
                  <a:pt x="1435601" y="49881"/>
                </a:lnTo>
                <a:lnTo>
                  <a:pt x="1437247" y="49243"/>
                </a:lnTo>
                <a:lnTo>
                  <a:pt x="1438893" y="48609"/>
                </a:lnTo>
                <a:lnTo>
                  <a:pt x="1440540" y="47980"/>
                </a:lnTo>
                <a:lnTo>
                  <a:pt x="1442186" y="47355"/>
                </a:lnTo>
                <a:lnTo>
                  <a:pt x="1443832" y="46736"/>
                </a:lnTo>
                <a:lnTo>
                  <a:pt x="1445479" y="46121"/>
                </a:lnTo>
                <a:lnTo>
                  <a:pt x="1447125" y="45510"/>
                </a:lnTo>
                <a:lnTo>
                  <a:pt x="1448771" y="44905"/>
                </a:lnTo>
                <a:lnTo>
                  <a:pt x="1450418" y="44304"/>
                </a:lnTo>
                <a:lnTo>
                  <a:pt x="1452064" y="43707"/>
                </a:lnTo>
                <a:lnTo>
                  <a:pt x="1453710" y="43115"/>
                </a:lnTo>
                <a:lnTo>
                  <a:pt x="1455357" y="42528"/>
                </a:lnTo>
                <a:lnTo>
                  <a:pt x="1457003" y="41945"/>
                </a:lnTo>
                <a:lnTo>
                  <a:pt x="1458649" y="41367"/>
                </a:lnTo>
                <a:lnTo>
                  <a:pt x="1460296" y="40794"/>
                </a:lnTo>
                <a:lnTo>
                  <a:pt x="1461942" y="40225"/>
                </a:lnTo>
                <a:lnTo>
                  <a:pt x="1463588" y="39660"/>
                </a:lnTo>
                <a:lnTo>
                  <a:pt x="1465235" y="39100"/>
                </a:lnTo>
                <a:lnTo>
                  <a:pt x="1466881" y="38545"/>
                </a:lnTo>
                <a:lnTo>
                  <a:pt x="1468527" y="37994"/>
                </a:lnTo>
                <a:lnTo>
                  <a:pt x="1470174" y="37448"/>
                </a:lnTo>
                <a:lnTo>
                  <a:pt x="1471820" y="36906"/>
                </a:lnTo>
                <a:lnTo>
                  <a:pt x="1473466" y="36368"/>
                </a:lnTo>
                <a:lnTo>
                  <a:pt x="1475113" y="35835"/>
                </a:lnTo>
                <a:lnTo>
                  <a:pt x="1476759" y="35307"/>
                </a:lnTo>
                <a:lnTo>
                  <a:pt x="1478405" y="34783"/>
                </a:lnTo>
                <a:lnTo>
                  <a:pt x="1480052" y="34263"/>
                </a:lnTo>
                <a:lnTo>
                  <a:pt x="1481698" y="33748"/>
                </a:lnTo>
                <a:lnTo>
                  <a:pt x="1483344" y="33237"/>
                </a:lnTo>
                <a:lnTo>
                  <a:pt x="1484991" y="32730"/>
                </a:lnTo>
                <a:lnTo>
                  <a:pt x="1486637" y="32228"/>
                </a:lnTo>
                <a:lnTo>
                  <a:pt x="1488283" y="31730"/>
                </a:lnTo>
                <a:lnTo>
                  <a:pt x="1489930" y="31237"/>
                </a:lnTo>
                <a:lnTo>
                  <a:pt x="1491576" y="30748"/>
                </a:lnTo>
                <a:lnTo>
                  <a:pt x="1493222" y="30263"/>
                </a:lnTo>
                <a:lnTo>
                  <a:pt x="1494869" y="29782"/>
                </a:lnTo>
                <a:lnTo>
                  <a:pt x="1496515" y="29306"/>
                </a:lnTo>
                <a:lnTo>
                  <a:pt x="1498161" y="28834"/>
                </a:lnTo>
                <a:lnTo>
                  <a:pt x="1499808" y="28367"/>
                </a:lnTo>
                <a:lnTo>
                  <a:pt x="1501454" y="27903"/>
                </a:lnTo>
                <a:lnTo>
                  <a:pt x="1503100" y="27444"/>
                </a:lnTo>
                <a:lnTo>
                  <a:pt x="1504747" y="26989"/>
                </a:lnTo>
                <a:lnTo>
                  <a:pt x="1506393" y="26539"/>
                </a:lnTo>
                <a:lnTo>
                  <a:pt x="1508039" y="26092"/>
                </a:lnTo>
                <a:lnTo>
                  <a:pt x="1509686" y="25650"/>
                </a:lnTo>
                <a:lnTo>
                  <a:pt x="1511332" y="25212"/>
                </a:lnTo>
                <a:lnTo>
                  <a:pt x="1512978" y="24778"/>
                </a:lnTo>
                <a:lnTo>
                  <a:pt x="1514625" y="24349"/>
                </a:lnTo>
                <a:lnTo>
                  <a:pt x="1516271" y="23923"/>
                </a:lnTo>
                <a:lnTo>
                  <a:pt x="1517917" y="23502"/>
                </a:lnTo>
                <a:lnTo>
                  <a:pt x="1519564" y="23085"/>
                </a:lnTo>
                <a:lnTo>
                  <a:pt x="1521210" y="22672"/>
                </a:lnTo>
                <a:lnTo>
                  <a:pt x="1522856" y="22263"/>
                </a:lnTo>
                <a:lnTo>
                  <a:pt x="1524503" y="21858"/>
                </a:lnTo>
                <a:lnTo>
                  <a:pt x="1526149" y="21457"/>
                </a:lnTo>
                <a:lnTo>
                  <a:pt x="1527795" y="21061"/>
                </a:lnTo>
                <a:lnTo>
                  <a:pt x="1529442" y="20668"/>
                </a:lnTo>
                <a:lnTo>
                  <a:pt x="1531088" y="20280"/>
                </a:lnTo>
                <a:lnTo>
                  <a:pt x="1532734" y="19895"/>
                </a:lnTo>
                <a:lnTo>
                  <a:pt x="1534381" y="19515"/>
                </a:lnTo>
                <a:lnTo>
                  <a:pt x="1536027" y="19138"/>
                </a:lnTo>
                <a:lnTo>
                  <a:pt x="1537673" y="18766"/>
                </a:lnTo>
                <a:lnTo>
                  <a:pt x="1539320" y="18398"/>
                </a:lnTo>
                <a:lnTo>
                  <a:pt x="1540966" y="18033"/>
                </a:lnTo>
                <a:lnTo>
                  <a:pt x="1542612" y="17673"/>
                </a:lnTo>
                <a:lnTo>
                  <a:pt x="1544259" y="17316"/>
                </a:lnTo>
                <a:lnTo>
                  <a:pt x="1545905" y="16964"/>
                </a:lnTo>
                <a:lnTo>
                  <a:pt x="1547551" y="16616"/>
                </a:lnTo>
                <a:lnTo>
                  <a:pt x="1549198" y="16271"/>
                </a:lnTo>
                <a:lnTo>
                  <a:pt x="1550844" y="15930"/>
                </a:lnTo>
                <a:lnTo>
                  <a:pt x="1552490" y="15594"/>
                </a:lnTo>
                <a:lnTo>
                  <a:pt x="1554137" y="15261"/>
                </a:lnTo>
                <a:lnTo>
                  <a:pt x="1555783" y="14932"/>
                </a:lnTo>
                <a:lnTo>
                  <a:pt x="1557429" y="14607"/>
                </a:lnTo>
                <a:lnTo>
                  <a:pt x="1559076" y="14286"/>
                </a:lnTo>
                <a:lnTo>
                  <a:pt x="1560722" y="13969"/>
                </a:lnTo>
                <a:lnTo>
                  <a:pt x="1562368" y="13656"/>
                </a:lnTo>
                <a:lnTo>
                  <a:pt x="1564015" y="13346"/>
                </a:lnTo>
                <a:lnTo>
                  <a:pt x="1565661" y="13040"/>
                </a:lnTo>
                <a:lnTo>
                  <a:pt x="1567307" y="12738"/>
                </a:lnTo>
                <a:lnTo>
                  <a:pt x="1568953" y="12440"/>
                </a:lnTo>
                <a:lnTo>
                  <a:pt x="1570600" y="12146"/>
                </a:lnTo>
                <a:lnTo>
                  <a:pt x="1572246" y="11856"/>
                </a:lnTo>
                <a:lnTo>
                  <a:pt x="1573892" y="11569"/>
                </a:lnTo>
                <a:lnTo>
                  <a:pt x="1575539" y="11286"/>
                </a:lnTo>
                <a:lnTo>
                  <a:pt x="1577185" y="11007"/>
                </a:lnTo>
                <a:lnTo>
                  <a:pt x="1578831" y="10732"/>
                </a:lnTo>
                <a:lnTo>
                  <a:pt x="1580478" y="10460"/>
                </a:lnTo>
                <a:lnTo>
                  <a:pt x="1582124" y="10192"/>
                </a:lnTo>
                <a:lnTo>
                  <a:pt x="1583770" y="9928"/>
                </a:lnTo>
                <a:lnTo>
                  <a:pt x="1585417" y="9668"/>
                </a:lnTo>
                <a:lnTo>
                  <a:pt x="1587063" y="9411"/>
                </a:lnTo>
                <a:lnTo>
                  <a:pt x="1588709" y="9158"/>
                </a:lnTo>
                <a:lnTo>
                  <a:pt x="1590356" y="8909"/>
                </a:lnTo>
                <a:lnTo>
                  <a:pt x="1592002" y="8663"/>
                </a:lnTo>
                <a:lnTo>
                  <a:pt x="1593648" y="8421"/>
                </a:lnTo>
                <a:lnTo>
                  <a:pt x="1595295" y="8183"/>
                </a:lnTo>
                <a:lnTo>
                  <a:pt x="1596941" y="7948"/>
                </a:lnTo>
                <a:lnTo>
                  <a:pt x="1598587" y="7717"/>
                </a:lnTo>
                <a:lnTo>
                  <a:pt x="1600234" y="7489"/>
                </a:lnTo>
                <a:lnTo>
                  <a:pt x="1601880" y="7265"/>
                </a:lnTo>
                <a:lnTo>
                  <a:pt x="1603526" y="7045"/>
                </a:lnTo>
                <a:lnTo>
                  <a:pt x="1605173" y="6829"/>
                </a:lnTo>
                <a:lnTo>
                  <a:pt x="1606819" y="6615"/>
                </a:lnTo>
                <a:lnTo>
                  <a:pt x="1608465" y="6406"/>
                </a:lnTo>
                <a:lnTo>
                  <a:pt x="1610112" y="6200"/>
                </a:lnTo>
                <a:lnTo>
                  <a:pt x="1611758" y="5998"/>
                </a:lnTo>
                <a:lnTo>
                  <a:pt x="1613404" y="5799"/>
                </a:lnTo>
                <a:lnTo>
                  <a:pt x="1615051" y="5604"/>
                </a:lnTo>
                <a:lnTo>
                  <a:pt x="1616697" y="5412"/>
                </a:lnTo>
                <a:lnTo>
                  <a:pt x="1618343" y="5223"/>
                </a:lnTo>
                <a:lnTo>
                  <a:pt x="1619990" y="5039"/>
                </a:lnTo>
                <a:lnTo>
                  <a:pt x="1621636" y="4857"/>
                </a:lnTo>
                <a:lnTo>
                  <a:pt x="1623282" y="4680"/>
                </a:lnTo>
                <a:lnTo>
                  <a:pt x="1624929" y="4505"/>
                </a:lnTo>
                <a:lnTo>
                  <a:pt x="1626575" y="4335"/>
                </a:lnTo>
                <a:lnTo>
                  <a:pt x="1628221" y="4167"/>
                </a:lnTo>
                <a:lnTo>
                  <a:pt x="1629868" y="4003"/>
                </a:lnTo>
                <a:lnTo>
                  <a:pt x="1631514" y="3843"/>
                </a:lnTo>
                <a:lnTo>
                  <a:pt x="1633160" y="3686"/>
                </a:lnTo>
                <a:lnTo>
                  <a:pt x="1634807" y="3532"/>
                </a:lnTo>
                <a:lnTo>
                  <a:pt x="1636453" y="3382"/>
                </a:lnTo>
                <a:lnTo>
                  <a:pt x="1638099" y="3235"/>
                </a:lnTo>
                <a:lnTo>
                  <a:pt x="1639746" y="3092"/>
                </a:lnTo>
                <a:lnTo>
                  <a:pt x="1641392" y="2952"/>
                </a:lnTo>
                <a:lnTo>
                  <a:pt x="1643038" y="2815"/>
                </a:lnTo>
                <a:lnTo>
                  <a:pt x="1644685" y="2682"/>
                </a:lnTo>
                <a:lnTo>
                  <a:pt x="1646331" y="2552"/>
                </a:lnTo>
                <a:lnTo>
                  <a:pt x="1647977" y="2425"/>
                </a:lnTo>
                <a:lnTo>
                  <a:pt x="1649624" y="2302"/>
                </a:lnTo>
                <a:lnTo>
                  <a:pt x="1651270" y="2182"/>
                </a:lnTo>
                <a:lnTo>
                  <a:pt x="1652916" y="2065"/>
                </a:lnTo>
                <a:lnTo>
                  <a:pt x="1654563" y="1952"/>
                </a:lnTo>
                <a:lnTo>
                  <a:pt x="1656209" y="1842"/>
                </a:lnTo>
                <a:lnTo>
                  <a:pt x="1657855" y="1735"/>
                </a:lnTo>
                <a:lnTo>
                  <a:pt x="1659502" y="1632"/>
                </a:lnTo>
                <a:lnTo>
                  <a:pt x="1661148" y="1532"/>
                </a:lnTo>
                <a:lnTo>
                  <a:pt x="1662794" y="1435"/>
                </a:lnTo>
                <a:lnTo>
                  <a:pt x="1664441" y="1341"/>
                </a:lnTo>
                <a:lnTo>
                  <a:pt x="1666087" y="1251"/>
                </a:lnTo>
                <a:lnTo>
                  <a:pt x="1667733" y="1163"/>
                </a:lnTo>
                <a:lnTo>
                  <a:pt x="1669380" y="1079"/>
                </a:lnTo>
                <a:lnTo>
                  <a:pt x="1671026" y="999"/>
                </a:lnTo>
                <a:lnTo>
                  <a:pt x="1672672" y="921"/>
                </a:lnTo>
                <a:lnTo>
                  <a:pt x="1674319" y="847"/>
                </a:lnTo>
                <a:lnTo>
                  <a:pt x="1675965" y="776"/>
                </a:lnTo>
                <a:lnTo>
                  <a:pt x="1677611" y="708"/>
                </a:lnTo>
                <a:lnTo>
                  <a:pt x="1679258" y="643"/>
                </a:lnTo>
                <a:lnTo>
                  <a:pt x="1680904" y="581"/>
                </a:lnTo>
                <a:lnTo>
                  <a:pt x="1682550" y="523"/>
                </a:lnTo>
                <a:lnTo>
                  <a:pt x="1684197" y="468"/>
                </a:lnTo>
                <a:lnTo>
                  <a:pt x="1685843" y="415"/>
                </a:lnTo>
                <a:lnTo>
                  <a:pt x="1687489" y="366"/>
                </a:lnTo>
                <a:lnTo>
                  <a:pt x="1689136" y="320"/>
                </a:lnTo>
                <a:lnTo>
                  <a:pt x="1690782" y="278"/>
                </a:lnTo>
                <a:lnTo>
                  <a:pt x="1692428" y="238"/>
                </a:lnTo>
                <a:lnTo>
                  <a:pt x="1694075" y="201"/>
                </a:lnTo>
                <a:lnTo>
                  <a:pt x="1695721" y="168"/>
                </a:lnTo>
                <a:lnTo>
                  <a:pt x="1697367" y="137"/>
                </a:lnTo>
                <a:lnTo>
                  <a:pt x="1699014" y="110"/>
                </a:lnTo>
                <a:lnTo>
                  <a:pt x="1700660" y="86"/>
                </a:lnTo>
                <a:lnTo>
                  <a:pt x="1702306" y="64"/>
                </a:lnTo>
                <a:lnTo>
                  <a:pt x="1703953" y="46"/>
                </a:lnTo>
                <a:lnTo>
                  <a:pt x="1705599" y="31"/>
                </a:lnTo>
                <a:lnTo>
                  <a:pt x="1707245" y="19"/>
                </a:lnTo>
                <a:lnTo>
                  <a:pt x="1708892" y="9"/>
                </a:lnTo>
                <a:lnTo>
                  <a:pt x="1710538" y="3"/>
                </a:lnTo>
                <a:lnTo>
                  <a:pt x="1712184" y="0"/>
                </a:lnTo>
                <a:lnTo>
                  <a:pt x="1713831" y="0"/>
                </a:lnTo>
                <a:lnTo>
                  <a:pt x="1715477" y="3"/>
                </a:lnTo>
                <a:lnTo>
                  <a:pt x="1717123" y="9"/>
                </a:lnTo>
                <a:lnTo>
                  <a:pt x="1718770" y="17"/>
                </a:lnTo>
                <a:lnTo>
                  <a:pt x="1720416" y="29"/>
                </a:lnTo>
                <a:lnTo>
                  <a:pt x="1722062" y="44"/>
                </a:lnTo>
                <a:lnTo>
                  <a:pt x="1723709" y="62"/>
                </a:lnTo>
                <a:lnTo>
                  <a:pt x="1725355" y="82"/>
                </a:lnTo>
                <a:lnTo>
                  <a:pt x="1727001" y="106"/>
                </a:lnTo>
                <a:lnTo>
                  <a:pt x="1728648" y="132"/>
                </a:lnTo>
                <a:lnTo>
                  <a:pt x="1730294" y="161"/>
                </a:lnTo>
                <a:lnTo>
                  <a:pt x="1731940" y="194"/>
                </a:lnTo>
                <a:lnTo>
                  <a:pt x="1733587" y="229"/>
                </a:lnTo>
                <a:lnTo>
                  <a:pt x="1735233" y="267"/>
                </a:lnTo>
                <a:lnTo>
                  <a:pt x="1736879" y="308"/>
                </a:lnTo>
                <a:lnTo>
                  <a:pt x="1738526" y="351"/>
                </a:lnTo>
                <a:lnTo>
                  <a:pt x="1740172" y="398"/>
                </a:lnTo>
                <a:lnTo>
                  <a:pt x="1741818" y="447"/>
                </a:lnTo>
                <a:lnTo>
                  <a:pt x="1743465" y="500"/>
                </a:lnTo>
                <a:lnTo>
                  <a:pt x="1745111" y="555"/>
                </a:lnTo>
                <a:lnTo>
                  <a:pt x="1746757" y="613"/>
                </a:lnTo>
                <a:lnTo>
                  <a:pt x="1748404" y="673"/>
                </a:lnTo>
                <a:lnTo>
                  <a:pt x="1750050" y="737"/>
                </a:lnTo>
                <a:lnTo>
                  <a:pt x="1751696" y="803"/>
                </a:lnTo>
                <a:lnTo>
                  <a:pt x="1753343" y="873"/>
                </a:lnTo>
                <a:lnTo>
                  <a:pt x="1754989" y="945"/>
                </a:lnTo>
                <a:lnTo>
                  <a:pt x="1756635" y="1019"/>
                </a:lnTo>
                <a:lnTo>
                  <a:pt x="1758282" y="1097"/>
                </a:lnTo>
                <a:lnTo>
                  <a:pt x="1759928" y="1177"/>
                </a:lnTo>
                <a:lnTo>
                  <a:pt x="1761574" y="1260"/>
                </a:lnTo>
                <a:lnTo>
                  <a:pt x="1763221" y="1346"/>
                </a:lnTo>
                <a:lnTo>
                  <a:pt x="1764867" y="1435"/>
                </a:lnTo>
                <a:lnTo>
                  <a:pt x="1766513" y="1526"/>
                </a:lnTo>
                <a:lnTo>
                  <a:pt x="1768160" y="1620"/>
                </a:lnTo>
                <a:lnTo>
                  <a:pt x="1769806" y="1717"/>
                </a:lnTo>
                <a:lnTo>
                  <a:pt x="1771452" y="1816"/>
                </a:lnTo>
                <a:lnTo>
                  <a:pt x="1773099" y="1918"/>
                </a:lnTo>
                <a:lnTo>
                  <a:pt x="1774745" y="2023"/>
                </a:lnTo>
                <a:lnTo>
                  <a:pt x="1776391" y="2131"/>
                </a:lnTo>
                <a:lnTo>
                  <a:pt x="1778038" y="2241"/>
                </a:lnTo>
                <a:lnTo>
                  <a:pt x="1779684" y="2354"/>
                </a:lnTo>
                <a:lnTo>
                  <a:pt x="1781330" y="2469"/>
                </a:lnTo>
                <a:lnTo>
                  <a:pt x="1782977" y="2588"/>
                </a:lnTo>
                <a:lnTo>
                  <a:pt x="1784623" y="2708"/>
                </a:lnTo>
                <a:lnTo>
                  <a:pt x="1786269" y="2832"/>
                </a:lnTo>
                <a:lnTo>
                  <a:pt x="1787916" y="2958"/>
                </a:lnTo>
                <a:lnTo>
                  <a:pt x="1789562" y="3087"/>
                </a:lnTo>
                <a:lnTo>
                  <a:pt x="1791208" y="3218"/>
                </a:lnTo>
                <a:lnTo>
                  <a:pt x="1792855" y="3352"/>
                </a:lnTo>
                <a:lnTo>
                  <a:pt x="1794501" y="3489"/>
                </a:lnTo>
                <a:lnTo>
                  <a:pt x="1796147" y="3628"/>
                </a:lnTo>
                <a:lnTo>
                  <a:pt x="1797794" y="3770"/>
                </a:lnTo>
                <a:lnTo>
                  <a:pt x="1799440" y="3914"/>
                </a:lnTo>
                <a:lnTo>
                  <a:pt x="1801086" y="4061"/>
                </a:lnTo>
                <a:lnTo>
                  <a:pt x="1802733" y="4211"/>
                </a:lnTo>
                <a:lnTo>
                  <a:pt x="1804379" y="4363"/>
                </a:lnTo>
                <a:lnTo>
                  <a:pt x="1806025" y="4517"/>
                </a:lnTo>
                <a:lnTo>
                  <a:pt x="1807672" y="4674"/>
                </a:lnTo>
                <a:lnTo>
                  <a:pt x="1809318" y="4834"/>
                </a:lnTo>
                <a:lnTo>
                  <a:pt x="1810964" y="4996"/>
                </a:lnTo>
                <a:lnTo>
                  <a:pt x="1812611" y="5161"/>
                </a:lnTo>
                <a:lnTo>
                  <a:pt x="1814257" y="5328"/>
                </a:lnTo>
                <a:lnTo>
                  <a:pt x="1815903" y="5498"/>
                </a:lnTo>
                <a:lnTo>
                  <a:pt x="1817550" y="5670"/>
                </a:lnTo>
                <a:lnTo>
                  <a:pt x="1819196" y="5845"/>
                </a:lnTo>
                <a:lnTo>
                  <a:pt x="1820842" y="6022"/>
                </a:lnTo>
                <a:lnTo>
                  <a:pt x="1822489" y="6202"/>
                </a:lnTo>
                <a:lnTo>
                  <a:pt x="1824135" y="6384"/>
                </a:lnTo>
                <a:lnTo>
                  <a:pt x="1825781" y="6569"/>
                </a:lnTo>
                <a:lnTo>
                  <a:pt x="1827428" y="6756"/>
                </a:lnTo>
                <a:lnTo>
                  <a:pt x="1829074" y="6946"/>
                </a:lnTo>
                <a:lnTo>
                  <a:pt x="1830720" y="7138"/>
                </a:lnTo>
                <a:lnTo>
                  <a:pt x="1832367" y="7332"/>
                </a:lnTo>
                <a:lnTo>
                  <a:pt x="1834013" y="7529"/>
                </a:lnTo>
                <a:lnTo>
                  <a:pt x="1835659" y="7729"/>
                </a:lnTo>
                <a:lnTo>
                  <a:pt x="1837306" y="7930"/>
                </a:lnTo>
                <a:lnTo>
                  <a:pt x="1838952" y="8134"/>
                </a:lnTo>
                <a:lnTo>
                  <a:pt x="1840598" y="8341"/>
                </a:lnTo>
                <a:lnTo>
                  <a:pt x="1842245" y="8550"/>
                </a:lnTo>
                <a:lnTo>
                  <a:pt x="1843891" y="8761"/>
                </a:lnTo>
                <a:lnTo>
                  <a:pt x="1845537" y="8975"/>
                </a:lnTo>
                <a:lnTo>
                  <a:pt x="1847184" y="9191"/>
                </a:lnTo>
                <a:lnTo>
                  <a:pt x="1848830" y="9410"/>
                </a:lnTo>
                <a:lnTo>
                  <a:pt x="1850476" y="9630"/>
                </a:lnTo>
                <a:lnTo>
                  <a:pt x="1852123" y="9854"/>
                </a:lnTo>
                <a:lnTo>
                  <a:pt x="1853769" y="10079"/>
                </a:lnTo>
                <a:lnTo>
                  <a:pt x="1855415" y="10307"/>
                </a:lnTo>
                <a:lnTo>
                  <a:pt x="1857062" y="10537"/>
                </a:lnTo>
                <a:lnTo>
                  <a:pt x="1858708" y="10770"/>
                </a:lnTo>
                <a:lnTo>
                  <a:pt x="1860354" y="11004"/>
                </a:lnTo>
                <a:lnTo>
                  <a:pt x="1862001" y="11242"/>
                </a:lnTo>
                <a:lnTo>
                  <a:pt x="1863647" y="11481"/>
                </a:lnTo>
                <a:lnTo>
                  <a:pt x="1865293" y="11723"/>
                </a:lnTo>
                <a:lnTo>
                  <a:pt x="1866940" y="11967"/>
                </a:lnTo>
                <a:lnTo>
                  <a:pt x="1868586" y="12213"/>
                </a:lnTo>
                <a:lnTo>
                  <a:pt x="1870232" y="12462"/>
                </a:lnTo>
                <a:lnTo>
                  <a:pt x="1871879" y="12713"/>
                </a:lnTo>
                <a:lnTo>
                  <a:pt x="1873525" y="12966"/>
                </a:lnTo>
                <a:lnTo>
                  <a:pt x="1875171" y="13221"/>
                </a:lnTo>
                <a:lnTo>
                  <a:pt x="1876818" y="13479"/>
                </a:lnTo>
                <a:lnTo>
                  <a:pt x="1878464" y="13739"/>
                </a:lnTo>
                <a:lnTo>
                  <a:pt x="1880110" y="14001"/>
                </a:lnTo>
                <a:lnTo>
                  <a:pt x="1881756" y="14265"/>
                </a:lnTo>
                <a:lnTo>
                  <a:pt x="1883403" y="14532"/>
                </a:lnTo>
                <a:lnTo>
                  <a:pt x="1885049" y="14801"/>
                </a:lnTo>
                <a:lnTo>
                  <a:pt x="1886695" y="15072"/>
                </a:lnTo>
                <a:lnTo>
                  <a:pt x="1888342" y="15345"/>
                </a:lnTo>
                <a:lnTo>
                  <a:pt x="1889988" y="15621"/>
                </a:lnTo>
                <a:lnTo>
                  <a:pt x="1891634" y="15898"/>
                </a:lnTo>
                <a:lnTo>
                  <a:pt x="1893281" y="16178"/>
                </a:lnTo>
                <a:lnTo>
                  <a:pt x="1894927" y="16460"/>
                </a:lnTo>
                <a:lnTo>
                  <a:pt x="1896573" y="16744"/>
                </a:lnTo>
                <a:lnTo>
                  <a:pt x="1898220" y="17031"/>
                </a:lnTo>
                <a:lnTo>
                  <a:pt x="1899866" y="17319"/>
                </a:lnTo>
                <a:lnTo>
                  <a:pt x="1901512" y="17610"/>
                </a:lnTo>
                <a:lnTo>
                  <a:pt x="1903159" y="17903"/>
                </a:lnTo>
                <a:lnTo>
                  <a:pt x="1904805" y="18198"/>
                </a:lnTo>
                <a:lnTo>
                  <a:pt x="1906451" y="18495"/>
                </a:lnTo>
                <a:lnTo>
                  <a:pt x="1908098" y="18794"/>
                </a:lnTo>
                <a:lnTo>
                  <a:pt x="1909744" y="19095"/>
                </a:lnTo>
                <a:lnTo>
                  <a:pt x="1911390" y="19399"/>
                </a:lnTo>
                <a:lnTo>
                  <a:pt x="1913037" y="19704"/>
                </a:lnTo>
                <a:lnTo>
                  <a:pt x="1914683" y="20012"/>
                </a:lnTo>
                <a:lnTo>
                  <a:pt x="1916329" y="20322"/>
                </a:lnTo>
                <a:lnTo>
                  <a:pt x="1917976" y="20634"/>
                </a:lnTo>
                <a:lnTo>
                  <a:pt x="1919622" y="20948"/>
                </a:lnTo>
                <a:lnTo>
                  <a:pt x="1921268" y="21264"/>
                </a:lnTo>
                <a:lnTo>
                  <a:pt x="1922915" y="21582"/>
                </a:lnTo>
                <a:lnTo>
                  <a:pt x="1924561" y="21902"/>
                </a:lnTo>
                <a:lnTo>
                  <a:pt x="1926207" y="22224"/>
                </a:lnTo>
                <a:lnTo>
                  <a:pt x="1927854" y="22548"/>
                </a:lnTo>
                <a:lnTo>
                  <a:pt x="1929500" y="22875"/>
                </a:lnTo>
                <a:lnTo>
                  <a:pt x="1931146" y="23203"/>
                </a:lnTo>
                <a:lnTo>
                  <a:pt x="1932793" y="23534"/>
                </a:lnTo>
                <a:lnTo>
                  <a:pt x="1934439" y="23866"/>
                </a:lnTo>
                <a:lnTo>
                  <a:pt x="1936085" y="24201"/>
                </a:lnTo>
                <a:lnTo>
                  <a:pt x="1937732" y="24537"/>
                </a:lnTo>
                <a:lnTo>
                  <a:pt x="1939378" y="24875"/>
                </a:lnTo>
                <a:lnTo>
                  <a:pt x="1941024" y="25216"/>
                </a:lnTo>
                <a:lnTo>
                  <a:pt x="1942671" y="25559"/>
                </a:lnTo>
                <a:lnTo>
                  <a:pt x="1944317" y="25903"/>
                </a:lnTo>
                <a:lnTo>
                  <a:pt x="1945963" y="26249"/>
                </a:lnTo>
                <a:lnTo>
                  <a:pt x="1947610" y="26598"/>
                </a:lnTo>
                <a:lnTo>
                  <a:pt x="1949256" y="26948"/>
                </a:lnTo>
                <a:lnTo>
                  <a:pt x="1950902" y="27301"/>
                </a:lnTo>
                <a:lnTo>
                  <a:pt x="1952549" y="27655"/>
                </a:lnTo>
                <a:lnTo>
                  <a:pt x="1954195" y="28011"/>
                </a:lnTo>
                <a:lnTo>
                  <a:pt x="1955841" y="28370"/>
                </a:lnTo>
                <a:lnTo>
                  <a:pt x="1957488" y="28730"/>
                </a:lnTo>
                <a:lnTo>
                  <a:pt x="1959134" y="29092"/>
                </a:lnTo>
                <a:lnTo>
                  <a:pt x="1960780" y="29456"/>
                </a:lnTo>
                <a:lnTo>
                  <a:pt x="1962427" y="29822"/>
                </a:lnTo>
                <a:lnTo>
                  <a:pt x="1964073" y="30190"/>
                </a:lnTo>
                <a:lnTo>
                  <a:pt x="1965719" y="30560"/>
                </a:lnTo>
                <a:lnTo>
                  <a:pt x="1967366" y="30932"/>
                </a:lnTo>
                <a:lnTo>
                  <a:pt x="1969012" y="31306"/>
                </a:lnTo>
                <a:lnTo>
                  <a:pt x="1970658" y="31681"/>
                </a:lnTo>
                <a:lnTo>
                  <a:pt x="1972305" y="32059"/>
                </a:lnTo>
                <a:lnTo>
                  <a:pt x="1973951" y="32438"/>
                </a:lnTo>
                <a:lnTo>
                  <a:pt x="1975597" y="32819"/>
                </a:lnTo>
                <a:lnTo>
                  <a:pt x="1977244" y="33202"/>
                </a:lnTo>
                <a:lnTo>
                  <a:pt x="1978890" y="33587"/>
                </a:lnTo>
                <a:lnTo>
                  <a:pt x="1980536" y="33974"/>
                </a:lnTo>
                <a:lnTo>
                  <a:pt x="1982183" y="34363"/>
                </a:lnTo>
                <a:lnTo>
                  <a:pt x="1983829" y="34753"/>
                </a:lnTo>
                <a:lnTo>
                  <a:pt x="1985475" y="35146"/>
                </a:lnTo>
                <a:lnTo>
                  <a:pt x="1987122" y="35540"/>
                </a:lnTo>
                <a:lnTo>
                  <a:pt x="1988768" y="35936"/>
                </a:lnTo>
                <a:lnTo>
                  <a:pt x="1990414" y="36334"/>
                </a:lnTo>
                <a:lnTo>
                  <a:pt x="1992061" y="36734"/>
                </a:lnTo>
                <a:lnTo>
                  <a:pt x="1993707" y="37135"/>
                </a:lnTo>
                <a:lnTo>
                  <a:pt x="1995353" y="37539"/>
                </a:lnTo>
                <a:lnTo>
                  <a:pt x="1997000" y="37944"/>
                </a:lnTo>
                <a:lnTo>
                  <a:pt x="1998646" y="38351"/>
                </a:lnTo>
                <a:lnTo>
                  <a:pt x="2000292" y="38760"/>
                </a:lnTo>
                <a:lnTo>
                  <a:pt x="2001939" y="39170"/>
                </a:lnTo>
                <a:lnTo>
                  <a:pt x="2003585" y="39583"/>
                </a:lnTo>
                <a:lnTo>
                  <a:pt x="2005231" y="39997"/>
                </a:lnTo>
                <a:lnTo>
                  <a:pt x="2006878" y="40413"/>
                </a:lnTo>
                <a:lnTo>
                  <a:pt x="2008524" y="40830"/>
                </a:lnTo>
                <a:lnTo>
                  <a:pt x="2010170" y="41250"/>
                </a:lnTo>
                <a:lnTo>
                  <a:pt x="2011817" y="41671"/>
                </a:lnTo>
                <a:lnTo>
                  <a:pt x="2013463" y="42094"/>
                </a:lnTo>
                <a:lnTo>
                  <a:pt x="2015109" y="42519"/>
                </a:lnTo>
                <a:lnTo>
                  <a:pt x="2016756" y="42945"/>
                </a:lnTo>
                <a:lnTo>
                  <a:pt x="2018402" y="43373"/>
                </a:lnTo>
                <a:lnTo>
                  <a:pt x="2020048" y="43803"/>
                </a:lnTo>
                <a:lnTo>
                  <a:pt x="2021695" y="44235"/>
                </a:lnTo>
                <a:lnTo>
                  <a:pt x="2023341" y="44668"/>
                </a:lnTo>
                <a:lnTo>
                  <a:pt x="2024987" y="45103"/>
                </a:lnTo>
                <a:lnTo>
                  <a:pt x="2026634" y="45540"/>
                </a:lnTo>
                <a:lnTo>
                  <a:pt x="2028280" y="45978"/>
                </a:lnTo>
                <a:lnTo>
                  <a:pt x="2029926" y="46418"/>
                </a:lnTo>
                <a:lnTo>
                  <a:pt x="2031573" y="46860"/>
                </a:lnTo>
                <a:lnTo>
                  <a:pt x="2033219" y="47304"/>
                </a:lnTo>
                <a:lnTo>
                  <a:pt x="2034865" y="47749"/>
                </a:lnTo>
                <a:lnTo>
                  <a:pt x="2036512" y="48196"/>
                </a:lnTo>
                <a:lnTo>
                  <a:pt x="2038158" y="48645"/>
                </a:lnTo>
                <a:lnTo>
                  <a:pt x="2039804" y="49095"/>
                </a:lnTo>
                <a:lnTo>
                  <a:pt x="2041451" y="49547"/>
                </a:lnTo>
                <a:lnTo>
                  <a:pt x="2043097" y="50000"/>
                </a:lnTo>
                <a:lnTo>
                  <a:pt x="2044743" y="50455"/>
                </a:lnTo>
                <a:lnTo>
                  <a:pt x="2046390" y="50912"/>
                </a:lnTo>
                <a:lnTo>
                  <a:pt x="2048036" y="51371"/>
                </a:lnTo>
                <a:lnTo>
                  <a:pt x="2049682" y="51831"/>
                </a:lnTo>
                <a:lnTo>
                  <a:pt x="2051329" y="52293"/>
                </a:lnTo>
                <a:lnTo>
                  <a:pt x="2052975" y="52756"/>
                </a:lnTo>
                <a:lnTo>
                  <a:pt x="2054621" y="53221"/>
                </a:lnTo>
                <a:lnTo>
                  <a:pt x="2056268" y="53688"/>
                </a:lnTo>
                <a:lnTo>
                  <a:pt x="2057914" y="54156"/>
                </a:lnTo>
                <a:lnTo>
                  <a:pt x="2059560" y="54626"/>
                </a:lnTo>
                <a:lnTo>
                  <a:pt x="2061207" y="55097"/>
                </a:lnTo>
                <a:lnTo>
                  <a:pt x="2062853" y="55570"/>
                </a:lnTo>
                <a:lnTo>
                  <a:pt x="2064499" y="56045"/>
                </a:lnTo>
                <a:lnTo>
                  <a:pt x="2066146" y="56521"/>
                </a:lnTo>
                <a:lnTo>
                  <a:pt x="2067792" y="56999"/>
                </a:lnTo>
                <a:lnTo>
                  <a:pt x="2069438" y="57478"/>
                </a:lnTo>
                <a:lnTo>
                  <a:pt x="2071085" y="57959"/>
                </a:lnTo>
                <a:lnTo>
                  <a:pt x="2072731" y="58441"/>
                </a:lnTo>
                <a:lnTo>
                  <a:pt x="2074377" y="58925"/>
                </a:lnTo>
                <a:lnTo>
                  <a:pt x="2076024" y="59411"/>
                </a:lnTo>
                <a:lnTo>
                  <a:pt x="2077670" y="59898"/>
                </a:lnTo>
                <a:lnTo>
                  <a:pt x="2079316" y="60387"/>
                </a:lnTo>
                <a:lnTo>
                  <a:pt x="2080963" y="60877"/>
                </a:lnTo>
                <a:lnTo>
                  <a:pt x="2082609" y="61369"/>
                </a:lnTo>
                <a:lnTo>
                  <a:pt x="2084255" y="61862"/>
                </a:lnTo>
                <a:lnTo>
                  <a:pt x="2085902" y="62357"/>
                </a:lnTo>
                <a:lnTo>
                  <a:pt x="2087548" y="62853"/>
                </a:lnTo>
                <a:lnTo>
                  <a:pt x="2089194" y="63351"/>
                </a:lnTo>
                <a:lnTo>
                  <a:pt x="2090841" y="63850"/>
                </a:lnTo>
                <a:lnTo>
                  <a:pt x="2092487" y="64351"/>
                </a:lnTo>
                <a:lnTo>
                  <a:pt x="2094133" y="64853"/>
                </a:lnTo>
                <a:lnTo>
                  <a:pt x="2095780" y="65357"/>
                </a:lnTo>
                <a:lnTo>
                  <a:pt x="2097426" y="65862"/>
                </a:lnTo>
                <a:lnTo>
                  <a:pt x="2099072" y="66369"/>
                </a:lnTo>
                <a:lnTo>
                  <a:pt x="2100719" y="66877"/>
                </a:lnTo>
                <a:lnTo>
                  <a:pt x="2102365" y="67387"/>
                </a:lnTo>
                <a:lnTo>
                  <a:pt x="2104011" y="67898"/>
                </a:lnTo>
                <a:lnTo>
                  <a:pt x="2105658" y="68411"/>
                </a:lnTo>
                <a:lnTo>
                  <a:pt x="2107304" y="68925"/>
                </a:lnTo>
                <a:lnTo>
                  <a:pt x="2108950" y="69441"/>
                </a:lnTo>
                <a:lnTo>
                  <a:pt x="2110597" y="69958"/>
                </a:lnTo>
                <a:lnTo>
                  <a:pt x="2112243" y="70476"/>
                </a:lnTo>
                <a:lnTo>
                  <a:pt x="2113889" y="70996"/>
                </a:lnTo>
                <a:lnTo>
                  <a:pt x="2115536" y="71518"/>
                </a:lnTo>
                <a:lnTo>
                  <a:pt x="2117182" y="72040"/>
                </a:lnTo>
                <a:lnTo>
                  <a:pt x="2118828" y="72565"/>
                </a:lnTo>
                <a:lnTo>
                  <a:pt x="2120475" y="73090"/>
                </a:lnTo>
                <a:lnTo>
                  <a:pt x="2122121" y="73617"/>
                </a:lnTo>
                <a:lnTo>
                  <a:pt x="2123767" y="74146"/>
                </a:lnTo>
                <a:lnTo>
                  <a:pt x="2125414" y="74675"/>
                </a:lnTo>
                <a:lnTo>
                  <a:pt x="2127060" y="75207"/>
                </a:lnTo>
                <a:lnTo>
                  <a:pt x="2128706" y="75739"/>
                </a:lnTo>
                <a:lnTo>
                  <a:pt x="2130353" y="76273"/>
                </a:lnTo>
                <a:lnTo>
                  <a:pt x="2131999" y="76809"/>
                </a:lnTo>
                <a:lnTo>
                  <a:pt x="2133645" y="77346"/>
                </a:lnTo>
                <a:lnTo>
                  <a:pt x="2135292" y="77884"/>
                </a:lnTo>
                <a:lnTo>
                  <a:pt x="2136938" y="78423"/>
                </a:lnTo>
                <a:lnTo>
                  <a:pt x="2138584" y="78964"/>
                </a:lnTo>
                <a:lnTo>
                  <a:pt x="2140231" y="79507"/>
                </a:lnTo>
                <a:lnTo>
                  <a:pt x="2141877" y="80050"/>
                </a:lnTo>
                <a:lnTo>
                  <a:pt x="2143523" y="80595"/>
                </a:lnTo>
                <a:lnTo>
                  <a:pt x="2145170" y="81142"/>
                </a:lnTo>
                <a:lnTo>
                  <a:pt x="2146816" y="81690"/>
                </a:lnTo>
                <a:lnTo>
                  <a:pt x="2148462" y="82239"/>
                </a:lnTo>
                <a:lnTo>
                  <a:pt x="2150109" y="82789"/>
                </a:lnTo>
                <a:lnTo>
                  <a:pt x="2151755" y="83341"/>
                </a:lnTo>
                <a:lnTo>
                  <a:pt x="2153401" y="83894"/>
                </a:lnTo>
                <a:lnTo>
                  <a:pt x="2155048" y="84448"/>
                </a:lnTo>
                <a:lnTo>
                  <a:pt x="2156694" y="85004"/>
                </a:lnTo>
                <a:lnTo>
                  <a:pt x="2158340" y="85561"/>
                </a:lnTo>
                <a:lnTo>
                  <a:pt x="2159987" y="86119"/>
                </a:lnTo>
                <a:lnTo>
                  <a:pt x="2161633" y="86679"/>
                </a:lnTo>
                <a:lnTo>
                  <a:pt x="2163279" y="87240"/>
                </a:lnTo>
                <a:lnTo>
                  <a:pt x="2164926" y="87802"/>
                </a:lnTo>
                <a:lnTo>
                  <a:pt x="2166572" y="88365"/>
                </a:lnTo>
                <a:lnTo>
                  <a:pt x="2168218" y="88930"/>
                </a:lnTo>
                <a:lnTo>
                  <a:pt x="2169865" y="89496"/>
                </a:lnTo>
                <a:lnTo>
                  <a:pt x="2171511" y="90064"/>
                </a:lnTo>
                <a:lnTo>
                  <a:pt x="2173157" y="90632"/>
                </a:lnTo>
                <a:lnTo>
                  <a:pt x="2174804" y="91202"/>
                </a:lnTo>
                <a:lnTo>
                  <a:pt x="2176450" y="91773"/>
                </a:lnTo>
                <a:lnTo>
                  <a:pt x="2178096" y="92346"/>
                </a:lnTo>
                <a:lnTo>
                  <a:pt x="2179743" y="92920"/>
                </a:lnTo>
                <a:lnTo>
                  <a:pt x="2181389" y="93495"/>
                </a:lnTo>
                <a:lnTo>
                  <a:pt x="2183035" y="94071"/>
                </a:lnTo>
                <a:lnTo>
                  <a:pt x="2184682" y="94648"/>
                </a:lnTo>
                <a:lnTo>
                  <a:pt x="2186328" y="95227"/>
                </a:lnTo>
                <a:lnTo>
                  <a:pt x="2187974" y="95807"/>
                </a:lnTo>
                <a:lnTo>
                  <a:pt x="2189621" y="96388"/>
                </a:lnTo>
                <a:lnTo>
                  <a:pt x="2191267" y="96970"/>
                </a:lnTo>
                <a:lnTo>
                  <a:pt x="2192913" y="97554"/>
                </a:lnTo>
                <a:lnTo>
                  <a:pt x="2194560" y="98139"/>
                </a:lnTo>
                <a:lnTo>
                  <a:pt x="2196206" y="98725"/>
                </a:lnTo>
                <a:lnTo>
                  <a:pt x="2197852" y="99312"/>
                </a:lnTo>
                <a:lnTo>
                  <a:pt x="2199498" y="99900"/>
                </a:lnTo>
                <a:lnTo>
                  <a:pt x="2201145" y="100490"/>
                </a:lnTo>
                <a:lnTo>
                  <a:pt x="2202791" y="101081"/>
                </a:lnTo>
                <a:lnTo>
                  <a:pt x="2204437" y="101673"/>
                </a:lnTo>
                <a:lnTo>
                  <a:pt x="2206084" y="102266"/>
                </a:lnTo>
                <a:lnTo>
                  <a:pt x="2207730" y="102860"/>
                </a:lnTo>
                <a:lnTo>
                  <a:pt x="2209376" y="103456"/>
                </a:lnTo>
                <a:lnTo>
                  <a:pt x="2211023" y="104053"/>
                </a:lnTo>
                <a:lnTo>
                  <a:pt x="2212669" y="104651"/>
                </a:lnTo>
                <a:lnTo>
                  <a:pt x="2214315" y="105250"/>
                </a:lnTo>
                <a:lnTo>
                  <a:pt x="2215962" y="105850"/>
                </a:lnTo>
                <a:lnTo>
                  <a:pt x="2217608" y="106451"/>
                </a:lnTo>
                <a:lnTo>
                  <a:pt x="2219254" y="107054"/>
                </a:lnTo>
                <a:lnTo>
                  <a:pt x="2220901" y="107658"/>
                </a:lnTo>
                <a:lnTo>
                  <a:pt x="2222547" y="108263"/>
                </a:lnTo>
                <a:lnTo>
                  <a:pt x="2224193" y="108868"/>
                </a:lnTo>
                <a:lnTo>
                  <a:pt x="2225840" y="109476"/>
                </a:lnTo>
                <a:lnTo>
                  <a:pt x="2227486" y="110084"/>
                </a:lnTo>
                <a:lnTo>
                  <a:pt x="2229132" y="110693"/>
                </a:lnTo>
                <a:lnTo>
                  <a:pt x="2230779" y="111304"/>
                </a:lnTo>
                <a:lnTo>
                  <a:pt x="2232425" y="111915"/>
                </a:lnTo>
                <a:lnTo>
                  <a:pt x="2234071" y="112528"/>
                </a:lnTo>
                <a:lnTo>
                  <a:pt x="2235718" y="113142"/>
                </a:lnTo>
                <a:lnTo>
                  <a:pt x="2237364" y="113757"/>
                </a:lnTo>
                <a:lnTo>
                  <a:pt x="2239010" y="114373"/>
                </a:lnTo>
                <a:lnTo>
                  <a:pt x="2240657" y="114990"/>
                </a:lnTo>
                <a:lnTo>
                  <a:pt x="2242303" y="115609"/>
                </a:lnTo>
                <a:lnTo>
                  <a:pt x="2243949" y="116228"/>
                </a:lnTo>
                <a:lnTo>
                  <a:pt x="2245596" y="116848"/>
                </a:lnTo>
                <a:lnTo>
                  <a:pt x="2247242" y="117470"/>
                </a:lnTo>
                <a:lnTo>
                  <a:pt x="2248888" y="118093"/>
                </a:lnTo>
                <a:lnTo>
                  <a:pt x="2250535" y="118716"/>
                </a:lnTo>
                <a:lnTo>
                  <a:pt x="2252181" y="119341"/>
                </a:lnTo>
                <a:lnTo>
                  <a:pt x="2253827" y="119967"/>
                </a:lnTo>
                <a:lnTo>
                  <a:pt x="2255474" y="120594"/>
                </a:lnTo>
                <a:lnTo>
                  <a:pt x="2257120" y="121222"/>
                </a:lnTo>
                <a:lnTo>
                  <a:pt x="2258766" y="121851"/>
                </a:lnTo>
                <a:lnTo>
                  <a:pt x="2260413" y="122481"/>
                </a:lnTo>
                <a:lnTo>
                  <a:pt x="2262059" y="123112"/>
                </a:lnTo>
                <a:lnTo>
                  <a:pt x="2263705" y="123744"/>
                </a:lnTo>
                <a:lnTo>
                  <a:pt x="2265352" y="124378"/>
                </a:lnTo>
                <a:lnTo>
                  <a:pt x="2266998" y="125012"/>
                </a:lnTo>
                <a:lnTo>
                  <a:pt x="2268644" y="125647"/>
                </a:lnTo>
                <a:lnTo>
                  <a:pt x="2270291" y="126283"/>
                </a:lnTo>
                <a:lnTo>
                  <a:pt x="2271937" y="126921"/>
                </a:lnTo>
                <a:lnTo>
                  <a:pt x="2273583" y="127559"/>
                </a:lnTo>
                <a:lnTo>
                  <a:pt x="2275230" y="128198"/>
                </a:lnTo>
                <a:lnTo>
                  <a:pt x="2276876" y="128839"/>
                </a:lnTo>
                <a:lnTo>
                  <a:pt x="2278522" y="129480"/>
                </a:lnTo>
                <a:lnTo>
                  <a:pt x="2280169" y="130123"/>
                </a:lnTo>
                <a:lnTo>
                  <a:pt x="2281815" y="130766"/>
                </a:lnTo>
                <a:lnTo>
                  <a:pt x="2283461" y="131411"/>
                </a:lnTo>
                <a:lnTo>
                  <a:pt x="2285108" y="132056"/>
                </a:lnTo>
                <a:lnTo>
                  <a:pt x="2286754" y="132702"/>
                </a:lnTo>
                <a:lnTo>
                  <a:pt x="2288400" y="133350"/>
                </a:lnTo>
                <a:lnTo>
                  <a:pt x="2290047" y="133998"/>
                </a:lnTo>
                <a:lnTo>
                  <a:pt x="2291693" y="134647"/>
                </a:lnTo>
                <a:lnTo>
                  <a:pt x="2293339" y="135298"/>
                </a:lnTo>
                <a:lnTo>
                  <a:pt x="2294986" y="135949"/>
                </a:lnTo>
                <a:lnTo>
                  <a:pt x="2296632" y="136601"/>
                </a:lnTo>
                <a:lnTo>
                  <a:pt x="2298278" y="137255"/>
                </a:lnTo>
                <a:lnTo>
                  <a:pt x="2299925" y="137909"/>
                </a:lnTo>
                <a:lnTo>
                  <a:pt x="2301571" y="138564"/>
                </a:lnTo>
                <a:lnTo>
                  <a:pt x="2303217" y="139220"/>
                </a:lnTo>
                <a:lnTo>
                  <a:pt x="2304864" y="139877"/>
                </a:lnTo>
                <a:lnTo>
                  <a:pt x="2306510" y="140535"/>
                </a:lnTo>
                <a:lnTo>
                  <a:pt x="2308156" y="141194"/>
                </a:lnTo>
                <a:lnTo>
                  <a:pt x="2309803" y="141854"/>
                </a:lnTo>
                <a:lnTo>
                  <a:pt x="2311449" y="142515"/>
                </a:lnTo>
                <a:lnTo>
                  <a:pt x="2313095" y="143176"/>
                </a:lnTo>
                <a:lnTo>
                  <a:pt x="2314742" y="143839"/>
                </a:lnTo>
                <a:lnTo>
                  <a:pt x="2316388" y="144503"/>
                </a:lnTo>
                <a:lnTo>
                  <a:pt x="2318034" y="145167"/>
                </a:lnTo>
                <a:lnTo>
                  <a:pt x="2319681" y="145833"/>
                </a:lnTo>
                <a:lnTo>
                  <a:pt x="2321327" y="146499"/>
                </a:lnTo>
                <a:lnTo>
                  <a:pt x="2322973" y="147166"/>
                </a:lnTo>
                <a:lnTo>
                  <a:pt x="2324620" y="147834"/>
                </a:lnTo>
                <a:lnTo>
                  <a:pt x="2326266" y="148503"/>
                </a:lnTo>
                <a:lnTo>
                  <a:pt x="2327912" y="149173"/>
                </a:lnTo>
                <a:lnTo>
                  <a:pt x="2329559" y="149844"/>
                </a:lnTo>
                <a:lnTo>
                  <a:pt x="2331205" y="150516"/>
                </a:lnTo>
                <a:lnTo>
                  <a:pt x="2332851" y="151188"/>
                </a:lnTo>
                <a:lnTo>
                  <a:pt x="2334498" y="151862"/>
                </a:lnTo>
                <a:lnTo>
                  <a:pt x="2336144" y="152536"/>
                </a:lnTo>
                <a:lnTo>
                  <a:pt x="2337790" y="153212"/>
                </a:lnTo>
                <a:lnTo>
                  <a:pt x="2339437" y="153888"/>
                </a:lnTo>
                <a:lnTo>
                  <a:pt x="2341083" y="154565"/>
                </a:lnTo>
                <a:lnTo>
                  <a:pt x="2342729" y="155243"/>
                </a:lnTo>
                <a:lnTo>
                  <a:pt x="2344376" y="155921"/>
                </a:lnTo>
                <a:lnTo>
                  <a:pt x="2346022" y="156601"/>
                </a:lnTo>
                <a:lnTo>
                  <a:pt x="2347668" y="157281"/>
                </a:lnTo>
                <a:lnTo>
                  <a:pt x="2349315" y="157963"/>
                </a:lnTo>
                <a:lnTo>
                  <a:pt x="2350961" y="158645"/>
                </a:lnTo>
                <a:lnTo>
                  <a:pt x="2352607" y="159328"/>
                </a:lnTo>
                <a:lnTo>
                  <a:pt x="2354254" y="160012"/>
                </a:lnTo>
                <a:lnTo>
                  <a:pt x="2355900" y="160696"/>
                </a:lnTo>
                <a:lnTo>
                  <a:pt x="2357546" y="161382"/>
                </a:lnTo>
                <a:lnTo>
                  <a:pt x="2359193" y="162068"/>
                </a:lnTo>
                <a:lnTo>
                  <a:pt x="2360839" y="162755"/>
                </a:lnTo>
                <a:lnTo>
                  <a:pt x="2362485" y="163443"/>
                </a:lnTo>
                <a:lnTo>
                  <a:pt x="2364132" y="164132"/>
                </a:lnTo>
                <a:lnTo>
                  <a:pt x="2365778" y="164822"/>
                </a:lnTo>
                <a:lnTo>
                  <a:pt x="2367424" y="165512"/>
                </a:lnTo>
                <a:lnTo>
                  <a:pt x="2369071" y="166203"/>
                </a:lnTo>
                <a:lnTo>
                  <a:pt x="2370717" y="166895"/>
                </a:lnTo>
                <a:lnTo>
                  <a:pt x="2372363" y="167588"/>
                </a:lnTo>
                <a:lnTo>
                  <a:pt x="2374010" y="168282"/>
                </a:lnTo>
                <a:lnTo>
                  <a:pt x="2375656" y="168976"/>
                </a:lnTo>
                <a:lnTo>
                  <a:pt x="2377302" y="169672"/>
                </a:lnTo>
                <a:lnTo>
                  <a:pt x="2378949" y="170368"/>
                </a:lnTo>
                <a:lnTo>
                  <a:pt x="2380595" y="171064"/>
                </a:lnTo>
                <a:lnTo>
                  <a:pt x="2382241" y="171762"/>
                </a:lnTo>
                <a:lnTo>
                  <a:pt x="2383888" y="172460"/>
                </a:lnTo>
                <a:lnTo>
                  <a:pt x="2385534" y="173160"/>
                </a:lnTo>
                <a:lnTo>
                  <a:pt x="2387180" y="173860"/>
                </a:lnTo>
                <a:lnTo>
                  <a:pt x="2388827" y="174560"/>
                </a:lnTo>
                <a:lnTo>
                  <a:pt x="2390473" y="175262"/>
                </a:lnTo>
                <a:lnTo>
                  <a:pt x="2392119" y="175964"/>
                </a:lnTo>
                <a:lnTo>
                  <a:pt x="2393766" y="176667"/>
                </a:lnTo>
                <a:lnTo>
                  <a:pt x="2395412" y="177371"/>
                </a:lnTo>
                <a:lnTo>
                  <a:pt x="2397058" y="178075"/>
                </a:lnTo>
                <a:lnTo>
                  <a:pt x="2398705" y="178780"/>
                </a:lnTo>
                <a:lnTo>
                  <a:pt x="2400351" y="179486"/>
                </a:lnTo>
                <a:lnTo>
                  <a:pt x="2401997" y="180193"/>
                </a:lnTo>
                <a:lnTo>
                  <a:pt x="2403644" y="180900"/>
                </a:lnTo>
                <a:lnTo>
                  <a:pt x="2405290" y="181609"/>
                </a:lnTo>
                <a:lnTo>
                  <a:pt x="2406936" y="182318"/>
                </a:lnTo>
                <a:lnTo>
                  <a:pt x="2408583" y="183027"/>
                </a:lnTo>
                <a:lnTo>
                  <a:pt x="2410229" y="183738"/>
                </a:lnTo>
                <a:lnTo>
                  <a:pt x="2411875" y="184449"/>
                </a:lnTo>
                <a:lnTo>
                  <a:pt x="2413522" y="185161"/>
                </a:lnTo>
                <a:lnTo>
                  <a:pt x="2415168" y="185873"/>
                </a:lnTo>
                <a:lnTo>
                  <a:pt x="2416814" y="186586"/>
                </a:lnTo>
                <a:lnTo>
                  <a:pt x="2418461" y="187300"/>
                </a:lnTo>
                <a:lnTo>
                  <a:pt x="2420107" y="188015"/>
                </a:lnTo>
                <a:lnTo>
                  <a:pt x="2421753" y="188730"/>
                </a:lnTo>
                <a:lnTo>
                  <a:pt x="2423400" y="189447"/>
                </a:lnTo>
                <a:lnTo>
                  <a:pt x="2425046" y="190163"/>
                </a:lnTo>
                <a:lnTo>
                  <a:pt x="2426692" y="190881"/>
                </a:lnTo>
                <a:lnTo>
                  <a:pt x="2428339" y="191599"/>
                </a:lnTo>
                <a:lnTo>
                  <a:pt x="2429985" y="192318"/>
                </a:lnTo>
                <a:lnTo>
                  <a:pt x="2431631" y="193037"/>
                </a:lnTo>
                <a:lnTo>
                  <a:pt x="2433278" y="193758"/>
                </a:lnTo>
                <a:lnTo>
                  <a:pt x="2434924" y="194478"/>
                </a:lnTo>
                <a:lnTo>
                  <a:pt x="2436570" y="195200"/>
                </a:lnTo>
                <a:lnTo>
                  <a:pt x="2438217" y="195922"/>
                </a:lnTo>
                <a:lnTo>
                  <a:pt x="2439863" y="196645"/>
                </a:lnTo>
                <a:lnTo>
                  <a:pt x="2441509" y="197369"/>
                </a:lnTo>
                <a:lnTo>
                  <a:pt x="2443156" y="198093"/>
                </a:lnTo>
                <a:lnTo>
                  <a:pt x="2444802" y="198818"/>
                </a:lnTo>
                <a:lnTo>
                  <a:pt x="2446448" y="199543"/>
                </a:lnTo>
                <a:lnTo>
                  <a:pt x="2448095" y="200270"/>
                </a:lnTo>
                <a:lnTo>
                  <a:pt x="2449741" y="200996"/>
                </a:lnTo>
                <a:lnTo>
                  <a:pt x="2451387" y="201724"/>
                </a:lnTo>
                <a:lnTo>
                  <a:pt x="2453034" y="202452"/>
                </a:lnTo>
                <a:lnTo>
                  <a:pt x="2454680" y="203181"/>
                </a:lnTo>
                <a:lnTo>
                  <a:pt x="2456326" y="203910"/>
                </a:lnTo>
                <a:lnTo>
                  <a:pt x="2457973" y="204640"/>
                </a:lnTo>
                <a:lnTo>
                  <a:pt x="2459619" y="205371"/>
                </a:lnTo>
                <a:lnTo>
                  <a:pt x="2461265" y="206102"/>
                </a:lnTo>
                <a:lnTo>
                  <a:pt x="2462912" y="206834"/>
                </a:lnTo>
                <a:lnTo>
                  <a:pt x="2464558" y="207567"/>
                </a:lnTo>
                <a:lnTo>
                  <a:pt x="2466204" y="208300"/>
                </a:lnTo>
                <a:lnTo>
                  <a:pt x="2467851" y="209034"/>
                </a:lnTo>
                <a:lnTo>
                  <a:pt x="2469497" y="209768"/>
                </a:lnTo>
                <a:lnTo>
                  <a:pt x="2471143" y="210503"/>
                </a:lnTo>
                <a:lnTo>
                  <a:pt x="2472790" y="211239"/>
                </a:lnTo>
                <a:lnTo>
                  <a:pt x="2474436" y="211975"/>
                </a:lnTo>
                <a:lnTo>
                  <a:pt x="2476082" y="212712"/>
                </a:lnTo>
                <a:lnTo>
                  <a:pt x="2477729" y="213449"/>
                </a:lnTo>
                <a:lnTo>
                  <a:pt x="2479375" y="214187"/>
                </a:lnTo>
                <a:lnTo>
                  <a:pt x="2481021" y="214926"/>
                </a:lnTo>
                <a:lnTo>
                  <a:pt x="2482668" y="215665"/>
                </a:lnTo>
                <a:lnTo>
                  <a:pt x="2484314" y="216405"/>
                </a:lnTo>
                <a:lnTo>
                  <a:pt x="2485960" y="217145"/>
                </a:lnTo>
                <a:lnTo>
                  <a:pt x="2487607" y="217886"/>
                </a:lnTo>
                <a:lnTo>
                  <a:pt x="2489253" y="218628"/>
                </a:lnTo>
                <a:lnTo>
                  <a:pt x="2490899" y="219370"/>
                </a:lnTo>
                <a:lnTo>
                  <a:pt x="2492546" y="220112"/>
                </a:lnTo>
                <a:lnTo>
                  <a:pt x="2494192" y="220856"/>
                </a:lnTo>
                <a:lnTo>
                  <a:pt x="2495838" y="221599"/>
                </a:lnTo>
                <a:lnTo>
                  <a:pt x="2497485" y="222344"/>
                </a:lnTo>
                <a:lnTo>
                  <a:pt x="2499131" y="223089"/>
                </a:lnTo>
                <a:lnTo>
                  <a:pt x="2500777" y="223834"/>
                </a:lnTo>
                <a:lnTo>
                  <a:pt x="2502424" y="224580"/>
                </a:lnTo>
                <a:lnTo>
                  <a:pt x="2504070" y="225327"/>
                </a:lnTo>
                <a:lnTo>
                  <a:pt x="2505716" y="226074"/>
                </a:lnTo>
                <a:lnTo>
                  <a:pt x="2507363" y="226822"/>
                </a:lnTo>
                <a:lnTo>
                  <a:pt x="2509009" y="227570"/>
                </a:lnTo>
                <a:lnTo>
                  <a:pt x="2510655" y="228319"/>
                </a:lnTo>
                <a:lnTo>
                  <a:pt x="2512301" y="229068"/>
                </a:lnTo>
                <a:lnTo>
                  <a:pt x="2513948" y="229818"/>
                </a:lnTo>
                <a:lnTo>
                  <a:pt x="2515594" y="230568"/>
                </a:lnTo>
                <a:lnTo>
                  <a:pt x="2517240" y="231319"/>
                </a:lnTo>
                <a:lnTo>
                  <a:pt x="2518887" y="232070"/>
                </a:lnTo>
                <a:lnTo>
                  <a:pt x="2520533" y="232822"/>
                </a:lnTo>
                <a:lnTo>
                  <a:pt x="2522179" y="233575"/>
                </a:lnTo>
                <a:lnTo>
                  <a:pt x="2523826" y="234328"/>
                </a:lnTo>
                <a:lnTo>
                  <a:pt x="2525472" y="235081"/>
                </a:lnTo>
                <a:lnTo>
                  <a:pt x="2527118" y="235835"/>
                </a:lnTo>
                <a:lnTo>
                  <a:pt x="2528765" y="236590"/>
                </a:lnTo>
                <a:lnTo>
                  <a:pt x="2530411" y="237345"/>
                </a:lnTo>
                <a:lnTo>
                  <a:pt x="2532057" y="238100"/>
                </a:lnTo>
                <a:lnTo>
                  <a:pt x="2533704" y="238856"/>
                </a:lnTo>
                <a:lnTo>
                  <a:pt x="2535350" y="239612"/>
                </a:lnTo>
                <a:lnTo>
                  <a:pt x="2536996" y="240369"/>
                </a:lnTo>
                <a:lnTo>
                  <a:pt x="2538643" y="241127"/>
                </a:lnTo>
                <a:lnTo>
                  <a:pt x="2540289" y="241885"/>
                </a:lnTo>
                <a:lnTo>
                  <a:pt x="2541935" y="242643"/>
                </a:lnTo>
                <a:lnTo>
                  <a:pt x="2543582" y="243402"/>
                </a:lnTo>
                <a:lnTo>
                  <a:pt x="2545228" y="244162"/>
                </a:lnTo>
                <a:lnTo>
                  <a:pt x="2546874" y="244922"/>
                </a:lnTo>
                <a:lnTo>
                  <a:pt x="2548521" y="245682"/>
                </a:lnTo>
                <a:lnTo>
                  <a:pt x="2550167" y="246443"/>
                </a:lnTo>
                <a:lnTo>
                  <a:pt x="2551813" y="247204"/>
                </a:lnTo>
                <a:lnTo>
                  <a:pt x="2553460" y="247966"/>
                </a:lnTo>
                <a:lnTo>
                  <a:pt x="2555106" y="248728"/>
                </a:lnTo>
                <a:lnTo>
                  <a:pt x="2556752" y="249491"/>
                </a:lnTo>
                <a:lnTo>
                  <a:pt x="2558399" y="250254"/>
                </a:lnTo>
                <a:lnTo>
                  <a:pt x="2560045" y="251017"/>
                </a:lnTo>
                <a:lnTo>
                  <a:pt x="2561691" y="251781"/>
                </a:lnTo>
                <a:lnTo>
                  <a:pt x="2563338" y="252546"/>
                </a:lnTo>
                <a:lnTo>
                  <a:pt x="2564984" y="253311"/>
                </a:lnTo>
                <a:lnTo>
                  <a:pt x="2566630" y="254076"/>
                </a:lnTo>
                <a:lnTo>
                  <a:pt x="2568277" y="254842"/>
                </a:lnTo>
                <a:lnTo>
                  <a:pt x="2569923" y="255608"/>
                </a:lnTo>
                <a:lnTo>
                  <a:pt x="2571569" y="256375"/>
                </a:lnTo>
                <a:lnTo>
                  <a:pt x="2573216" y="257142"/>
                </a:lnTo>
                <a:lnTo>
                  <a:pt x="2574862" y="257910"/>
                </a:lnTo>
                <a:lnTo>
                  <a:pt x="2576508" y="258678"/>
                </a:lnTo>
                <a:lnTo>
                  <a:pt x="2578155" y="259446"/>
                </a:lnTo>
                <a:lnTo>
                  <a:pt x="2579801" y="260215"/>
                </a:lnTo>
                <a:lnTo>
                  <a:pt x="2581447" y="260984"/>
                </a:lnTo>
                <a:lnTo>
                  <a:pt x="2583094" y="261754"/>
                </a:lnTo>
                <a:lnTo>
                  <a:pt x="2584740" y="262524"/>
                </a:lnTo>
                <a:lnTo>
                  <a:pt x="2586386" y="263295"/>
                </a:lnTo>
                <a:lnTo>
                  <a:pt x="2588033" y="264066"/>
                </a:lnTo>
                <a:lnTo>
                  <a:pt x="2589679" y="264837"/>
                </a:lnTo>
                <a:lnTo>
                  <a:pt x="2591325" y="265609"/>
                </a:lnTo>
                <a:lnTo>
                  <a:pt x="2592972" y="266381"/>
                </a:lnTo>
                <a:lnTo>
                  <a:pt x="2594618" y="267153"/>
                </a:lnTo>
                <a:lnTo>
                  <a:pt x="2596264" y="267926"/>
                </a:lnTo>
                <a:lnTo>
                  <a:pt x="2597911" y="268699"/>
                </a:lnTo>
                <a:lnTo>
                  <a:pt x="2599557" y="269473"/>
                </a:lnTo>
                <a:lnTo>
                  <a:pt x="2601203" y="270247"/>
                </a:lnTo>
                <a:lnTo>
                  <a:pt x="2602850" y="271022"/>
                </a:lnTo>
                <a:lnTo>
                  <a:pt x="2604496" y="271797"/>
                </a:lnTo>
                <a:lnTo>
                  <a:pt x="2606142" y="272572"/>
                </a:lnTo>
                <a:lnTo>
                  <a:pt x="2607789" y="273347"/>
                </a:lnTo>
                <a:lnTo>
                  <a:pt x="2609435" y="274123"/>
                </a:lnTo>
                <a:lnTo>
                  <a:pt x="2611081" y="274900"/>
                </a:lnTo>
                <a:lnTo>
                  <a:pt x="2612728" y="275677"/>
                </a:lnTo>
                <a:lnTo>
                  <a:pt x="2614374" y="276454"/>
                </a:lnTo>
                <a:lnTo>
                  <a:pt x="2616020" y="277231"/>
                </a:lnTo>
                <a:lnTo>
                  <a:pt x="2617667" y="278009"/>
                </a:lnTo>
                <a:lnTo>
                  <a:pt x="2619313" y="278787"/>
                </a:lnTo>
                <a:lnTo>
                  <a:pt x="2620959" y="279566"/>
                </a:lnTo>
                <a:lnTo>
                  <a:pt x="2622606" y="280345"/>
                </a:lnTo>
                <a:lnTo>
                  <a:pt x="2624252" y="281124"/>
                </a:lnTo>
                <a:lnTo>
                  <a:pt x="2625898" y="281904"/>
                </a:lnTo>
                <a:lnTo>
                  <a:pt x="2627545" y="282684"/>
                </a:lnTo>
                <a:lnTo>
                  <a:pt x="2629191" y="283464"/>
                </a:lnTo>
                <a:lnTo>
                  <a:pt x="2630837" y="284244"/>
                </a:lnTo>
                <a:lnTo>
                  <a:pt x="2632484" y="285025"/>
                </a:lnTo>
                <a:lnTo>
                  <a:pt x="2634130" y="285807"/>
                </a:lnTo>
                <a:lnTo>
                  <a:pt x="2635776" y="286588"/>
                </a:lnTo>
                <a:lnTo>
                  <a:pt x="2637423" y="287370"/>
                </a:lnTo>
                <a:lnTo>
                  <a:pt x="2639069" y="288153"/>
                </a:lnTo>
                <a:lnTo>
                  <a:pt x="2640715" y="288935"/>
                </a:lnTo>
                <a:lnTo>
                  <a:pt x="2642362" y="289718"/>
                </a:lnTo>
                <a:lnTo>
                  <a:pt x="2644008" y="290502"/>
                </a:lnTo>
                <a:lnTo>
                  <a:pt x="2645654" y="291285"/>
                </a:lnTo>
                <a:lnTo>
                  <a:pt x="2647301" y="292069"/>
                </a:lnTo>
                <a:lnTo>
                  <a:pt x="2648947" y="292853"/>
                </a:lnTo>
                <a:lnTo>
                  <a:pt x="2650593" y="293638"/>
                </a:lnTo>
                <a:lnTo>
                  <a:pt x="2652240" y="294423"/>
                </a:lnTo>
                <a:lnTo>
                  <a:pt x="2653886" y="295208"/>
                </a:lnTo>
                <a:lnTo>
                  <a:pt x="2655532" y="295994"/>
                </a:lnTo>
                <a:lnTo>
                  <a:pt x="2657179" y="296779"/>
                </a:lnTo>
                <a:lnTo>
                  <a:pt x="2658825" y="297565"/>
                </a:lnTo>
                <a:lnTo>
                  <a:pt x="2660471" y="298352"/>
                </a:lnTo>
                <a:lnTo>
                  <a:pt x="2662118" y="299139"/>
                </a:lnTo>
                <a:lnTo>
                  <a:pt x="2663764" y="299926"/>
                </a:lnTo>
                <a:lnTo>
                  <a:pt x="2665410" y="300713"/>
                </a:lnTo>
                <a:lnTo>
                  <a:pt x="2667057" y="301500"/>
                </a:lnTo>
                <a:lnTo>
                  <a:pt x="2668703" y="302288"/>
                </a:lnTo>
                <a:lnTo>
                  <a:pt x="2670349" y="303076"/>
                </a:lnTo>
                <a:lnTo>
                  <a:pt x="2671996" y="303865"/>
                </a:lnTo>
                <a:lnTo>
                  <a:pt x="2673642" y="304653"/>
                </a:lnTo>
                <a:lnTo>
                  <a:pt x="2675288" y="305442"/>
                </a:lnTo>
                <a:lnTo>
                  <a:pt x="2676935" y="306232"/>
                </a:lnTo>
                <a:lnTo>
                  <a:pt x="2678581" y="307021"/>
                </a:lnTo>
                <a:lnTo>
                  <a:pt x="2680227" y="307811"/>
                </a:lnTo>
                <a:lnTo>
                  <a:pt x="2681874" y="308601"/>
                </a:lnTo>
                <a:lnTo>
                  <a:pt x="2683520" y="309391"/>
                </a:lnTo>
                <a:lnTo>
                  <a:pt x="2685166" y="310182"/>
                </a:lnTo>
                <a:lnTo>
                  <a:pt x="2686813" y="310973"/>
                </a:lnTo>
                <a:lnTo>
                  <a:pt x="2688459" y="311764"/>
                </a:lnTo>
                <a:lnTo>
                  <a:pt x="2690105" y="312555"/>
                </a:lnTo>
                <a:lnTo>
                  <a:pt x="2691752" y="313347"/>
                </a:lnTo>
                <a:lnTo>
                  <a:pt x="2693398" y="314139"/>
                </a:lnTo>
                <a:lnTo>
                  <a:pt x="2695044" y="314931"/>
                </a:lnTo>
                <a:lnTo>
                  <a:pt x="2696691" y="315723"/>
                </a:lnTo>
                <a:lnTo>
                  <a:pt x="2698337" y="316516"/>
                </a:lnTo>
                <a:lnTo>
                  <a:pt x="2699983" y="317309"/>
                </a:lnTo>
                <a:lnTo>
                  <a:pt x="2701630" y="318102"/>
                </a:lnTo>
                <a:lnTo>
                  <a:pt x="2703276" y="318895"/>
                </a:lnTo>
                <a:lnTo>
                  <a:pt x="2704922" y="319689"/>
                </a:lnTo>
                <a:lnTo>
                  <a:pt x="2706569" y="320482"/>
                </a:lnTo>
                <a:lnTo>
                  <a:pt x="2708215" y="321276"/>
                </a:lnTo>
                <a:lnTo>
                  <a:pt x="2709861" y="322071"/>
                </a:lnTo>
                <a:lnTo>
                  <a:pt x="2711508" y="322865"/>
                </a:lnTo>
                <a:lnTo>
                  <a:pt x="2713154" y="323660"/>
                </a:lnTo>
                <a:lnTo>
                  <a:pt x="2714800" y="324455"/>
                </a:lnTo>
                <a:lnTo>
                  <a:pt x="2716447" y="325250"/>
                </a:lnTo>
                <a:lnTo>
                  <a:pt x="2718093" y="326045"/>
                </a:lnTo>
                <a:lnTo>
                  <a:pt x="2719739" y="326841"/>
                </a:lnTo>
                <a:lnTo>
                  <a:pt x="2721386" y="327636"/>
                </a:lnTo>
                <a:lnTo>
                  <a:pt x="2723032" y="328432"/>
                </a:lnTo>
                <a:lnTo>
                  <a:pt x="2724678" y="329229"/>
                </a:lnTo>
                <a:lnTo>
                  <a:pt x="2726325" y="330025"/>
                </a:lnTo>
                <a:lnTo>
                  <a:pt x="2727971" y="330822"/>
                </a:lnTo>
                <a:lnTo>
                  <a:pt x="2729617" y="331618"/>
                </a:lnTo>
                <a:lnTo>
                  <a:pt x="2731264" y="332415"/>
                </a:lnTo>
                <a:lnTo>
                  <a:pt x="2732910" y="333213"/>
                </a:lnTo>
                <a:lnTo>
                  <a:pt x="2734556" y="334010"/>
                </a:lnTo>
                <a:lnTo>
                  <a:pt x="2736203" y="334808"/>
                </a:lnTo>
                <a:lnTo>
                  <a:pt x="2737849" y="335605"/>
                </a:lnTo>
                <a:lnTo>
                  <a:pt x="2739495" y="336403"/>
                </a:lnTo>
                <a:lnTo>
                  <a:pt x="2741142" y="337202"/>
                </a:lnTo>
                <a:lnTo>
                  <a:pt x="2742788" y="338000"/>
                </a:lnTo>
                <a:lnTo>
                  <a:pt x="2744434" y="338798"/>
                </a:lnTo>
                <a:lnTo>
                  <a:pt x="2746081" y="339597"/>
                </a:lnTo>
                <a:lnTo>
                  <a:pt x="2747727" y="340396"/>
                </a:lnTo>
                <a:lnTo>
                  <a:pt x="2749373" y="341195"/>
                </a:lnTo>
                <a:lnTo>
                  <a:pt x="2751020" y="341994"/>
                </a:lnTo>
                <a:lnTo>
                  <a:pt x="2752666" y="342794"/>
                </a:lnTo>
                <a:lnTo>
                  <a:pt x="2754312" y="343593"/>
                </a:lnTo>
                <a:lnTo>
                  <a:pt x="2755959" y="344393"/>
                </a:lnTo>
                <a:lnTo>
                  <a:pt x="2757605" y="345193"/>
                </a:lnTo>
                <a:lnTo>
                  <a:pt x="2759251" y="345993"/>
                </a:lnTo>
                <a:lnTo>
                  <a:pt x="2760898" y="346793"/>
                </a:lnTo>
                <a:lnTo>
                  <a:pt x="2762544" y="347593"/>
                </a:lnTo>
                <a:lnTo>
                  <a:pt x="2764190" y="348394"/>
                </a:lnTo>
                <a:lnTo>
                  <a:pt x="2765837" y="349195"/>
                </a:lnTo>
                <a:lnTo>
                  <a:pt x="2767483" y="349995"/>
                </a:lnTo>
                <a:lnTo>
                  <a:pt x="2769129" y="350796"/>
                </a:lnTo>
                <a:lnTo>
                  <a:pt x="2770776" y="351597"/>
                </a:lnTo>
                <a:lnTo>
                  <a:pt x="2772422" y="352399"/>
                </a:lnTo>
                <a:lnTo>
                  <a:pt x="2774068" y="353200"/>
                </a:lnTo>
                <a:lnTo>
                  <a:pt x="2775715" y="354002"/>
                </a:lnTo>
                <a:lnTo>
                  <a:pt x="2777361" y="354803"/>
                </a:lnTo>
                <a:lnTo>
                  <a:pt x="2779007" y="355605"/>
                </a:lnTo>
                <a:lnTo>
                  <a:pt x="2780654" y="356407"/>
                </a:lnTo>
                <a:lnTo>
                  <a:pt x="2782300" y="357209"/>
                </a:lnTo>
                <a:lnTo>
                  <a:pt x="2783946" y="358011"/>
                </a:lnTo>
                <a:lnTo>
                  <a:pt x="2785593" y="358814"/>
                </a:lnTo>
                <a:lnTo>
                  <a:pt x="2787239" y="359616"/>
                </a:lnTo>
                <a:lnTo>
                  <a:pt x="2788885" y="360419"/>
                </a:lnTo>
                <a:lnTo>
                  <a:pt x="2790532" y="361221"/>
                </a:lnTo>
                <a:lnTo>
                  <a:pt x="2792178" y="362024"/>
                </a:lnTo>
                <a:lnTo>
                  <a:pt x="2793824" y="362827"/>
                </a:lnTo>
                <a:lnTo>
                  <a:pt x="2795471" y="363630"/>
                </a:lnTo>
                <a:lnTo>
                  <a:pt x="2797117" y="364434"/>
                </a:lnTo>
                <a:lnTo>
                  <a:pt x="2798763" y="365237"/>
                </a:lnTo>
                <a:lnTo>
                  <a:pt x="2800410" y="366040"/>
                </a:lnTo>
                <a:lnTo>
                  <a:pt x="2802056" y="366844"/>
                </a:lnTo>
                <a:lnTo>
                  <a:pt x="2803702" y="367647"/>
                </a:lnTo>
                <a:lnTo>
                  <a:pt x="2805349" y="368451"/>
                </a:lnTo>
                <a:lnTo>
                  <a:pt x="2806995" y="369255"/>
                </a:lnTo>
                <a:lnTo>
                  <a:pt x="2808641" y="370059"/>
                </a:lnTo>
                <a:lnTo>
                  <a:pt x="2810288" y="370863"/>
                </a:lnTo>
                <a:lnTo>
                  <a:pt x="2811934" y="371667"/>
                </a:lnTo>
                <a:lnTo>
                  <a:pt x="2813580" y="372471"/>
                </a:lnTo>
                <a:lnTo>
                  <a:pt x="2815227" y="373275"/>
                </a:lnTo>
                <a:lnTo>
                  <a:pt x="2816873" y="374080"/>
                </a:lnTo>
                <a:lnTo>
                  <a:pt x="2818519" y="374884"/>
                </a:lnTo>
                <a:lnTo>
                  <a:pt x="2820166" y="375689"/>
                </a:lnTo>
                <a:lnTo>
                  <a:pt x="2821812" y="376493"/>
                </a:lnTo>
                <a:lnTo>
                  <a:pt x="2823458" y="377298"/>
                </a:lnTo>
                <a:lnTo>
                  <a:pt x="2825104" y="378103"/>
                </a:lnTo>
                <a:lnTo>
                  <a:pt x="2826751" y="378908"/>
                </a:lnTo>
                <a:lnTo>
                  <a:pt x="2828397" y="379713"/>
                </a:lnTo>
                <a:lnTo>
                  <a:pt x="2830043" y="380518"/>
                </a:lnTo>
                <a:lnTo>
                  <a:pt x="2831690" y="381323"/>
                </a:lnTo>
                <a:lnTo>
                  <a:pt x="2833336" y="382128"/>
                </a:lnTo>
                <a:lnTo>
                  <a:pt x="2834982" y="382933"/>
                </a:lnTo>
                <a:lnTo>
                  <a:pt x="2836629" y="383738"/>
                </a:lnTo>
                <a:lnTo>
                  <a:pt x="2838275" y="384544"/>
                </a:lnTo>
                <a:lnTo>
                  <a:pt x="2839921" y="385349"/>
                </a:lnTo>
                <a:lnTo>
                  <a:pt x="2841568" y="386155"/>
                </a:lnTo>
                <a:lnTo>
                  <a:pt x="2843214" y="386960"/>
                </a:lnTo>
                <a:lnTo>
                  <a:pt x="2844860" y="387766"/>
                </a:lnTo>
                <a:lnTo>
                  <a:pt x="2846507" y="388571"/>
                </a:lnTo>
                <a:lnTo>
                  <a:pt x="2848153" y="389377"/>
                </a:lnTo>
                <a:lnTo>
                  <a:pt x="2849799" y="390183"/>
                </a:lnTo>
                <a:lnTo>
                  <a:pt x="2851446" y="390989"/>
                </a:lnTo>
                <a:lnTo>
                  <a:pt x="2853092" y="391795"/>
                </a:lnTo>
                <a:lnTo>
                  <a:pt x="2854738" y="392600"/>
                </a:lnTo>
                <a:lnTo>
                  <a:pt x="2856385" y="393406"/>
                </a:lnTo>
                <a:lnTo>
                  <a:pt x="2858031" y="394212"/>
                </a:lnTo>
                <a:lnTo>
                  <a:pt x="2859677" y="395018"/>
                </a:lnTo>
                <a:lnTo>
                  <a:pt x="2861324" y="395824"/>
                </a:lnTo>
                <a:lnTo>
                  <a:pt x="2862970" y="396630"/>
                </a:lnTo>
                <a:lnTo>
                  <a:pt x="2864616" y="397436"/>
                </a:lnTo>
                <a:lnTo>
                  <a:pt x="2866263" y="398243"/>
                </a:lnTo>
                <a:lnTo>
                  <a:pt x="2867909" y="399049"/>
                </a:lnTo>
                <a:lnTo>
                  <a:pt x="2869555" y="399855"/>
                </a:lnTo>
                <a:lnTo>
                  <a:pt x="2871202" y="400661"/>
                </a:lnTo>
                <a:lnTo>
                  <a:pt x="2872848" y="401467"/>
                </a:lnTo>
                <a:lnTo>
                  <a:pt x="2874494" y="402274"/>
                </a:lnTo>
                <a:lnTo>
                  <a:pt x="2876141" y="403080"/>
                </a:lnTo>
                <a:lnTo>
                  <a:pt x="2877787" y="403886"/>
                </a:lnTo>
                <a:lnTo>
                  <a:pt x="2879433" y="404692"/>
                </a:lnTo>
                <a:lnTo>
                  <a:pt x="2881080" y="405499"/>
                </a:lnTo>
                <a:lnTo>
                  <a:pt x="2882726" y="406305"/>
                </a:lnTo>
                <a:lnTo>
                  <a:pt x="2884372" y="407111"/>
                </a:lnTo>
                <a:lnTo>
                  <a:pt x="2886019" y="407918"/>
                </a:lnTo>
                <a:lnTo>
                  <a:pt x="2887665" y="408724"/>
                </a:lnTo>
                <a:lnTo>
                  <a:pt x="2889311" y="409530"/>
                </a:lnTo>
                <a:lnTo>
                  <a:pt x="2890958" y="410337"/>
                </a:lnTo>
                <a:lnTo>
                  <a:pt x="2892604" y="411143"/>
                </a:lnTo>
                <a:lnTo>
                  <a:pt x="2894250" y="411950"/>
                </a:lnTo>
                <a:lnTo>
                  <a:pt x="2895897" y="412756"/>
                </a:lnTo>
                <a:lnTo>
                  <a:pt x="2897543" y="413562"/>
                </a:lnTo>
                <a:lnTo>
                  <a:pt x="2899189" y="414369"/>
                </a:lnTo>
                <a:lnTo>
                  <a:pt x="2900836" y="415175"/>
                </a:lnTo>
                <a:lnTo>
                  <a:pt x="2902482" y="415981"/>
                </a:lnTo>
                <a:lnTo>
                  <a:pt x="2904128" y="416787"/>
                </a:lnTo>
                <a:lnTo>
                  <a:pt x="2905775" y="417594"/>
                </a:lnTo>
                <a:lnTo>
                  <a:pt x="2907421" y="418400"/>
                </a:lnTo>
                <a:lnTo>
                  <a:pt x="2909067" y="419206"/>
                </a:lnTo>
                <a:lnTo>
                  <a:pt x="2910714" y="420013"/>
                </a:lnTo>
                <a:lnTo>
                  <a:pt x="2912360" y="420819"/>
                </a:lnTo>
                <a:lnTo>
                  <a:pt x="2914006" y="421625"/>
                </a:lnTo>
                <a:lnTo>
                  <a:pt x="2915653" y="422431"/>
                </a:lnTo>
                <a:lnTo>
                  <a:pt x="2917299" y="423237"/>
                </a:lnTo>
                <a:lnTo>
                  <a:pt x="2918945" y="424043"/>
                </a:lnTo>
                <a:lnTo>
                  <a:pt x="2920592" y="424849"/>
                </a:lnTo>
                <a:lnTo>
                  <a:pt x="2922238" y="425655"/>
                </a:lnTo>
                <a:lnTo>
                  <a:pt x="2923884" y="426461"/>
                </a:lnTo>
                <a:lnTo>
                  <a:pt x="2925531" y="427267"/>
                </a:lnTo>
                <a:lnTo>
                  <a:pt x="2927177" y="428073"/>
                </a:lnTo>
                <a:lnTo>
                  <a:pt x="2928823" y="428879"/>
                </a:lnTo>
                <a:lnTo>
                  <a:pt x="2930470" y="429685"/>
                </a:lnTo>
                <a:lnTo>
                  <a:pt x="2932116" y="430491"/>
                </a:lnTo>
                <a:lnTo>
                  <a:pt x="2933762" y="431297"/>
                </a:lnTo>
                <a:lnTo>
                  <a:pt x="2935409" y="432102"/>
                </a:lnTo>
                <a:lnTo>
                  <a:pt x="2937055" y="432908"/>
                </a:lnTo>
                <a:lnTo>
                  <a:pt x="2938701" y="433714"/>
                </a:lnTo>
                <a:lnTo>
                  <a:pt x="2940348" y="434519"/>
                </a:lnTo>
                <a:lnTo>
                  <a:pt x="2941994" y="435325"/>
                </a:lnTo>
                <a:lnTo>
                  <a:pt x="2943640" y="436130"/>
                </a:lnTo>
                <a:lnTo>
                  <a:pt x="2945287" y="436936"/>
                </a:lnTo>
                <a:lnTo>
                  <a:pt x="2946933" y="437741"/>
                </a:lnTo>
                <a:lnTo>
                  <a:pt x="2948579" y="438546"/>
                </a:lnTo>
                <a:lnTo>
                  <a:pt x="2950226" y="439352"/>
                </a:lnTo>
                <a:lnTo>
                  <a:pt x="2951872" y="440157"/>
                </a:lnTo>
                <a:lnTo>
                  <a:pt x="2953518" y="440962"/>
                </a:lnTo>
                <a:lnTo>
                  <a:pt x="2955165" y="441767"/>
                </a:lnTo>
                <a:lnTo>
                  <a:pt x="2956811" y="442572"/>
                </a:lnTo>
                <a:lnTo>
                  <a:pt x="2958457" y="443377"/>
                </a:lnTo>
                <a:lnTo>
                  <a:pt x="2960104" y="444181"/>
                </a:lnTo>
                <a:lnTo>
                  <a:pt x="2961750" y="444986"/>
                </a:lnTo>
                <a:lnTo>
                  <a:pt x="2963396" y="445791"/>
                </a:lnTo>
                <a:lnTo>
                  <a:pt x="2965043" y="446595"/>
                </a:lnTo>
                <a:lnTo>
                  <a:pt x="2966689" y="447400"/>
                </a:lnTo>
                <a:lnTo>
                  <a:pt x="2968335" y="448204"/>
                </a:lnTo>
                <a:lnTo>
                  <a:pt x="2969982" y="449009"/>
                </a:lnTo>
                <a:lnTo>
                  <a:pt x="2971628" y="449813"/>
                </a:lnTo>
                <a:lnTo>
                  <a:pt x="2973274" y="450617"/>
                </a:lnTo>
                <a:lnTo>
                  <a:pt x="2974921" y="451421"/>
                </a:lnTo>
                <a:lnTo>
                  <a:pt x="2976567" y="452225"/>
                </a:lnTo>
                <a:lnTo>
                  <a:pt x="2978213" y="453029"/>
                </a:lnTo>
                <a:lnTo>
                  <a:pt x="2979860" y="453833"/>
                </a:lnTo>
                <a:lnTo>
                  <a:pt x="2981506" y="454637"/>
                </a:lnTo>
                <a:lnTo>
                  <a:pt x="2983152" y="455440"/>
                </a:lnTo>
                <a:lnTo>
                  <a:pt x="2984799" y="456244"/>
                </a:lnTo>
                <a:lnTo>
                  <a:pt x="2986445" y="457047"/>
                </a:lnTo>
                <a:lnTo>
                  <a:pt x="2988091" y="457851"/>
                </a:lnTo>
                <a:lnTo>
                  <a:pt x="2989738" y="458654"/>
                </a:lnTo>
                <a:lnTo>
                  <a:pt x="2991384" y="459457"/>
                </a:lnTo>
                <a:lnTo>
                  <a:pt x="2993030" y="460260"/>
                </a:lnTo>
                <a:lnTo>
                  <a:pt x="2994677" y="461063"/>
                </a:lnTo>
                <a:lnTo>
                  <a:pt x="2996323" y="461866"/>
                </a:lnTo>
                <a:lnTo>
                  <a:pt x="2997969" y="462668"/>
                </a:lnTo>
                <a:lnTo>
                  <a:pt x="2999616" y="463471"/>
                </a:lnTo>
                <a:lnTo>
                  <a:pt x="3001262" y="464273"/>
                </a:lnTo>
                <a:lnTo>
                  <a:pt x="3002908" y="465076"/>
                </a:lnTo>
                <a:lnTo>
                  <a:pt x="3004555" y="465878"/>
                </a:lnTo>
                <a:lnTo>
                  <a:pt x="3006201" y="466680"/>
                </a:lnTo>
                <a:lnTo>
                  <a:pt x="3007847" y="467482"/>
                </a:lnTo>
                <a:lnTo>
                  <a:pt x="3009494" y="468284"/>
                </a:lnTo>
                <a:lnTo>
                  <a:pt x="3011140" y="469085"/>
                </a:lnTo>
                <a:lnTo>
                  <a:pt x="3012786" y="469887"/>
                </a:lnTo>
                <a:lnTo>
                  <a:pt x="3014433" y="470689"/>
                </a:lnTo>
                <a:lnTo>
                  <a:pt x="3016079" y="471490"/>
                </a:lnTo>
                <a:lnTo>
                  <a:pt x="3017725" y="472291"/>
                </a:lnTo>
                <a:lnTo>
                  <a:pt x="3019372" y="473092"/>
                </a:lnTo>
                <a:lnTo>
                  <a:pt x="3021018" y="473893"/>
                </a:lnTo>
                <a:lnTo>
                  <a:pt x="3022664" y="474694"/>
                </a:lnTo>
                <a:lnTo>
                  <a:pt x="3024311" y="475495"/>
                </a:lnTo>
                <a:lnTo>
                  <a:pt x="3025957" y="476295"/>
                </a:lnTo>
                <a:lnTo>
                  <a:pt x="3027603" y="477096"/>
                </a:lnTo>
                <a:lnTo>
                  <a:pt x="3029250" y="477896"/>
                </a:lnTo>
                <a:lnTo>
                  <a:pt x="3030896" y="478696"/>
                </a:lnTo>
                <a:lnTo>
                  <a:pt x="3032542" y="479496"/>
                </a:lnTo>
                <a:lnTo>
                  <a:pt x="3034189" y="480296"/>
                </a:lnTo>
                <a:lnTo>
                  <a:pt x="3035835" y="481095"/>
                </a:lnTo>
                <a:lnTo>
                  <a:pt x="3037481" y="481895"/>
                </a:lnTo>
                <a:lnTo>
                  <a:pt x="3039128" y="482694"/>
                </a:lnTo>
                <a:lnTo>
                  <a:pt x="3040774" y="483494"/>
                </a:lnTo>
                <a:lnTo>
                  <a:pt x="3042420" y="484293"/>
                </a:lnTo>
                <a:lnTo>
                  <a:pt x="3044067" y="485092"/>
                </a:lnTo>
                <a:lnTo>
                  <a:pt x="3045713" y="485890"/>
                </a:lnTo>
                <a:lnTo>
                  <a:pt x="3047359" y="486689"/>
                </a:lnTo>
                <a:lnTo>
                  <a:pt x="3049006" y="487487"/>
                </a:lnTo>
                <a:lnTo>
                  <a:pt x="3050652" y="488286"/>
                </a:lnTo>
                <a:lnTo>
                  <a:pt x="3052298" y="489084"/>
                </a:lnTo>
                <a:lnTo>
                  <a:pt x="3053945" y="489882"/>
                </a:lnTo>
                <a:lnTo>
                  <a:pt x="3055591" y="490680"/>
                </a:lnTo>
                <a:lnTo>
                  <a:pt x="3057237" y="491477"/>
                </a:lnTo>
                <a:lnTo>
                  <a:pt x="3058884" y="492275"/>
                </a:lnTo>
                <a:lnTo>
                  <a:pt x="3060530" y="493072"/>
                </a:lnTo>
                <a:lnTo>
                  <a:pt x="3062176" y="493869"/>
                </a:lnTo>
                <a:lnTo>
                  <a:pt x="3063823" y="494666"/>
                </a:lnTo>
                <a:lnTo>
                  <a:pt x="3065469" y="495463"/>
                </a:lnTo>
                <a:lnTo>
                  <a:pt x="3067115" y="496259"/>
                </a:lnTo>
                <a:lnTo>
                  <a:pt x="3068762" y="497056"/>
                </a:lnTo>
                <a:lnTo>
                  <a:pt x="3070408" y="497852"/>
                </a:lnTo>
                <a:lnTo>
                  <a:pt x="3072054" y="498648"/>
                </a:lnTo>
                <a:lnTo>
                  <a:pt x="3073701" y="499444"/>
                </a:lnTo>
                <a:lnTo>
                  <a:pt x="3075347" y="500239"/>
                </a:lnTo>
                <a:lnTo>
                  <a:pt x="3076993" y="501035"/>
                </a:lnTo>
                <a:lnTo>
                  <a:pt x="3078640" y="501830"/>
                </a:lnTo>
                <a:lnTo>
                  <a:pt x="3080286" y="502625"/>
                </a:lnTo>
                <a:lnTo>
                  <a:pt x="3081932" y="503420"/>
                </a:lnTo>
                <a:lnTo>
                  <a:pt x="3083579" y="504215"/>
                </a:lnTo>
                <a:lnTo>
                  <a:pt x="3085225" y="505009"/>
                </a:lnTo>
                <a:lnTo>
                  <a:pt x="3086871" y="505804"/>
                </a:lnTo>
                <a:lnTo>
                  <a:pt x="3088518" y="506598"/>
                </a:lnTo>
                <a:lnTo>
                  <a:pt x="3090164" y="507392"/>
                </a:lnTo>
                <a:lnTo>
                  <a:pt x="3091810" y="508186"/>
                </a:lnTo>
                <a:lnTo>
                  <a:pt x="3093457" y="508979"/>
                </a:lnTo>
                <a:lnTo>
                  <a:pt x="3095103" y="509772"/>
                </a:lnTo>
                <a:lnTo>
                  <a:pt x="3096749" y="510566"/>
                </a:lnTo>
                <a:lnTo>
                  <a:pt x="3098396" y="511358"/>
                </a:lnTo>
                <a:lnTo>
                  <a:pt x="3100042" y="512151"/>
                </a:lnTo>
                <a:lnTo>
                  <a:pt x="3101688" y="512944"/>
                </a:lnTo>
                <a:lnTo>
                  <a:pt x="3103335" y="513736"/>
                </a:lnTo>
                <a:lnTo>
                  <a:pt x="3104981" y="514528"/>
                </a:lnTo>
                <a:lnTo>
                  <a:pt x="3106627" y="515320"/>
                </a:lnTo>
                <a:lnTo>
                  <a:pt x="3108274" y="516112"/>
                </a:lnTo>
                <a:lnTo>
                  <a:pt x="3109920" y="516903"/>
                </a:lnTo>
                <a:lnTo>
                  <a:pt x="3111566" y="517694"/>
                </a:lnTo>
                <a:lnTo>
                  <a:pt x="3113213" y="518485"/>
                </a:lnTo>
                <a:lnTo>
                  <a:pt x="3114859" y="519276"/>
                </a:lnTo>
                <a:lnTo>
                  <a:pt x="3116505" y="520067"/>
                </a:lnTo>
                <a:lnTo>
                  <a:pt x="3118152" y="520857"/>
                </a:lnTo>
                <a:lnTo>
                  <a:pt x="3119798" y="521647"/>
                </a:lnTo>
                <a:lnTo>
                  <a:pt x="3121444" y="522437"/>
                </a:lnTo>
                <a:lnTo>
                  <a:pt x="3123091" y="523227"/>
                </a:lnTo>
                <a:lnTo>
                  <a:pt x="3124737" y="524016"/>
                </a:lnTo>
                <a:lnTo>
                  <a:pt x="3126383" y="524805"/>
                </a:lnTo>
                <a:lnTo>
                  <a:pt x="3128030" y="525594"/>
                </a:lnTo>
                <a:lnTo>
                  <a:pt x="3129676" y="526383"/>
                </a:lnTo>
                <a:lnTo>
                  <a:pt x="3131322" y="527172"/>
                </a:lnTo>
                <a:lnTo>
                  <a:pt x="3132969" y="527960"/>
                </a:lnTo>
                <a:lnTo>
                  <a:pt x="3134615" y="528748"/>
                </a:lnTo>
                <a:lnTo>
                  <a:pt x="3136261" y="529536"/>
                </a:lnTo>
                <a:lnTo>
                  <a:pt x="3137907" y="530323"/>
                </a:lnTo>
                <a:lnTo>
                  <a:pt x="3139554" y="531111"/>
                </a:lnTo>
                <a:lnTo>
                  <a:pt x="3141200" y="531898"/>
                </a:lnTo>
                <a:lnTo>
                  <a:pt x="3142846" y="532684"/>
                </a:lnTo>
                <a:lnTo>
                  <a:pt x="3144493" y="533471"/>
                </a:lnTo>
                <a:lnTo>
                  <a:pt x="3146139" y="534257"/>
                </a:lnTo>
                <a:lnTo>
                  <a:pt x="3147785" y="535043"/>
                </a:lnTo>
                <a:lnTo>
                  <a:pt x="3149432" y="535829"/>
                </a:lnTo>
                <a:lnTo>
                  <a:pt x="3151078" y="536615"/>
                </a:lnTo>
                <a:lnTo>
                  <a:pt x="3152724" y="537400"/>
                </a:lnTo>
                <a:lnTo>
                  <a:pt x="3154371" y="538185"/>
                </a:lnTo>
                <a:lnTo>
                  <a:pt x="3156017" y="538970"/>
                </a:lnTo>
                <a:lnTo>
                  <a:pt x="3157663" y="539755"/>
                </a:lnTo>
                <a:lnTo>
                  <a:pt x="3159310" y="540539"/>
                </a:lnTo>
                <a:lnTo>
                  <a:pt x="3160956" y="541323"/>
                </a:lnTo>
                <a:lnTo>
                  <a:pt x="3162602" y="542107"/>
                </a:lnTo>
                <a:lnTo>
                  <a:pt x="3164249" y="542890"/>
                </a:lnTo>
                <a:lnTo>
                  <a:pt x="3165895" y="543674"/>
                </a:lnTo>
                <a:lnTo>
                  <a:pt x="3167541" y="544457"/>
                </a:lnTo>
                <a:lnTo>
                  <a:pt x="3169188" y="545239"/>
                </a:lnTo>
                <a:lnTo>
                  <a:pt x="3170834" y="546022"/>
                </a:lnTo>
                <a:lnTo>
                  <a:pt x="3172480" y="546804"/>
                </a:lnTo>
                <a:lnTo>
                  <a:pt x="3174127" y="547586"/>
                </a:lnTo>
                <a:lnTo>
                  <a:pt x="3175773" y="548368"/>
                </a:lnTo>
                <a:lnTo>
                  <a:pt x="3177419" y="549149"/>
                </a:lnTo>
                <a:lnTo>
                  <a:pt x="3179066" y="549930"/>
                </a:lnTo>
                <a:lnTo>
                  <a:pt x="3180712" y="550711"/>
                </a:lnTo>
                <a:lnTo>
                  <a:pt x="3182358" y="551492"/>
                </a:lnTo>
                <a:lnTo>
                  <a:pt x="3184005" y="552272"/>
                </a:lnTo>
                <a:lnTo>
                  <a:pt x="3185651" y="553052"/>
                </a:lnTo>
                <a:lnTo>
                  <a:pt x="3187297" y="553832"/>
                </a:lnTo>
                <a:lnTo>
                  <a:pt x="3188944" y="554611"/>
                </a:lnTo>
                <a:lnTo>
                  <a:pt x="3190590" y="555390"/>
                </a:lnTo>
                <a:lnTo>
                  <a:pt x="3192236" y="556169"/>
                </a:lnTo>
                <a:lnTo>
                  <a:pt x="3193883" y="556948"/>
                </a:lnTo>
                <a:lnTo>
                  <a:pt x="3195529" y="557726"/>
                </a:lnTo>
                <a:lnTo>
                  <a:pt x="3197175" y="558504"/>
                </a:lnTo>
                <a:lnTo>
                  <a:pt x="3198822" y="559282"/>
                </a:lnTo>
                <a:lnTo>
                  <a:pt x="3200468" y="560059"/>
                </a:lnTo>
                <a:lnTo>
                  <a:pt x="3202114" y="560836"/>
                </a:lnTo>
                <a:lnTo>
                  <a:pt x="3203761" y="561613"/>
                </a:lnTo>
                <a:lnTo>
                  <a:pt x="3205407" y="562390"/>
                </a:lnTo>
                <a:lnTo>
                  <a:pt x="3207053" y="563166"/>
                </a:lnTo>
                <a:lnTo>
                  <a:pt x="3208700" y="563942"/>
                </a:lnTo>
                <a:lnTo>
                  <a:pt x="3210346" y="564718"/>
                </a:lnTo>
                <a:lnTo>
                  <a:pt x="3211992" y="565493"/>
                </a:lnTo>
                <a:lnTo>
                  <a:pt x="3213639" y="566268"/>
                </a:lnTo>
                <a:lnTo>
                  <a:pt x="3215285" y="567043"/>
                </a:lnTo>
                <a:lnTo>
                  <a:pt x="3216931" y="567817"/>
                </a:lnTo>
                <a:lnTo>
                  <a:pt x="3218578" y="568591"/>
                </a:lnTo>
                <a:lnTo>
                  <a:pt x="3220224" y="569365"/>
                </a:lnTo>
                <a:lnTo>
                  <a:pt x="3221870" y="570139"/>
                </a:lnTo>
                <a:lnTo>
                  <a:pt x="3223517" y="570912"/>
                </a:lnTo>
                <a:lnTo>
                  <a:pt x="3225163" y="571685"/>
                </a:lnTo>
                <a:lnTo>
                  <a:pt x="3226809" y="572457"/>
                </a:lnTo>
                <a:lnTo>
                  <a:pt x="3228456" y="573230"/>
                </a:lnTo>
                <a:lnTo>
                  <a:pt x="3230102" y="574002"/>
                </a:lnTo>
                <a:lnTo>
                  <a:pt x="3231748" y="574773"/>
                </a:lnTo>
                <a:lnTo>
                  <a:pt x="3233395" y="575545"/>
                </a:lnTo>
                <a:lnTo>
                  <a:pt x="3235041" y="576316"/>
                </a:lnTo>
                <a:lnTo>
                  <a:pt x="3236687" y="577086"/>
                </a:lnTo>
                <a:lnTo>
                  <a:pt x="3238334" y="577857"/>
                </a:lnTo>
                <a:lnTo>
                  <a:pt x="3239980" y="578627"/>
                </a:lnTo>
                <a:lnTo>
                  <a:pt x="3241626" y="579397"/>
                </a:lnTo>
                <a:lnTo>
                  <a:pt x="3243273" y="580166"/>
                </a:lnTo>
                <a:lnTo>
                  <a:pt x="3244919" y="580935"/>
                </a:lnTo>
                <a:lnTo>
                  <a:pt x="3246565" y="581704"/>
                </a:lnTo>
                <a:lnTo>
                  <a:pt x="3248212" y="582472"/>
                </a:lnTo>
                <a:lnTo>
                  <a:pt x="3249858" y="583240"/>
                </a:lnTo>
                <a:lnTo>
                  <a:pt x="3251504" y="584008"/>
                </a:lnTo>
                <a:lnTo>
                  <a:pt x="3253151" y="584776"/>
                </a:lnTo>
                <a:lnTo>
                  <a:pt x="3254797" y="585543"/>
                </a:lnTo>
                <a:lnTo>
                  <a:pt x="3256443" y="586310"/>
                </a:lnTo>
                <a:lnTo>
                  <a:pt x="3258090" y="587076"/>
                </a:lnTo>
                <a:lnTo>
                  <a:pt x="3259736" y="587842"/>
                </a:lnTo>
                <a:lnTo>
                  <a:pt x="3261382" y="588608"/>
                </a:lnTo>
                <a:lnTo>
                  <a:pt x="3263029" y="589373"/>
                </a:lnTo>
                <a:lnTo>
                  <a:pt x="3264675" y="590138"/>
                </a:lnTo>
                <a:lnTo>
                  <a:pt x="3266321" y="590903"/>
                </a:lnTo>
                <a:lnTo>
                  <a:pt x="3267968" y="591668"/>
                </a:lnTo>
                <a:lnTo>
                  <a:pt x="3269614" y="592432"/>
                </a:lnTo>
                <a:lnTo>
                  <a:pt x="3271260" y="593195"/>
                </a:lnTo>
                <a:lnTo>
                  <a:pt x="3272907" y="593959"/>
                </a:lnTo>
                <a:lnTo>
                  <a:pt x="3274553" y="594722"/>
                </a:lnTo>
                <a:lnTo>
                  <a:pt x="3276199" y="595484"/>
                </a:lnTo>
                <a:lnTo>
                  <a:pt x="3277846" y="596247"/>
                </a:lnTo>
                <a:lnTo>
                  <a:pt x="3279492" y="597009"/>
                </a:lnTo>
                <a:lnTo>
                  <a:pt x="3281138" y="597770"/>
                </a:lnTo>
                <a:lnTo>
                  <a:pt x="3282785" y="598532"/>
                </a:lnTo>
                <a:lnTo>
                  <a:pt x="3284431" y="599292"/>
                </a:lnTo>
                <a:lnTo>
                  <a:pt x="3286077" y="600053"/>
                </a:lnTo>
                <a:lnTo>
                  <a:pt x="3287724" y="600813"/>
                </a:lnTo>
                <a:lnTo>
                  <a:pt x="3289370" y="601573"/>
                </a:lnTo>
                <a:lnTo>
                  <a:pt x="3291016" y="602333"/>
                </a:lnTo>
                <a:lnTo>
                  <a:pt x="3292663" y="603092"/>
                </a:lnTo>
                <a:lnTo>
                  <a:pt x="3294309" y="603850"/>
                </a:lnTo>
                <a:lnTo>
                  <a:pt x="3295955" y="604609"/>
                </a:lnTo>
                <a:lnTo>
                  <a:pt x="3297602" y="605367"/>
                </a:lnTo>
                <a:lnTo>
                  <a:pt x="3299248" y="606125"/>
                </a:lnTo>
                <a:lnTo>
                  <a:pt x="3300894" y="606882"/>
                </a:lnTo>
                <a:lnTo>
                  <a:pt x="3302541" y="607639"/>
                </a:lnTo>
                <a:lnTo>
                  <a:pt x="3304187" y="608395"/>
                </a:lnTo>
                <a:lnTo>
                  <a:pt x="3305833" y="609152"/>
                </a:lnTo>
                <a:lnTo>
                  <a:pt x="3307480" y="609907"/>
                </a:lnTo>
                <a:lnTo>
                  <a:pt x="3309126" y="610663"/>
                </a:lnTo>
                <a:lnTo>
                  <a:pt x="3310772" y="611418"/>
                </a:lnTo>
                <a:lnTo>
                  <a:pt x="3312419" y="612173"/>
                </a:lnTo>
                <a:lnTo>
                  <a:pt x="3314065" y="612927"/>
                </a:lnTo>
                <a:lnTo>
                  <a:pt x="3315711" y="613681"/>
                </a:lnTo>
                <a:lnTo>
                  <a:pt x="3317358" y="614434"/>
                </a:lnTo>
                <a:lnTo>
                  <a:pt x="3319004" y="615188"/>
                </a:lnTo>
                <a:lnTo>
                  <a:pt x="3320650" y="615940"/>
                </a:lnTo>
                <a:lnTo>
                  <a:pt x="3322297" y="616693"/>
                </a:lnTo>
                <a:lnTo>
                  <a:pt x="3323943" y="617445"/>
                </a:lnTo>
                <a:lnTo>
                  <a:pt x="3325589" y="618197"/>
                </a:lnTo>
                <a:lnTo>
                  <a:pt x="3327236" y="618948"/>
                </a:lnTo>
                <a:lnTo>
                  <a:pt x="3328882" y="619699"/>
                </a:lnTo>
                <a:lnTo>
                  <a:pt x="3330528" y="620449"/>
                </a:lnTo>
                <a:lnTo>
                  <a:pt x="3332175" y="621199"/>
                </a:lnTo>
                <a:lnTo>
                  <a:pt x="3333821" y="621949"/>
                </a:lnTo>
                <a:lnTo>
                  <a:pt x="3335467" y="622699"/>
                </a:lnTo>
                <a:lnTo>
                  <a:pt x="3337114" y="623447"/>
                </a:lnTo>
                <a:lnTo>
                  <a:pt x="3338760" y="624196"/>
                </a:lnTo>
                <a:lnTo>
                  <a:pt x="3340406" y="624944"/>
                </a:lnTo>
                <a:lnTo>
                  <a:pt x="3342053" y="625692"/>
                </a:lnTo>
                <a:lnTo>
                  <a:pt x="3343699" y="626439"/>
                </a:lnTo>
                <a:lnTo>
                  <a:pt x="3345345" y="627186"/>
                </a:lnTo>
                <a:lnTo>
                  <a:pt x="3346992" y="627933"/>
                </a:lnTo>
                <a:lnTo>
                  <a:pt x="3348638" y="628679"/>
                </a:lnTo>
                <a:lnTo>
                  <a:pt x="3350284" y="629425"/>
                </a:lnTo>
                <a:lnTo>
                  <a:pt x="3351931" y="630170"/>
                </a:lnTo>
                <a:lnTo>
                  <a:pt x="3353577" y="630915"/>
                </a:lnTo>
                <a:lnTo>
                  <a:pt x="3355223" y="631660"/>
                </a:lnTo>
                <a:lnTo>
                  <a:pt x="3356870" y="632404"/>
                </a:lnTo>
                <a:lnTo>
                  <a:pt x="3358516" y="633148"/>
                </a:lnTo>
                <a:lnTo>
                  <a:pt x="3360162" y="633891"/>
                </a:lnTo>
                <a:lnTo>
                  <a:pt x="3361809" y="634634"/>
                </a:lnTo>
                <a:lnTo>
                  <a:pt x="3363455" y="635377"/>
                </a:lnTo>
                <a:lnTo>
                  <a:pt x="3365101" y="636119"/>
                </a:lnTo>
                <a:lnTo>
                  <a:pt x="3366748" y="636860"/>
                </a:lnTo>
                <a:lnTo>
                  <a:pt x="3368394" y="637602"/>
                </a:lnTo>
                <a:lnTo>
                  <a:pt x="3370040" y="638343"/>
                </a:lnTo>
                <a:lnTo>
                  <a:pt x="3371687" y="639083"/>
                </a:lnTo>
                <a:lnTo>
                  <a:pt x="3373333" y="639823"/>
                </a:lnTo>
                <a:lnTo>
                  <a:pt x="3374979" y="640563"/>
                </a:lnTo>
                <a:lnTo>
                  <a:pt x="3376626" y="641302"/>
                </a:lnTo>
                <a:lnTo>
                  <a:pt x="3378272" y="642041"/>
                </a:lnTo>
                <a:lnTo>
                  <a:pt x="3379918" y="642779"/>
                </a:lnTo>
                <a:lnTo>
                  <a:pt x="3381565" y="643517"/>
                </a:lnTo>
                <a:lnTo>
                  <a:pt x="3383211" y="644255"/>
                </a:lnTo>
                <a:lnTo>
                  <a:pt x="3384857" y="644992"/>
                </a:lnTo>
                <a:lnTo>
                  <a:pt x="3386504" y="645729"/>
                </a:lnTo>
                <a:lnTo>
                  <a:pt x="3388150" y="646465"/>
                </a:lnTo>
                <a:lnTo>
                  <a:pt x="3389796" y="647201"/>
                </a:lnTo>
                <a:lnTo>
                  <a:pt x="3391443" y="647936"/>
                </a:lnTo>
                <a:lnTo>
                  <a:pt x="3393089" y="648671"/>
                </a:lnTo>
                <a:lnTo>
                  <a:pt x="3394735" y="649406"/>
                </a:lnTo>
                <a:lnTo>
                  <a:pt x="3396382" y="650140"/>
                </a:lnTo>
                <a:lnTo>
                  <a:pt x="3398028" y="650874"/>
                </a:lnTo>
                <a:lnTo>
                  <a:pt x="3399674" y="651607"/>
                </a:lnTo>
                <a:lnTo>
                  <a:pt x="3401321" y="652340"/>
                </a:lnTo>
                <a:lnTo>
                  <a:pt x="3402967" y="653072"/>
                </a:lnTo>
                <a:lnTo>
                  <a:pt x="3404613" y="653804"/>
                </a:lnTo>
                <a:lnTo>
                  <a:pt x="3406260" y="654536"/>
                </a:lnTo>
                <a:lnTo>
                  <a:pt x="3407906" y="655267"/>
                </a:lnTo>
                <a:lnTo>
                  <a:pt x="3409552" y="655997"/>
                </a:lnTo>
                <a:lnTo>
                  <a:pt x="3411199" y="656728"/>
                </a:lnTo>
                <a:lnTo>
                  <a:pt x="3412845" y="657457"/>
                </a:lnTo>
                <a:lnTo>
                  <a:pt x="3414491" y="658187"/>
                </a:lnTo>
                <a:lnTo>
                  <a:pt x="3416138" y="658916"/>
                </a:lnTo>
                <a:lnTo>
                  <a:pt x="3417784" y="659644"/>
                </a:lnTo>
                <a:lnTo>
                  <a:pt x="3419430" y="660372"/>
                </a:lnTo>
                <a:lnTo>
                  <a:pt x="3421077" y="661100"/>
                </a:lnTo>
                <a:lnTo>
                  <a:pt x="3422723" y="661827"/>
                </a:lnTo>
                <a:lnTo>
                  <a:pt x="3424369" y="662553"/>
                </a:lnTo>
                <a:lnTo>
                  <a:pt x="3426016" y="663280"/>
                </a:lnTo>
                <a:lnTo>
                  <a:pt x="3427662" y="664005"/>
                </a:lnTo>
                <a:lnTo>
                  <a:pt x="3429308" y="664731"/>
                </a:lnTo>
                <a:lnTo>
                  <a:pt x="3430955" y="665456"/>
                </a:lnTo>
                <a:lnTo>
                  <a:pt x="3432601" y="666180"/>
                </a:lnTo>
                <a:lnTo>
                  <a:pt x="3434247" y="666904"/>
                </a:lnTo>
                <a:lnTo>
                  <a:pt x="3435894" y="667627"/>
                </a:lnTo>
                <a:lnTo>
                  <a:pt x="3437540" y="668350"/>
                </a:lnTo>
                <a:lnTo>
                  <a:pt x="3439186" y="669073"/>
                </a:lnTo>
                <a:lnTo>
                  <a:pt x="3440833" y="669795"/>
                </a:lnTo>
                <a:lnTo>
                  <a:pt x="3442479" y="670517"/>
                </a:lnTo>
                <a:lnTo>
                  <a:pt x="3444125" y="671238"/>
                </a:lnTo>
                <a:lnTo>
                  <a:pt x="3445772" y="671959"/>
                </a:lnTo>
                <a:lnTo>
                  <a:pt x="3447418" y="672679"/>
                </a:lnTo>
                <a:lnTo>
                  <a:pt x="3449064" y="673399"/>
                </a:lnTo>
                <a:lnTo>
                  <a:pt x="3450710" y="674118"/>
                </a:lnTo>
                <a:lnTo>
                  <a:pt x="3452357" y="674837"/>
                </a:lnTo>
                <a:lnTo>
                  <a:pt x="3454003" y="675556"/>
                </a:lnTo>
                <a:lnTo>
                  <a:pt x="3455649" y="676274"/>
                </a:lnTo>
                <a:lnTo>
                  <a:pt x="3457296" y="676991"/>
                </a:lnTo>
                <a:lnTo>
                  <a:pt x="3458942" y="677708"/>
                </a:lnTo>
                <a:lnTo>
                  <a:pt x="3460588" y="678425"/>
                </a:lnTo>
                <a:lnTo>
                  <a:pt x="3462235" y="679141"/>
                </a:lnTo>
                <a:lnTo>
                  <a:pt x="3463881" y="679856"/>
                </a:lnTo>
                <a:lnTo>
                  <a:pt x="3465527" y="680572"/>
                </a:lnTo>
                <a:lnTo>
                  <a:pt x="3467174" y="681286"/>
                </a:lnTo>
                <a:lnTo>
                  <a:pt x="3468820" y="682000"/>
                </a:lnTo>
                <a:lnTo>
                  <a:pt x="3470466" y="682714"/>
                </a:lnTo>
                <a:lnTo>
                  <a:pt x="3472113" y="683427"/>
                </a:lnTo>
                <a:lnTo>
                  <a:pt x="3473759" y="684140"/>
                </a:lnTo>
                <a:lnTo>
                  <a:pt x="3475405" y="684853"/>
                </a:lnTo>
                <a:lnTo>
                  <a:pt x="3477052" y="685564"/>
                </a:lnTo>
                <a:lnTo>
                  <a:pt x="3478698" y="686276"/>
                </a:lnTo>
                <a:lnTo>
                  <a:pt x="3480344" y="686987"/>
                </a:lnTo>
                <a:lnTo>
                  <a:pt x="3481991" y="687697"/>
                </a:lnTo>
                <a:lnTo>
                  <a:pt x="3483637" y="688407"/>
                </a:lnTo>
                <a:lnTo>
                  <a:pt x="3485283" y="689116"/>
                </a:lnTo>
                <a:lnTo>
                  <a:pt x="3486930" y="689825"/>
                </a:lnTo>
                <a:lnTo>
                  <a:pt x="3488576" y="690534"/>
                </a:lnTo>
                <a:lnTo>
                  <a:pt x="3490222" y="691241"/>
                </a:lnTo>
                <a:lnTo>
                  <a:pt x="3491869" y="691949"/>
                </a:lnTo>
                <a:lnTo>
                  <a:pt x="3493515" y="692656"/>
                </a:lnTo>
                <a:lnTo>
                  <a:pt x="3495161" y="693362"/>
                </a:lnTo>
                <a:lnTo>
                  <a:pt x="3496808" y="694068"/>
                </a:lnTo>
                <a:lnTo>
                  <a:pt x="3498454" y="694774"/>
                </a:lnTo>
                <a:lnTo>
                  <a:pt x="3500100" y="695479"/>
                </a:lnTo>
                <a:lnTo>
                  <a:pt x="3501747" y="696183"/>
                </a:lnTo>
                <a:lnTo>
                  <a:pt x="3503393" y="696887"/>
                </a:lnTo>
                <a:lnTo>
                  <a:pt x="3505039" y="697591"/>
                </a:lnTo>
                <a:lnTo>
                  <a:pt x="3506686" y="698294"/>
                </a:lnTo>
                <a:lnTo>
                  <a:pt x="3508332" y="698997"/>
                </a:lnTo>
                <a:lnTo>
                  <a:pt x="3509978" y="699699"/>
                </a:lnTo>
                <a:lnTo>
                  <a:pt x="3511625" y="700400"/>
                </a:lnTo>
                <a:lnTo>
                  <a:pt x="3513271" y="701101"/>
                </a:lnTo>
                <a:lnTo>
                  <a:pt x="3514917" y="701802"/>
                </a:lnTo>
                <a:lnTo>
                  <a:pt x="3516564" y="702502"/>
                </a:lnTo>
                <a:lnTo>
                  <a:pt x="3518210" y="703201"/>
                </a:lnTo>
                <a:lnTo>
                  <a:pt x="3519856" y="703900"/>
                </a:lnTo>
                <a:lnTo>
                  <a:pt x="3521503" y="704599"/>
                </a:lnTo>
                <a:lnTo>
                  <a:pt x="3523149" y="705297"/>
                </a:lnTo>
                <a:lnTo>
                  <a:pt x="3524795" y="705994"/>
                </a:lnTo>
                <a:lnTo>
                  <a:pt x="3526442" y="706691"/>
                </a:lnTo>
                <a:lnTo>
                  <a:pt x="3528088" y="707388"/>
                </a:lnTo>
                <a:lnTo>
                  <a:pt x="3529734" y="708084"/>
                </a:lnTo>
                <a:lnTo>
                  <a:pt x="3531381" y="708779"/>
                </a:lnTo>
                <a:lnTo>
                  <a:pt x="3533027" y="709474"/>
                </a:lnTo>
                <a:lnTo>
                  <a:pt x="3534673" y="710169"/>
                </a:lnTo>
                <a:lnTo>
                  <a:pt x="3536320" y="710863"/>
                </a:lnTo>
                <a:lnTo>
                  <a:pt x="3537966" y="711556"/>
                </a:lnTo>
                <a:lnTo>
                  <a:pt x="3539612" y="712249"/>
                </a:lnTo>
                <a:lnTo>
                  <a:pt x="3541259" y="712941"/>
                </a:lnTo>
                <a:lnTo>
                  <a:pt x="3542905" y="713633"/>
                </a:lnTo>
                <a:lnTo>
                  <a:pt x="3544551" y="714325"/>
                </a:lnTo>
                <a:lnTo>
                  <a:pt x="3546198" y="715016"/>
                </a:lnTo>
                <a:lnTo>
                  <a:pt x="3547844" y="715706"/>
                </a:lnTo>
                <a:lnTo>
                  <a:pt x="3549490" y="716396"/>
                </a:lnTo>
                <a:lnTo>
                  <a:pt x="3551137" y="717085"/>
                </a:lnTo>
                <a:lnTo>
                  <a:pt x="3552783" y="717774"/>
                </a:lnTo>
                <a:lnTo>
                  <a:pt x="3554429" y="718462"/>
                </a:lnTo>
                <a:lnTo>
                  <a:pt x="3556076" y="719150"/>
                </a:lnTo>
                <a:lnTo>
                  <a:pt x="3557722" y="719837"/>
                </a:lnTo>
                <a:lnTo>
                  <a:pt x="3559368" y="720524"/>
                </a:lnTo>
                <a:lnTo>
                  <a:pt x="3561015" y="721210"/>
                </a:lnTo>
                <a:lnTo>
                  <a:pt x="3562661" y="721895"/>
                </a:lnTo>
                <a:lnTo>
                  <a:pt x="3564307" y="722581"/>
                </a:lnTo>
                <a:lnTo>
                  <a:pt x="3565954" y="723265"/>
                </a:lnTo>
                <a:lnTo>
                  <a:pt x="3567600" y="723949"/>
                </a:lnTo>
                <a:lnTo>
                  <a:pt x="3569246" y="724633"/>
                </a:lnTo>
                <a:lnTo>
                  <a:pt x="3570893" y="725316"/>
                </a:lnTo>
                <a:lnTo>
                  <a:pt x="3572539" y="725998"/>
                </a:lnTo>
                <a:lnTo>
                  <a:pt x="3574185" y="726680"/>
                </a:lnTo>
                <a:lnTo>
                  <a:pt x="3575832" y="727362"/>
                </a:lnTo>
                <a:lnTo>
                  <a:pt x="3577478" y="728042"/>
                </a:lnTo>
                <a:lnTo>
                  <a:pt x="3579124" y="728723"/>
                </a:lnTo>
                <a:lnTo>
                  <a:pt x="3580771" y="729402"/>
                </a:lnTo>
                <a:lnTo>
                  <a:pt x="3582417" y="730082"/>
                </a:lnTo>
                <a:lnTo>
                  <a:pt x="3584063" y="730760"/>
                </a:lnTo>
                <a:lnTo>
                  <a:pt x="3585710" y="731439"/>
                </a:lnTo>
                <a:lnTo>
                  <a:pt x="3587356" y="732116"/>
                </a:lnTo>
                <a:lnTo>
                  <a:pt x="3589002" y="732793"/>
                </a:lnTo>
                <a:lnTo>
                  <a:pt x="3590649" y="733470"/>
                </a:lnTo>
                <a:lnTo>
                  <a:pt x="3592295" y="734146"/>
                </a:lnTo>
                <a:lnTo>
                  <a:pt x="3593941" y="734821"/>
                </a:lnTo>
                <a:lnTo>
                  <a:pt x="3595588" y="735496"/>
                </a:lnTo>
                <a:lnTo>
                  <a:pt x="3597234" y="736171"/>
                </a:lnTo>
                <a:lnTo>
                  <a:pt x="3598880" y="736845"/>
                </a:lnTo>
                <a:lnTo>
                  <a:pt x="3600527" y="737518"/>
                </a:lnTo>
                <a:lnTo>
                  <a:pt x="3602173" y="738191"/>
                </a:lnTo>
                <a:lnTo>
                  <a:pt x="3603819" y="738863"/>
                </a:lnTo>
                <a:lnTo>
                  <a:pt x="3605466" y="739534"/>
                </a:lnTo>
                <a:lnTo>
                  <a:pt x="3607112" y="740206"/>
                </a:lnTo>
                <a:lnTo>
                  <a:pt x="3608758" y="740876"/>
                </a:lnTo>
                <a:lnTo>
                  <a:pt x="3610405" y="741546"/>
                </a:lnTo>
                <a:lnTo>
                  <a:pt x="3612051" y="742216"/>
                </a:lnTo>
                <a:lnTo>
                  <a:pt x="3613697" y="742885"/>
                </a:lnTo>
                <a:lnTo>
                  <a:pt x="3615344" y="743553"/>
                </a:lnTo>
                <a:lnTo>
                  <a:pt x="3616990" y="744221"/>
                </a:lnTo>
                <a:lnTo>
                  <a:pt x="3618636" y="744888"/>
                </a:lnTo>
                <a:lnTo>
                  <a:pt x="3620283" y="745555"/>
                </a:lnTo>
                <a:lnTo>
                  <a:pt x="3621929" y="746221"/>
                </a:lnTo>
                <a:lnTo>
                  <a:pt x="3623575" y="746886"/>
                </a:lnTo>
                <a:lnTo>
                  <a:pt x="3625222" y="747551"/>
                </a:lnTo>
                <a:lnTo>
                  <a:pt x="3626868" y="748216"/>
                </a:lnTo>
                <a:lnTo>
                  <a:pt x="3628514" y="748880"/>
                </a:lnTo>
                <a:lnTo>
                  <a:pt x="3630161" y="749543"/>
                </a:lnTo>
                <a:lnTo>
                  <a:pt x="3631807" y="750206"/>
                </a:lnTo>
                <a:lnTo>
                  <a:pt x="3633453" y="750868"/>
                </a:lnTo>
                <a:lnTo>
                  <a:pt x="3635100" y="751530"/>
                </a:lnTo>
                <a:lnTo>
                  <a:pt x="3636746" y="752191"/>
                </a:lnTo>
                <a:lnTo>
                  <a:pt x="3638392" y="752851"/>
                </a:lnTo>
                <a:lnTo>
                  <a:pt x="3640039" y="753511"/>
                </a:lnTo>
                <a:lnTo>
                  <a:pt x="3641685" y="754171"/>
                </a:lnTo>
                <a:lnTo>
                  <a:pt x="3643331" y="754829"/>
                </a:lnTo>
                <a:lnTo>
                  <a:pt x="3644978" y="755488"/>
                </a:lnTo>
                <a:lnTo>
                  <a:pt x="3646624" y="756145"/>
                </a:lnTo>
                <a:lnTo>
                  <a:pt x="3648270" y="756803"/>
                </a:lnTo>
                <a:lnTo>
                  <a:pt x="3649917" y="757459"/>
                </a:lnTo>
                <a:lnTo>
                  <a:pt x="3651563" y="758115"/>
                </a:lnTo>
                <a:lnTo>
                  <a:pt x="3653209" y="758771"/>
                </a:lnTo>
                <a:lnTo>
                  <a:pt x="3654856" y="759425"/>
                </a:lnTo>
                <a:lnTo>
                  <a:pt x="3656502" y="760080"/>
                </a:lnTo>
                <a:lnTo>
                  <a:pt x="3658148" y="760733"/>
                </a:lnTo>
                <a:lnTo>
                  <a:pt x="3659795" y="761386"/>
                </a:lnTo>
                <a:lnTo>
                  <a:pt x="3661441" y="762039"/>
                </a:lnTo>
                <a:lnTo>
                  <a:pt x="3663087" y="762691"/>
                </a:lnTo>
                <a:lnTo>
                  <a:pt x="3664734" y="763342"/>
                </a:lnTo>
                <a:lnTo>
                  <a:pt x="3666380" y="763993"/>
                </a:lnTo>
                <a:lnTo>
                  <a:pt x="3668026" y="764643"/>
                </a:lnTo>
                <a:lnTo>
                  <a:pt x="3669673" y="765293"/>
                </a:lnTo>
                <a:lnTo>
                  <a:pt x="3671319" y="765942"/>
                </a:lnTo>
                <a:lnTo>
                  <a:pt x="3672965" y="766591"/>
                </a:lnTo>
                <a:lnTo>
                  <a:pt x="3674612" y="767239"/>
                </a:lnTo>
                <a:lnTo>
                  <a:pt x="3676258" y="767886"/>
                </a:lnTo>
                <a:lnTo>
                  <a:pt x="3677904" y="768533"/>
                </a:lnTo>
                <a:lnTo>
                  <a:pt x="3679551" y="769179"/>
                </a:lnTo>
                <a:lnTo>
                  <a:pt x="3681197" y="769824"/>
                </a:lnTo>
                <a:lnTo>
                  <a:pt x="3682843" y="770469"/>
                </a:lnTo>
                <a:lnTo>
                  <a:pt x="3684490" y="771114"/>
                </a:lnTo>
                <a:lnTo>
                  <a:pt x="3686136" y="771758"/>
                </a:lnTo>
                <a:lnTo>
                  <a:pt x="3687782" y="772401"/>
                </a:lnTo>
                <a:lnTo>
                  <a:pt x="3689429" y="773044"/>
                </a:lnTo>
                <a:lnTo>
                  <a:pt x="3691075" y="773686"/>
                </a:lnTo>
                <a:lnTo>
                  <a:pt x="3692721" y="774327"/>
                </a:lnTo>
                <a:lnTo>
                  <a:pt x="3694368" y="774968"/>
                </a:lnTo>
                <a:lnTo>
                  <a:pt x="3696014" y="775608"/>
                </a:lnTo>
                <a:lnTo>
                  <a:pt x="3697660" y="776248"/>
                </a:lnTo>
                <a:lnTo>
                  <a:pt x="3699307" y="776887"/>
                </a:lnTo>
                <a:lnTo>
                  <a:pt x="3700953" y="777526"/>
                </a:lnTo>
                <a:lnTo>
                  <a:pt x="3702599" y="778164"/>
                </a:lnTo>
                <a:lnTo>
                  <a:pt x="3704246" y="778801"/>
                </a:lnTo>
                <a:lnTo>
                  <a:pt x="3705892" y="779438"/>
                </a:lnTo>
                <a:lnTo>
                  <a:pt x="3707538" y="780074"/>
                </a:lnTo>
                <a:lnTo>
                  <a:pt x="3709185" y="780709"/>
                </a:lnTo>
                <a:lnTo>
                  <a:pt x="3710831" y="781344"/>
                </a:lnTo>
                <a:lnTo>
                  <a:pt x="3712477" y="781979"/>
                </a:lnTo>
                <a:lnTo>
                  <a:pt x="3714124" y="782613"/>
                </a:lnTo>
                <a:lnTo>
                  <a:pt x="3715770" y="783246"/>
                </a:lnTo>
                <a:lnTo>
                  <a:pt x="3717416" y="783878"/>
                </a:lnTo>
                <a:lnTo>
                  <a:pt x="3719063" y="784510"/>
                </a:lnTo>
                <a:lnTo>
                  <a:pt x="3720709" y="785142"/>
                </a:lnTo>
                <a:lnTo>
                  <a:pt x="3722355" y="785772"/>
                </a:lnTo>
                <a:lnTo>
                  <a:pt x="3724002" y="786402"/>
                </a:lnTo>
                <a:lnTo>
                  <a:pt x="3725648" y="787032"/>
                </a:lnTo>
                <a:lnTo>
                  <a:pt x="3727294" y="787661"/>
                </a:lnTo>
                <a:lnTo>
                  <a:pt x="3728941" y="788289"/>
                </a:lnTo>
                <a:lnTo>
                  <a:pt x="3730587" y="788917"/>
                </a:lnTo>
                <a:lnTo>
                  <a:pt x="3732233" y="789544"/>
                </a:lnTo>
                <a:lnTo>
                  <a:pt x="3733880" y="790171"/>
                </a:lnTo>
                <a:lnTo>
                  <a:pt x="3735526" y="790797"/>
                </a:lnTo>
                <a:lnTo>
                  <a:pt x="3737172" y="791422"/>
                </a:lnTo>
                <a:lnTo>
                  <a:pt x="3738819" y="792047"/>
                </a:lnTo>
                <a:lnTo>
                  <a:pt x="3740465" y="792671"/>
                </a:lnTo>
                <a:lnTo>
                  <a:pt x="3742111" y="793294"/>
                </a:lnTo>
                <a:lnTo>
                  <a:pt x="3743758" y="793917"/>
                </a:lnTo>
                <a:lnTo>
                  <a:pt x="3745404" y="794539"/>
                </a:lnTo>
                <a:lnTo>
                  <a:pt x="3747050" y="795161"/>
                </a:lnTo>
                <a:lnTo>
                  <a:pt x="3748697" y="795782"/>
                </a:lnTo>
                <a:lnTo>
                  <a:pt x="3750343" y="796402"/>
                </a:lnTo>
                <a:lnTo>
                  <a:pt x="3751989" y="797022"/>
                </a:lnTo>
                <a:lnTo>
                  <a:pt x="3753636" y="797641"/>
                </a:lnTo>
                <a:lnTo>
                  <a:pt x="3755282" y="798260"/>
                </a:lnTo>
                <a:lnTo>
                  <a:pt x="3756928" y="798878"/>
                </a:lnTo>
                <a:lnTo>
                  <a:pt x="3758575" y="799495"/>
                </a:lnTo>
                <a:lnTo>
                  <a:pt x="3760221" y="800112"/>
                </a:lnTo>
                <a:lnTo>
                  <a:pt x="3761867" y="800728"/>
                </a:lnTo>
                <a:lnTo>
                  <a:pt x="3763513" y="801343"/>
                </a:lnTo>
                <a:lnTo>
                  <a:pt x="3765160" y="801958"/>
                </a:lnTo>
                <a:lnTo>
                  <a:pt x="3766806" y="802573"/>
                </a:lnTo>
                <a:lnTo>
                  <a:pt x="3768452" y="803186"/>
                </a:lnTo>
                <a:lnTo>
                  <a:pt x="3770099" y="803799"/>
                </a:lnTo>
                <a:lnTo>
                  <a:pt x="3771745" y="804412"/>
                </a:lnTo>
                <a:lnTo>
                  <a:pt x="3773391" y="805023"/>
                </a:lnTo>
                <a:lnTo>
                  <a:pt x="3775038" y="805634"/>
                </a:lnTo>
                <a:lnTo>
                  <a:pt x="3776684" y="806245"/>
                </a:lnTo>
                <a:lnTo>
                  <a:pt x="3778330" y="806855"/>
                </a:lnTo>
                <a:lnTo>
                  <a:pt x="3779977" y="807464"/>
                </a:lnTo>
                <a:lnTo>
                  <a:pt x="3781623" y="808073"/>
                </a:lnTo>
                <a:lnTo>
                  <a:pt x="3783269" y="808681"/>
                </a:lnTo>
                <a:lnTo>
                  <a:pt x="3784916" y="809288"/>
                </a:lnTo>
                <a:lnTo>
                  <a:pt x="3786562" y="809895"/>
                </a:lnTo>
                <a:lnTo>
                  <a:pt x="3788208" y="810501"/>
                </a:lnTo>
                <a:lnTo>
                  <a:pt x="3789855" y="811106"/>
                </a:lnTo>
                <a:lnTo>
                  <a:pt x="3791501" y="811711"/>
                </a:lnTo>
                <a:lnTo>
                  <a:pt x="3793147" y="812315"/>
                </a:lnTo>
                <a:lnTo>
                  <a:pt x="3794794" y="812919"/>
                </a:lnTo>
                <a:lnTo>
                  <a:pt x="3796440" y="813522"/>
                </a:lnTo>
                <a:lnTo>
                  <a:pt x="3798086" y="814124"/>
                </a:lnTo>
                <a:lnTo>
                  <a:pt x="3799733" y="814726"/>
                </a:lnTo>
                <a:lnTo>
                  <a:pt x="3801379" y="815327"/>
                </a:lnTo>
                <a:lnTo>
                  <a:pt x="3803025" y="815927"/>
                </a:lnTo>
                <a:lnTo>
                  <a:pt x="3804672" y="816527"/>
                </a:lnTo>
                <a:lnTo>
                  <a:pt x="3806318" y="817126"/>
                </a:lnTo>
                <a:lnTo>
                  <a:pt x="3807964" y="817725"/>
                </a:lnTo>
                <a:lnTo>
                  <a:pt x="3809611" y="818323"/>
                </a:lnTo>
                <a:lnTo>
                  <a:pt x="3811257" y="818920"/>
                </a:lnTo>
                <a:lnTo>
                  <a:pt x="3812903" y="819516"/>
                </a:lnTo>
                <a:lnTo>
                  <a:pt x="3814550" y="820112"/>
                </a:lnTo>
                <a:lnTo>
                  <a:pt x="3816196" y="820708"/>
                </a:lnTo>
                <a:lnTo>
                  <a:pt x="3817842" y="821302"/>
                </a:lnTo>
                <a:lnTo>
                  <a:pt x="3819489" y="821896"/>
                </a:lnTo>
                <a:lnTo>
                  <a:pt x="3821135" y="822490"/>
                </a:lnTo>
                <a:lnTo>
                  <a:pt x="3822781" y="823082"/>
                </a:lnTo>
                <a:lnTo>
                  <a:pt x="3824428" y="823675"/>
                </a:lnTo>
                <a:lnTo>
                  <a:pt x="3826074" y="824266"/>
                </a:lnTo>
                <a:lnTo>
                  <a:pt x="3827720" y="824857"/>
                </a:lnTo>
                <a:lnTo>
                  <a:pt x="3829367" y="825447"/>
                </a:lnTo>
                <a:lnTo>
                  <a:pt x="3831013" y="826037"/>
                </a:lnTo>
                <a:lnTo>
                  <a:pt x="3832659" y="826625"/>
                </a:lnTo>
                <a:lnTo>
                  <a:pt x="3834306" y="827214"/>
                </a:lnTo>
                <a:lnTo>
                  <a:pt x="3835952" y="827801"/>
                </a:lnTo>
                <a:lnTo>
                  <a:pt x="3837598" y="828388"/>
                </a:lnTo>
                <a:lnTo>
                  <a:pt x="3839245" y="828974"/>
                </a:lnTo>
                <a:lnTo>
                  <a:pt x="3840891" y="829560"/>
                </a:lnTo>
                <a:lnTo>
                  <a:pt x="3842537" y="830145"/>
                </a:lnTo>
                <a:lnTo>
                  <a:pt x="3844184" y="830729"/>
                </a:lnTo>
                <a:lnTo>
                  <a:pt x="3845830" y="831313"/>
                </a:lnTo>
                <a:lnTo>
                  <a:pt x="3847476" y="831896"/>
                </a:lnTo>
                <a:lnTo>
                  <a:pt x="3849123" y="832478"/>
                </a:lnTo>
                <a:lnTo>
                  <a:pt x="3850769" y="833060"/>
                </a:lnTo>
                <a:lnTo>
                  <a:pt x="3852415" y="833641"/>
                </a:lnTo>
                <a:lnTo>
                  <a:pt x="3854062" y="834222"/>
                </a:lnTo>
                <a:lnTo>
                  <a:pt x="3855708" y="834801"/>
                </a:lnTo>
                <a:lnTo>
                  <a:pt x="3857354" y="835380"/>
                </a:lnTo>
                <a:lnTo>
                  <a:pt x="3859001" y="835959"/>
                </a:lnTo>
                <a:lnTo>
                  <a:pt x="3860647" y="836537"/>
                </a:lnTo>
                <a:lnTo>
                  <a:pt x="3862293" y="837114"/>
                </a:lnTo>
                <a:lnTo>
                  <a:pt x="3863940" y="837690"/>
                </a:lnTo>
                <a:lnTo>
                  <a:pt x="3865586" y="838266"/>
                </a:lnTo>
                <a:lnTo>
                  <a:pt x="3867232" y="838841"/>
                </a:lnTo>
                <a:lnTo>
                  <a:pt x="3868879" y="839416"/>
                </a:lnTo>
                <a:lnTo>
                  <a:pt x="3870525" y="839990"/>
                </a:lnTo>
                <a:lnTo>
                  <a:pt x="3872171" y="840563"/>
                </a:lnTo>
                <a:lnTo>
                  <a:pt x="3873818" y="841135"/>
                </a:lnTo>
                <a:lnTo>
                  <a:pt x="3875464" y="841707"/>
                </a:lnTo>
                <a:lnTo>
                  <a:pt x="3877110" y="842278"/>
                </a:lnTo>
                <a:lnTo>
                  <a:pt x="3878757" y="842849"/>
                </a:lnTo>
                <a:lnTo>
                  <a:pt x="3880403" y="843419"/>
                </a:lnTo>
                <a:lnTo>
                  <a:pt x="3882049" y="843988"/>
                </a:lnTo>
                <a:lnTo>
                  <a:pt x="3883696" y="844556"/>
                </a:lnTo>
                <a:lnTo>
                  <a:pt x="3885342" y="845124"/>
                </a:lnTo>
                <a:lnTo>
                  <a:pt x="3886988" y="845692"/>
                </a:lnTo>
                <a:lnTo>
                  <a:pt x="3888635" y="846258"/>
                </a:lnTo>
                <a:lnTo>
                  <a:pt x="3890281" y="846824"/>
                </a:lnTo>
                <a:lnTo>
                  <a:pt x="3891927" y="847389"/>
                </a:lnTo>
                <a:lnTo>
                  <a:pt x="3893574" y="847954"/>
                </a:lnTo>
                <a:lnTo>
                  <a:pt x="3895220" y="848518"/>
                </a:lnTo>
                <a:lnTo>
                  <a:pt x="3896866" y="849081"/>
                </a:lnTo>
                <a:lnTo>
                  <a:pt x="3898513" y="849643"/>
                </a:lnTo>
                <a:lnTo>
                  <a:pt x="3900159" y="850205"/>
                </a:lnTo>
                <a:lnTo>
                  <a:pt x="3901805" y="850766"/>
                </a:lnTo>
                <a:lnTo>
                  <a:pt x="3903452" y="851327"/>
                </a:lnTo>
                <a:lnTo>
                  <a:pt x="3905098" y="851887"/>
                </a:lnTo>
                <a:lnTo>
                  <a:pt x="3906744" y="852446"/>
                </a:lnTo>
                <a:lnTo>
                  <a:pt x="3908391" y="853004"/>
                </a:lnTo>
                <a:lnTo>
                  <a:pt x="3910037" y="853562"/>
                </a:lnTo>
                <a:lnTo>
                  <a:pt x="3911683" y="854119"/>
                </a:lnTo>
                <a:lnTo>
                  <a:pt x="3913330" y="854676"/>
                </a:lnTo>
                <a:lnTo>
                  <a:pt x="3914976" y="855232"/>
                </a:lnTo>
                <a:lnTo>
                  <a:pt x="3916622" y="855787"/>
                </a:lnTo>
                <a:lnTo>
                  <a:pt x="3918269" y="856341"/>
                </a:lnTo>
                <a:lnTo>
                  <a:pt x="3919915" y="856895"/>
                </a:lnTo>
                <a:lnTo>
                  <a:pt x="3921561" y="857448"/>
                </a:lnTo>
                <a:lnTo>
                  <a:pt x="3923208" y="858000"/>
                </a:lnTo>
                <a:lnTo>
                  <a:pt x="3924854" y="858552"/>
                </a:lnTo>
                <a:lnTo>
                  <a:pt x="3926500" y="859103"/>
                </a:lnTo>
                <a:lnTo>
                  <a:pt x="3928147" y="859653"/>
                </a:lnTo>
                <a:lnTo>
                  <a:pt x="3929793" y="860203"/>
                </a:lnTo>
                <a:lnTo>
                  <a:pt x="3931439" y="860752"/>
                </a:lnTo>
                <a:lnTo>
                  <a:pt x="3933086" y="861301"/>
                </a:lnTo>
                <a:lnTo>
                  <a:pt x="3934732" y="861848"/>
                </a:lnTo>
                <a:lnTo>
                  <a:pt x="3936378" y="862395"/>
                </a:lnTo>
                <a:lnTo>
                  <a:pt x="3938025" y="862941"/>
                </a:lnTo>
                <a:lnTo>
                  <a:pt x="3939671" y="863487"/>
                </a:lnTo>
                <a:lnTo>
                  <a:pt x="3941317" y="864032"/>
                </a:lnTo>
                <a:lnTo>
                  <a:pt x="3942964" y="864576"/>
                </a:lnTo>
                <a:lnTo>
                  <a:pt x="3944610" y="865120"/>
                </a:lnTo>
                <a:lnTo>
                  <a:pt x="3946256" y="865663"/>
                </a:lnTo>
                <a:lnTo>
                  <a:pt x="3947903" y="866205"/>
                </a:lnTo>
                <a:lnTo>
                  <a:pt x="3949549" y="866746"/>
                </a:lnTo>
                <a:lnTo>
                  <a:pt x="3951195" y="867287"/>
                </a:lnTo>
                <a:lnTo>
                  <a:pt x="3952842" y="867827"/>
                </a:lnTo>
                <a:lnTo>
                  <a:pt x="3954488" y="868366"/>
                </a:lnTo>
                <a:lnTo>
                  <a:pt x="3956134" y="868905"/>
                </a:lnTo>
                <a:lnTo>
                  <a:pt x="3957781" y="869443"/>
                </a:lnTo>
                <a:lnTo>
                  <a:pt x="3959427" y="869981"/>
                </a:lnTo>
                <a:lnTo>
                  <a:pt x="3961073" y="870517"/>
                </a:lnTo>
                <a:lnTo>
                  <a:pt x="3962720" y="871053"/>
                </a:lnTo>
                <a:lnTo>
                  <a:pt x="3964366" y="871589"/>
                </a:lnTo>
                <a:lnTo>
                  <a:pt x="3966012" y="872123"/>
                </a:lnTo>
                <a:lnTo>
                  <a:pt x="3967659" y="872657"/>
                </a:lnTo>
                <a:lnTo>
                  <a:pt x="3969305" y="873190"/>
                </a:lnTo>
                <a:lnTo>
                  <a:pt x="3970951" y="873723"/>
                </a:lnTo>
                <a:lnTo>
                  <a:pt x="3972598" y="874254"/>
                </a:lnTo>
                <a:lnTo>
                  <a:pt x="3974244" y="874786"/>
                </a:lnTo>
                <a:lnTo>
                  <a:pt x="3975890" y="875316"/>
                </a:lnTo>
                <a:lnTo>
                  <a:pt x="3977537" y="875846"/>
                </a:lnTo>
                <a:lnTo>
                  <a:pt x="3979183" y="876375"/>
                </a:lnTo>
                <a:lnTo>
                  <a:pt x="3980829" y="876903"/>
                </a:lnTo>
                <a:lnTo>
                  <a:pt x="3982476" y="877431"/>
                </a:lnTo>
                <a:lnTo>
                  <a:pt x="3984122" y="877958"/>
                </a:lnTo>
                <a:lnTo>
                  <a:pt x="3985768" y="878484"/>
                </a:lnTo>
                <a:lnTo>
                  <a:pt x="3987415" y="879009"/>
                </a:lnTo>
                <a:lnTo>
                  <a:pt x="3989061" y="879534"/>
                </a:lnTo>
                <a:lnTo>
                  <a:pt x="3990707" y="880058"/>
                </a:lnTo>
                <a:lnTo>
                  <a:pt x="3992354" y="880582"/>
                </a:lnTo>
                <a:lnTo>
                  <a:pt x="3994000" y="881105"/>
                </a:lnTo>
                <a:lnTo>
                  <a:pt x="3995646" y="881627"/>
                </a:lnTo>
                <a:lnTo>
                  <a:pt x="3997293" y="882148"/>
                </a:lnTo>
                <a:lnTo>
                  <a:pt x="3998939" y="882669"/>
                </a:lnTo>
                <a:lnTo>
                  <a:pt x="4000585" y="883189"/>
                </a:lnTo>
                <a:lnTo>
                  <a:pt x="4002232" y="883708"/>
                </a:lnTo>
                <a:lnTo>
                  <a:pt x="4003878" y="884226"/>
                </a:lnTo>
                <a:lnTo>
                  <a:pt x="4005524" y="884744"/>
                </a:lnTo>
                <a:lnTo>
                  <a:pt x="4007171" y="885261"/>
                </a:lnTo>
                <a:lnTo>
                  <a:pt x="4008817" y="885778"/>
                </a:lnTo>
                <a:lnTo>
                  <a:pt x="4010463" y="886293"/>
                </a:lnTo>
                <a:lnTo>
                  <a:pt x="4012110" y="886808"/>
                </a:lnTo>
                <a:lnTo>
                  <a:pt x="4013756" y="887323"/>
                </a:lnTo>
                <a:lnTo>
                  <a:pt x="4015402" y="887836"/>
                </a:lnTo>
                <a:lnTo>
                  <a:pt x="4017049" y="888349"/>
                </a:lnTo>
                <a:lnTo>
                  <a:pt x="4018695" y="888861"/>
                </a:lnTo>
                <a:lnTo>
                  <a:pt x="4020341" y="889373"/>
                </a:lnTo>
                <a:lnTo>
                  <a:pt x="4021988" y="889884"/>
                </a:lnTo>
                <a:lnTo>
                  <a:pt x="4023634" y="890394"/>
                </a:lnTo>
                <a:lnTo>
                  <a:pt x="4025280" y="890903"/>
                </a:lnTo>
                <a:lnTo>
                  <a:pt x="4026927" y="891412"/>
                </a:lnTo>
                <a:lnTo>
                  <a:pt x="4028573" y="891920"/>
                </a:lnTo>
                <a:lnTo>
                  <a:pt x="4030219" y="892427"/>
                </a:lnTo>
                <a:lnTo>
                  <a:pt x="4031866" y="892933"/>
                </a:lnTo>
                <a:lnTo>
                  <a:pt x="4033512" y="893439"/>
                </a:lnTo>
                <a:lnTo>
                  <a:pt x="4035158" y="893944"/>
                </a:lnTo>
                <a:lnTo>
                  <a:pt x="4036805" y="894448"/>
                </a:lnTo>
                <a:lnTo>
                  <a:pt x="4038451" y="894952"/>
                </a:lnTo>
                <a:lnTo>
                  <a:pt x="4040097" y="895455"/>
                </a:lnTo>
                <a:lnTo>
                  <a:pt x="4041744" y="895957"/>
                </a:lnTo>
                <a:lnTo>
                  <a:pt x="4043390" y="896459"/>
                </a:lnTo>
                <a:lnTo>
                  <a:pt x="4045036" y="896960"/>
                </a:lnTo>
                <a:lnTo>
                  <a:pt x="4046683" y="897460"/>
                </a:lnTo>
                <a:lnTo>
                  <a:pt x="4048329" y="897959"/>
                </a:lnTo>
                <a:lnTo>
                  <a:pt x="4049975" y="898458"/>
                </a:lnTo>
                <a:lnTo>
                  <a:pt x="4051622" y="898955"/>
                </a:lnTo>
                <a:lnTo>
                  <a:pt x="4053268" y="899453"/>
                </a:lnTo>
                <a:lnTo>
                  <a:pt x="4054914" y="899949"/>
                </a:lnTo>
                <a:lnTo>
                  <a:pt x="4056561" y="900445"/>
                </a:lnTo>
                <a:lnTo>
                  <a:pt x="4058207" y="900940"/>
                </a:lnTo>
                <a:lnTo>
                  <a:pt x="4059853" y="901434"/>
                </a:lnTo>
                <a:lnTo>
                  <a:pt x="4061500" y="901928"/>
                </a:lnTo>
                <a:lnTo>
                  <a:pt x="4063146" y="902421"/>
                </a:lnTo>
                <a:lnTo>
                  <a:pt x="4064792" y="902913"/>
                </a:lnTo>
                <a:lnTo>
                  <a:pt x="4066439" y="903404"/>
                </a:lnTo>
                <a:lnTo>
                  <a:pt x="4068085" y="903895"/>
                </a:lnTo>
                <a:lnTo>
                  <a:pt x="4069731" y="904385"/>
                </a:lnTo>
                <a:lnTo>
                  <a:pt x="4071378" y="904874"/>
                </a:lnTo>
                <a:lnTo>
                  <a:pt x="4073024" y="905363"/>
                </a:lnTo>
                <a:lnTo>
                  <a:pt x="4074670" y="905851"/>
                </a:lnTo>
                <a:lnTo>
                  <a:pt x="4076316" y="906338"/>
                </a:lnTo>
                <a:lnTo>
                  <a:pt x="4077963" y="906824"/>
                </a:lnTo>
                <a:lnTo>
                  <a:pt x="4079609" y="907310"/>
                </a:lnTo>
                <a:lnTo>
                  <a:pt x="4081255" y="907795"/>
                </a:lnTo>
                <a:lnTo>
                  <a:pt x="4082902" y="908279"/>
                </a:lnTo>
                <a:lnTo>
                  <a:pt x="4084548" y="908763"/>
                </a:lnTo>
                <a:lnTo>
                  <a:pt x="4086194" y="909245"/>
                </a:lnTo>
                <a:lnTo>
                  <a:pt x="4087841" y="909727"/>
                </a:lnTo>
                <a:lnTo>
                  <a:pt x="4089487" y="910209"/>
                </a:lnTo>
                <a:lnTo>
                  <a:pt x="4091133" y="910689"/>
                </a:lnTo>
                <a:lnTo>
                  <a:pt x="4092780" y="911169"/>
                </a:lnTo>
                <a:lnTo>
                  <a:pt x="4094426" y="911648"/>
                </a:lnTo>
                <a:lnTo>
                  <a:pt x="4096072" y="912127"/>
                </a:lnTo>
                <a:lnTo>
                  <a:pt x="4097719" y="912604"/>
                </a:lnTo>
                <a:lnTo>
                  <a:pt x="4099365" y="913081"/>
                </a:lnTo>
                <a:lnTo>
                  <a:pt x="4101011" y="913557"/>
                </a:lnTo>
                <a:lnTo>
                  <a:pt x="4102658" y="914033"/>
                </a:lnTo>
                <a:lnTo>
                  <a:pt x="4104304" y="914508"/>
                </a:lnTo>
                <a:lnTo>
                  <a:pt x="4105950" y="914982"/>
                </a:lnTo>
                <a:lnTo>
                  <a:pt x="4107597" y="915455"/>
                </a:lnTo>
                <a:lnTo>
                  <a:pt x="4109243" y="915927"/>
                </a:lnTo>
                <a:lnTo>
                  <a:pt x="4110889" y="916399"/>
                </a:lnTo>
                <a:lnTo>
                  <a:pt x="4112536" y="916870"/>
                </a:lnTo>
                <a:lnTo>
                  <a:pt x="4114182" y="917341"/>
                </a:lnTo>
                <a:lnTo>
                  <a:pt x="4115828" y="917810"/>
                </a:lnTo>
                <a:lnTo>
                  <a:pt x="4117475" y="918279"/>
                </a:lnTo>
                <a:lnTo>
                  <a:pt x="4119121" y="918747"/>
                </a:lnTo>
                <a:lnTo>
                  <a:pt x="4120767" y="919215"/>
                </a:lnTo>
                <a:lnTo>
                  <a:pt x="4122414" y="919681"/>
                </a:lnTo>
                <a:lnTo>
                  <a:pt x="4124060" y="920147"/>
                </a:lnTo>
                <a:lnTo>
                  <a:pt x="4125706" y="920613"/>
                </a:lnTo>
                <a:lnTo>
                  <a:pt x="4127353" y="921077"/>
                </a:lnTo>
                <a:lnTo>
                  <a:pt x="4128999" y="921541"/>
                </a:lnTo>
                <a:lnTo>
                  <a:pt x="4130645" y="922004"/>
                </a:lnTo>
                <a:lnTo>
                  <a:pt x="4132292" y="922466"/>
                </a:lnTo>
                <a:lnTo>
                  <a:pt x="4133938" y="922927"/>
                </a:lnTo>
                <a:lnTo>
                  <a:pt x="4135584" y="923388"/>
                </a:lnTo>
                <a:lnTo>
                  <a:pt x="4137231" y="923848"/>
                </a:lnTo>
                <a:lnTo>
                  <a:pt x="4138877" y="924308"/>
                </a:lnTo>
                <a:lnTo>
                  <a:pt x="4140523" y="924766"/>
                </a:lnTo>
                <a:lnTo>
                  <a:pt x="4142170" y="925224"/>
                </a:lnTo>
                <a:lnTo>
                  <a:pt x="4143816" y="925681"/>
                </a:lnTo>
                <a:lnTo>
                  <a:pt x="4145462" y="926137"/>
                </a:lnTo>
                <a:lnTo>
                  <a:pt x="4147109" y="926593"/>
                </a:lnTo>
                <a:lnTo>
                  <a:pt x="4148755" y="927048"/>
                </a:lnTo>
                <a:lnTo>
                  <a:pt x="4150401" y="927502"/>
                </a:lnTo>
                <a:lnTo>
                  <a:pt x="4152048" y="927955"/>
                </a:lnTo>
                <a:lnTo>
                  <a:pt x="4153694" y="928408"/>
                </a:lnTo>
                <a:lnTo>
                  <a:pt x="4155340" y="928860"/>
                </a:lnTo>
                <a:lnTo>
                  <a:pt x="4156987" y="929311"/>
                </a:lnTo>
                <a:lnTo>
                  <a:pt x="4158633" y="929761"/>
                </a:lnTo>
                <a:lnTo>
                  <a:pt x="4160279" y="930211"/>
                </a:lnTo>
                <a:lnTo>
                  <a:pt x="4161926" y="930660"/>
                </a:lnTo>
                <a:lnTo>
                  <a:pt x="4163572" y="931108"/>
                </a:lnTo>
                <a:lnTo>
                  <a:pt x="4165218" y="931555"/>
                </a:lnTo>
                <a:lnTo>
                  <a:pt x="4166865" y="932002"/>
                </a:lnTo>
                <a:lnTo>
                  <a:pt x="4168511" y="932448"/>
                </a:lnTo>
                <a:lnTo>
                  <a:pt x="4170157" y="932893"/>
                </a:lnTo>
                <a:lnTo>
                  <a:pt x="4171804" y="933338"/>
                </a:lnTo>
                <a:lnTo>
                  <a:pt x="4173450" y="933781"/>
                </a:lnTo>
                <a:lnTo>
                  <a:pt x="4175096" y="934224"/>
                </a:lnTo>
                <a:lnTo>
                  <a:pt x="4176743" y="934666"/>
                </a:lnTo>
                <a:lnTo>
                  <a:pt x="4178389" y="935108"/>
                </a:lnTo>
                <a:lnTo>
                  <a:pt x="4180035" y="935548"/>
                </a:lnTo>
                <a:lnTo>
                  <a:pt x="4181682" y="935988"/>
                </a:lnTo>
                <a:lnTo>
                  <a:pt x="4183328" y="936428"/>
                </a:lnTo>
                <a:lnTo>
                  <a:pt x="4184974" y="936866"/>
                </a:lnTo>
                <a:lnTo>
                  <a:pt x="4186621" y="937304"/>
                </a:lnTo>
                <a:lnTo>
                  <a:pt x="4188267" y="937741"/>
                </a:lnTo>
                <a:lnTo>
                  <a:pt x="4189913" y="938177"/>
                </a:lnTo>
                <a:lnTo>
                  <a:pt x="4191560" y="938612"/>
                </a:lnTo>
                <a:lnTo>
                  <a:pt x="4193206" y="939047"/>
                </a:lnTo>
                <a:lnTo>
                  <a:pt x="4194852" y="939481"/>
                </a:lnTo>
                <a:lnTo>
                  <a:pt x="4196499" y="939914"/>
                </a:lnTo>
                <a:lnTo>
                  <a:pt x="4198145" y="940346"/>
                </a:lnTo>
                <a:lnTo>
                  <a:pt x="4199791" y="940778"/>
                </a:lnTo>
                <a:lnTo>
                  <a:pt x="4201438" y="941209"/>
                </a:lnTo>
                <a:lnTo>
                  <a:pt x="4203084" y="941639"/>
                </a:lnTo>
                <a:lnTo>
                  <a:pt x="4204730" y="942068"/>
                </a:lnTo>
                <a:lnTo>
                  <a:pt x="4206377" y="942497"/>
                </a:lnTo>
                <a:lnTo>
                  <a:pt x="4208023" y="942925"/>
                </a:lnTo>
                <a:lnTo>
                  <a:pt x="4209669" y="943352"/>
                </a:lnTo>
                <a:lnTo>
                  <a:pt x="4211316" y="943779"/>
                </a:lnTo>
                <a:lnTo>
                  <a:pt x="4212962" y="944204"/>
                </a:lnTo>
                <a:lnTo>
                  <a:pt x="4214608" y="944629"/>
                </a:lnTo>
                <a:lnTo>
                  <a:pt x="4216255" y="945053"/>
                </a:lnTo>
                <a:lnTo>
                  <a:pt x="4217901" y="945476"/>
                </a:lnTo>
                <a:lnTo>
                  <a:pt x="4219547" y="945899"/>
                </a:lnTo>
                <a:lnTo>
                  <a:pt x="4221194" y="946321"/>
                </a:lnTo>
                <a:lnTo>
                  <a:pt x="4222840" y="946742"/>
                </a:lnTo>
                <a:lnTo>
                  <a:pt x="4224486" y="947162"/>
                </a:lnTo>
                <a:lnTo>
                  <a:pt x="4226133" y="947582"/>
                </a:lnTo>
                <a:lnTo>
                  <a:pt x="4227779" y="948001"/>
                </a:lnTo>
                <a:lnTo>
                  <a:pt x="4229425" y="948419"/>
                </a:lnTo>
                <a:lnTo>
                  <a:pt x="4231072" y="948836"/>
                </a:lnTo>
                <a:lnTo>
                  <a:pt x="4232718" y="949253"/>
                </a:lnTo>
                <a:lnTo>
                  <a:pt x="4234364" y="949668"/>
                </a:lnTo>
                <a:lnTo>
                  <a:pt x="4236011" y="950083"/>
                </a:lnTo>
                <a:lnTo>
                  <a:pt x="4237657" y="950498"/>
                </a:lnTo>
                <a:lnTo>
                  <a:pt x="4239303" y="950911"/>
                </a:lnTo>
                <a:lnTo>
                  <a:pt x="4240950" y="951324"/>
                </a:lnTo>
                <a:lnTo>
                  <a:pt x="4242596" y="951736"/>
                </a:lnTo>
                <a:lnTo>
                  <a:pt x="4244242" y="952147"/>
                </a:lnTo>
                <a:lnTo>
                  <a:pt x="4245889" y="952557"/>
                </a:lnTo>
                <a:lnTo>
                  <a:pt x="4247535" y="952967"/>
                </a:lnTo>
                <a:lnTo>
                  <a:pt x="4249181" y="953376"/>
                </a:lnTo>
                <a:lnTo>
                  <a:pt x="4250828" y="953784"/>
                </a:lnTo>
                <a:lnTo>
                  <a:pt x="4252474" y="954191"/>
                </a:lnTo>
                <a:lnTo>
                  <a:pt x="4254120" y="954598"/>
                </a:lnTo>
                <a:lnTo>
                  <a:pt x="4255767" y="955004"/>
                </a:lnTo>
                <a:lnTo>
                  <a:pt x="4257413" y="955409"/>
                </a:lnTo>
                <a:lnTo>
                  <a:pt x="4259059" y="955813"/>
                </a:lnTo>
                <a:lnTo>
                  <a:pt x="4260706" y="956217"/>
                </a:lnTo>
                <a:lnTo>
                  <a:pt x="4262352" y="956620"/>
                </a:lnTo>
                <a:lnTo>
                  <a:pt x="4263998" y="957022"/>
                </a:lnTo>
                <a:lnTo>
                  <a:pt x="4265645" y="957423"/>
                </a:lnTo>
                <a:lnTo>
                  <a:pt x="4267291" y="957823"/>
                </a:lnTo>
                <a:lnTo>
                  <a:pt x="4268937" y="958223"/>
                </a:lnTo>
                <a:lnTo>
                  <a:pt x="4270584" y="958622"/>
                </a:lnTo>
                <a:lnTo>
                  <a:pt x="4272230" y="959020"/>
                </a:lnTo>
                <a:lnTo>
                  <a:pt x="4273876" y="959418"/>
                </a:lnTo>
                <a:lnTo>
                  <a:pt x="4275523" y="959814"/>
                </a:lnTo>
                <a:lnTo>
                  <a:pt x="4277169" y="960210"/>
                </a:lnTo>
                <a:lnTo>
                  <a:pt x="4278815" y="960605"/>
                </a:lnTo>
                <a:lnTo>
                  <a:pt x="4280462" y="961000"/>
                </a:lnTo>
                <a:lnTo>
                  <a:pt x="4282108" y="961393"/>
                </a:lnTo>
                <a:lnTo>
                  <a:pt x="4283754" y="961786"/>
                </a:lnTo>
                <a:lnTo>
                  <a:pt x="4285401" y="962178"/>
                </a:lnTo>
                <a:lnTo>
                  <a:pt x="4287047" y="962569"/>
                </a:lnTo>
                <a:lnTo>
                  <a:pt x="4288693" y="962960"/>
                </a:lnTo>
                <a:lnTo>
                  <a:pt x="4290340" y="963349"/>
                </a:lnTo>
                <a:lnTo>
                  <a:pt x="4291986" y="963738"/>
                </a:lnTo>
                <a:lnTo>
                  <a:pt x="4293632" y="964126"/>
                </a:lnTo>
                <a:lnTo>
                  <a:pt x="4295279" y="964514"/>
                </a:lnTo>
                <a:lnTo>
                  <a:pt x="4296925" y="964900"/>
                </a:lnTo>
                <a:lnTo>
                  <a:pt x="4298571" y="965286"/>
                </a:lnTo>
                <a:lnTo>
                  <a:pt x="4300218" y="965671"/>
                </a:lnTo>
                <a:lnTo>
                  <a:pt x="4301864" y="966056"/>
                </a:lnTo>
                <a:lnTo>
                  <a:pt x="4303510" y="966439"/>
                </a:lnTo>
                <a:lnTo>
                  <a:pt x="4305157" y="966822"/>
                </a:lnTo>
                <a:lnTo>
                  <a:pt x="4306803" y="967204"/>
                </a:lnTo>
                <a:lnTo>
                  <a:pt x="4308449" y="967585"/>
                </a:lnTo>
                <a:lnTo>
                  <a:pt x="4310096" y="967966"/>
                </a:lnTo>
                <a:lnTo>
                  <a:pt x="4311742" y="968345"/>
                </a:lnTo>
                <a:lnTo>
                  <a:pt x="4313388" y="968724"/>
                </a:lnTo>
                <a:lnTo>
                  <a:pt x="4315035" y="969102"/>
                </a:lnTo>
                <a:lnTo>
                  <a:pt x="4316681" y="969480"/>
                </a:lnTo>
                <a:lnTo>
                  <a:pt x="4318327" y="969856"/>
                </a:lnTo>
                <a:lnTo>
                  <a:pt x="4319974" y="970232"/>
                </a:lnTo>
                <a:lnTo>
                  <a:pt x="4321620" y="970607"/>
                </a:lnTo>
                <a:lnTo>
                  <a:pt x="4323266" y="970981"/>
                </a:lnTo>
                <a:lnTo>
                  <a:pt x="4324913" y="971355"/>
                </a:lnTo>
                <a:lnTo>
                  <a:pt x="4326559" y="971727"/>
                </a:lnTo>
                <a:lnTo>
                  <a:pt x="4328205" y="972099"/>
                </a:lnTo>
                <a:lnTo>
                  <a:pt x="4329852" y="972470"/>
                </a:lnTo>
                <a:lnTo>
                  <a:pt x="4331498" y="972841"/>
                </a:lnTo>
                <a:lnTo>
                  <a:pt x="4333144" y="973210"/>
                </a:lnTo>
                <a:lnTo>
                  <a:pt x="4334791" y="973579"/>
                </a:lnTo>
                <a:lnTo>
                  <a:pt x="4336437" y="973947"/>
                </a:lnTo>
                <a:lnTo>
                  <a:pt x="4338083" y="974314"/>
                </a:lnTo>
                <a:lnTo>
                  <a:pt x="4339730" y="974681"/>
                </a:lnTo>
                <a:lnTo>
                  <a:pt x="4341376" y="975046"/>
                </a:lnTo>
                <a:lnTo>
                  <a:pt x="4343022" y="975411"/>
                </a:lnTo>
                <a:lnTo>
                  <a:pt x="4344669" y="975775"/>
                </a:lnTo>
                <a:lnTo>
                  <a:pt x="4346315" y="976139"/>
                </a:lnTo>
                <a:lnTo>
                  <a:pt x="4347961" y="976501"/>
                </a:lnTo>
                <a:lnTo>
                  <a:pt x="4349608" y="976863"/>
                </a:lnTo>
                <a:lnTo>
                  <a:pt x="4351254" y="977224"/>
                </a:lnTo>
                <a:lnTo>
                  <a:pt x="4352900" y="977584"/>
                </a:lnTo>
                <a:lnTo>
                  <a:pt x="4354547" y="977943"/>
                </a:lnTo>
                <a:lnTo>
                  <a:pt x="4356193" y="978302"/>
                </a:lnTo>
                <a:lnTo>
                  <a:pt x="4357839" y="978660"/>
                </a:lnTo>
                <a:lnTo>
                  <a:pt x="4359486" y="979017"/>
                </a:lnTo>
                <a:lnTo>
                  <a:pt x="4361132" y="979373"/>
                </a:lnTo>
                <a:lnTo>
                  <a:pt x="4362778" y="979729"/>
                </a:lnTo>
                <a:lnTo>
                  <a:pt x="4364425" y="980083"/>
                </a:lnTo>
                <a:lnTo>
                  <a:pt x="4366071" y="980437"/>
                </a:lnTo>
                <a:lnTo>
                  <a:pt x="4367717" y="980790"/>
                </a:lnTo>
                <a:lnTo>
                  <a:pt x="4369364" y="981143"/>
                </a:lnTo>
                <a:lnTo>
                  <a:pt x="4371010" y="981494"/>
                </a:lnTo>
                <a:lnTo>
                  <a:pt x="4372656" y="981845"/>
                </a:lnTo>
                <a:lnTo>
                  <a:pt x="4374303" y="982195"/>
                </a:lnTo>
                <a:lnTo>
                  <a:pt x="4375949" y="982544"/>
                </a:lnTo>
                <a:lnTo>
                  <a:pt x="4377595" y="982893"/>
                </a:lnTo>
                <a:lnTo>
                  <a:pt x="4379242" y="983240"/>
                </a:lnTo>
                <a:lnTo>
                  <a:pt x="4380888" y="983587"/>
                </a:lnTo>
                <a:lnTo>
                  <a:pt x="4382534" y="983933"/>
                </a:lnTo>
                <a:lnTo>
                  <a:pt x="4384181" y="984279"/>
                </a:lnTo>
                <a:lnTo>
                  <a:pt x="4385827" y="984623"/>
                </a:lnTo>
                <a:lnTo>
                  <a:pt x="4387473" y="984967"/>
                </a:lnTo>
                <a:lnTo>
                  <a:pt x="4389120" y="985310"/>
                </a:lnTo>
                <a:lnTo>
                  <a:pt x="4390766" y="985652"/>
                </a:lnTo>
                <a:lnTo>
                  <a:pt x="4392412" y="985993"/>
                </a:lnTo>
                <a:lnTo>
                  <a:pt x="4394058" y="986334"/>
                </a:lnTo>
                <a:lnTo>
                  <a:pt x="4395705" y="986673"/>
                </a:lnTo>
                <a:lnTo>
                  <a:pt x="4397351" y="987012"/>
                </a:lnTo>
                <a:lnTo>
                  <a:pt x="4398997" y="987351"/>
                </a:lnTo>
                <a:lnTo>
                  <a:pt x="4400644" y="987688"/>
                </a:lnTo>
                <a:lnTo>
                  <a:pt x="4402290" y="988025"/>
                </a:lnTo>
                <a:lnTo>
                  <a:pt x="4403936" y="988360"/>
                </a:lnTo>
                <a:lnTo>
                  <a:pt x="4405583" y="988695"/>
                </a:lnTo>
                <a:lnTo>
                  <a:pt x="4407229" y="989030"/>
                </a:lnTo>
                <a:lnTo>
                  <a:pt x="4408875" y="989363"/>
                </a:lnTo>
                <a:lnTo>
                  <a:pt x="4410522" y="989696"/>
                </a:lnTo>
                <a:lnTo>
                  <a:pt x="4412168" y="990028"/>
                </a:lnTo>
                <a:lnTo>
                  <a:pt x="4413814" y="990359"/>
                </a:lnTo>
                <a:lnTo>
                  <a:pt x="4415461" y="990689"/>
                </a:lnTo>
                <a:lnTo>
                  <a:pt x="4417107" y="991019"/>
                </a:lnTo>
                <a:lnTo>
                  <a:pt x="4418753" y="991347"/>
                </a:lnTo>
                <a:lnTo>
                  <a:pt x="4420400" y="991675"/>
                </a:lnTo>
                <a:lnTo>
                  <a:pt x="4422046" y="992002"/>
                </a:lnTo>
                <a:lnTo>
                  <a:pt x="4423692" y="992329"/>
                </a:lnTo>
                <a:lnTo>
                  <a:pt x="4425339" y="992654"/>
                </a:lnTo>
                <a:lnTo>
                  <a:pt x="4426985" y="992979"/>
                </a:lnTo>
                <a:lnTo>
                  <a:pt x="4428631" y="993303"/>
                </a:lnTo>
                <a:lnTo>
                  <a:pt x="4430278" y="993626"/>
                </a:lnTo>
                <a:lnTo>
                  <a:pt x="4431924" y="993948"/>
                </a:lnTo>
                <a:lnTo>
                  <a:pt x="4433570" y="994270"/>
                </a:lnTo>
                <a:lnTo>
                  <a:pt x="4435217" y="994591"/>
                </a:lnTo>
                <a:lnTo>
                  <a:pt x="4436863" y="994911"/>
                </a:lnTo>
                <a:lnTo>
                  <a:pt x="4438509" y="995230"/>
                </a:lnTo>
                <a:lnTo>
                  <a:pt x="4440156" y="995548"/>
                </a:lnTo>
                <a:lnTo>
                  <a:pt x="4441802" y="995866"/>
                </a:lnTo>
                <a:lnTo>
                  <a:pt x="4443448" y="996183"/>
                </a:lnTo>
                <a:lnTo>
                  <a:pt x="4445095" y="996499"/>
                </a:lnTo>
                <a:lnTo>
                  <a:pt x="4446741" y="996814"/>
                </a:lnTo>
                <a:lnTo>
                  <a:pt x="4448387" y="997128"/>
                </a:lnTo>
                <a:lnTo>
                  <a:pt x="4450034" y="997442"/>
                </a:lnTo>
                <a:lnTo>
                  <a:pt x="4451680" y="997755"/>
                </a:lnTo>
                <a:lnTo>
                  <a:pt x="4453326" y="998067"/>
                </a:lnTo>
                <a:lnTo>
                  <a:pt x="4454973" y="998378"/>
                </a:lnTo>
                <a:lnTo>
                  <a:pt x="4456619" y="998688"/>
                </a:lnTo>
                <a:lnTo>
                  <a:pt x="4458265" y="998998"/>
                </a:lnTo>
                <a:lnTo>
                  <a:pt x="4459912" y="999307"/>
                </a:lnTo>
                <a:lnTo>
                  <a:pt x="4461558" y="999615"/>
                </a:lnTo>
                <a:lnTo>
                  <a:pt x="4463204" y="999922"/>
                </a:lnTo>
                <a:lnTo>
                  <a:pt x="4464851" y="1000228"/>
                </a:lnTo>
                <a:lnTo>
                  <a:pt x="4466497" y="1000534"/>
                </a:lnTo>
                <a:lnTo>
                  <a:pt x="4468143" y="1000839"/>
                </a:lnTo>
                <a:lnTo>
                  <a:pt x="4469790" y="1001143"/>
                </a:lnTo>
                <a:lnTo>
                  <a:pt x="4471436" y="1001446"/>
                </a:lnTo>
                <a:lnTo>
                  <a:pt x="4473082" y="1001749"/>
                </a:lnTo>
                <a:lnTo>
                  <a:pt x="4474729" y="1002050"/>
                </a:lnTo>
                <a:lnTo>
                  <a:pt x="4476375" y="1002351"/>
                </a:lnTo>
                <a:lnTo>
                  <a:pt x="4478021" y="1002651"/>
                </a:lnTo>
                <a:lnTo>
                  <a:pt x="4479668" y="1002951"/>
                </a:lnTo>
                <a:lnTo>
                  <a:pt x="4481314" y="1003249"/>
                </a:lnTo>
                <a:lnTo>
                  <a:pt x="4482960" y="1003547"/>
                </a:lnTo>
                <a:lnTo>
                  <a:pt x="4484607" y="1003843"/>
                </a:lnTo>
                <a:lnTo>
                  <a:pt x="4486253" y="1004140"/>
                </a:lnTo>
                <a:lnTo>
                  <a:pt x="4487899" y="1004435"/>
                </a:lnTo>
                <a:lnTo>
                  <a:pt x="4489546" y="1004729"/>
                </a:lnTo>
                <a:lnTo>
                  <a:pt x="4491192" y="1005023"/>
                </a:lnTo>
                <a:lnTo>
                  <a:pt x="4492838" y="1005316"/>
                </a:lnTo>
                <a:lnTo>
                  <a:pt x="4494485" y="1005608"/>
                </a:lnTo>
                <a:lnTo>
                  <a:pt x="4496131" y="1005899"/>
                </a:lnTo>
                <a:lnTo>
                  <a:pt x="4497777" y="1006189"/>
                </a:lnTo>
                <a:lnTo>
                  <a:pt x="4499424" y="1006479"/>
                </a:lnTo>
                <a:lnTo>
                  <a:pt x="4501070" y="1006768"/>
                </a:lnTo>
                <a:lnTo>
                  <a:pt x="4502716" y="1007056"/>
                </a:lnTo>
                <a:lnTo>
                  <a:pt x="4504363" y="1007343"/>
                </a:lnTo>
                <a:lnTo>
                  <a:pt x="4506009" y="1007630"/>
                </a:lnTo>
                <a:lnTo>
                  <a:pt x="4507655" y="1007915"/>
                </a:lnTo>
                <a:lnTo>
                  <a:pt x="4509302" y="1008200"/>
                </a:lnTo>
                <a:lnTo>
                  <a:pt x="4510948" y="1008484"/>
                </a:lnTo>
                <a:lnTo>
                  <a:pt x="4512594" y="1008767"/>
                </a:lnTo>
                <a:lnTo>
                  <a:pt x="4514241" y="1009050"/>
                </a:lnTo>
                <a:lnTo>
                  <a:pt x="4515887" y="1009331"/>
                </a:lnTo>
                <a:lnTo>
                  <a:pt x="4517533" y="1009612"/>
                </a:lnTo>
                <a:lnTo>
                  <a:pt x="4519180" y="1009892"/>
                </a:lnTo>
                <a:lnTo>
                  <a:pt x="4520826" y="1010171"/>
                </a:lnTo>
                <a:lnTo>
                  <a:pt x="4522472" y="1010450"/>
                </a:lnTo>
                <a:lnTo>
                  <a:pt x="4524119" y="1010727"/>
                </a:lnTo>
                <a:lnTo>
                  <a:pt x="4525765" y="1011004"/>
                </a:lnTo>
                <a:lnTo>
                  <a:pt x="4527411" y="1011280"/>
                </a:lnTo>
                <a:lnTo>
                  <a:pt x="4529058" y="1011555"/>
                </a:lnTo>
                <a:lnTo>
                  <a:pt x="4530704" y="1011830"/>
                </a:lnTo>
                <a:lnTo>
                  <a:pt x="4532350" y="1012103"/>
                </a:lnTo>
                <a:lnTo>
                  <a:pt x="4533997" y="1012376"/>
                </a:lnTo>
                <a:lnTo>
                  <a:pt x="4535643" y="1012648"/>
                </a:lnTo>
                <a:lnTo>
                  <a:pt x="4537289" y="1012919"/>
                </a:lnTo>
                <a:lnTo>
                  <a:pt x="4538936" y="1013190"/>
                </a:lnTo>
                <a:lnTo>
                  <a:pt x="4540582" y="1013459"/>
                </a:lnTo>
                <a:lnTo>
                  <a:pt x="4542228" y="1013728"/>
                </a:lnTo>
                <a:lnTo>
                  <a:pt x="4543875" y="1013996"/>
                </a:lnTo>
                <a:lnTo>
                  <a:pt x="4545521" y="1014263"/>
                </a:lnTo>
                <a:lnTo>
                  <a:pt x="4547167" y="1014529"/>
                </a:lnTo>
                <a:lnTo>
                  <a:pt x="4548814" y="1014795"/>
                </a:lnTo>
                <a:lnTo>
                  <a:pt x="4550460" y="1015059"/>
                </a:lnTo>
                <a:lnTo>
                  <a:pt x="4552106" y="1015323"/>
                </a:lnTo>
                <a:lnTo>
                  <a:pt x="4553753" y="1015586"/>
                </a:lnTo>
                <a:lnTo>
                  <a:pt x="4555399" y="1015849"/>
                </a:lnTo>
                <a:lnTo>
                  <a:pt x="4557045" y="1016110"/>
                </a:lnTo>
                <a:lnTo>
                  <a:pt x="4558692" y="1016371"/>
                </a:lnTo>
                <a:lnTo>
                  <a:pt x="4560338" y="1016631"/>
                </a:lnTo>
                <a:lnTo>
                  <a:pt x="4561984" y="1016890"/>
                </a:lnTo>
                <a:lnTo>
                  <a:pt x="4563631" y="1017148"/>
                </a:lnTo>
                <a:lnTo>
                  <a:pt x="4565277" y="1017405"/>
                </a:lnTo>
                <a:lnTo>
                  <a:pt x="4566923" y="1017662"/>
                </a:lnTo>
                <a:lnTo>
                  <a:pt x="4568570" y="1017918"/>
                </a:lnTo>
                <a:lnTo>
                  <a:pt x="4570216" y="1018173"/>
                </a:lnTo>
                <a:lnTo>
                  <a:pt x="4571862" y="1018427"/>
                </a:lnTo>
                <a:lnTo>
                  <a:pt x="4573509" y="1018680"/>
                </a:lnTo>
                <a:lnTo>
                  <a:pt x="4575155" y="1018933"/>
                </a:lnTo>
                <a:lnTo>
                  <a:pt x="4576801" y="1019185"/>
                </a:lnTo>
                <a:lnTo>
                  <a:pt x="4578448" y="1019436"/>
                </a:lnTo>
                <a:lnTo>
                  <a:pt x="4580094" y="1019686"/>
                </a:lnTo>
                <a:lnTo>
                  <a:pt x="4581740" y="1019935"/>
                </a:lnTo>
                <a:lnTo>
                  <a:pt x="4583387" y="1020184"/>
                </a:lnTo>
                <a:lnTo>
                  <a:pt x="4585033" y="1020431"/>
                </a:lnTo>
                <a:lnTo>
                  <a:pt x="4586679" y="1020678"/>
                </a:lnTo>
                <a:lnTo>
                  <a:pt x="4588326" y="1020924"/>
                </a:lnTo>
                <a:lnTo>
                  <a:pt x="4589972" y="1021170"/>
                </a:lnTo>
                <a:lnTo>
                  <a:pt x="4591618" y="1021414"/>
                </a:lnTo>
                <a:lnTo>
                  <a:pt x="4593265" y="1021658"/>
                </a:lnTo>
                <a:lnTo>
                  <a:pt x="4594911" y="1021901"/>
                </a:lnTo>
                <a:lnTo>
                  <a:pt x="4596557" y="1022143"/>
                </a:lnTo>
                <a:lnTo>
                  <a:pt x="4598204" y="1022384"/>
                </a:lnTo>
                <a:lnTo>
                  <a:pt x="4599850" y="1022624"/>
                </a:lnTo>
                <a:lnTo>
                  <a:pt x="4601496" y="1022864"/>
                </a:lnTo>
                <a:lnTo>
                  <a:pt x="4603143" y="1023103"/>
                </a:lnTo>
                <a:lnTo>
                  <a:pt x="4604789" y="1023341"/>
                </a:lnTo>
                <a:lnTo>
                  <a:pt x="4606435" y="1023578"/>
                </a:lnTo>
                <a:lnTo>
                  <a:pt x="4608082" y="1023814"/>
                </a:lnTo>
                <a:lnTo>
                  <a:pt x="4609728" y="1024050"/>
                </a:lnTo>
                <a:lnTo>
                  <a:pt x="4611374" y="1024285"/>
                </a:lnTo>
                <a:lnTo>
                  <a:pt x="4613021" y="1024519"/>
                </a:lnTo>
                <a:lnTo>
                  <a:pt x="4614667" y="1024752"/>
                </a:lnTo>
                <a:lnTo>
                  <a:pt x="4616313" y="1024984"/>
                </a:lnTo>
                <a:lnTo>
                  <a:pt x="4617960" y="1025215"/>
                </a:lnTo>
                <a:lnTo>
                  <a:pt x="4619606" y="1025446"/>
                </a:lnTo>
                <a:lnTo>
                  <a:pt x="4621252" y="1025676"/>
                </a:lnTo>
                <a:lnTo>
                  <a:pt x="4622899" y="1025905"/>
                </a:lnTo>
                <a:lnTo>
                  <a:pt x="4624545" y="1026133"/>
                </a:lnTo>
                <a:lnTo>
                  <a:pt x="4626191" y="1026361"/>
                </a:lnTo>
                <a:lnTo>
                  <a:pt x="4627838" y="1026587"/>
                </a:lnTo>
                <a:lnTo>
                  <a:pt x="4629484" y="1026813"/>
                </a:lnTo>
                <a:lnTo>
                  <a:pt x="4631130" y="1027038"/>
                </a:lnTo>
                <a:lnTo>
                  <a:pt x="4632777" y="1027262"/>
                </a:lnTo>
                <a:lnTo>
                  <a:pt x="4634423" y="1027486"/>
                </a:lnTo>
                <a:lnTo>
                  <a:pt x="4636069" y="1027708"/>
                </a:lnTo>
                <a:lnTo>
                  <a:pt x="4637716" y="1027930"/>
                </a:lnTo>
                <a:lnTo>
                  <a:pt x="4639362" y="1028151"/>
                </a:lnTo>
                <a:lnTo>
                  <a:pt x="4641008" y="1028371"/>
                </a:lnTo>
                <a:lnTo>
                  <a:pt x="4642655" y="1028590"/>
                </a:lnTo>
                <a:lnTo>
                  <a:pt x="4644301" y="1028809"/>
                </a:lnTo>
                <a:lnTo>
                  <a:pt x="4645947" y="1029026"/>
                </a:lnTo>
                <a:lnTo>
                  <a:pt x="4647594" y="1029243"/>
                </a:lnTo>
                <a:lnTo>
                  <a:pt x="4649240" y="1029459"/>
                </a:lnTo>
                <a:lnTo>
                  <a:pt x="4650886" y="1029674"/>
                </a:lnTo>
                <a:lnTo>
                  <a:pt x="4652533" y="1029889"/>
                </a:lnTo>
                <a:lnTo>
                  <a:pt x="4654179" y="1030102"/>
                </a:lnTo>
                <a:lnTo>
                  <a:pt x="4655825" y="1030315"/>
                </a:lnTo>
                <a:lnTo>
                  <a:pt x="4657472" y="1030527"/>
                </a:lnTo>
                <a:lnTo>
                  <a:pt x="4659118" y="1030738"/>
                </a:lnTo>
                <a:lnTo>
                  <a:pt x="4660764" y="1030948"/>
                </a:lnTo>
                <a:lnTo>
                  <a:pt x="4662411" y="1031158"/>
                </a:lnTo>
                <a:lnTo>
                  <a:pt x="4664057" y="1031367"/>
                </a:lnTo>
                <a:lnTo>
                  <a:pt x="4665703" y="1031575"/>
                </a:lnTo>
                <a:lnTo>
                  <a:pt x="4667350" y="1031782"/>
                </a:lnTo>
                <a:lnTo>
                  <a:pt x="4668996" y="1031988"/>
                </a:lnTo>
                <a:lnTo>
                  <a:pt x="4670642" y="1032193"/>
                </a:lnTo>
                <a:lnTo>
                  <a:pt x="4672289" y="1032398"/>
                </a:lnTo>
                <a:lnTo>
                  <a:pt x="4673935" y="1032602"/>
                </a:lnTo>
                <a:lnTo>
                  <a:pt x="4675581" y="1032805"/>
                </a:lnTo>
                <a:lnTo>
                  <a:pt x="4677228" y="1033007"/>
                </a:lnTo>
                <a:lnTo>
                  <a:pt x="4678874" y="1033208"/>
                </a:lnTo>
                <a:lnTo>
                  <a:pt x="4680520" y="1033409"/>
                </a:lnTo>
                <a:lnTo>
                  <a:pt x="4682167" y="1033608"/>
                </a:lnTo>
                <a:lnTo>
                  <a:pt x="4683813" y="1033807"/>
                </a:lnTo>
                <a:lnTo>
                  <a:pt x="4685459" y="1034005"/>
                </a:lnTo>
                <a:lnTo>
                  <a:pt x="4687106" y="1034203"/>
                </a:lnTo>
                <a:lnTo>
                  <a:pt x="4688752" y="1034399"/>
                </a:lnTo>
                <a:lnTo>
                  <a:pt x="4690398" y="1034595"/>
                </a:lnTo>
                <a:lnTo>
                  <a:pt x="4692045" y="1034789"/>
                </a:lnTo>
                <a:lnTo>
                  <a:pt x="4693691" y="1034983"/>
                </a:lnTo>
                <a:lnTo>
                  <a:pt x="4695337" y="1035177"/>
                </a:lnTo>
                <a:lnTo>
                  <a:pt x="4696984" y="1035369"/>
                </a:lnTo>
                <a:lnTo>
                  <a:pt x="4698630" y="1035561"/>
                </a:lnTo>
                <a:lnTo>
                  <a:pt x="4700276" y="1035751"/>
                </a:lnTo>
                <a:lnTo>
                  <a:pt x="4701923" y="1035941"/>
                </a:lnTo>
                <a:lnTo>
                  <a:pt x="4703569" y="1036130"/>
                </a:lnTo>
                <a:lnTo>
                  <a:pt x="4705215" y="1036318"/>
                </a:lnTo>
                <a:lnTo>
                  <a:pt x="4706861" y="1036506"/>
                </a:lnTo>
                <a:lnTo>
                  <a:pt x="4708508" y="1036693"/>
                </a:lnTo>
                <a:lnTo>
                  <a:pt x="4710154" y="1036878"/>
                </a:lnTo>
                <a:lnTo>
                  <a:pt x="4711800" y="1037063"/>
                </a:lnTo>
                <a:lnTo>
                  <a:pt x="4713447" y="1037248"/>
                </a:lnTo>
                <a:lnTo>
                  <a:pt x="4715093" y="1037431"/>
                </a:lnTo>
                <a:lnTo>
                  <a:pt x="4716739" y="1037613"/>
                </a:lnTo>
                <a:lnTo>
                  <a:pt x="4718386" y="1037795"/>
                </a:lnTo>
                <a:lnTo>
                  <a:pt x="4720032" y="1037976"/>
                </a:lnTo>
                <a:lnTo>
                  <a:pt x="4721678" y="1038156"/>
                </a:lnTo>
                <a:lnTo>
                  <a:pt x="4723325" y="1038335"/>
                </a:lnTo>
                <a:lnTo>
                  <a:pt x="4724971" y="1038514"/>
                </a:lnTo>
                <a:lnTo>
                  <a:pt x="4726617" y="1038691"/>
                </a:lnTo>
                <a:lnTo>
                  <a:pt x="4728264" y="1038868"/>
                </a:lnTo>
                <a:lnTo>
                  <a:pt x="4729910" y="1039044"/>
                </a:lnTo>
                <a:lnTo>
                  <a:pt x="4731556" y="1039219"/>
                </a:lnTo>
                <a:lnTo>
                  <a:pt x="4733203" y="1039394"/>
                </a:lnTo>
                <a:lnTo>
                  <a:pt x="4734849" y="1039567"/>
                </a:lnTo>
                <a:lnTo>
                  <a:pt x="4736495" y="1039740"/>
                </a:lnTo>
                <a:lnTo>
                  <a:pt x="4738142" y="1039912"/>
                </a:lnTo>
                <a:lnTo>
                  <a:pt x="4739788" y="1040083"/>
                </a:lnTo>
                <a:lnTo>
                  <a:pt x="4741434" y="1040253"/>
                </a:lnTo>
                <a:lnTo>
                  <a:pt x="4743081" y="1040423"/>
                </a:lnTo>
                <a:lnTo>
                  <a:pt x="4744727" y="1040591"/>
                </a:lnTo>
                <a:lnTo>
                  <a:pt x="4746373" y="1040759"/>
                </a:lnTo>
                <a:lnTo>
                  <a:pt x="4748020" y="1040926"/>
                </a:lnTo>
                <a:lnTo>
                  <a:pt x="4749666" y="1041092"/>
                </a:lnTo>
                <a:lnTo>
                  <a:pt x="4751312" y="1041257"/>
                </a:lnTo>
                <a:lnTo>
                  <a:pt x="4752959" y="1041422"/>
                </a:lnTo>
                <a:lnTo>
                  <a:pt x="4754605" y="1041586"/>
                </a:lnTo>
                <a:lnTo>
                  <a:pt x="4756251" y="1041749"/>
                </a:lnTo>
                <a:lnTo>
                  <a:pt x="4757898" y="1041911"/>
                </a:lnTo>
                <a:lnTo>
                  <a:pt x="4759544" y="1042072"/>
                </a:lnTo>
                <a:lnTo>
                  <a:pt x="4761190" y="1042232"/>
                </a:lnTo>
                <a:lnTo>
                  <a:pt x="4762837" y="1042392"/>
                </a:lnTo>
                <a:lnTo>
                  <a:pt x="4764483" y="1042551"/>
                </a:lnTo>
                <a:lnTo>
                  <a:pt x="4766129" y="1042709"/>
                </a:lnTo>
                <a:lnTo>
                  <a:pt x="4767776" y="1042866"/>
                </a:lnTo>
                <a:lnTo>
                  <a:pt x="4769422" y="1043022"/>
                </a:lnTo>
                <a:lnTo>
                  <a:pt x="4771068" y="1043178"/>
                </a:lnTo>
                <a:lnTo>
                  <a:pt x="4772715" y="1043332"/>
                </a:lnTo>
                <a:lnTo>
                  <a:pt x="4774361" y="1043486"/>
                </a:lnTo>
                <a:lnTo>
                  <a:pt x="4776007" y="1043639"/>
                </a:lnTo>
                <a:lnTo>
                  <a:pt x="4777654" y="1043791"/>
                </a:lnTo>
                <a:lnTo>
                  <a:pt x="4779300" y="1043943"/>
                </a:lnTo>
                <a:lnTo>
                  <a:pt x="4780946" y="1044093"/>
                </a:lnTo>
                <a:lnTo>
                  <a:pt x="4782593" y="1044243"/>
                </a:lnTo>
                <a:lnTo>
                  <a:pt x="4784239" y="1044392"/>
                </a:lnTo>
                <a:lnTo>
                  <a:pt x="4785885" y="1044540"/>
                </a:lnTo>
                <a:lnTo>
                  <a:pt x="4787532" y="1044687"/>
                </a:lnTo>
                <a:lnTo>
                  <a:pt x="4789178" y="1044834"/>
                </a:lnTo>
                <a:lnTo>
                  <a:pt x="4790824" y="1044979"/>
                </a:lnTo>
                <a:lnTo>
                  <a:pt x="4792471" y="1045124"/>
                </a:lnTo>
                <a:lnTo>
                  <a:pt x="4794117" y="1045268"/>
                </a:lnTo>
                <a:lnTo>
                  <a:pt x="4795763" y="1045411"/>
                </a:lnTo>
                <a:lnTo>
                  <a:pt x="4797410" y="1045554"/>
                </a:lnTo>
                <a:lnTo>
                  <a:pt x="4799056" y="1045695"/>
                </a:lnTo>
                <a:lnTo>
                  <a:pt x="4800702" y="1045836"/>
                </a:lnTo>
                <a:lnTo>
                  <a:pt x="4802349" y="1045976"/>
                </a:lnTo>
                <a:lnTo>
                  <a:pt x="4803995" y="1046115"/>
                </a:lnTo>
                <a:lnTo>
                  <a:pt x="4805641" y="1046253"/>
                </a:lnTo>
                <a:lnTo>
                  <a:pt x="4807288" y="1046391"/>
                </a:lnTo>
                <a:lnTo>
                  <a:pt x="4808934" y="1046527"/>
                </a:lnTo>
                <a:lnTo>
                  <a:pt x="4810580" y="1046663"/>
                </a:lnTo>
                <a:lnTo>
                  <a:pt x="4812227" y="1046798"/>
                </a:lnTo>
                <a:lnTo>
                  <a:pt x="4813873" y="1046932"/>
                </a:lnTo>
                <a:lnTo>
                  <a:pt x="4815519" y="1047066"/>
                </a:lnTo>
                <a:lnTo>
                  <a:pt x="4817166" y="1047198"/>
                </a:lnTo>
                <a:lnTo>
                  <a:pt x="4818812" y="1047330"/>
                </a:lnTo>
                <a:lnTo>
                  <a:pt x="4820458" y="1047461"/>
                </a:lnTo>
                <a:lnTo>
                  <a:pt x="4822105" y="1047591"/>
                </a:lnTo>
                <a:lnTo>
                  <a:pt x="4823751" y="1047720"/>
                </a:lnTo>
                <a:lnTo>
                  <a:pt x="4825397" y="1047848"/>
                </a:lnTo>
                <a:lnTo>
                  <a:pt x="4827044" y="1047976"/>
                </a:lnTo>
                <a:lnTo>
                  <a:pt x="4828690" y="1048103"/>
                </a:lnTo>
                <a:lnTo>
                  <a:pt x="4830336" y="1048229"/>
                </a:lnTo>
                <a:lnTo>
                  <a:pt x="4831983" y="1048354"/>
                </a:lnTo>
                <a:lnTo>
                  <a:pt x="4833629" y="1048478"/>
                </a:lnTo>
                <a:lnTo>
                  <a:pt x="4835275" y="1048601"/>
                </a:lnTo>
                <a:lnTo>
                  <a:pt x="4836922" y="1048724"/>
                </a:lnTo>
                <a:lnTo>
                  <a:pt x="4838568" y="1048846"/>
                </a:lnTo>
                <a:lnTo>
                  <a:pt x="4840214" y="1048967"/>
                </a:lnTo>
                <a:lnTo>
                  <a:pt x="4841861" y="1049087"/>
                </a:lnTo>
                <a:lnTo>
                  <a:pt x="4843507" y="1049206"/>
                </a:lnTo>
                <a:lnTo>
                  <a:pt x="4845153" y="1049325"/>
                </a:lnTo>
                <a:lnTo>
                  <a:pt x="4846800" y="1049443"/>
                </a:lnTo>
                <a:lnTo>
                  <a:pt x="4848446" y="1049560"/>
                </a:lnTo>
                <a:lnTo>
                  <a:pt x="4850092" y="1049676"/>
                </a:lnTo>
                <a:lnTo>
                  <a:pt x="4851739" y="1049791"/>
                </a:lnTo>
                <a:lnTo>
                  <a:pt x="4853385" y="1049905"/>
                </a:lnTo>
                <a:lnTo>
                  <a:pt x="4855031" y="1050019"/>
                </a:lnTo>
                <a:lnTo>
                  <a:pt x="4856678" y="1050132"/>
                </a:lnTo>
                <a:lnTo>
                  <a:pt x="4858324" y="1050244"/>
                </a:lnTo>
                <a:lnTo>
                  <a:pt x="4859970" y="1050355"/>
                </a:lnTo>
                <a:lnTo>
                  <a:pt x="4861617" y="1050465"/>
                </a:lnTo>
                <a:lnTo>
                  <a:pt x="4863263" y="1050575"/>
                </a:lnTo>
                <a:lnTo>
                  <a:pt x="4864909" y="1050683"/>
                </a:lnTo>
                <a:lnTo>
                  <a:pt x="4866556" y="1050791"/>
                </a:lnTo>
                <a:lnTo>
                  <a:pt x="4868202" y="1050898"/>
                </a:lnTo>
                <a:lnTo>
                  <a:pt x="4869848" y="1051004"/>
                </a:lnTo>
                <a:lnTo>
                  <a:pt x="4871495" y="1051110"/>
                </a:lnTo>
                <a:lnTo>
                  <a:pt x="4873141" y="1051214"/>
                </a:lnTo>
                <a:lnTo>
                  <a:pt x="4874787" y="1051318"/>
                </a:lnTo>
                <a:lnTo>
                  <a:pt x="4876434" y="1051421"/>
                </a:lnTo>
                <a:lnTo>
                  <a:pt x="4878080" y="1051523"/>
                </a:lnTo>
                <a:lnTo>
                  <a:pt x="4879726" y="1051625"/>
                </a:lnTo>
                <a:lnTo>
                  <a:pt x="4881373" y="1051725"/>
                </a:lnTo>
                <a:lnTo>
                  <a:pt x="4883019" y="1051825"/>
                </a:lnTo>
                <a:lnTo>
                  <a:pt x="4884665" y="1051923"/>
                </a:lnTo>
                <a:lnTo>
                  <a:pt x="4886312" y="1052021"/>
                </a:lnTo>
                <a:lnTo>
                  <a:pt x="4887958" y="1052119"/>
                </a:lnTo>
                <a:lnTo>
                  <a:pt x="4889604" y="1052215"/>
                </a:lnTo>
                <a:lnTo>
                  <a:pt x="4891251" y="1052310"/>
                </a:lnTo>
                <a:lnTo>
                  <a:pt x="4892897" y="1052405"/>
                </a:lnTo>
                <a:lnTo>
                  <a:pt x="4894543" y="1052499"/>
                </a:lnTo>
                <a:lnTo>
                  <a:pt x="4896190" y="1052592"/>
                </a:lnTo>
                <a:lnTo>
                  <a:pt x="4897836" y="1052684"/>
                </a:lnTo>
                <a:lnTo>
                  <a:pt x="4899482" y="1052776"/>
                </a:lnTo>
                <a:lnTo>
                  <a:pt x="4901129" y="1052866"/>
                </a:lnTo>
                <a:lnTo>
                  <a:pt x="4902775" y="1052956"/>
                </a:lnTo>
                <a:lnTo>
                  <a:pt x="4904421" y="1053045"/>
                </a:lnTo>
                <a:lnTo>
                  <a:pt x="4906068" y="1053133"/>
                </a:lnTo>
                <a:lnTo>
                  <a:pt x="4907714" y="1053221"/>
                </a:lnTo>
                <a:lnTo>
                  <a:pt x="4909360" y="1053307"/>
                </a:lnTo>
                <a:lnTo>
                  <a:pt x="4911007" y="1053393"/>
                </a:lnTo>
                <a:lnTo>
                  <a:pt x="4912653" y="1053478"/>
                </a:lnTo>
                <a:lnTo>
                  <a:pt x="4914299" y="1053562"/>
                </a:lnTo>
                <a:lnTo>
                  <a:pt x="4915946" y="1053645"/>
                </a:lnTo>
                <a:lnTo>
                  <a:pt x="4917592" y="1053727"/>
                </a:lnTo>
                <a:lnTo>
                  <a:pt x="4919238" y="1053809"/>
                </a:lnTo>
                <a:lnTo>
                  <a:pt x="4920885" y="1053890"/>
                </a:lnTo>
                <a:lnTo>
                  <a:pt x="4922531" y="1053970"/>
                </a:lnTo>
                <a:lnTo>
                  <a:pt x="4924177" y="1054049"/>
                </a:lnTo>
                <a:lnTo>
                  <a:pt x="4925824" y="1054127"/>
                </a:lnTo>
                <a:lnTo>
                  <a:pt x="4927470" y="1054204"/>
                </a:lnTo>
                <a:lnTo>
                  <a:pt x="4929116" y="1054281"/>
                </a:lnTo>
                <a:lnTo>
                  <a:pt x="4930763" y="1054357"/>
                </a:lnTo>
                <a:lnTo>
                  <a:pt x="4932409" y="1054432"/>
                </a:lnTo>
                <a:lnTo>
                  <a:pt x="4934055" y="1054506"/>
                </a:lnTo>
                <a:lnTo>
                  <a:pt x="4935702" y="1054579"/>
                </a:lnTo>
                <a:lnTo>
                  <a:pt x="4937348" y="1054652"/>
                </a:lnTo>
                <a:lnTo>
                  <a:pt x="4938994" y="1054724"/>
                </a:lnTo>
                <a:lnTo>
                  <a:pt x="4940641" y="1054795"/>
                </a:lnTo>
                <a:lnTo>
                  <a:pt x="4942287" y="1054865"/>
                </a:lnTo>
                <a:lnTo>
                  <a:pt x="4943933" y="1054934"/>
                </a:lnTo>
                <a:lnTo>
                  <a:pt x="4945580" y="1055002"/>
                </a:lnTo>
                <a:lnTo>
                  <a:pt x="4947226" y="1055070"/>
                </a:lnTo>
                <a:lnTo>
                  <a:pt x="4948872" y="1055137"/>
                </a:lnTo>
                <a:lnTo>
                  <a:pt x="4950519" y="1055203"/>
                </a:lnTo>
                <a:lnTo>
                  <a:pt x="4952165" y="1055268"/>
                </a:lnTo>
                <a:lnTo>
                  <a:pt x="4953811" y="1055332"/>
                </a:lnTo>
                <a:lnTo>
                  <a:pt x="4955458" y="1055396"/>
                </a:lnTo>
                <a:lnTo>
                  <a:pt x="4957104" y="1055458"/>
                </a:lnTo>
                <a:lnTo>
                  <a:pt x="4958750" y="1055520"/>
                </a:lnTo>
                <a:lnTo>
                  <a:pt x="4960397" y="1055581"/>
                </a:lnTo>
                <a:lnTo>
                  <a:pt x="4962043" y="1055641"/>
                </a:lnTo>
                <a:lnTo>
                  <a:pt x="4963689" y="1055701"/>
                </a:lnTo>
                <a:lnTo>
                  <a:pt x="4965336" y="1055759"/>
                </a:lnTo>
                <a:lnTo>
                  <a:pt x="4966982" y="1055817"/>
                </a:lnTo>
                <a:lnTo>
                  <a:pt x="4968628" y="1055874"/>
                </a:lnTo>
                <a:lnTo>
                  <a:pt x="4970275" y="1055930"/>
                </a:lnTo>
                <a:lnTo>
                  <a:pt x="4971921" y="1055986"/>
                </a:lnTo>
                <a:lnTo>
                  <a:pt x="4973567" y="1056040"/>
                </a:lnTo>
                <a:lnTo>
                  <a:pt x="4975214" y="1056094"/>
                </a:lnTo>
                <a:lnTo>
                  <a:pt x="4976860" y="1056147"/>
                </a:lnTo>
                <a:lnTo>
                  <a:pt x="4978506" y="1056199"/>
                </a:lnTo>
                <a:lnTo>
                  <a:pt x="4980153" y="1056250"/>
                </a:lnTo>
                <a:lnTo>
                  <a:pt x="4981799" y="1056300"/>
                </a:lnTo>
                <a:lnTo>
                  <a:pt x="4983445" y="1056350"/>
                </a:lnTo>
                <a:lnTo>
                  <a:pt x="4985092" y="1056398"/>
                </a:lnTo>
                <a:lnTo>
                  <a:pt x="4986738" y="1056446"/>
                </a:lnTo>
                <a:lnTo>
                  <a:pt x="4988384" y="1056493"/>
                </a:lnTo>
                <a:lnTo>
                  <a:pt x="4990031" y="1056540"/>
                </a:lnTo>
                <a:lnTo>
                  <a:pt x="4991677" y="1056585"/>
                </a:lnTo>
                <a:lnTo>
                  <a:pt x="4993323" y="1056630"/>
                </a:lnTo>
                <a:lnTo>
                  <a:pt x="4994970" y="1056674"/>
                </a:lnTo>
                <a:lnTo>
                  <a:pt x="4996616" y="1056717"/>
                </a:lnTo>
                <a:lnTo>
                  <a:pt x="4998262" y="1056759"/>
                </a:lnTo>
                <a:lnTo>
                  <a:pt x="4999909" y="1056800"/>
                </a:lnTo>
                <a:lnTo>
                  <a:pt x="5001555" y="1056841"/>
                </a:lnTo>
                <a:lnTo>
                  <a:pt x="5003201" y="1056881"/>
                </a:lnTo>
                <a:lnTo>
                  <a:pt x="5004848" y="1056919"/>
                </a:lnTo>
                <a:lnTo>
                  <a:pt x="5006494" y="1056958"/>
                </a:lnTo>
                <a:lnTo>
                  <a:pt x="5008140" y="1056995"/>
                </a:lnTo>
                <a:lnTo>
                  <a:pt x="5009787" y="1057031"/>
                </a:lnTo>
                <a:lnTo>
                  <a:pt x="5011433" y="1057067"/>
                </a:lnTo>
                <a:lnTo>
                  <a:pt x="5013079" y="1057102"/>
                </a:lnTo>
                <a:lnTo>
                  <a:pt x="5014726" y="1057136"/>
                </a:lnTo>
                <a:lnTo>
                  <a:pt x="5016372" y="1057169"/>
                </a:lnTo>
                <a:lnTo>
                  <a:pt x="5018018" y="1057201"/>
                </a:lnTo>
                <a:lnTo>
                  <a:pt x="5019664" y="1057233"/>
                </a:lnTo>
                <a:lnTo>
                  <a:pt x="5021311" y="1057264"/>
                </a:lnTo>
                <a:lnTo>
                  <a:pt x="5022957" y="1057293"/>
                </a:lnTo>
                <a:lnTo>
                  <a:pt x="5024603" y="1057323"/>
                </a:lnTo>
                <a:lnTo>
                  <a:pt x="5026250" y="1057351"/>
                </a:lnTo>
                <a:lnTo>
                  <a:pt x="5027896" y="1057378"/>
                </a:lnTo>
                <a:lnTo>
                  <a:pt x="5029542" y="1057405"/>
                </a:lnTo>
                <a:lnTo>
                  <a:pt x="5031189" y="1057431"/>
                </a:lnTo>
                <a:lnTo>
                  <a:pt x="5032835" y="1057456"/>
                </a:lnTo>
                <a:lnTo>
                  <a:pt x="5034481" y="1057480"/>
                </a:lnTo>
                <a:lnTo>
                  <a:pt x="5036128" y="1057503"/>
                </a:lnTo>
                <a:lnTo>
                  <a:pt x="5037774" y="1057526"/>
                </a:lnTo>
                <a:lnTo>
                  <a:pt x="5039420" y="1057547"/>
                </a:lnTo>
                <a:lnTo>
                  <a:pt x="5041067" y="1057568"/>
                </a:lnTo>
                <a:lnTo>
                  <a:pt x="5042713" y="1057588"/>
                </a:lnTo>
                <a:lnTo>
                  <a:pt x="5044359" y="1057608"/>
                </a:lnTo>
                <a:lnTo>
                  <a:pt x="5046006" y="1057626"/>
                </a:lnTo>
                <a:lnTo>
                  <a:pt x="5047652" y="1057644"/>
                </a:lnTo>
                <a:lnTo>
                  <a:pt x="5049298" y="1057661"/>
                </a:lnTo>
                <a:lnTo>
                  <a:pt x="5050945" y="1057677"/>
                </a:lnTo>
                <a:lnTo>
                  <a:pt x="5052591" y="1057692"/>
                </a:lnTo>
                <a:lnTo>
                  <a:pt x="5054237" y="1057706"/>
                </a:lnTo>
                <a:lnTo>
                  <a:pt x="5055884" y="1057720"/>
                </a:lnTo>
                <a:lnTo>
                  <a:pt x="5057530" y="1057733"/>
                </a:lnTo>
                <a:lnTo>
                  <a:pt x="5059176" y="1057744"/>
                </a:lnTo>
                <a:lnTo>
                  <a:pt x="5060823" y="1057756"/>
                </a:lnTo>
                <a:lnTo>
                  <a:pt x="5062469" y="1057766"/>
                </a:lnTo>
                <a:lnTo>
                  <a:pt x="5064115" y="1057775"/>
                </a:lnTo>
                <a:lnTo>
                  <a:pt x="5065762" y="1057784"/>
                </a:lnTo>
                <a:lnTo>
                  <a:pt x="5067408" y="1057792"/>
                </a:lnTo>
                <a:lnTo>
                  <a:pt x="5069054" y="1057799"/>
                </a:lnTo>
                <a:lnTo>
                  <a:pt x="5070701" y="1057805"/>
                </a:lnTo>
                <a:lnTo>
                  <a:pt x="5072347" y="1057810"/>
                </a:lnTo>
                <a:lnTo>
                  <a:pt x="5073993" y="1057815"/>
                </a:lnTo>
                <a:lnTo>
                  <a:pt x="5075640" y="1057819"/>
                </a:lnTo>
                <a:lnTo>
                  <a:pt x="5077286" y="1057822"/>
                </a:lnTo>
                <a:lnTo>
                  <a:pt x="5078932" y="1057824"/>
                </a:lnTo>
                <a:lnTo>
                  <a:pt x="5080579" y="1057825"/>
                </a:lnTo>
                <a:lnTo>
                  <a:pt x="5082225" y="1057826"/>
                </a:lnTo>
                <a:lnTo>
                  <a:pt x="5083871" y="1057825"/>
                </a:lnTo>
                <a:lnTo>
                  <a:pt x="5085518" y="1057824"/>
                </a:lnTo>
                <a:lnTo>
                  <a:pt x="5087164" y="1057822"/>
                </a:lnTo>
                <a:lnTo>
                  <a:pt x="5088810" y="1057819"/>
                </a:lnTo>
                <a:lnTo>
                  <a:pt x="5090457" y="1057816"/>
                </a:lnTo>
                <a:lnTo>
                  <a:pt x="5092103" y="1057811"/>
                </a:lnTo>
                <a:lnTo>
                  <a:pt x="5093749" y="1057806"/>
                </a:lnTo>
                <a:lnTo>
                  <a:pt x="5095396" y="1057800"/>
                </a:lnTo>
                <a:lnTo>
                  <a:pt x="5097042" y="1057793"/>
                </a:lnTo>
                <a:lnTo>
                  <a:pt x="5098688" y="1057786"/>
                </a:lnTo>
                <a:lnTo>
                  <a:pt x="5100335" y="1057777"/>
                </a:lnTo>
                <a:lnTo>
                  <a:pt x="5101981" y="1057768"/>
                </a:lnTo>
                <a:lnTo>
                  <a:pt x="5103627" y="1057758"/>
                </a:lnTo>
                <a:lnTo>
                  <a:pt x="5105274" y="1057747"/>
                </a:lnTo>
                <a:lnTo>
                  <a:pt x="5106920" y="1057735"/>
                </a:lnTo>
                <a:lnTo>
                  <a:pt x="5108566" y="1057723"/>
                </a:lnTo>
                <a:lnTo>
                  <a:pt x="5110213" y="1057709"/>
                </a:lnTo>
                <a:lnTo>
                  <a:pt x="5111859" y="1057695"/>
                </a:lnTo>
                <a:lnTo>
                  <a:pt x="5113505" y="1057680"/>
                </a:lnTo>
                <a:lnTo>
                  <a:pt x="5115152" y="1057665"/>
                </a:lnTo>
                <a:lnTo>
                  <a:pt x="5116798" y="1057648"/>
                </a:lnTo>
                <a:lnTo>
                  <a:pt x="5118444" y="1057631"/>
                </a:lnTo>
                <a:lnTo>
                  <a:pt x="5120091" y="1057612"/>
                </a:lnTo>
                <a:lnTo>
                  <a:pt x="5121737" y="1057593"/>
                </a:lnTo>
                <a:lnTo>
                  <a:pt x="5123383" y="1057573"/>
                </a:lnTo>
                <a:lnTo>
                  <a:pt x="5125030" y="1057553"/>
                </a:lnTo>
                <a:lnTo>
                  <a:pt x="5126676" y="1057531"/>
                </a:lnTo>
                <a:lnTo>
                  <a:pt x="5128322" y="1057509"/>
                </a:lnTo>
                <a:lnTo>
                  <a:pt x="5129969" y="1057486"/>
                </a:lnTo>
                <a:lnTo>
                  <a:pt x="5131615" y="1057462"/>
                </a:lnTo>
                <a:lnTo>
                  <a:pt x="5133261" y="1057437"/>
                </a:lnTo>
                <a:lnTo>
                  <a:pt x="5134908" y="1057412"/>
                </a:lnTo>
                <a:lnTo>
                  <a:pt x="5136554" y="1057385"/>
                </a:lnTo>
                <a:lnTo>
                  <a:pt x="5138200" y="1057358"/>
                </a:lnTo>
                <a:lnTo>
                  <a:pt x="5139847" y="1057330"/>
                </a:lnTo>
                <a:lnTo>
                  <a:pt x="5141493" y="1057301"/>
                </a:lnTo>
                <a:lnTo>
                  <a:pt x="5143139" y="1057272"/>
                </a:lnTo>
                <a:lnTo>
                  <a:pt x="5144786" y="1057241"/>
                </a:lnTo>
                <a:lnTo>
                  <a:pt x="5146432" y="1057210"/>
                </a:lnTo>
                <a:lnTo>
                  <a:pt x="5148078" y="1057178"/>
                </a:lnTo>
                <a:lnTo>
                  <a:pt x="5149725" y="1057145"/>
                </a:lnTo>
                <a:lnTo>
                  <a:pt x="5151371" y="1057112"/>
                </a:lnTo>
                <a:lnTo>
                  <a:pt x="5153017" y="1057077"/>
                </a:lnTo>
                <a:lnTo>
                  <a:pt x="5154664" y="1057042"/>
                </a:lnTo>
                <a:lnTo>
                  <a:pt x="5156310" y="1057006"/>
                </a:lnTo>
                <a:lnTo>
                  <a:pt x="5157956" y="1056969"/>
                </a:lnTo>
                <a:lnTo>
                  <a:pt x="5159603" y="1056931"/>
                </a:lnTo>
                <a:lnTo>
                  <a:pt x="5161249" y="1056893"/>
                </a:lnTo>
                <a:lnTo>
                  <a:pt x="5162895" y="1056853"/>
                </a:lnTo>
                <a:lnTo>
                  <a:pt x="5164542" y="1056813"/>
                </a:lnTo>
                <a:lnTo>
                  <a:pt x="5166188" y="1056772"/>
                </a:lnTo>
                <a:lnTo>
                  <a:pt x="5167834" y="1056731"/>
                </a:lnTo>
                <a:lnTo>
                  <a:pt x="5169481" y="1056688"/>
                </a:lnTo>
                <a:lnTo>
                  <a:pt x="5171127" y="1056645"/>
                </a:lnTo>
                <a:lnTo>
                  <a:pt x="5172773" y="1056601"/>
                </a:lnTo>
                <a:lnTo>
                  <a:pt x="5174420" y="1056556"/>
                </a:lnTo>
                <a:lnTo>
                  <a:pt x="5176066" y="1056510"/>
                </a:lnTo>
                <a:lnTo>
                  <a:pt x="5177712" y="1056463"/>
                </a:lnTo>
                <a:lnTo>
                  <a:pt x="5179359" y="1056416"/>
                </a:lnTo>
                <a:lnTo>
                  <a:pt x="5181005" y="1056368"/>
                </a:lnTo>
                <a:lnTo>
                  <a:pt x="5182651" y="1056319"/>
                </a:lnTo>
                <a:lnTo>
                  <a:pt x="5184298" y="1056269"/>
                </a:lnTo>
                <a:lnTo>
                  <a:pt x="5185944" y="1056218"/>
                </a:lnTo>
                <a:lnTo>
                  <a:pt x="5187590" y="1056167"/>
                </a:lnTo>
                <a:lnTo>
                  <a:pt x="5189237" y="1056114"/>
                </a:lnTo>
                <a:lnTo>
                  <a:pt x="5190883" y="1056061"/>
                </a:lnTo>
                <a:lnTo>
                  <a:pt x="5192529" y="1056007"/>
                </a:lnTo>
                <a:lnTo>
                  <a:pt x="5194176" y="1055953"/>
                </a:lnTo>
                <a:lnTo>
                  <a:pt x="5195822" y="1055897"/>
                </a:lnTo>
                <a:lnTo>
                  <a:pt x="5197468" y="1055841"/>
                </a:lnTo>
                <a:lnTo>
                  <a:pt x="5199115" y="1055784"/>
                </a:lnTo>
                <a:lnTo>
                  <a:pt x="5200761" y="1055726"/>
                </a:lnTo>
                <a:lnTo>
                  <a:pt x="5202407" y="1055667"/>
                </a:lnTo>
                <a:lnTo>
                  <a:pt x="5204054" y="1055608"/>
                </a:lnTo>
                <a:lnTo>
                  <a:pt x="5205700" y="1055547"/>
                </a:lnTo>
                <a:lnTo>
                  <a:pt x="5207346" y="1055486"/>
                </a:lnTo>
                <a:lnTo>
                  <a:pt x="5208993" y="1055424"/>
                </a:lnTo>
                <a:lnTo>
                  <a:pt x="5210639" y="1055362"/>
                </a:lnTo>
                <a:lnTo>
                  <a:pt x="5212285" y="1055298"/>
                </a:lnTo>
                <a:lnTo>
                  <a:pt x="5213932" y="1055234"/>
                </a:lnTo>
                <a:lnTo>
                  <a:pt x="5215578" y="1055169"/>
                </a:lnTo>
                <a:lnTo>
                  <a:pt x="5217224" y="1055103"/>
                </a:lnTo>
                <a:lnTo>
                  <a:pt x="5218871" y="1055036"/>
                </a:lnTo>
                <a:lnTo>
                  <a:pt x="5220517" y="1054968"/>
                </a:lnTo>
                <a:lnTo>
                  <a:pt x="5222163" y="1054900"/>
                </a:lnTo>
                <a:lnTo>
                  <a:pt x="5223810" y="1054831"/>
                </a:lnTo>
                <a:lnTo>
                  <a:pt x="5225456" y="1054761"/>
                </a:lnTo>
                <a:lnTo>
                  <a:pt x="5227102" y="1054690"/>
                </a:lnTo>
                <a:lnTo>
                  <a:pt x="5228749" y="1054618"/>
                </a:lnTo>
                <a:lnTo>
                  <a:pt x="5230395" y="1054546"/>
                </a:lnTo>
                <a:lnTo>
                  <a:pt x="5232041" y="1054473"/>
                </a:lnTo>
                <a:lnTo>
                  <a:pt x="5233688" y="1054399"/>
                </a:lnTo>
                <a:lnTo>
                  <a:pt x="5235334" y="1054324"/>
                </a:lnTo>
                <a:lnTo>
                  <a:pt x="5236980" y="1054248"/>
                </a:lnTo>
                <a:lnTo>
                  <a:pt x="5238627" y="1054172"/>
                </a:lnTo>
                <a:lnTo>
                  <a:pt x="5240273" y="1054095"/>
                </a:lnTo>
                <a:lnTo>
                  <a:pt x="5241919" y="1054017"/>
                </a:lnTo>
                <a:lnTo>
                  <a:pt x="5243566" y="1053938"/>
                </a:lnTo>
                <a:lnTo>
                  <a:pt x="5245212" y="1053858"/>
                </a:lnTo>
                <a:lnTo>
                  <a:pt x="5246858" y="1053778"/>
                </a:lnTo>
                <a:lnTo>
                  <a:pt x="5248505" y="1053697"/>
                </a:lnTo>
                <a:lnTo>
                  <a:pt x="5250151" y="1053615"/>
                </a:lnTo>
                <a:lnTo>
                  <a:pt x="5251797" y="1053532"/>
                </a:lnTo>
                <a:lnTo>
                  <a:pt x="5253444" y="1053448"/>
                </a:lnTo>
                <a:lnTo>
                  <a:pt x="5255090" y="1053364"/>
                </a:lnTo>
                <a:lnTo>
                  <a:pt x="5256736" y="1053279"/>
                </a:lnTo>
                <a:lnTo>
                  <a:pt x="5258383" y="1053193"/>
                </a:lnTo>
                <a:lnTo>
                  <a:pt x="5260029" y="1053106"/>
                </a:lnTo>
                <a:lnTo>
                  <a:pt x="5261675" y="1053018"/>
                </a:lnTo>
                <a:lnTo>
                  <a:pt x="5263322" y="1052930"/>
                </a:lnTo>
                <a:lnTo>
                  <a:pt x="5264968" y="1052840"/>
                </a:lnTo>
                <a:lnTo>
                  <a:pt x="5266614" y="1052750"/>
                </a:lnTo>
                <a:lnTo>
                  <a:pt x="5268261" y="1052660"/>
                </a:lnTo>
                <a:lnTo>
                  <a:pt x="5269907" y="1052568"/>
                </a:lnTo>
                <a:lnTo>
                  <a:pt x="5271553" y="1052476"/>
                </a:lnTo>
                <a:lnTo>
                  <a:pt x="5273200" y="1052382"/>
                </a:lnTo>
                <a:lnTo>
                  <a:pt x="5274846" y="1052288"/>
                </a:lnTo>
                <a:lnTo>
                  <a:pt x="5276492" y="1052193"/>
                </a:lnTo>
                <a:lnTo>
                  <a:pt x="5278139" y="1052098"/>
                </a:lnTo>
                <a:lnTo>
                  <a:pt x="5279785" y="1052001"/>
                </a:lnTo>
                <a:lnTo>
                  <a:pt x="5281431" y="1051904"/>
                </a:lnTo>
                <a:lnTo>
                  <a:pt x="5283078" y="1051806"/>
                </a:lnTo>
                <a:lnTo>
                  <a:pt x="5284724" y="1051707"/>
                </a:lnTo>
                <a:lnTo>
                  <a:pt x="5286370" y="1051608"/>
                </a:lnTo>
                <a:lnTo>
                  <a:pt x="5288017" y="1051507"/>
                </a:lnTo>
                <a:lnTo>
                  <a:pt x="5289663" y="1051406"/>
                </a:lnTo>
                <a:lnTo>
                  <a:pt x="5291309" y="1051304"/>
                </a:lnTo>
                <a:lnTo>
                  <a:pt x="5292956" y="1051201"/>
                </a:lnTo>
                <a:lnTo>
                  <a:pt x="5294602" y="1051098"/>
                </a:lnTo>
                <a:lnTo>
                  <a:pt x="5296248" y="1050993"/>
                </a:lnTo>
                <a:lnTo>
                  <a:pt x="5297895" y="1050888"/>
                </a:lnTo>
                <a:lnTo>
                  <a:pt x="5299541" y="1050782"/>
                </a:lnTo>
                <a:lnTo>
                  <a:pt x="5301187" y="1050675"/>
                </a:lnTo>
                <a:lnTo>
                  <a:pt x="5302834" y="1050568"/>
                </a:lnTo>
                <a:lnTo>
                  <a:pt x="5304480" y="1050459"/>
                </a:lnTo>
                <a:lnTo>
                  <a:pt x="5306126" y="1050350"/>
                </a:lnTo>
                <a:lnTo>
                  <a:pt x="5307773" y="1050240"/>
                </a:lnTo>
                <a:lnTo>
                  <a:pt x="5309419" y="1050129"/>
                </a:lnTo>
                <a:lnTo>
                  <a:pt x="5311065" y="1050018"/>
                </a:lnTo>
                <a:lnTo>
                  <a:pt x="5312712" y="1049906"/>
                </a:lnTo>
                <a:lnTo>
                  <a:pt x="5314358" y="1049792"/>
                </a:lnTo>
                <a:lnTo>
                  <a:pt x="5316004" y="1049678"/>
                </a:lnTo>
                <a:lnTo>
                  <a:pt x="5317651" y="1049564"/>
                </a:lnTo>
                <a:lnTo>
                  <a:pt x="5319297" y="1049448"/>
                </a:lnTo>
                <a:lnTo>
                  <a:pt x="5320943" y="1049332"/>
                </a:lnTo>
                <a:lnTo>
                  <a:pt x="5322590" y="1049215"/>
                </a:lnTo>
                <a:lnTo>
                  <a:pt x="5324236" y="1049097"/>
                </a:lnTo>
                <a:lnTo>
                  <a:pt x="5325882" y="1048978"/>
                </a:lnTo>
                <a:lnTo>
                  <a:pt x="5327529" y="1048859"/>
                </a:lnTo>
                <a:lnTo>
                  <a:pt x="5329175" y="1048738"/>
                </a:lnTo>
                <a:lnTo>
                  <a:pt x="5330821" y="1048617"/>
                </a:lnTo>
                <a:lnTo>
                  <a:pt x="5332467" y="1048495"/>
                </a:lnTo>
                <a:lnTo>
                  <a:pt x="5334114" y="1048373"/>
                </a:lnTo>
                <a:lnTo>
                  <a:pt x="5335760" y="1048249"/>
                </a:lnTo>
                <a:lnTo>
                  <a:pt x="5337406" y="1048125"/>
                </a:lnTo>
                <a:lnTo>
                  <a:pt x="5339053" y="1048000"/>
                </a:lnTo>
                <a:lnTo>
                  <a:pt x="5340699" y="1047874"/>
                </a:lnTo>
                <a:lnTo>
                  <a:pt x="5342345" y="1047748"/>
                </a:lnTo>
                <a:lnTo>
                  <a:pt x="5343992" y="1047620"/>
                </a:lnTo>
                <a:lnTo>
                  <a:pt x="5345638" y="1047492"/>
                </a:lnTo>
                <a:lnTo>
                  <a:pt x="5347284" y="1047363"/>
                </a:lnTo>
                <a:lnTo>
                  <a:pt x="5348931" y="1047233"/>
                </a:lnTo>
                <a:lnTo>
                  <a:pt x="5350577" y="1047103"/>
                </a:lnTo>
                <a:lnTo>
                  <a:pt x="5352223" y="1046971"/>
                </a:lnTo>
                <a:lnTo>
                  <a:pt x="5353870" y="1046839"/>
                </a:lnTo>
                <a:lnTo>
                  <a:pt x="5355516" y="1046706"/>
                </a:lnTo>
                <a:lnTo>
                  <a:pt x="5357162" y="1046572"/>
                </a:lnTo>
                <a:lnTo>
                  <a:pt x="5358809" y="1046438"/>
                </a:lnTo>
                <a:lnTo>
                  <a:pt x="5360455" y="1046303"/>
                </a:lnTo>
                <a:lnTo>
                  <a:pt x="5362101" y="1046167"/>
                </a:lnTo>
                <a:lnTo>
                  <a:pt x="5363748" y="1046030"/>
                </a:lnTo>
                <a:lnTo>
                  <a:pt x="5365394" y="1045892"/>
                </a:lnTo>
                <a:lnTo>
                  <a:pt x="5367040" y="1045753"/>
                </a:lnTo>
                <a:lnTo>
                  <a:pt x="5368687" y="1045614"/>
                </a:lnTo>
                <a:lnTo>
                  <a:pt x="5370333" y="1045474"/>
                </a:lnTo>
                <a:lnTo>
                  <a:pt x="5371979" y="1045333"/>
                </a:lnTo>
                <a:lnTo>
                  <a:pt x="5373626" y="1045192"/>
                </a:lnTo>
                <a:lnTo>
                  <a:pt x="5375272" y="1045049"/>
                </a:lnTo>
                <a:lnTo>
                  <a:pt x="5376918" y="1044906"/>
                </a:lnTo>
                <a:lnTo>
                  <a:pt x="5378565" y="1044762"/>
                </a:lnTo>
                <a:lnTo>
                  <a:pt x="5380211" y="1044617"/>
                </a:lnTo>
                <a:lnTo>
                  <a:pt x="5381857" y="1044472"/>
                </a:lnTo>
                <a:lnTo>
                  <a:pt x="5383504" y="1044326"/>
                </a:lnTo>
                <a:lnTo>
                  <a:pt x="5385150" y="1044178"/>
                </a:lnTo>
                <a:lnTo>
                  <a:pt x="5386796" y="1044031"/>
                </a:lnTo>
                <a:lnTo>
                  <a:pt x="5388443" y="1043882"/>
                </a:lnTo>
                <a:lnTo>
                  <a:pt x="5390089" y="1043732"/>
                </a:lnTo>
                <a:lnTo>
                  <a:pt x="5391735" y="1043582"/>
                </a:lnTo>
                <a:lnTo>
                  <a:pt x="5393382" y="1043431"/>
                </a:lnTo>
                <a:lnTo>
                  <a:pt x="5395028" y="1043279"/>
                </a:lnTo>
                <a:lnTo>
                  <a:pt x="5396674" y="1043127"/>
                </a:lnTo>
                <a:lnTo>
                  <a:pt x="5398321" y="1042973"/>
                </a:lnTo>
                <a:lnTo>
                  <a:pt x="5399967" y="1042819"/>
                </a:lnTo>
                <a:lnTo>
                  <a:pt x="5401613" y="1042664"/>
                </a:lnTo>
                <a:lnTo>
                  <a:pt x="5403260" y="1042509"/>
                </a:lnTo>
                <a:lnTo>
                  <a:pt x="5404906" y="1042352"/>
                </a:lnTo>
                <a:lnTo>
                  <a:pt x="5406552" y="1042195"/>
                </a:lnTo>
                <a:lnTo>
                  <a:pt x="5408199" y="1042037"/>
                </a:lnTo>
                <a:lnTo>
                  <a:pt x="5409845" y="1041878"/>
                </a:lnTo>
                <a:lnTo>
                  <a:pt x="5411491" y="1041718"/>
                </a:lnTo>
                <a:lnTo>
                  <a:pt x="5413138" y="1041558"/>
                </a:lnTo>
                <a:lnTo>
                  <a:pt x="5414784" y="1041396"/>
                </a:lnTo>
                <a:lnTo>
                  <a:pt x="5416430" y="1041234"/>
                </a:lnTo>
                <a:lnTo>
                  <a:pt x="5418077" y="1041072"/>
                </a:lnTo>
                <a:lnTo>
                  <a:pt x="5419723" y="1040908"/>
                </a:lnTo>
                <a:lnTo>
                  <a:pt x="5421369" y="1040744"/>
                </a:lnTo>
                <a:lnTo>
                  <a:pt x="5423016" y="1040579"/>
                </a:lnTo>
                <a:lnTo>
                  <a:pt x="5424662" y="1040413"/>
                </a:lnTo>
                <a:lnTo>
                  <a:pt x="5426308" y="1040246"/>
                </a:lnTo>
                <a:lnTo>
                  <a:pt x="5427955" y="1040079"/>
                </a:lnTo>
                <a:lnTo>
                  <a:pt x="5429601" y="1039911"/>
                </a:lnTo>
                <a:lnTo>
                  <a:pt x="5431247" y="1039742"/>
                </a:lnTo>
                <a:lnTo>
                  <a:pt x="5432894" y="1039572"/>
                </a:lnTo>
                <a:lnTo>
                  <a:pt x="5434540" y="1039401"/>
                </a:lnTo>
                <a:lnTo>
                  <a:pt x="5436186" y="1039230"/>
                </a:lnTo>
                <a:lnTo>
                  <a:pt x="5437833" y="1039058"/>
                </a:lnTo>
                <a:lnTo>
                  <a:pt x="5439479" y="1038885"/>
                </a:lnTo>
                <a:lnTo>
                  <a:pt x="5441125" y="1038711"/>
                </a:lnTo>
                <a:lnTo>
                  <a:pt x="5442772" y="1038537"/>
                </a:lnTo>
                <a:lnTo>
                  <a:pt x="5444418" y="1038361"/>
                </a:lnTo>
                <a:lnTo>
                  <a:pt x="5446064" y="1038185"/>
                </a:lnTo>
                <a:lnTo>
                  <a:pt x="5447711" y="1038009"/>
                </a:lnTo>
                <a:lnTo>
                  <a:pt x="5449357" y="1037831"/>
                </a:lnTo>
                <a:lnTo>
                  <a:pt x="5451003" y="1037653"/>
                </a:lnTo>
                <a:lnTo>
                  <a:pt x="5452650" y="1037474"/>
                </a:lnTo>
                <a:lnTo>
                  <a:pt x="5454296" y="1037294"/>
                </a:lnTo>
                <a:lnTo>
                  <a:pt x="5455942" y="1037113"/>
                </a:lnTo>
                <a:lnTo>
                  <a:pt x="5457589" y="1036932"/>
                </a:lnTo>
                <a:lnTo>
                  <a:pt x="5459235" y="1036750"/>
                </a:lnTo>
                <a:lnTo>
                  <a:pt x="5460881" y="1036567"/>
                </a:lnTo>
                <a:lnTo>
                  <a:pt x="5462528" y="1036383"/>
                </a:lnTo>
                <a:lnTo>
                  <a:pt x="5464174" y="1036198"/>
                </a:lnTo>
                <a:lnTo>
                  <a:pt x="5465820" y="1036013"/>
                </a:lnTo>
                <a:lnTo>
                  <a:pt x="5467467" y="1035827"/>
                </a:lnTo>
                <a:lnTo>
                  <a:pt x="5469113" y="1035640"/>
                </a:lnTo>
                <a:lnTo>
                  <a:pt x="5470759" y="1035452"/>
                </a:lnTo>
                <a:lnTo>
                  <a:pt x="5472406" y="1035264"/>
                </a:lnTo>
                <a:lnTo>
                  <a:pt x="5474052" y="1035075"/>
                </a:lnTo>
                <a:lnTo>
                  <a:pt x="5475698" y="1034885"/>
                </a:lnTo>
                <a:lnTo>
                  <a:pt x="5477345" y="1034694"/>
                </a:lnTo>
                <a:lnTo>
                  <a:pt x="5478991" y="1034503"/>
                </a:lnTo>
                <a:lnTo>
                  <a:pt x="5480637" y="1034311"/>
                </a:lnTo>
                <a:lnTo>
                  <a:pt x="5482284" y="1034118"/>
                </a:lnTo>
                <a:lnTo>
                  <a:pt x="5483930" y="1033924"/>
                </a:lnTo>
                <a:lnTo>
                  <a:pt x="5485576" y="1033729"/>
                </a:lnTo>
                <a:lnTo>
                  <a:pt x="5487223" y="1033534"/>
                </a:lnTo>
                <a:lnTo>
                  <a:pt x="5488869" y="1033338"/>
                </a:lnTo>
                <a:lnTo>
                  <a:pt x="5490515" y="1033141"/>
                </a:lnTo>
                <a:lnTo>
                  <a:pt x="5492162" y="1032943"/>
                </a:lnTo>
                <a:lnTo>
                  <a:pt x="5493808" y="1032745"/>
                </a:lnTo>
                <a:lnTo>
                  <a:pt x="5495454" y="1032546"/>
                </a:lnTo>
                <a:lnTo>
                  <a:pt x="5497101" y="1032346"/>
                </a:lnTo>
                <a:lnTo>
                  <a:pt x="5498747" y="1032145"/>
                </a:lnTo>
                <a:lnTo>
                  <a:pt x="5500393" y="1031944"/>
                </a:lnTo>
                <a:lnTo>
                  <a:pt x="5502040" y="1031741"/>
                </a:lnTo>
                <a:lnTo>
                  <a:pt x="5503686" y="1031538"/>
                </a:lnTo>
                <a:lnTo>
                  <a:pt x="5505332" y="1031335"/>
                </a:lnTo>
                <a:lnTo>
                  <a:pt x="5506979" y="1031130"/>
                </a:lnTo>
                <a:lnTo>
                  <a:pt x="5508625" y="1030925"/>
                </a:lnTo>
                <a:lnTo>
                  <a:pt x="5510271" y="1030719"/>
                </a:lnTo>
                <a:lnTo>
                  <a:pt x="5511918" y="1030512"/>
                </a:lnTo>
                <a:lnTo>
                  <a:pt x="5513564" y="1030304"/>
                </a:lnTo>
                <a:lnTo>
                  <a:pt x="5515210" y="1030096"/>
                </a:lnTo>
                <a:lnTo>
                  <a:pt x="5516857" y="1029887"/>
                </a:lnTo>
                <a:lnTo>
                  <a:pt x="5518503" y="1029677"/>
                </a:lnTo>
                <a:lnTo>
                  <a:pt x="5520149" y="1029466"/>
                </a:lnTo>
                <a:lnTo>
                  <a:pt x="5521796" y="1029255"/>
                </a:lnTo>
                <a:lnTo>
                  <a:pt x="5523442" y="1029043"/>
                </a:lnTo>
                <a:lnTo>
                  <a:pt x="5525088" y="1028830"/>
                </a:lnTo>
                <a:lnTo>
                  <a:pt x="5526735" y="1028616"/>
                </a:lnTo>
                <a:lnTo>
                  <a:pt x="5528381" y="1028401"/>
                </a:lnTo>
                <a:lnTo>
                  <a:pt x="5530027" y="1028186"/>
                </a:lnTo>
                <a:lnTo>
                  <a:pt x="5531674" y="1027970"/>
                </a:lnTo>
                <a:lnTo>
                  <a:pt x="5533320" y="1027753"/>
                </a:lnTo>
                <a:lnTo>
                  <a:pt x="5534966" y="1027536"/>
                </a:lnTo>
                <a:lnTo>
                  <a:pt x="5536613" y="1027318"/>
                </a:lnTo>
                <a:lnTo>
                  <a:pt x="5538259" y="1027099"/>
                </a:lnTo>
                <a:lnTo>
                  <a:pt x="5539905" y="1026879"/>
                </a:lnTo>
                <a:lnTo>
                  <a:pt x="5541552" y="1026658"/>
                </a:lnTo>
                <a:lnTo>
                  <a:pt x="5543198" y="1026437"/>
                </a:lnTo>
                <a:lnTo>
                  <a:pt x="5544844" y="1026215"/>
                </a:lnTo>
                <a:lnTo>
                  <a:pt x="5546491" y="1025992"/>
                </a:lnTo>
                <a:lnTo>
                  <a:pt x="5548137" y="1025768"/>
                </a:lnTo>
                <a:lnTo>
                  <a:pt x="5549783" y="1025544"/>
                </a:lnTo>
                <a:lnTo>
                  <a:pt x="5551430" y="1025319"/>
                </a:lnTo>
                <a:lnTo>
                  <a:pt x="5553076" y="1025093"/>
                </a:lnTo>
                <a:lnTo>
                  <a:pt x="5554722" y="1024866"/>
                </a:lnTo>
                <a:lnTo>
                  <a:pt x="5556369" y="1024639"/>
                </a:lnTo>
                <a:lnTo>
                  <a:pt x="5558015" y="1024411"/>
                </a:lnTo>
                <a:lnTo>
                  <a:pt x="5559661" y="1024182"/>
                </a:lnTo>
                <a:lnTo>
                  <a:pt x="5561308" y="1023952"/>
                </a:lnTo>
                <a:lnTo>
                  <a:pt x="5562954" y="1023722"/>
                </a:lnTo>
                <a:lnTo>
                  <a:pt x="5564600" y="1023491"/>
                </a:lnTo>
                <a:lnTo>
                  <a:pt x="5566247" y="1023259"/>
                </a:lnTo>
                <a:lnTo>
                  <a:pt x="5567893" y="1023026"/>
                </a:lnTo>
                <a:lnTo>
                  <a:pt x="5569539" y="1022792"/>
                </a:lnTo>
                <a:lnTo>
                  <a:pt x="5571186" y="1022558"/>
                </a:lnTo>
                <a:lnTo>
                  <a:pt x="5572832" y="1022323"/>
                </a:lnTo>
                <a:lnTo>
                  <a:pt x="5574478" y="1022088"/>
                </a:lnTo>
                <a:lnTo>
                  <a:pt x="5576125" y="1021851"/>
                </a:lnTo>
                <a:lnTo>
                  <a:pt x="5577771" y="1021614"/>
                </a:lnTo>
                <a:lnTo>
                  <a:pt x="5579417" y="1021376"/>
                </a:lnTo>
                <a:lnTo>
                  <a:pt x="5581064" y="1021137"/>
                </a:lnTo>
                <a:lnTo>
                  <a:pt x="5582710" y="1020898"/>
                </a:lnTo>
                <a:lnTo>
                  <a:pt x="5584356" y="1020657"/>
                </a:lnTo>
                <a:lnTo>
                  <a:pt x="5586003" y="1020417"/>
                </a:lnTo>
                <a:lnTo>
                  <a:pt x="5587649" y="1020175"/>
                </a:lnTo>
                <a:lnTo>
                  <a:pt x="5589295" y="1019932"/>
                </a:lnTo>
                <a:lnTo>
                  <a:pt x="5590942" y="1019689"/>
                </a:lnTo>
                <a:lnTo>
                  <a:pt x="5592588" y="1019445"/>
                </a:lnTo>
                <a:lnTo>
                  <a:pt x="5594234" y="1019200"/>
                </a:lnTo>
                <a:lnTo>
                  <a:pt x="5595881" y="1018955"/>
                </a:lnTo>
                <a:lnTo>
                  <a:pt x="5597527" y="1018709"/>
                </a:lnTo>
                <a:lnTo>
                  <a:pt x="5599173" y="1018462"/>
                </a:lnTo>
                <a:lnTo>
                  <a:pt x="5600820" y="1018214"/>
                </a:lnTo>
                <a:lnTo>
                  <a:pt x="5602466" y="1017965"/>
                </a:lnTo>
                <a:lnTo>
                  <a:pt x="5604112" y="1017716"/>
                </a:lnTo>
                <a:lnTo>
                  <a:pt x="5605759" y="1017466"/>
                </a:lnTo>
                <a:lnTo>
                  <a:pt x="5607405" y="1017215"/>
                </a:lnTo>
                <a:lnTo>
                  <a:pt x="5609051" y="1016964"/>
                </a:lnTo>
                <a:lnTo>
                  <a:pt x="5610698" y="1016712"/>
                </a:lnTo>
                <a:lnTo>
                  <a:pt x="5612344" y="1016459"/>
                </a:lnTo>
                <a:lnTo>
                  <a:pt x="5613990" y="1016205"/>
                </a:lnTo>
                <a:lnTo>
                  <a:pt x="5615637" y="1015950"/>
                </a:lnTo>
                <a:lnTo>
                  <a:pt x="5617283" y="1015695"/>
                </a:lnTo>
                <a:lnTo>
                  <a:pt x="5618929" y="1015439"/>
                </a:lnTo>
                <a:lnTo>
                  <a:pt x="5620576" y="1015183"/>
                </a:lnTo>
                <a:lnTo>
                  <a:pt x="5622222" y="1014925"/>
                </a:lnTo>
                <a:lnTo>
                  <a:pt x="5623868" y="1014667"/>
                </a:lnTo>
                <a:lnTo>
                  <a:pt x="5625515" y="1014408"/>
                </a:lnTo>
                <a:lnTo>
                  <a:pt x="5627161" y="1014148"/>
                </a:lnTo>
                <a:lnTo>
                  <a:pt x="5628807" y="1013888"/>
                </a:lnTo>
                <a:lnTo>
                  <a:pt x="5630454" y="1013627"/>
                </a:lnTo>
                <a:lnTo>
                  <a:pt x="5632100" y="1013365"/>
                </a:lnTo>
                <a:lnTo>
                  <a:pt x="5633746" y="1013102"/>
                </a:lnTo>
                <a:lnTo>
                  <a:pt x="5635393" y="1012839"/>
                </a:lnTo>
                <a:lnTo>
                  <a:pt x="5637039" y="1012575"/>
                </a:lnTo>
                <a:lnTo>
                  <a:pt x="5638685" y="1012310"/>
                </a:lnTo>
                <a:lnTo>
                  <a:pt x="5640332" y="1012044"/>
                </a:lnTo>
                <a:lnTo>
                  <a:pt x="5641978" y="1011778"/>
                </a:lnTo>
                <a:lnTo>
                  <a:pt x="5643624" y="1011511"/>
                </a:lnTo>
                <a:lnTo>
                  <a:pt x="5645270" y="1011243"/>
                </a:lnTo>
                <a:lnTo>
                  <a:pt x="5646917" y="1010974"/>
                </a:lnTo>
                <a:lnTo>
                  <a:pt x="5648563" y="1010705"/>
                </a:lnTo>
                <a:lnTo>
                  <a:pt x="5650209" y="1010435"/>
                </a:lnTo>
                <a:lnTo>
                  <a:pt x="5651856" y="1010164"/>
                </a:lnTo>
                <a:lnTo>
                  <a:pt x="5653502" y="1009892"/>
                </a:lnTo>
                <a:lnTo>
                  <a:pt x="5655148" y="1009620"/>
                </a:lnTo>
                <a:lnTo>
                  <a:pt x="5656795" y="1009347"/>
                </a:lnTo>
                <a:lnTo>
                  <a:pt x="5658441" y="1009073"/>
                </a:lnTo>
                <a:lnTo>
                  <a:pt x="5660087" y="1008799"/>
                </a:lnTo>
                <a:lnTo>
                  <a:pt x="5661734" y="1008524"/>
                </a:lnTo>
                <a:lnTo>
                  <a:pt x="5663380" y="1008248"/>
                </a:lnTo>
                <a:lnTo>
                  <a:pt x="5665026" y="1007971"/>
                </a:lnTo>
                <a:lnTo>
                  <a:pt x="5666673" y="1007693"/>
                </a:lnTo>
                <a:lnTo>
                  <a:pt x="5668319" y="1007415"/>
                </a:lnTo>
                <a:lnTo>
                  <a:pt x="5669965" y="1007136"/>
                </a:lnTo>
                <a:lnTo>
                  <a:pt x="5671612" y="1006857"/>
                </a:lnTo>
                <a:lnTo>
                  <a:pt x="5673258" y="1006576"/>
                </a:lnTo>
                <a:lnTo>
                  <a:pt x="5674904" y="1006295"/>
                </a:lnTo>
                <a:lnTo>
                  <a:pt x="5676551" y="1006013"/>
                </a:lnTo>
                <a:lnTo>
                  <a:pt x="5678197" y="1005731"/>
                </a:lnTo>
                <a:lnTo>
                  <a:pt x="5679843" y="1005447"/>
                </a:lnTo>
                <a:lnTo>
                  <a:pt x="5681490" y="1005163"/>
                </a:lnTo>
                <a:lnTo>
                  <a:pt x="5683136" y="1004879"/>
                </a:lnTo>
                <a:lnTo>
                  <a:pt x="5684782" y="1004593"/>
                </a:lnTo>
                <a:lnTo>
                  <a:pt x="5686429" y="1004307"/>
                </a:lnTo>
                <a:lnTo>
                  <a:pt x="5688075" y="1004020"/>
                </a:lnTo>
                <a:lnTo>
                  <a:pt x="5689721" y="1003732"/>
                </a:lnTo>
                <a:lnTo>
                  <a:pt x="5691368" y="1003444"/>
                </a:lnTo>
                <a:lnTo>
                  <a:pt x="5693014" y="1003155"/>
                </a:lnTo>
                <a:lnTo>
                  <a:pt x="5694660" y="1002865"/>
                </a:lnTo>
                <a:lnTo>
                  <a:pt x="5696307" y="1002574"/>
                </a:lnTo>
                <a:lnTo>
                  <a:pt x="5697953" y="1002283"/>
                </a:lnTo>
                <a:lnTo>
                  <a:pt x="5699599" y="1001991"/>
                </a:lnTo>
                <a:lnTo>
                  <a:pt x="5701246" y="1001698"/>
                </a:lnTo>
                <a:lnTo>
                  <a:pt x="5702892" y="1001404"/>
                </a:lnTo>
                <a:lnTo>
                  <a:pt x="5704538" y="1001110"/>
                </a:lnTo>
                <a:lnTo>
                  <a:pt x="5706185" y="1000815"/>
                </a:lnTo>
                <a:lnTo>
                  <a:pt x="5707831" y="1000519"/>
                </a:lnTo>
                <a:lnTo>
                  <a:pt x="5709477" y="1000223"/>
                </a:lnTo>
                <a:lnTo>
                  <a:pt x="5711124" y="999926"/>
                </a:lnTo>
                <a:lnTo>
                  <a:pt x="5712770" y="999628"/>
                </a:lnTo>
                <a:lnTo>
                  <a:pt x="5714416" y="999329"/>
                </a:lnTo>
                <a:lnTo>
                  <a:pt x="5716063" y="999030"/>
                </a:lnTo>
                <a:lnTo>
                  <a:pt x="5717709" y="998730"/>
                </a:lnTo>
                <a:lnTo>
                  <a:pt x="5719355" y="998429"/>
                </a:lnTo>
                <a:lnTo>
                  <a:pt x="5721002" y="998127"/>
                </a:lnTo>
                <a:lnTo>
                  <a:pt x="5722648" y="997825"/>
                </a:lnTo>
                <a:lnTo>
                  <a:pt x="5724294" y="997522"/>
                </a:lnTo>
                <a:lnTo>
                  <a:pt x="5725941" y="997218"/>
                </a:lnTo>
                <a:lnTo>
                  <a:pt x="5727587" y="996914"/>
                </a:lnTo>
                <a:lnTo>
                  <a:pt x="5729233" y="996609"/>
                </a:lnTo>
                <a:lnTo>
                  <a:pt x="5730880" y="996303"/>
                </a:lnTo>
                <a:lnTo>
                  <a:pt x="5732526" y="995996"/>
                </a:lnTo>
                <a:lnTo>
                  <a:pt x="5734172" y="995689"/>
                </a:lnTo>
                <a:lnTo>
                  <a:pt x="5735819" y="995381"/>
                </a:lnTo>
                <a:lnTo>
                  <a:pt x="5737465" y="995072"/>
                </a:lnTo>
                <a:lnTo>
                  <a:pt x="5739111" y="994763"/>
                </a:lnTo>
                <a:lnTo>
                  <a:pt x="5740758" y="994452"/>
                </a:lnTo>
                <a:lnTo>
                  <a:pt x="5742404" y="994142"/>
                </a:lnTo>
                <a:lnTo>
                  <a:pt x="5744050" y="993830"/>
                </a:lnTo>
                <a:lnTo>
                  <a:pt x="5745697" y="993518"/>
                </a:lnTo>
                <a:lnTo>
                  <a:pt x="5747343" y="993205"/>
                </a:lnTo>
                <a:lnTo>
                  <a:pt x="5748989" y="992891"/>
                </a:lnTo>
                <a:lnTo>
                  <a:pt x="5750636" y="992576"/>
                </a:lnTo>
                <a:lnTo>
                  <a:pt x="5752282" y="992261"/>
                </a:lnTo>
                <a:lnTo>
                  <a:pt x="5753928" y="991945"/>
                </a:lnTo>
                <a:lnTo>
                  <a:pt x="5755575" y="991628"/>
                </a:lnTo>
                <a:lnTo>
                  <a:pt x="5757221" y="991311"/>
                </a:lnTo>
                <a:lnTo>
                  <a:pt x="5758867" y="990993"/>
                </a:lnTo>
                <a:lnTo>
                  <a:pt x="5760514" y="990674"/>
                </a:lnTo>
                <a:lnTo>
                  <a:pt x="5762160" y="990355"/>
                </a:lnTo>
                <a:lnTo>
                  <a:pt x="5763806" y="990034"/>
                </a:lnTo>
                <a:lnTo>
                  <a:pt x="5765453" y="989714"/>
                </a:lnTo>
                <a:lnTo>
                  <a:pt x="5767099" y="989392"/>
                </a:lnTo>
                <a:lnTo>
                  <a:pt x="5768745" y="989070"/>
                </a:lnTo>
                <a:lnTo>
                  <a:pt x="5770392" y="988746"/>
                </a:lnTo>
                <a:lnTo>
                  <a:pt x="5772038" y="988423"/>
                </a:lnTo>
                <a:lnTo>
                  <a:pt x="5773684" y="988098"/>
                </a:lnTo>
                <a:lnTo>
                  <a:pt x="5775331" y="987773"/>
                </a:lnTo>
                <a:lnTo>
                  <a:pt x="5776977" y="987447"/>
                </a:lnTo>
                <a:lnTo>
                  <a:pt x="5778623" y="987120"/>
                </a:lnTo>
                <a:lnTo>
                  <a:pt x="5780270" y="986793"/>
                </a:lnTo>
                <a:lnTo>
                  <a:pt x="5781916" y="986465"/>
                </a:lnTo>
                <a:lnTo>
                  <a:pt x="5783562" y="986136"/>
                </a:lnTo>
                <a:lnTo>
                  <a:pt x="5785209" y="985807"/>
                </a:lnTo>
                <a:lnTo>
                  <a:pt x="5786855" y="985477"/>
                </a:lnTo>
                <a:lnTo>
                  <a:pt x="5788501" y="985146"/>
                </a:lnTo>
                <a:lnTo>
                  <a:pt x="5790148" y="984814"/>
                </a:lnTo>
                <a:lnTo>
                  <a:pt x="5791794" y="984482"/>
                </a:lnTo>
                <a:lnTo>
                  <a:pt x="5793440" y="984149"/>
                </a:lnTo>
                <a:lnTo>
                  <a:pt x="5795087" y="983815"/>
                </a:lnTo>
                <a:lnTo>
                  <a:pt x="5796733" y="983481"/>
                </a:lnTo>
                <a:lnTo>
                  <a:pt x="5798379" y="983145"/>
                </a:lnTo>
                <a:lnTo>
                  <a:pt x="5800026" y="982810"/>
                </a:lnTo>
                <a:lnTo>
                  <a:pt x="5801672" y="982473"/>
                </a:lnTo>
                <a:lnTo>
                  <a:pt x="5803318" y="982136"/>
                </a:lnTo>
                <a:lnTo>
                  <a:pt x="5804965" y="981798"/>
                </a:lnTo>
                <a:lnTo>
                  <a:pt x="5806611" y="981459"/>
                </a:lnTo>
                <a:lnTo>
                  <a:pt x="5808257" y="981120"/>
                </a:lnTo>
                <a:lnTo>
                  <a:pt x="5809904" y="980780"/>
                </a:lnTo>
                <a:lnTo>
                  <a:pt x="5811550" y="980439"/>
                </a:lnTo>
                <a:lnTo>
                  <a:pt x="5813196" y="980098"/>
                </a:lnTo>
                <a:lnTo>
                  <a:pt x="5814843" y="979755"/>
                </a:lnTo>
                <a:lnTo>
                  <a:pt x="5816489" y="979413"/>
                </a:lnTo>
                <a:lnTo>
                  <a:pt x="5818135" y="979069"/>
                </a:lnTo>
                <a:lnTo>
                  <a:pt x="5819782" y="978725"/>
                </a:lnTo>
                <a:lnTo>
                  <a:pt x="5821428" y="978380"/>
                </a:lnTo>
                <a:lnTo>
                  <a:pt x="5823074" y="978034"/>
                </a:lnTo>
                <a:lnTo>
                  <a:pt x="5824721" y="977688"/>
                </a:lnTo>
                <a:lnTo>
                  <a:pt x="5826367" y="977341"/>
                </a:lnTo>
                <a:lnTo>
                  <a:pt x="5828013" y="976993"/>
                </a:lnTo>
                <a:lnTo>
                  <a:pt x="5829660" y="976644"/>
                </a:lnTo>
                <a:lnTo>
                  <a:pt x="5831306" y="976295"/>
                </a:lnTo>
                <a:lnTo>
                  <a:pt x="5832952" y="975945"/>
                </a:lnTo>
                <a:lnTo>
                  <a:pt x="5834599" y="975595"/>
                </a:lnTo>
                <a:lnTo>
                  <a:pt x="5836245" y="975244"/>
                </a:lnTo>
                <a:lnTo>
                  <a:pt x="5837891" y="974892"/>
                </a:lnTo>
                <a:lnTo>
                  <a:pt x="5839538" y="974539"/>
                </a:lnTo>
                <a:lnTo>
                  <a:pt x="5841184" y="974186"/>
                </a:lnTo>
                <a:lnTo>
                  <a:pt x="5842830" y="973832"/>
                </a:lnTo>
                <a:lnTo>
                  <a:pt x="5844477" y="973477"/>
                </a:lnTo>
                <a:lnTo>
                  <a:pt x="5846123" y="973122"/>
                </a:lnTo>
                <a:lnTo>
                  <a:pt x="5847769" y="972765"/>
                </a:lnTo>
                <a:lnTo>
                  <a:pt x="5849416" y="972409"/>
                </a:lnTo>
                <a:lnTo>
                  <a:pt x="5851062" y="972051"/>
                </a:lnTo>
                <a:lnTo>
                  <a:pt x="5852708" y="971693"/>
                </a:lnTo>
                <a:lnTo>
                  <a:pt x="5854355" y="971334"/>
                </a:lnTo>
                <a:lnTo>
                  <a:pt x="5856001" y="970974"/>
                </a:lnTo>
                <a:lnTo>
                  <a:pt x="5857647" y="970614"/>
                </a:lnTo>
                <a:lnTo>
                  <a:pt x="5859294" y="970253"/>
                </a:lnTo>
                <a:lnTo>
                  <a:pt x="5860940" y="969892"/>
                </a:lnTo>
                <a:lnTo>
                  <a:pt x="5862586" y="969529"/>
                </a:lnTo>
                <a:lnTo>
                  <a:pt x="5864233" y="969166"/>
                </a:lnTo>
                <a:lnTo>
                  <a:pt x="5865879" y="968803"/>
                </a:lnTo>
                <a:lnTo>
                  <a:pt x="5867525" y="968438"/>
                </a:lnTo>
                <a:lnTo>
                  <a:pt x="5869172" y="968073"/>
                </a:lnTo>
                <a:lnTo>
                  <a:pt x="5870818" y="967707"/>
                </a:lnTo>
                <a:lnTo>
                  <a:pt x="5872464" y="967341"/>
                </a:lnTo>
                <a:lnTo>
                  <a:pt x="5874111" y="966974"/>
                </a:lnTo>
                <a:lnTo>
                  <a:pt x="5875757" y="966606"/>
                </a:lnTo>
                <a:lnTo>
                  <a:pt x="5877403" y="966237"/>
                </a:lnTo>
                <a:lnTo>
                  <a:pt x="5879050" y="965868"/>
                </a:lnTo>
                <a:lnTo>
                  <a:pt x="5880696" y="965498"/>
                </a:lnTo>
                <a:lnTo>
                  <a:pt x="5882342" y="965128"/>
                </a:lnTo>
                <a:lnTo>
                  <a:pt x="5883989" y="964756"/>
                </a:lnTo>
                <a:lnTo>
                  <a:pt x="5885635" y="964384"/>
                </a:lnTo>
                <a:lnTo>
                  <a:pt x="5887281" y="964012"/>
                </a:lnTo>
                <a:lnTo>
                  <a:pt x="5888928" y="963639"/>
                </a:lnTo>
                <a:lnTo>
                  <a:pt x="5890574" y="963265"/>
                </a:lnTo>
                <a:lnTo>
                  <a:pt x="5892220" y="962890"/>
                </a:lnTo>
                <a:lnTo>
                  <a:pt x="5893867" y="962515"/>
                </a:lnTo>
                <a:lnTo>
                  <a:pt x="5895513" y="962138"/>
                </a:lnTo>
                <a:lnTo>
                  <a:pt x="5897159" y="961762"/>
                </a:lnTo>
                <a:lnTo>
                  <a:pt x="5898806" y="961384"/>
                </a:lnTo>
                <a:lnTo>
                  <a:pt x="5900452" y="961006"/>
                </a:lnTo>
                <a:lnTo>
                  <a:pt x="5902098" y="960628"/>
                </a:lnTo>
                <a:lnTo>
                  <a:pt x="5903745" y="960248"/>
                </a:lnTo>
                <a:lnTo>
                  <a:pt x="5905391" y="959868"/>
                </a:lnTo>
                <a:lnTo>
                  <a:pt x="5907037" y="959487"/>
                </a:lnTo>
                <a:lnTo>
                  <a:pt x="5908684" y="959106"/>
                </a:lnTo>
                <a:lnTo>
                  <a:pt x="5910330" y="958724"/>
                </a:lnTo>
                <a:lnTo>
                  <a:pt x="5911976" y="958341"/>
                </a:lnTo>
                <a:lnTo>
                  <a:pt x="5913623" y="957957"/>
                </a:lnTo>
                <a:lnTo>
                  <a:pt x="5915269" y="957573"/>
                </a:lnTo>
                <a:lnTo>
                  <a:pt x="5916915" y="957188"/>
                </a:lnTo>
                <a:lnTo>
                  <a:pt x="5918562" y="956803"/>
                </a:lnTo>
                <a:lnTo>
                  <a:pt x="5920208" y="956417"/>
                </a:lnTo>
                <a:lnTo>
                  <a:pt x="5921854" y="956030"/>
                </a:lnTo>
                <a:lnTo>
                  <a:pt x="5923501" y="955642"/>
                </a:lnTo>
                <a:lnTo>
                  <a:pt x="5925147" y="955254"/>
                </a:lnTo>
                <a:lnTo>
                  <a:pt x="5926793" y="954865"/>
                </a:lnTo>
                <a:lnTo>
                  <a:pt x="5928440" y="954476"/>
                </a:lnTo>
                <a:lnTo>
                  <a:pt x="5930086" y="954085"/>
                </a:lnTo>
                <a:lnTo>
                  <a:pt x="5931732" y="953695"/>
                </a:lnTo>
                <a:lnTo>
                  <a:pt x="5933379" y="953303"/>
                </a:lnTo>
                <a:lnTo>
                  <a:pt x="5935025" y="952911"/>
                </a:lnTo>
                <a:lnTo>
                  <a:pt x="5936671" y="952518"/>
                </a:lnTo>
                <a:lnTo>
                  <a:pt x="5938318" y="952124"/>
                </a:lnTo>
                <a:lnTo>
                  <a:pt x="5939964" y="951730"/>
                </a:lnTo>
                <a:lnTo>
                  <a:pt x="5941610" y="951335"/>
                </a:lnTo>
                <a:lnTo>
                  <a:pt x="5943257" y="950940"/>
                </a:lnTo>
                <a:lnTo>
                  <a:pt x="5944903" y="950543"/>
                </a:lnTo>
                <a:lnTo>
                  <a:pt x="5946549" y="950146"/>
                </a:lnTo>
                <a:lnTo>
                  <a:pt x="5948196" y="949749"/>
                </a:lnTo>
                <a:lnTo>
                  <a:pt x="5949842" y="949351"/>
                </a:lnTo>
                <a:lnTo>
                  <a:pt x="5951488" y="948952"/>
                </a:lnTo>
                <a:lnTo>
                  <a:pt x="5953135" y="948552"/>
                </a:lnTo>
                <a:lnTo>
                  <a:pt x="5954781" y="948152"/>
                </a:lnTo>
                <a:lnTo>
                  <a:pt x="5956427" y="947751"/>
                </a:lnTo>
                <a:lnTo>
                  <a:pt x="5958073" y="947349"/>
                </a:lnTo>
                <a:lnTo>
                  <a:pt x="5959720" y="946947"/>
                </a:lnTo>
                <a:lnTo>
                  <a:pt x="5961366" y="946544"/>
                </a:lnTo>
                <a:lnTo>
                  <a:pt x="5963012" y="946141"/>
                </a:lnTo>
                <a:lnTo>
                  <a:pt x="5964659" y="945737"/>
                </a:lnTo>
                <a:lnTo>
                  <a:pt x="5966305" y="945332"/>
                </a:lnTo>
                <a:lnTo>
                  <a:pt x="5967951" y="944926"/>
                </a:lnTo>
                <a:lnTo>
                  <a:pt x="5969598" y="944520"/>
                </a:lnTo>
                <a:lnTo>
                  <a:pt x="5971244" y="944113"/>
                </a:lnTo>
                <a:lnTo>
                  <a:pt x="5972890" y="943706"/>
                </a:lnTo>
                <a:lnTo>
                  <a:pt x="5974537" y="943298"/>
                </a:lnTo>
                <a:lnTo>
                  <a:pt x="5976183" y="942889"/>
                </a:lnTo>
                <a:lnTo>
                  <a:pt x="5977829" y="942479"/>
                </a:lnTo>
                <a:lnTo>
                  <a:pt x="5979476" y="942069"/>
                </a:lnTo>
                <a:lnTo>
                  <a:pt x="5981122" y="941658"/>
                </a:lnTo>
                <a:lnTo>
                  <a:pt x="5982768" y="941247"/>
                </a:lnTo>
                <a:lnTo>
                  <a:pt x="5984415" y="940835"/>
                </a:lnTo>
                <a:lnTo>
                  <a:pt x="5986061" y="940422"/>
                </a:lnTo>
                <a:lnTo>
                  <a:pt x="5987707" y="940009"/>
                </a:lnTo>
                <a:lnTo>
                  <a:pt x="5989354" y="939595"/>
                </a:lnTo>
                <a:lnTo>
                  <a:pt x="5991000" y="939180"/>
                </a:lnTo>
                <a:lnTo>
                  <a:pt x="5992646" y="938764"/>
                </a:lnTo>
                <a:lnTo>
                  <a:pt x="5994293" y="938348"/>
                </a:lnTo>
                <a:lnTo>
                  <a:pt x="5995939" y="937932"/>
                </a:lnTo>
                <a:lnTo>
                  <a:pt x="5997585" y="937514"/>
                </a:lnTo>
                <a:lnTo>
                  <a:pt x="5999232" y="937096"/>
                </a:lnTo>
                <a:lnTo>
                  <a:pt x="6000878" y="936678"/>
                </a:lnTo>
                <a:lnTo>
                  <a:pt x="6002524" y="936259"/>
                </a:lnTo>
                <a:lnTo>
                  <a:pt x="6004171" y="935839"/>
                </a:lnTo>
                <a:lnTo>
                  <a:pt x="6005817" y="935418"/>
                </a:lnTo>
                <a:lnTo>
                  <a:pt x="6007463" y="934997"/>
                </a:lnTo>
                <a:lnTo>
                  <a:pt x="6009110" y="934575"/>
                </a:lnTo>
                <a:lnTo>
                  <a:pt x="6010756" y="934152"/>
                </a:lnTo>
                <a:lnTo>
                  <a:pt x="6012402" y="933729"/>
                </a:lnTo>
                <a:lnTo>
                  <a:pt x="6014049" y="933305"/>
                </a:lnTo>
                <a:lnTo>
                  <a:pt x="6015695" y="932881"/>
                </a:lnTo>
                <a:lnTo>
                  <a:pt x="6017341" y="932456"/>
                </a:lnTo>
                <a:lnTo>
                  <a:pt x="6018988" y="932030"/>
                </a:lnTo>
                <a:lnTo>
                  <a:pt x="6020634" y="931604"/>
                </a:lnTo>
                <a:lnTo>
                  <a:pt x="6022280" y="931177"/>
                </a:lnTo>
                <a:lnTo>
                  <a:pt x="6023927" y="930749"/>
                </a:lnTo>
                <a:lnTo>
                  <a:pt x="6025573" y="930321"/>
                </a:lnTo>
                <a:lnTo>
                  <a:pt x="6027219" y="929892"/>
                </a:lnTo>
                <a:lnTo>
                  <a:pt x="6028866" y="929462"/>
                </a:lnTo>
                <a:lnTo>
                  <a:pt x="6030512" y="929032"/>
                </a:lnTo>
                <a:lnTo>
                  <a:pt x="6032158" y="928601"/>
                </a:lnTo>
                <a:lnTo>
                  <a:pt x="6033805" y="928170"/>
                </a:lnTo>
                <a:lnTo>
                  <a:pt x="6035451" y="927737"/>
                </a:lnTo>
                <a:lnTo>
                  <a:pt x="6037097" y="927305"/>
                </a:lnTo>
                <a:lnTo>
                  <a:pt x="6038744" y="926871"/>
                </a:lnTo>
                <a:lnTo>
                  <a:pt x="6040390" y="926437"/>
                </a:lnTo>
                <a:lnTo>
                  <a:pt x="6042036" y="926002"/>
                </a:lnTo>
                <a:lnTo>
                  <a:pt x="6043683" y="925567"/>
                </a:lnTo>
                <a:lnTo>
                  <a:pt x="6045329" y="925131"/>
                </a:lnTo>
                <a:lnTo>
                  <a:pt x="6046975" y="924694"/>
                </a:lnTo>
                <a:lnTo>
                  <a:pt x="6048622" y="924257"/>
                </a:lnTo>
                <a:lnTo>
                  <a:pt x="6050268" y="923819"/>
                </a:lnTo>
                <a:lnTo>
                  <a:pt x="6051914" y="923381"/>
                </a:lnTo>
                <a:lnTo>
                  <a:pt x="6053561" y="922941"/>
                </a:lnTo>
                <a:lnTo>
                  <a:pt x="6055207" y="922502"/>
                </a:lnTo>
                <a:lnTo>
                  <a:pt x="6056853" y="922061"/>
                </a:lnTo>
                <a:lnTo>
                  <a:pt x="6058500" y="921620"/>
                </a:lnTo>
                <a:lnTo>
                  <a:pt x="6060146" y="921178"/>
                </a:lnTo>
                <a:lnTo>
                  <a:pt x="6061792" y="920736"/>
                </a:lnTo>
                <a:lnTo>
                  <a:pt x="6063439" y="920293"/>
                </a:lnTo>
                <a:lnTo>
                  <a:pt x="6065085" y="919849"/>
                </a:lnTo>
                <a:lnTo>
                  <a:pt x="6066731" y="919405"/>
                </a:lnTo>
                <a:lnTo>
                  <a:pt x="6068378" y="918960"/>
                </a:lnTo>
                <a:lnTo>
                  <a:pt x="6070024" y="918515"/>
                </a:lnTo>
                <a:lnTo>
                  <a:pt x="6071670" y="918069"/>
                </a:lnTo>
                <a:lnTo>
                  <a:pt x="6073317" y="917622"/>
                </a:lnTo>
                <a:lnTo>
                  <a:pt x="6074963" y="917175"/>
                </a:lnTo>
                <a:lnTo>
                  <a:pt x="6076609" y="916727"/>
                </a:lnTo>
                <a:lnTo>
                  <a:pt x="6078256" y="916278"/>
                </a:lnTo>
                <a:lnTo>
                  <a:pt x="6079902" y="915829"/>
                </a:lnTo>
                <a:lnTo>
                  <a:pt x="6081548" y="915379"/>
                </a:lnTo>
                <a:lnTo>
                  <a:pt x="6083195" y="914928"/>
                </a:lnTo>
                <a:lnTo>
                  <a:pt x="6084841" y="914477"/>
                </a:lnTo>
                <a:lnTo>
                  <a:pt x="6086487" y="914025"/>
                </a:lnTo>
                <a:lnTo>
                  <a:pt x="6088134" y="913573"/>
                </a:lnTo>
                <a:lnTo>
                  <a:pt x="6089780" y="913120"/>
                </a:lnTo>
                <a:lnTo>
                  <a:pt x="6091426" y="912666"/>
                </a:lnTo>
                <a:lnTo>
                  <a:pt x="6093073" y="912212"/>
                </a:lnTo>
                <a:lnTo>
                  <a:pt x="6094719" y="911757"/>
                </a:lnTo>
                <a:lnTo>
                  <a:pt x="6096365" y="911302"/>
                </a:lnTo>
                <a:lnTo>
                  <a:pt x="6098012" y="910846"/>
                </a:lnTo>
                <a:lnTo>
                  <a:pt x="6099658" y="910389"/>
                </a:lnTo>
                <a:lnTo>
                  <a:pt x="6101304" y="909932"/>
                </a:lnTo>
                <a:lnTo>
                  <a:pt x="6102951" y="909474"/>
                </a:lnTo>
                <a:lnTo>
                  <a:pt x="6104597" y="909015"/>
                </a:lnTo>
                <a:lnTo>
                  <a:pt x="6106243" y="908556"/>
                </a:lnTo>
                <a:lnTo>
                  <a:pt x="6107890" y="908096"/>
                </a:lnTo>
                <a:lnTo>
                  <a:pt x="6109536" y="907636"/>
                </a:lnTo>
                <a:lnTo>
                  <a:pt x="6111182" y="907175"/>
                </a:lnTo>
                <a:lnTo>
                  <a:pt x="6112829" y="906713"/>
                </a:lnTo>
                <a:lnTo>
                  <a:pt x="6114475" y="906251"/>
                </a:lnTo>
                <a:lnTo>
                  <a:pt x="6116121" y="905788"/>
                </a:lnTo>
                <a:lnTo>
                  <a:pt x="6117768" y="905324"/>
                </a:lnTo>
                <a:lnTo>
                  <a:pt x="6119414" y="904860"/>
                </a:lnTo>
                <a:lnTo>
                  <a:pt x="6121060" y="904396"/>
                </a:lnTo>
                <a:lnTo>
                  <a:pt x="6122707" y="903930"/>
                </a:lnTo>
                <a:lnTo>
                  <a:pt x="6124353" y="903464"/>
                </a:lnTo>
                <a:lnTo>
                  <a:pt x="6125999" y="902998"/>
                </a:lnTo>
                <a:lnTo>
                  <a:pt x="6127646" y="902531"/>
                </a:lnTo>
                <a:lnTo>
                  <a:pt x="6129292" y="902063"/>
                </a:lnTo>
                <a:lnTo>
                  <a:pt x="6130938" y="901594"/>
                </a:lnTo>
                <a:lnTo>
                  <a:pt x="6132585" y="901125"/>
                </a:lnTo>
                <a:lnTo>
                  <a:pt x="6134231" y="900656"/>
                </a:lnTo>
                <a:lnTo>
                  <a:pt x="6135877" y="900186"/>
                </a:lnTo>
                <a:lnTo>
                  <a:pt x="6137524" y="899715"/>
                </a:lnTo>
                <a:lnTo>
                  <a:pt x="6139170" y="899243"/>
                </a:lnTo>
                <a:lnTo>
                  <a:pt x="6140816" y="898771"/>
                </a:lnTo>
                <a:lnTo>
                  <a:pt x="6142463" y="898299"/>
                </a:lnTo>
                <a:lnTo>
                  <a:pt x="6144109" y="897825"/>
                </a:lnTo>
                <a:lnTo>
                  <a:pt x="6145755" y="897352"/>
                </a:lnTo>
                <a:lnTo>
                  <a:pt x="6147402" y="896877"/>
                </a:lnTo>
                <a:lnTo>
                  <a:pt x="6149048" y="896402"/>
                </a:lnTo>
                <a:lnTo>
                  <a:pt x="6150694" y="895926"/>
                </a:lnTo>
                <a:lnTo>
                  <a:pt x="6152341" y="895450"/>
                </a:lnTo>
                <a:lnTo>
                  <a:pt x="6153987" y="894973"/>
                </a:lnTo>
                <a:lnTo>
                  <a:pt x="6155633" y="894496"/>
                </a:lnTo>
                <a:lnTo>
                  <a:pt x="6157280" y="894018"/>
                </a:lnTo>
                <a:lnTo>
                  <a:pt x="6158926" y="893539"/>
                </a:lnTo>
                <a:lnTo>
                  <a:pt x="6160572" y="893060"/>
                </a:lnTo>
                <a:lnTo>
                  <a:pt x="6162219" y="892580"/>
                </a:lnTo>
                <a:lnTo>
                  <a:pt x="6163865" y="892100"/>
                </a:lnTo>
                <a:lnTo>
                  <a:pt x="6165511" y="891619"/>
                </a:lnTo>
                <a:lnTo>
                  <a:pt x="6167158" y="891137"/>
                </a:lnTo>
                <a:lnTo>
                  <a:pt x="6168804" y="890655"/>
                </a:lnTo>
                <a:lnTo>
                  <a:pt x="6170450" y="890172"/>
                </a:lnTo>
                <a:lnTo>
                  <a:pt x="6172097" y="889688"/>
                </a:lnTo>
                <a:lnTo>
                  <a:pt x="6173743" y="889204"/>
                </a:lnTo>
                <a:lnTo>
                  <a:pt x="6175389" y="888720"/>
                </a:lnTo>
                <a:lnTo>
                  <a:pt x="6177036" y="888235"/>
                </a:lnTo>
                <a:lnTo>
                  <a:pt x="6178682" y="887749"/>
                </a:lnTo>
                <a:lnTo>
                  <a:pt x="6180328" y="887262"/>
                </a:lnTo>
                <a:lnTo>
                  <a:pt x="6181975" y="886775"/>
                </a:lnTo>
                <a:lnTo>
                  <a:pt x="6183621" y="886288"/>
                </a:lnTo>
                <a:lnTo>
                  <a:pt x="6185267" y="885800"/>
                </a:lnTo>
                <a:lnTo>
                  <a:pt x="6186914" y="885311"/>
                </a:lnTo>
                <a:lnTo>
                  <a:pt x="6188560" y="884822"/>
                </a:lnTo>
                <a:lnTo>
                  <a:pt x="6190206" y="884332"/>
                </a:lnTo>
                <a:lnTo>
                  <a:pt x="6191853" y="883841"/>
                </a:lnTo>
                <a:lnTo>
                  <a:pt x="6193499" y="883350"/>
                </a:lnTo>
                <a:lnTo>
                  <a:pt x="6195145" y="882858"/>
                </a:lnTo>
                <a:lnTo>
                  <a:pt x="6196792" y="882366"/>
                </a:lnTo>
                <a:lnTo>
                  <a:pt x="6198438" y="881873"/>
                </a:lnTo>
                <a:lnTo>
                  <a:pt x="6200084" y="881380"/>
                </a:lnTo>
                <a:lnTo>
                  <a:pt x="6201731" y="880886"/>
                </a:lnTo>
                <a:lnTo>
                  <a:pt x="6203377" y="880391"/>
                </a:lnTo>
                <a:lnTo>
                  <a:pt x="6205023" y="879896"/>
                </a:lnTo>
                <a:lnTo>
                  <a:pt x="6206670" y="879400"/>
                </a:lnTo>
                <a:lnTo>
                  <a:pt x="6208316" y="878904"/>
                </a:lnTo>
                <a:lnTo>
                  <a:pt x="6209962" y="878407"/>
                </a:lnTo>
                <a:lnTo>
                  <a:pt x="6211609" y="877909"/>
                </a:lnTo>
                <a:lnTo>
                  <a:pt x="6213255" y="877411"/>
                </a:lnTo>
                <a:lnTo>
                  <a:pt x="6214901" y="876912"/>
                </a:lnTo>
                <a:lnTo>
                  <a:pt x="6216548" y="876413"/>
                </a:lnTo>
                <a:lnTo>
                  <a:pt x="6218194" y="875913"/>
                </a:lnTo>
                <a:lnTo>
                  <a:pt x="6219840" y="875413"/>
                </a:lnTo>
                <a:lnTo>
                  <a:pt x="6221487" y="874912"/>
                </a:lnTo>
                <a:lnTo>
                  <a:pt x="6223133" y="874410"/>
                </a:lnTo>
                <a:lnTo>
                  <a:pt x="6224779" y="873908"/>
                </a:lnTo>
                <a:lnTo>
                  <a:pt x="6226426" y="873405"/>
                </a:lnTo>
                <a:lnTo>
                  <a:pt x="6228072" y="872902"/>
                </a:lnTo>
                <a:lnTo>
                  <a:pt x="6229718" y="872398"/>
                </a:lnTo>
                <a:lnTo>
                  <a:pt x="6231365" y="871894"/>
                </a:lnTo>
                <a:lnTo>
                  <a:pt x="6233011" y="871389"/>
                </a:lnTo>
                <a:lnTo>
                  <a:pt x="6234657" y="870883"/>
                </a:lnTo>
                <a:lnTo>
                  <a:pt x="6236304" y="870377"/>
                </a:lnTo>
                <a:lnTo>
                  <a:pt x="6237950" y="869870"/>
                </a:lnTo>
                <a:lnTo>
                  <a:pt x="6239596" y="869363"/>
                </a:lnTo>
                <a:lnTo>
                  <a:pt x="6241243" y="868855"/>
                </a:lnTo>
                <a:lnTo>
                  <a:pt x="6242889" y="868346"/>
                </a:lnTo>
                <a:lnTo>
                  <a:pt x="6244535" y="867837"/>
                </a:lnTo>
                <a:lnTo>
                  <a:pt x="6246182" y="867328"/>
                </a:lnTo>
                <a:lnTo>
                  <a:pt x="6247828" y="866818"/>
                </a:lnTo>
                <a:lnTo>
                  <a:pt x="6249474" y="866307"/>
                </a:lnTo>
                <a:lnTo>
                  <a:pt x="6251121" y="865796"/>
                </a:lnTo>
                <a:lnTo>
                  <a:pt x="6252767" y="865284"/>
                </a:lnTo>
                <a:lnTo>
                  <a:pt x="6254413" y="864771"/>
                </a:lnTo>
                <a:lnTo>
                  <a:pt x="6256060" y="864258"/>
                </a:lnTo>
                <a:lnTo>
                  <a:pt x="6257706" y="863745"/>
                </a:lnTo>
                <a:lnTo>
                  <a:pt x="6259352" y="863231"/>
                </a:lnTo>
                <a:lnTo>
                  <a:pt x="6260999" y="862716"/>
                </a:lnTo>
                <a:lnTo>
                  <a:pt x="6262645" y="862201"/>
                </a:lnTo>
                <a:lnTo>
                  <a:pt x="6264291" y="861685"/>
                </a:lnTo>
                <a:lnTo>
                  <a:pt x="6265938" y="861168"/>
                </a:lnTo>
                <a:lnTo>
                  <a:pt x="6267584" y="860652"/>
                </a:lnTo>
                <a:lnTo>
                  <a:pt x="6269230" y="860134"/>
                </a:lnTo>
                <a:lnTo>
                  <a:pt x="6270876" y="859616"/>
                </a:lnTo>
                <a:lnTo>
                  <a:pt x="6272523" y="859097"/>
                </a:lnTo>
                <a:lnTo>
                  <a:pt x="6274169" y="858578"/>
                </a:lnTo>
                <a:lnTo>
                  <a:pt x="6275815" y="858058"/>
                </a:lnTo>
                <a:lnTo>
                  <a:pt x="6277462" y="857538"/>
                </a:lnTo>
                <a:lnTo>
                  <a:pt x="6279108" y="857017"/>
                </a:lnTo>
                <a:lnTo>
                  <a:pt x="6280754" y="856496"/>
                </a:lnTo>
                <a:lnTo>
                  <a:pt x="6282401" y="855974"/>
                </a:lnTo>
                <a:lnTo>
                  <a:pt x="6284047" y="855452"/>
                </a:lnTo>
                <a:lnTo>
                  <a:pt x="6285693" y="854928"/>
                </a:lnTo>
                <a:lnTo>
                  <a:pt x="6287340" y="854405"/>
                </a:lnTo>
                <a:lnTo>
                  <a:pt x="6288986" y="853881"/>
                </a:lnTo>
                <a:lnTo>
                  <a:pt x="6290632" y="853356"/>
                </a:lnTo>
                <a:lnTo>
                  <a:pt x="6292279" y="852831"/>
                </a:lnTo>
                <a:lnTo>
                  <a:pt x="6293925" y="852305"/>
                </a:lnTo>
                <a:lnTo>
                  <a:pt x="6295571" y="851779"/>
                </a:lnTo>
                <a:lnTo>
                  <a:pt x="6297218" y="851252"/>
                </a:lnTo>
                <a:lnTo>
                  <a:pt x="6298864" y="850724"/>
                </a:lnTo>
                <a:lnTo>
                  <a:pt x="6300510" y="850196"/>
                </a:lnTo>
                <a:lnTo>
                  <a:pt x="6302157" y="849668"/>
                </a:lnTo>
                <a:lnTo>
                  <a:pt x="6303803" y="849139"/>
                </a:lnTo>
                <a:lnTo>
                  <a:pt x="6305449" y="848609"/>
                </a:lnTo>
                <a:lnTo>
                  <a:pt x="6307096" y="848079"/>
                </a:lnTo>
                <a:lnTo>
                  <a:pt x="6308742" y="847548"/>
                </a:lnTo>
                <a:lnTo>
                  <a:pt x="6310388" y="847017"/>
                </a:lnTo>
                <a:lnTo>
                  <a:pt x="6312035" y="846485"/>
                </a:lnTo>
                <a:lnTo>
                  <a:pt x="6313681" y="845952"/>
                </a:lnTo>
                <a:lnTo>
                  <a:pt x="6315327" y="845420"/>
                </a:lnTo>
                <a:lnTo>
                  <a:pt x="6316974" y="844886"/>
                </a:lnTo>
                <a:lnTo>
                  <a:pt x="6318620" y="844352"/>
                </a:lnTo>
                <a:lnTo>
                  <a:pt x="6320266" y="843818"/>
                </a:lnTo>
                <a:lnTo>
                  <a:pt x="6321913" y="843283"/>
                </a:lnTo>
                <a:lnTo>
                  <a:pt x="6323559" y="842747"/>
                </a:lnTo>
                <a:lnTo>
                  <a:pt x="6325205" y="842211"/>
                </a:lnTo>
                <a:lnTo>
                  <a:pt x="6326852" y="841674"/>
                </a:lnTo>
                <a:lnTo>
                  <a:pt x="6328498" y="841137"/>
                </a:lnTo>
                <a:lnTo>
                  <a:pt x="6330144" y="840599"/>
                </a:lnTo>
                <a:lnTo>
                  <a:pt x="6331791" y="840061"/>
                </a:lnTo>
                <a:lnTo>
                  <a:pt x="6333437" y="839522"/>
                </a:lnTo>
                <a:lnTo>
                  <a:pt x="6335083" y="838983"/>
                </a:lnTo>
                <a:lnTo>
                  <a:pt x="6336730" y="838443"/>
                </a:lnTo>
                <a:lnTo>
                  <a:pt x="6338376" y="837902"/>
                </a:lnTo>
                <a:lnTo>
                  <a:pt x="6340022" y="837361"/>
                </a:lnTo>
                <a:lnTo>
                  <a:pt x="6341669" y="836820"/>
                </a:lnTo>
                <a:lnTo>
                  <a:pt x="6343315" y="836278"/>
                </a:lnTo>
                <a:lnTo>
                  <a:pt x="6344961" y="835735"/>
                </a:lnTo>
                <a:lnTo>
                  <a:pt x="6346608" y="835192"/>
                </a:lnTo>
                <a:lnTo>
                  <a:pt x="6348254" y="834648"/>
                </a:lnTo>
                <a:lnTo>
                  <a:pt x="6349900" y="834104"/>
                </a:lnTo>
                <a:lnTo>
                  <a:pt x="6351547" y="833560"/>
                </a:lnTo>
                <a:lnTo>
                  <a:pt x="6353193" y="833014"/>
                </a:lnTo>
                <a:lnTo>
                  <a:pt x="6354839" y="832469"/>
                </a:lnTo>
                <a:lnTo>
                  <a:pt x="6356486" y="831923"/>
                </a:lnTo>
                <a:lnTo>
                  <a:pt x="6358132" y="831376"/>
                </a:lnTo>
                <a:lnTo>
                  <a:pt x="6359778" y="830828"/>
                </a:lnTo>
                <a:lnTo>
                  <a:pt x="6361425" y="830281"/>
                </a:lnTo>
                <a:lnTo>
                  <a:pt x="6363071" y="829732"/>
                </a:lnTo>
                <a:lnTo>
                  <a:pt x="6364717" y="829183"/>
                </a:lnTo>
                <a:lnTo>
                  <a:pt x="6366364" y="828634"/>
                </a:lnTo>
                <a:lnTo>
                  <a:pt x="6368010" y="828084"/>
                </a:lnTo>
                <a:lnTo>
                  <a:pt x="6369656" y="827534"/>
                </a:lnTo>
                <a:lnTo>
                  <a:pt x="6371303" y="826983"/>
                </a:lnTo>
                <a:lnTo>
                  <a:pt x="6372949" y="826431"/>
                </a:lnTo>
                <a:lnTo>
                  <a:pt x="6374595" y="825879"/>
                </a:lnTo>
                <a:lnTo>
                  <a:pt x="6376242" y="825327"/>
                </a:lnTo>
                <a:lnTo>
                  <a:pt x="6377888" y="824774"/>
                </a:lnTo>
                <a:lnTo>
                  <a:pt x="6379534" y="824220"/>
                </a:lnTo>
                <a:lnTo>
                  <a:pt x="6381181" y="823666"/>
                </a:lnTo>
                <a:lnTo>
                  <a:pt x="6382827" y="823111"/>
                </a:lnTo>
                <a:lnTo>
                  <a:pt x="6384473" y="822556"/>
                </a:lnTo>
                <a:lnTo>
                  <a:pt x="6386120" y="822001"/>
                </a:lnTo>
                <a:lnTo>
                  <a:pt x="6387766" y="821445"/>
                </a:lnTo>
                <a:lnTo>
                  <a:pt x="6389412" y="820888"/>
                </a:lnTo>
                <a:lnTo>
                  <a:pt x="6391059" y="820331"/>
                </a:lnTo>
                <a:lnTo>
                  <a:pt x="6392705" y="819773"/>
                </a:lnTo>
                <a:lnTo>
                  <a:pt x="6394351" y="819215"/>
                </a:lnTo>
                <a:lnTo>
                  <a:pt x="6395998" y="818656"/>
                </a:lnTo>
                <a:lnTo>
                  <a:pt x="6397644" y="818097"/>
                </a:lnTo>
                <a:lnTo>
                  <a:pt x="6399290" y="817538"/>
                </a:lnTo>
                <a:lnTo>
                  <a:pt x="6400937" y="816977"/>
                </a:lnTo>
                <a:lnTo>
                  <a:pt x="6402583" y="816417"/>
                </a:lnTo>
                <a:lnTo>
                  <a:pt x="6404229" y="815855"/>
                </a:lnTo>
                <a:lnTo>
                  <a:pt x="6405876" y="815294"/>
                </a:lnTo>
                <a:lnTo>
                  <a:pt x="6407522" y="814732"/>
                </a:lnTo>
                <a:lnTo>
                  <a:pt x="6409168" y="814169"/>
                </a:lnTo>
                <a:lnTo>
                  <a:pt x="6410815" y="813606"/>
                </a:lnTo>
                <a:lnTo>
                  <a:pt x="6412461" y="813042"/>
                </a:lnTo>
                <a:lnTo>
                  <a:pt x="6414107" y="812478"/>
                </a:lnTo>
                <a:lnTo>
                  <a:pt x="6415754" y="811913"/>
                </a:lnTo>
                <a:lnTo>
                  <a:pt x="6417400" y="811348"/>
                </a:lnTo>
                <a:lnTo>
                  <a:pt x="6419046" y="810782"/>
                </a:lnTo>
                <a:lnTo>
                  <a:pt x="6420693" y="810216"/>
                </a:lnTo>
                <a:lnTo>
                  <a:pt x="6422339" y="809649"/>
                </a:lnTo>
                <a:lnTo>
                  <a:pt x="6423985" y="809082"/>
                </a:lnTo>
                <a:lnTo>
                  <a:pt x="6425632" y="808514"/>
                </a:lnTo>
                <a:lnTo>
                  <a:pt x="6427278" y="807946"/>
                </a:lnTo>
                <a:lnTo>
                  <a:pt x="6428924" y="807377"/>
                </a:lnTo>
                <a:lnTo>
                  <a:pt x="6430571" y="806808"/>
                </a:lnTo>
                <a:lnTo>
                  <a:pt x="6432217" y="806238"/>
                </a:lnTo>
                <a:lnTo>
                  <a:pt x="6433863" y="805668"/>
                </a:lnTo>
                <a:lnTo>
                  <a:pt x="6435510" y="805097"/>
                </a:lnTo>
                <a:lnTo>
                  <a:pt x="6437156" y="804526"/>
                </a:lnTo>
                <a:lnTo>
                  <a:pt x="6438802" y="803954"/>
                </a:lnTo>
                <a:lnTo>
                  <a:pt x="6440449" y="803382"/>
                </a:lnTo>
                <a:lnTo>
                  <a:pt x="6442095" y="802809"/>
                </a:lnTo>
                <a:lnTo>
                  <a:pt x="6443741" y="802236"/>
                </a:lnTo>
                <a:lnTo>
                  <a:pt x="6445388" y="801663"/>
                </a:lnTo>
                <a:lnTo>
                  <a:pt x="6447034" y="801089"/>
                </a:lnTo>
                <a:lnTo>
                  <a:pt x="6448680" y="800514"/>
                </a:lnTo>
                <a:lnTo>
                  <a:pt x="6450327" y="799939"/>
                </a:lnTo>
                <a:lnTo>
                  <a:pt x="6451973" y="799363"/>
                </a:lnTo>
                <a:lnTo>
                  <a:pt x="6453619" y="798787"/>
                </a:lnTo>
                <a:lnTo>
                  <a:pt x="6455266" y="798211"/>
                </a:lnTo>
                <a:lnTo>
                  <a:pt x="6456912" y="797634"/>
                </a:lnTo>
                <a:lnTo>
                  <a:pt x="6458558" y="797056"/>
                </a:lnTo>
                <a:lnTo>
                  <a:pt x="6460205" y="796478"/>
                </a:lnTo>
                <a:lnTo>
                  <a:pt x="6461851" y="795899"/>
                </a:lnTo>
                <a:lnTo>
                  <a:pt x="6463497" y="795321"/>
                </a:lnTo>
                <a:lnTo>
                  <a:pt x="6465144" y="794741"/>
                </a:lnTo>
                <a:lnTo>
                  <a:pt x="6466790" y="794161"/>
                </a:lnTo>
                <a:lnTo>
                  <a:pt x="6468436" y="793581"/>
                </a:lnTo>
                <a:lnTo>
                  <a:pt x="6470083" y="793000"/>
                </a:lnTo>
                <a:lnTo>
                  <a:pt x="6471729" y="792418"/>
                </a:lnTo>
                <a:lnTo>
                  <a:pt x="6473375" y="791837"/>
                </a:lnTo>
                <a:lnTo>
                  <a:pt x="6475022" y="791254"/>
                </a:lnTo>
                <a:lnTo>
                  <a:pt x="6476668" y="790671"/>
                </a:lnTo>
                <a:lnTo>
                  <a:pt x="6478314" y="790088"/>
                </a:lnTo>
                <a:lnTo>
                  <a:pt x="6479961" y="789504"/>
                </a:lnTo>
                <a:lnTo>
                  <a:pt x="6481607" y="788920"/>
                </a:lnTo>
                <a:lnTo>
                  <a:pt x="6483253" y="788336"/>
                </a:lnTo>
                <a:lnTo>
                  <a:pt x="6484900" y="787750"/>
                </a:lnTo>
                <a:lnTo>
                  <a:pt x="6486546" y="787165"/>
                </a:lnTo>
                <a:lnTo>
                  <a:pt x="6488192" y="786579"/>
                </a:lnTo>
                <a:lnTo>
                  <a:pt x="6489839" y="785992"/>
                </a:lnTo>
                <a:lnTo>
                  <a:pt x="6491485" y="785405"/>
                </a:lnTo>
                <a:lnTo>
                  <a:pt x="6493131" y="784818"/>
                </a:lnTo>
                <a:lnTo>
                  <a:pt x="6494778" y="784230"/>
                </a:lnTo>
                <a:lnTo>
                  <a:pt x="6496424" y="783641"/>
                </a:lnTo>
                <a:lnTo>
                  <a:pt x="6498070" y="783052"/>
                </a:lnTo>
                <a:lnTo>
                  <a:pt x="6499717" y="782463"/>
                </a:lnTo>
                <a:lnTo>
                  <a:pt x="6501363" y="781873"/>
                </a:lnTo>
                <a:lnTo>
                  <a:pt x="6503009" y="781283"/>
                </a:lnTo>
                <a:lnTo>
                  <a:pt x="6504656" y="780692"/>
                </a:lnTo>
                <a:lnTo>
                  <a:pt x="6506302" y="780101"/>
                </a:lnTo>
                <a:lnTo>
                  <a:pt x="6507948" y="779509"/>
                </a:lnTo>
                <a:lnTo>
                  <a:pt x="6509595" y="778917"/>
                </a:lnTo>
                <a:lnTo>
                  <a:pt x="6511241" y="778324"/>
                </a:lnTo>
                <a:lnTo>
                  <a:pt x="6512887" y="777731"/>
                </a:lnTo>
                <a:lnTo>
                  <a:pt x="6514534" y="777138"/>
                </a:lnTo>
                <a:lnTo>
                  <a:pt x="6516180" y="776544"/>
                </a:lnTo>
                <a:lnTo>
                  <a:pt x="6517826" y="775949"/>
                </a:lnTo>
                <a:lnTo>
                  <a:pt x="6519473" y="775354"/>
                </a:lnTo>
                <a:lnTo>
                  <a:pt x="6521119" y="774759"/>
                </a:lnTo>
                <a:lnTo>
                  <a:pt x="6522765" y="774163"/>
                </a:lnTo>
                <a:lnTo>
                  <a:pt x="6524412" y="773567"/>
                </a:lnTo>
                <a:lnTo>
                  <a:pt x="6526058" y="772970"/>
                </a:lnTo>
                <a:lnTo>
                  <a:pt x="6527704" y="772373"/>
                </a:lnTo>
                <a:lnTo>
                  <a:pt x="6529351" y="771775"/>
                </a:lnTo>
                <a:lnTo>
                  <a:pt x="6530997" y="771177"/>
                </a:lnTo>
                <a:lnTo>
                  <a:pt x="6532643" y="770579"/>
                </a:lnTo>
                <a:lnTo>
                  <a:pt x="6534290" y="769980"/>
                </a:lnTo>
                <a:lnTo>
                  <a:pt x="6535936" y="769380"/>
                </a:lnTo>
                <a:lnTo>
                  <a:pt x="6537582" y="768780"/>
                </a:lnTo>
                <a:lnTo>
                  <a:pt x="6539229" y="768180"/>
                </a:lnTo>
                <a:lnTo>
                  <a:pt x="6540875" y="767579"/>
                </a:lnTo>
                <a:lnTo>
                  <a:pt x="6542521" y="766978"/>
                </a:lnTo>
                <a:lnTo>
                  <a:pt x="6544168" y="766377"/>
                </a:lnTo>
                <a:lnTo>
                  <a:pt x="6545814" y="765774"/>
                </a:lnTo>
                <a:lnTo>
                  <a:pt x="6547460" y="765172"/>
                </a:lnTo>
                <a:lnTo>
                  <a:pt x="6549107" y="764569"/>
                </a:lnTo>
                <a:lnTo>
                  <a:pt x="6550753" y="763965"/>
                </a:lnTo>
                <a:lnTo>
                  <a:pt x="6552399" y="763362"/>
                </a:lnTo>
                <a:lnTo>
                  <a:pt x="6554046" y="762757"/>
                </a:lnTo>
                <a:lnTo>
                  <a:pt x="6555692" y="762153"/>
                </a:lnTo>
                <a:lnTo>
                  <a:pt x="6557338" y="761547"/>
                </a:lnTo>
                <a:lnTo>
                  <a:pt x="6558985" y="760942"/>
                </a:lnTo>
                <a:lnTo>
                  <a:pt x="6560631" y="760336"/>
                </a:lnTo>
                <a:lnTo>
                  <a:pt x="6562277" y="759729"/>
                </a:lnTo>
                <a:lnTo>
                  <a:pt x="6563924" y="759122"/>
                </a:lnTo>
                <a:lnTo>
                  <a:pt x="6565570" y="758515"/>
                </a:lnTo>
                <a:lnTo>
                  <a:pt x="6567216" y="757907"/>
                </a:lnTo>
                <a:lnTo>
                  <a:pt x="6568863" y="757299"/>
                </a:lnTo>
                <a:lnTo>
                  <a:pt x="6570509" y="756690"/>
                </a:lnTo>
                <a:lnTo>
                  <a:pt x="6572155" y="756081"/>
                </a:lnTo>
                <a:lnTo>
                  <a:pt x="6573802" y="755471"/>
                </a:lnTo>
                <a:lnTo>
                  <a:pt x="6575448" y="754862"/>
                </a:lnTo>
                <a:lnTo>
                  <a:pt x="6577094" y="754251"/>
                </a:lnTo>
                <a:lnTo>
                  <a:pt x="6578741" y="753640"/>
                </a:lnTo>
                <a:lnTo>
                  <a:pt x="6580387" y="753029"/>
                </a:lnTo>
                <a:lnTo>
                  <a:pt x="6582033" y="752417"/>
                </a:lnTo>
                <a:lnTo>
                  <a:pt x="6583679" y="751805"/>
                </a:lnTo>
                <a:lnTo>
                  <a:pt x="6583679" y="2171745"/>
                </a:lnTo>
                <a:lnTo>
                  <a:pt x="6582033" y="2172269"/>
                </a:lnTo>
                <a:lnTo>
                  <a:pt x="6580387" y="2172793"/>
                </a:lnTo>
                <a:lnTo>
                  <a:pt x="6578741" y="2173316"/>
                </a:lnTo>
                <a:lnTo>
                  <a:pt x="6577094" y="2173839"/>
                </a:lnTo>
                <a:lnTo>
                  <a:pt x="6575448" y="2174362"/>
                </a:lnTo>
                <a:lnTo>
                  <a:pt x="6573802" y="2174885"/>
                </a:lnTo>
                <a:lnTo>
                  <a:pt x="6572155" y="2175407"/>
                </a:lnTo>
                <a:lnTo>
                  <a:pt x="6570509" y="2175929"/>
                </a:lnTo>
                <a:lnTo>
                  <a:pt x="6568863" y="2176451"/>
                </a:lnTo>
                <a:lnTo>
                  <a:pt x="6567216" y="2176973"/>
                </a:lnTo>
                <a:lnTo>
                  <a:pt x="6565570" y="2177494"/>
                </a:lnTo>
                <a:lnTo>
                  <a:pt x="6563924" y="2178015"/>
                </a:lnTo>
                <a:lnTo>
                  <a:pt x="6562277" y="2178536"/>
                </a:lnTo>
                <a:lnTo>
                  <a:pt x="6560631" y="2179057"/>
                </a:lnTo>
                <a:lnTo>
                  <a:pt x="6558985" y="2179577"/>
                </a:lnTo>
                <a:lnTo>
                  <a:pt x="6557338" y="2180097"/>
                </a:lnTo>
                <a:lnTo>
                  <a:pt x="6555692" y="2180617"/>
                </a:lnTo>
                <a:lnTo>
                  <a:pt x="6554046" y="2181137"/>
                </a:lnTo>
                <a:lnTo>
                  <a:pt x="6552399" y="2181656"/>
                </a:lnTo>
                <a:lnTo>
                  <a:pt x="6550753" y="2182175"/>
                </a:lnTo>
                <a:lnTo>
                  <a:pt x="6549107" y="2182694"/>
                </a:lnTo>
                <a:lnTo>
                  <a:pt x="6547460" y="2183213"/>
                </a:lnTo>
                <a:lnTo>
                  <a:pt x="6545814" y="2183731"/>
                </a:lnTo>
                <a:lnTo>
                  <a:pt x="6544168" y="2184249"/>
                </a:lnTo>
                <a:lnTo>
                  <a:pt x="6542521" y="2184767"/>
                </a:lnTo>
                <a:lnTo>
                  <a:pt x="6540875" y="2185284"/>
                </a:lnTo>
                <a:lnTo>
                  <a:pt x="6539229" y="2185801"/>
                </a:lnTo>
                <a:lnTo>
                  <a:pt x="6537582" y="2186318"/>
                </a:lnTo>
                <a:lnTo>
                  <a:pt x="6535936" y="2186835"/>
                </a:lnTo>
                <a:lnTo>
                  <a:pt x="6534290" y="2187352"/>
                </a:lnTo>
                <a:lnTo>
                  <a:pt x="6532643" y="2187868"/>
                </a:lnTo>
                <a:lnTo>
                  <a:pt x="6530997" y="2188384"/>
                </a:lnTo>
                <a:lnTo>
                  <a:pt x="6529351" y="2188899"/>
                </a:lnTo>
                <a:lnTo>
                  <a:pt x="6527704" y="2189415"/>
                </a:lnTo>
                <a:lnTo>
                  <a:pt x="6526058" y="2189930"/>
                </a:lnTo>
                <a:lnTo>
                  <a:pt x="6524412" y="2190445"/>
                </a:lnTo>
                <a:lnTo>
                  <a:pt x="6522765" y="2190959"/>
                </a:lnTo>
                <a:lnTo>
                  <a:pt x="6521119" y="2191473"/>
                </a:lnTo>
                <a:lnTo>
                  <a:pt x="6519473" y="2191987"/>
                </a:lnTo>
                <a:lnTo>
                  <a:pt x="6517826" y="2192501"/>
                </a:lnTo>
                <a:lnTo>
                  <a:pt x="6516180" y="2193015"/>
                </a:lnTo>
                <a:lnTo>
                  <a:pt x="6514534" y="2193528"/>
                </a:lnTo>
                <a:lnTo>
                  <a:pt x="6512887" y="2194041"/>
                </a:lnTo>
                <a:lnTo>
                  <a:pt x="6511241" y="2194553"/>
                </a:lnTo>
                <a:lnTo>
                  <a:pt x="6509595" y="2195065"/>
                </a:lnTo>
                <a:lnTo>
                  <a:pt x="6507948" y="2195577"/>
                </a:lnTo>
                <a:lnTo>
                  <a:pt x="6506302" y="2196089"/>
                </a:lnTo>
                <a:lnTo>
                  <a:pt x="6504656" y="2196601"/>
                </a:lnTo>
                <a:lnTo>
                  <a:pt x="6503009" y="2197112"/>
                </a:lnTo>
                <a:lnTo>
                  <a:pt x="6501363" y="2197623"/>
                </a:lnTo>
                <a:lnTo>
                  <a:pt x="6499717" y="2198133"/>
                </a:lnTo>
                <a:lnTo>
                  <a:pt x="6498070" y="2198644"/>
                </a:lnTo>
                <a:lnTo>
                  <a:pt x="6496424" y="2199154"/>
                </a:lnTo>
                <a:lnTo>
                  <a:pt x="6494778" y="2199663"/>
                </a:lnTo>
                <a:lnTo>
                  <a:pt x="6493131" y="2200173"/>
                </a:lnTo>
                <a:lnTo>
                  <a:pt x="6491485" y="2200682"/>
                </a:lnTo>
                <a:lnTo>
                  <a:pt x="6489839" y="2201191"/>
                </a:lnTo>
                <a:lnTo>
                  <a:pt x="6488192" y="2201699"/>
                </a:lnTo>
                <a:lnTo>
                  <a:pt x="6486546" y="2202208"/>
                </a:lnTo>
                <a:lnTo>
                  <a:pt x="6484900" y="2202716"/>
                </a:lnTo>
                <a:lnTo>
                  <a:pt x="6483253" y="2203223"/>
                </a:lnTo>
                <a:lnTo>
                  <a:pt x="6481607" y="2203731"/>
                </a:lnTo>
                <a:lnTo>
                  <a:pt x="6479961" y="2204238"/>
                </a:lnTo>
                <a:lnTo>
                  <a:pt x="6478314" y="2204745"/>
                </a:lnTo>
                <a:lnTo>
                  <a:pt x="6476668" y="2205251"/>
                </a:lnTo>
                <a:lnTo>
                  <a:pt x="6475022" y="2205757"/>
                </a:lnTo>
                <a:lnTo>
                  <a:pt x="6473375" y="2206263"/>
                </a:lnTo>
                <a:lnTo>
                  <a:pt x="6471729" y="2206769"/>
                </a:lnTo>
                <a:lnTo>
                  <a:pt x="6470083" y="2207274"/>
                </a:lnTo>
                <a:lnTo>
                  <a:pt x="6468436" y="2207779"/>
                </a:lnTo>
                <a:lnTo>
                  <a:pt x="6466790" y="2208284"/>
                </a:lnTo>
                <a:lnTo>
                  <a:pt x="6465144" y="2208788"/>
                </a:lnTo>
                <a:lnTo>
                  <a:pt x="6463497" y="2209292"/>
                </a:lnTo>
                <a:lnTo>
                  <a:pt x="6461851" y="2209796"/>
                </a:lnTo>
                <a:lnTo>
                  <a:pt x="6460205" y="2210299"/>
                </a:lnTo>
                <a:lnTo>
                  <a:pt x="6458558" y="2210802"/>
                </a:lnTo>
                <a:lnTo>
                  <a:pt x="6456912" y="2211305"/>
                </a:lnTo>
                <a:lnTo>
                  <a:pt x="6455266" y="2211808"/>
                </a:lnTo>
                <a:lnTo>
                  <a:pt x="6453619" y="2212310"/>
                </a:lnTo>
                <a:lnTo>
                  <a:pt x="6451973" y="2212812"/>
                </a:lnTo>
                <a:lnTo>
                  <a:pt x="6450327" y="2213313"/>
                </a:lnTo>
                <a:lnTo>
                  <a:pt x="6448680" y="2213815"/>
                </a:lnTo>
                <a:lnTo>
                  <a:pt x="6447034" y="2214316"/>
                </a:lnTo>
                <a:lnTo>
                  <a:pt x="6445388" y="2214816"/>
                </a:lnTo>
                <a:lnTo>
                  <a:pt x="6443741" y="2215316"/>
                </a:lnTo>
                <a:lnTo>
                  <a:pt x="6442095" y="2215816"/>
                </a:lnTo>
                <a:lnTo>
                  <a:pt x="6440449" y="2216316"/>
                </a:lnTo>
                <a:lnTo>
                  <a:pt x="6438802" y="2216815"/>
                </a:lnTo>
                <a:lnTo>
                  <a:pt x="6437156" y="2217314"/>
                </a:lnTo>
                <a:lnTo>
                  <a:pt x="6435510" y="2217813"/>
                </a:lnTo>
                <a:lnTo>
                  <a:pt x="6433863" y="2218311"/>
                </a:lnTo>
                <a:lnTo>
                  <a:pt x="6432217" y="2218810"/>
                </a:lnTo>
                <a:lnTo>
                  <a:pt x="6430571" y="2219307"/>
                </a:lnTo>
                <a:lnTo>
                  <a:pt x="6428924" y="2219805"/>
                </a:lnTo>
                <a:lnTo>
                  <a:pt x="6427278" y="2220302"/>
                </a:lnTo>
                <a:lnTo>
                  <a:pt x="6425632" y="2220798"/>
                </a:lnTo>
                <a:lnTo>
                  <a:pt x="6423985" y="2221295"/>
                </a:lnTo>
                <a:lnTo>
                  <a:pt x="6422339" y="2221791"/>
                </a:lnTo>
                <a:lnTo>
                  <a:pt x="6420693" y="2222287"/>
                </a:lnTo>
                <a:lnTo>
                  <a:pt x="6419046" y="2222782"/>
                </a:lnTo>
                <a:lnTo>
                  <a:pt x="6417400" y="2223277"/>
                </a:lnTo>
                <a:lnTo>
                  <a:pt x="6415754" y="2223772"/>
                </a:lnTo>
                <a:lnTo>
                  <a:pt x="6414107" y="2224266"/>
                </a:lnTo>
                <a:lnTo>
                  <a:pt x="6412461" y="2224760"/>
                </a:lnTo>
                <a:lnTo>
                  <a:pt x="6410815" y="2225254"/>
                </a:lnTo>
                <a:lnTo>
                  <a:pt x="6409168" y="2225748"/>
                </a:lnTo>
                <a:lnTo>
                  <a:pt x="6407522" y="2226241"/>
                </a:lnTo>
                <a:lnTo>
                  <a:pt x="6405876" y="2226733"/>
                </a:lnTo>
                <a:lnTo>
                  <a:pt x="6404229" y="2227226"/>
                </a:lnTo>
                <a:lnTo>
                  <a:pt x="6402583" y="2227718"/>
                </a:lnTo>
                <a:lnTo>
                  <a:pt x="6400937" y="2228210"/>
                </a:lnTo>
                <a:lnTo>
                  <a:pt x="6399290" y="2228701"/>
                </a:lnTo>
                <a:lnTo>
                  <a:pt x="6397644" y="2229192"/>
                </a:lnTo>
                <a:lnTo>
                  <a:pt x="6395998" y="2229683"/>
                </a:lnTo>
                <a:lnTo>
                  <a:pt x="6394351" y="2230173"/>
                </a:lnTo>
                <a:lnTo>
                  <a:pt x="6392705" y="2230663"/>
                </a:lnTo>
                <a:lnTo>
                  <a:pt x="6391059" y="2231153"/>
                </a:lnTo>
                <a:lnTo>
                  <a:pt x="6389412" y="2231642"/>
                </a:lnTo>
                <a:lnTo>
                  <a:pt x="6387766" y="2232131"/>
                </a:lnTo>
                <a:lnTo>
                  <a:pt x="6386120" y="2232620"/>
                </a:lnTo>
                <a:lnTo>
                  <a:pt x="6384473" y="2233108"/>
                </a:lnTo>
                <a:lnTo>
                  <a:pt x="6382827" y="2233596"/>
                </a:lnTo>
                <a:lnTo>
                  <a:pt x="6381181" y="2234083"/>
                </a:lnTo>
                <a:lnTo>
                  <a:pt x="6379534" y="2234571"/>
                </a:lnTo>
                <a:lnTo>
                  <a:pt x="6377888" y="2235057"/>
                </a:lnTo>
                <a:lnTo>
                  <a:pt x="6376242" y="2235544"/>
                </a:lnTo>
                <a:lnTo>
                  <a:pt x="6374595" y="2236030"/>
                </a:lnTo>
                <a:lnTo>
                  <a:pt x="6372949" y="2236516"/>
                </a:lnTo>
                <a:lnTo>
                  <a:pt x="6371303" y="2237001"/>
                </a:lnTo>
                <a:lnTo>
                  <a:pt x="6369656" y="2237486"/>
                </a:lnTo>
                <a:lnTo>
                  <a:pt x="6368010" y="2237971"/>
                </a:lnTo>
                <a:lnTo>
                  <a:pt x="6366364" y="2238455"/>
                </a:lnTo>
                <a:lnTo>
                  <a:pt x="6364717" y="2238939"/>
                </a:lnTo>
                <a:lnTo>
                  <a:pt x="6363071" y="2239423"/>
                </a:lnTo>
                <a:lnTo>
                  <a:pt x="6361425" y="2239906"/>
                </a:lnTo>
                <a:lnTo>
                  <a:pt x="6359778" y="2240389"/>
                </a:lnTo>
                <a:lnTo>
                  <a:pt x="6358132" y="2240872"/>
                </a:lnTo>
                <a:lnTo>
                  <a:pt x="6356486" y="2241354"/>
                </a:lnTo>
                <a:lnTo>
                  <a:pt x="6354839" y="2241836"/>
                </a:lnTo>
                <a:lnTo>
                  <a:pt x="6353193" y="2242317"/>
                </a:lnTo>
                <a:lnTo>
                  <a:pt x="6351547" y="2242798"/>
                </a:lnTo>
                <a:lnTo>
                  <a:pt x="6349900" y="2243279"/>
                </a:lnTo>
                <a:lnTo>
                  <a:pt x="6348254" y="2243760"/>
                </a:lnTo>
                <a:lnTo>
                  <a:pt x="6346608" y="2244239"/>
                </a:lnTo>
                <a:lnTo>
                  <a:pt x="6344961" y="2244719"/>
                </a:lnTo>
                <a:lnTo>
                  <a:pt x="6343315" y="2245198"/>
                </a:lnTo>
                <a:lnTo>
                  <a:pt x="6341669" y="2245677"/>
                </a:lnTo>
                <a:lnTo>
                  <a:pt x="6340022" y="2246156"/>
                </a:lnTo>
                <a:lnTo>
                  <a:pt x="6338376" y="2246634"/>
                </a:lnTo>
                <a:lnTo>
                  <a:pt x="6336730" y="2247112"/>
                </a:lnTo>
                <a:lnTo>
                  <a:pt x="6335083" y="2247589"/>
                </a:lnTo>
                <a:lnTo>
                  <a:pt x="6333437" y="2248066"/>
                </a:lnTo>
                <a:lnTo>
                  <a:pt x="6331791" y="2248543"/>
                </a:lnTo>
                <a:lnTo>
                  <a:pt x="6330144" y="2249019"/>
                </a:lnTo>
                <a:lnTo>
                  <a:pt x="6328498" y="2249495"/>
                </a:lnTo>
                <a:lnTo>
                  <a:pt x="6326852" y="2249970"/>
                </a:lnTo>
                <a:lnTo>
                  <a:pt x="6325205" y="2250445"/>
                </a:lnTo>
                <a:lnTo>
                  <a:pt x="6323559" y="2250920"/>
                </a:lnTo>
                <a:lnTo>
                  <a:pt x="6321913" y="2251395"/>
                </a:lnTo>
                <a:lnTo>
                  <a:pt x="6320266" y="2251868"/>
                </a:lnTo>
                <a:lnTo>
                  <a:pt x="6318620" y="2252342"/>
                </a:lnTo>
                <a:lnTo>
                  <a:pt x="6316974" y="2252815"/>
                </a:lnTo>
                <a:lnTo>
                  <a:pt x="6315327" y="2253288"/>
                </a:lnTo>
                <a:lnTo>
                  <a:pt x="6313681" y="2253761"/>
                </a:lnTo>
                <a:lnTo>
                  <a:pt x="6312035" y="2254233"/>
                </a:lnTo>
                <a:lnTo>
                  <a:pt x="6310388" y="2254704"/>
                </a:lnTo>
                <a:lnTo>
                  <a:pt x="6308742" y="2255176"/>
                </a:lnTo>
                <a:lnTo>
                  <a:pt x="6307096" y="2255646"/>
                </a:lnTo>
                <a:lnTo>
                  <a:pt x="6305449" y="2256117"/>
                </a:lnTo>
                <a:lnTo>
                  <a:pt x="6303803" y="2256587"/>
                </a:lnTo>
                <a:lnTo>
                  <a:pt x="6302157" y="2257057"/>
                </a:lnTo>
                <a:lnTo>
                  <a:pt x="6300510" y="2257526"/>
                </a:lnTo>
                <a:lnTo>
                  <a:pt x="6298864" y="2257995"/>
                </a:lnTo>
                <a:lnTo>
                  <a:pt x="6297218" y="2258464"/>
                </a:lnTo>
                <a:lnTo>
                  <a:pt x="6295571" y="2258932"/>
                </a:lnTo>
                <a:lnTo>
                  <a:pt x="6293925" y="2259399"/>
                </a:lnTo>
                <a:lnTo>
                  <a:pt x="6292279" y="2259867"/>
                </a:lnTo>
                <a:lnTo>
                  <a:pt x="6290632" y="2260334"/>
                </a:lnTo>
                <a:lnTo>
                  <a:pt x="6288986" y="2260800"/>
                </a:lnTo>
                <a:lnTo>
                  <a:pt x="6287340" y="2261266"/>
                </a:lnTo>
                <a:lnTo>
                  <a:pt x="6285693" y="2261732"/>
                </a:lnTo>
                <a:lnTo>
                  <a:pt x="6284047" y="2262198"/>
                </a:lnTo>
                <a:lnTo>
                  <a:pt x="6282401" y="2262662"/>
                </a:lnTo>
                <a:lnTo>
                  <a:pt x="6280754" y="2263127"/>
                </a:lnTo>
                <a:lnTo>
                  <a:pt x="6279108" y="2263591"/>
                </a:lnTo>
                <a:lnTo>
                  <a:pt x="6277462" y="2264055"/>
                </a:lnTo>
                <a:lnTo>
                  <a:pt x="6275815" y="2264518"/>
                </a:lnTo>
                <a:lnTo>
                  <a:pt x="6274169" y="2264981"/>
                </a:lnTo>
                <a:lnTo>
                  <a:pt x="6272523" y="2265444"/>
                </a:lnTo>
                <a:lnTo>
                  <a:pt x="6270876" y="2265906"/>
                </a:lnTo>
                <a:lnTo>
                  <a:pt x="6269230" y="2266368"/>
                </a:lnTo>
                <a:lnTo>
                  <a:pt x="6267584" y="2266829"/>
                </a:lnTo>
                <a:lnTo>
                  <a:pt x="6265938" y="2267290"/>
                </a:lnTo>
                <a:lnTo>
                  <a:pt x="6264291" y="2267750"/>
                </a:lnTo>
                <a:lnTo>
                  <a:pt x="6262645" y="2268210"/>
                </a:lnTo>
                <a:lnTo>
                  <a:pt x="6260999" y="2268670"/>
                </a:lnTo>
                <a:lnTo>
                  <a:pt x="6259352" y="2269129"/>
                </a:lnTo>
                <a:lnTo>
                  <a:pt x="6257706" y="2269588"/>
                </a:lnTo>
                <a:lnTo>
                  <a:pt x="6256060" y="2270046"/>
                </a:lnTo>
                <a:lnTo>
                  <a:pt x="6254413" y="2270504"/>
                </a:lnTo>
                <a:lnTo>
                  <a:pt x="6252767" y="2270962"/>
                </a:lnTo>
                <a:lnTo>
                  <a:pt x="6251121" y="2271419"/>
                </a:lnTo>
                <a:lnTo>
                  <a:pt x="6249474" y="2271876"/>
                </a:lnTo>
                <a:lnTo>
                  <a:pt x="6247828" y="2272332"/>
                </a:lnTo>
                <a:lnTo>
                  <a:pt x="6246182" y="2272788"/>
                </a:lnTo>
                <a:lnTo>
                  <a:pt x="6244535" y="2273244"/>
                </a:lnTo>
                <a:lnTo>
                  <a:pt x="6242889" y="2273699"/>
                </a:lnTo>
                <a:lnTo>
                  <a:pt x="6241243" y="2274153"/>
                </a:lnTo>
                <a:lnTo>
                  <a:pt x="6239596" y="2274608"/>
                </a:lnTo>
                <a:lnTo>
                  <a:pt x="6237950" y="2275062"/>
                </a:lnTo>
                <a:lnTo>
                  <a:pt x="6236304" y="2275515"/>
                </a:lnTo>
                <a:lnTo>
                  <a:pt x="6234657" y="2275968"/>
                </a:lnTo>
                <a:lnTo>
                  <a:pt x="6233011" y="2276420"/>
                </a:lnTo>
                <a:lnTo>
                  <a:pt x="6231365" y="2276873"/>
                </a:lnTo>
                <a:lnTo>
                  <a:pt x="6229718" y="2277324"/>
                </a:lnTo>
                <a:lnTo>
                  <a:pt x="6228072" y="2277775"/>
                </a:lnTo>
                <a:lnTo>
                  <a:pt x="6226426" y="2278226"/>
                </a:lnTo>
                <a:lnTo>
                  <a:pt x="6224779" y="2278677"/>
                </a:lnTo>
                <a:lnTo>
                  <a:pt x="6223133" y="2279127"/>
                </a:lnTo>
                <a:lnTo>
                  <a:pt x="6221487" y="2279576"/>
                </a:lnTo>
                <a:lnTo>
                  <a:pt x="6219840" y="2280025"/>
                </a:lnTo>
                <a:lnTo>
                  <a:pt x="6218194" y="2280474"/>
                </a:lnTo>
                <a:lnTo>
                  <a:pt x="6216548" y="2280922"/>
                </a:lnTo>
                <a:lnTo>
                  <a:pt x="6214901" y="2281370"/>
                </a:lnTo>
                <a:lnTo>
                  <a:pt x="6213255" y="2281817"/>
                </a:lnTo>
                <a:lnTo>
                  <a:pt x="6211609" y="2282264"/>
                </a:lnTo>
                <a:lnTo>
                  <a:pt x="6209962" y="2282711"/>
                </a:lnTo>
                <a:lnTo>
                  <a:pt x="6208316" y="2283157"/>
                </a:lnTo>
                <a:lnTo>
                  <a:pt x="6206670" y="2283603"/>
                </a:lnTo>
                <a:lnTo>
                  <a:pt x="6205023" y="2284048"/>
                </a:lnTo>
                <a:lnTo>
                  <a:pt x="6203377" y="2284493"/>
                </a:lnTo>
                <a:lnTo>
                  <a:pt x="6201731" y="2284937"/>
                </a:lnTo>
                <a:lnTo>
                  <a:pt x="6200084" y="2285381"/>
                </a:lnTo>
                <a:lnTo>
                  <a:pt x="6198438" y="2285824"/>
                </a:lnTo>
                <a:lnTo>
                  <a:pt x="6196792" y="2286267"/>
                </a:lnTo>
                <a:lnTo>
                  <a:pt x="6195145" y="2286710"/>
                </a:lnTo>
                <a:lnTo>
                  <a:pt x="6193499" y="2287152"/>
                </a:lnTo>
                <a:lnTo>
                  <a:pt x="6191853" y="2287593"/>
                </a:lnTo>
                <a:lnTo>
                  <a:pt x="6190206" y="2288035"/>
                </a:lnTo>
                <a:lnTo>
                  <a:pt x="6188560" y="2288475"/>
                </a:lnTo>
                <a:lnTo>
                  <a:pt x="6186914" y="2288916"/>
                </a:lnTo>
                <a:lnTo>
                  <a:pt x="6185267" y="2289356"/>
                </a:lnTo>
                <a:lnTo>
                  <a:pt x="6183621" y="2289795"/>
                </a:lnTo>
                <a:lnTo>
                  <a:pt x="6181975" y="2290234"/>
                </a:lnTo>
                <a:lnTo>
                  <a:pt x="6180328" y="2290672"/>
                </a:lnTo>
                <a:lnTo>
                  <a:pt x="6178682" y="2291110"/>
                </a:lnTo>
                <a:lnTo>
                  <a:pt x="6177036" y="2291548"/>
                </a:lnTo>
                <a:lnTo>
                  <a:pt x="6175389" y="2291985"/>
                </a:lnTo>
                <a:lnTo>
                  <a:pt x="6173743" y="2292422"/>
                </a:lnTo>
                <a:lnTo>
                  <a:pt x="6172097" y="2292858"/>
                </a:lnTo>
                <a:lnTo>
                  <a:pt x="6170450" y="2293294"/>
                </a:lnTo>
                <a:lnTo>
                  <a:pt x="6168804" y="2293729"/>
                </a:lnTo>
                <a:lnTo>
                  <a:pt x="6167158" y="2294164"/>
                </a:lnTo>
                <a:lnTo>
                  <a:pt x="6165511" y="2294599"/>
                </a:lnTo>
                <a:lnTo>
                  <a:pt x="6163865" y="2295033"/>
                </a:lnTo>
                <a:lnTo>
                  <a:pt x="6162219" y="2295466"/>
                </a:lnTo>
                <a:lnTo>
                  <a:pt x="6160572" y="2295899"/>
                </a:lnTo>
                <a:lnTo>
                  <a:pt x="6158926" y="2296332"/>
                </a:lnTo>
                <a:lnTo>
                  <a:pt x="6157280" y="2296764"/>
                </a:lnTo>
                <a:lnTo>
                  <a:pt x="6155633" y="2297196"/>
                </a:lnTo>
                <a:lnTo>
                  <a:pt x="6153987" y="2297627"/>
                </a:lnTo>
                <a:lnTo>
                  <a:pt x="6152341" y="2298058"/>
                </a:lnTo>
                <a:lnTo>
                  <a:pt x="6150694" y="2298488"/>
                </a:lnTo>
                <a:lnTo>
                  <a:pt x="6149048" y="2298918"/>
                </a:lnTo>
                <a:lnTo>
                  <a:pt x="6147402" y="2299347"/>
                </a:lnTo>
                <a:lnTo>
                  <a:pt x="6145755" y="2299776"/>
                </a:lnTo>
                <a:lnTo>
                  <a:pt x="6144109" y="2300204"/>
                </a:lnTo>
                <a:lnTo>
                  <a:pt x="6142463" y="2300632"/>
                </a:lnTo>
                <a:lnTo>
                  <a:pt x="6140816" y="2301060"/>
                </a:lnTo>
                <a:lnTo>
                  <a:pt x="6139170" y="2301487"/>
                </a:lnTo>
                <a:lnTo>
                  <a:pt x="6137524" y="2301913"/>
                </a:lnTo>
                <a:lnTo>
                  <a:pt x="6135877" y="2302339"/>
                </a:lnTo>
                <a:lnTo>
                  <a:pt x="6134231" y="2302765"/>
                </a:lnTo>
                <a:lnTo>
                  <a:pt x="6132585" y="2303190"/>
                </a:lnTo>
                <a:lnTo>
                  <a:pt x="6130938" y="2303615"/>
                </a:lnTo>
                <a:lnTo>
                  <a:pt x="6129292" y="2304039"/>
                </a:lnTo>
                <a:lnTo>
                  <a:pt x="6127646" y="2304463"/>
                </a:lnTo>
                <a:lnTo>
                  <a:pt x="6125999" y="2304886"/>
                </a:lnTo>
                <a:lnTo>
                  <a:pt x="6124353" y="2305309"/>
                </a:lnTo>
                <a:lnTo>
                  <a:pt x="6122707" y="2305731"/>
                </a:lnTo>
                <a:lnTo>
                  <a:pt x="6121060" y="2306153"/>
                </a:lnTo>
                <a:lnTo>
                  <a:pt x="6119414" y="2306574"/>
                </a:lnTo>
                <a:lnTo>
                  <a:pt x="6117768" y="2306995"/>
                </a:lnTo>
                <a:lnTo>
                  <a:pt x="6116121" y="2307415"/>
                </a:lnTo>
                <a:lnTo>
                  <a:pt x="6114475" y="2307835"/>
                </a:lnTo>
                <a:lnTo>
                  <a:pt x="6112829" y="2308254"/>
                </a:lnTo>
                <a:lnTo>
                  <a:pt x="6111182" y="2308673"/>
                </a:lnTo>
                <a:lnTo>
                  <a:pt x="6109536" y="2309092"/>
                </a:lnTo>
                <a:lnTo>
                  <a:pt x="6107890" y="2309510"/>
                </a:lnTo>
                <a:lnTo>
                  <a:pt x="6106243" y="2309927"/>
                </a:lnTo>
                <a:lnTo>
                  <a:pt x="6104597" y="2310344"/>
                </a:lnTo>
                <a:lnTo>
                  <a:pt x="6102951" y="2310761"/>
                </a:lnTo>
                <a:lnTo>
                  <a:pt x="6101304" y="2311177"/>
                </a:lnTo>
                <a:lnTo>
                  <a:pt x="6099658" y="2311592"/>
                </a:lnTo>
                <a:lnTo>
                  <a:pt x="6098012" y="2312007"/>
                </a:lnTo>
                <a:lnTo>
                  <a:pt x="6096365" y="2312422"/>
                </a:lnTo>
                <a:lnTo>
                  <a:pt x="6094719" y="2312836"/>
                </a:lnTo>
                <a:lnTo>
                  <a:pt x="6093073" y="2313249"/>
                </a:lnTo>
                <a:lnTo>
                  <a:pt x="6091426" y="2313662"/>
                </a:lnTo>
                <a:lnTo>
                  <a:pt x="6089780" y="2314075"/>
                </a:lnTo>
                <a:lnTo>
                  <a:pt x="6088134" y="2314487"/>
                </a:lnTo>
                <a:lnTo>
                  <a:pt x="6086487" y="2314899"/>
                </a:lnTo>
                <a:lnTo>
                  <a:pt x="6084841" y="2315310"/>
                </a:lnTo>
                <a:lnTo>
                  <a:pt x="6083195" y="2315720"/>
                </a:lnTo>
                <a:lnTo>
                  <a:pt x="6081548" y="2316131"/>
                </a:lnTo>
                <a:lnTo>
                  <a:pt x="6079902" y="2316540"/>
                </a:lnTo>
                <a:lnTo>
                  <a:pt x="6078256" y="2316949"/>
                </a:lnTo>
                <a:lnTo>
                  <a:pt x="6076609" y="2317358"/>
                </a:lnTo>
                <a:lnTo>
                  <a:pt x="6074963" y="2317766"/>
                </a:lnTo>
                <a:lnTo>
                  <a:pt x="6073317" y="2318174"/>
                </a:lnTo>
                <a:lnTo>
                  <a:pt x="6071670" y="2318581"/>
                </a:lnTo>
                <a:lnTo>
                  <a:pt x="6070024" y="2318988"/>
                </a:lnTo>
                <a:lnTo>
                  <a:pt x="6068378" y="2319394"/>
                </a:lnTo>
                <a:lnTo>
                  <a:pt x="6066731" y="2319799"/>
                </a:lnTo>
                <a:lnTo>
                  <a:pt x="6065085" y="2320204"/>
                </a:lnTo>
                <a:lnTo>
                  <a:pt x="6063439" y="2320609"/>
                </a:lnTo>
                <a:lnTo>
                  <a:pt x="6061792" y="2321013"/>
                </a:lnTo>
                <a:lnTo>
                  <a:pt x="6060146" y="2321417"/>
                </a:lnTo>
                <a:lnTo>
                  <a:pt x="6058500" y="2321820"/>
                </a:lnTo>
                <a:lnTo>
                  <a:pt x="6056853" y="2322222"/>
                </a:lnTo>
                <a:lnTo>
                  <a:pt x="6055207" y="2322625"/>
                </a:lnTo>
                <a:lnTo>
                  <a:pt x="6053561" y="2323026"/>
                </a:lnTo>
                <a:lnTo>
                  <a:pt x="6051914" y="2323427"/>
                </a:lnTo>
                <a:lnTo>
                  <a:pt x="6050268" y="2323828"/>
                </a:lnTo>
                <a:lnTo>
                  <a:pt x="6048622" y="2324228"/>
                </a:lnTo>
                <a:lnTo>
                  <a:pt x="6046975" y="2324627"/>
                </a:lnTo>
                <a:lnTo>
                  <a:pt x="6045329" y="2325026"/>
                </a:lnTo>
                <a:lnTo>
                  <a:pt x="6043683" y="2325425"/>
                </a:lnTo>
                <a:lnTo>
                  <a:pt x="6042036" y="2325823"/>
                </a:lnTo>
                <a:lnTo>
                  <a:pt x="6040390" y="2326220"/>
                </a:lnTo>
                <a:lnTo>
                  <a:pt x="6038744" y="2326617"/>
                </a:lnTo>
                <a:lnTo>
                  <a:pt x="6037097" y="2327014"/>
                </a:lnTo>
                <a:lnTo>
                  <a:pt x="6035451" y="2327410"/>
                </a:lnTo>
                <a:lnTo>
                  <a:pt x="6033805" y="2327805"/>
                </a:lnTo>
                <a:lnTo>
                  <a:pt x="6032158" y="2328200"/>
                </a:lnTo>
                <a:lnTo>
                  <a:pt x="6030512" y="2328595"/>
                </a:lnTo>
                <a:lnTo>
                  <a:pt x="6028866" y="2328989"/>
                </a:lnTo>
                <a:lnTo>
                  <a:pt x="6027219" y="2329382"/>
                </a:lnTo>
                <a:lnTo>
                  <a:pt x="6025573" y="2329775"/>
                </a:lnTo>
                <a:lnTo>
                  <a:pt x="6023927" y="2330167"/>
                </a:lnTo>
                <a:lnTo>
                  <a:pt x="6022280" y="2330559"/>
                </a:lnTo>
                <a:lnTo>
                  <a:pt x="6020634" y="2330950"/>
                </a:lnTo>
                <a:lnTo>
                  <a:pt x="6018988" y="2331341"/>
                </a:lnTo>
                <a:lnTo>
                  <a:pt x="6017341" y="2331731"/>
                </a:lnTo>
                <a:lnTo>
                  <a:pt x="6015695" y="2332121"/>
                </a:lnTo>
                <a:lnTo>
                  <a:pt x="6014049" y="2332510"/>
                </a:lnTo>
                <a:lnTo>
                  <a:pt x="6012402" y="2332899"/>
                </a:lnTo>
                <a:lnTo>
                  <a:pt x="6010756" y="2333287"/>
                </a:lnTo>
                <a:lnTo>
                  <a:pt x="6009110" y="2333675"/>
                </a:lnTo>
                <a:lnTo>
                  <a:pt x="6007463" y="2334062"/>
                </a:lnTo>
                <a:lnTo>
                  <a:pt x="6005817" y="2334448"/>
                </a:lnTo>
                <a:lnTo>
                  <a:pt x="6004171" y="2334834"/>
                </a:lnTo>
                <a:lnTo>
                  <a:pt x="6002524" y="2335220"/>
                </a:lnTo>
                <a:lnTo>
                  <a:pt x="6000878" y="2335605"/>
                </a:lnTo>
                <a:lnTo>
                  <a:pt x="5999232" y="2335989"/>
                </a:lnTo>
                <a:lnTo>
                  <a:pt x="5997585" y="2336373"/>
                </a:lnTo>
                <a:lnTo>
                  <a:pt x="5995939" y="2336757"/>
                </a:lnTo>
                <a:lnTo>
                  <a:pt x="5994293" y="2337139"/>
                </a:lnTo>
                <a:lnTo>
                  <a:pt x="5992646" y="2337522"/>
                </a:lnTo>
                <a:lnTo>
                  <a:pt x="5991000" y="2337904"/>
                </a:lnTo>
                <a:lnTo>
                  <a:pt x="5989354" y="2338285"/>
                </a:lnTo>
                <a:lnTo>
                  <a:pt x="5987707" y="2338665"/>
                </a:lnTo>
                <a:lnTo>
                  <a:pt x="5986061" y="2339046"/>
                </a:lnTo>
                <a:lnTo>
                  <a:pt x="5984415" y="2339425"/>
                </a:lnTo>
                <a:lnTo>
                  <a:pt x="5982768" y="2339804"/>
                </a:lnTo>
                <a:lnTo>
                  <a:pt x="5981122" y="2340183"/>
                </a:lnTo>
                <a:lnTo>
                  <a:pt x="5979476" y="2340561"/>
                </a:lnTo>
                <a:lnTo>
                  <a:pt x="5977829" y="2340938"/>
                </a:lnTo>
                <a:lnTo>
                  <a:pt x="5976183" y="2341315"/>
                </a:lnTo>
                <a:lnTo>
                  <a:pt x="5974537" y="2341692"/>
                </a:lnTo>
                <a:lnTo>
                  <a:pt x="5972890" y="2342068"/>
                </a:lnTo>
                <a:lnTo>
                  <a:pt x="5971244" y="2342443"/>
                </a:lnTo>
                <a:lnTo>
                  <a:pt x="5969598" y="2342818"/>
                </a:lnTo>
                <a:lnTo>
                  <a:pt x="5967951" y="2343192"/>
                </a:lnTo>
                <a:lnTo>
                  <a:pt x="5966305" y="2343566"/>
                </a:lnTo>
                <a:lnTo>
                  <a:pt x="5964659" y="2343939"/>
                </a:lnTo>
                <a:lnTo>
                  <a:pt x="5963012" y="2344311"/>
                </a:lnTo>
                <a:lnTo>
                  <a:pt x="5961366" y="2344684"/>
                </a:lnTo>
                <a:lnTo>
                  <a:pt x="5959720" y="2345055"/>
                </a:lnTo>
                <a:lnTo>
                  <a:pt x="5958073" y="2345426"/>
                </a:lnTo>
                <a:lnTo>
                  <a:pt x="5956427" y="2345796"/>
                </a:lnTo>
                <a:lnTo>
                  <a:pt x="5954781" y="2346166"/>
                </a:lnTo>
                <a:lnTo>
                  <a:pt x="5953135" y="2346536"/>
                </a:lnTo>
                <a:lnTo>
                  <a:pt x="5951488" y="2346904"/>
                </a:lnTo>
                <a:lnTo>
                  <a:pt x="5949842" y="2347273"/>
                </a:lnTo>
                <a:lnTo>
                  <a:pt x="5948196" y="2347640"/>
                </a:lnTo>
                <a:lnTo>
                  <a:pt x="5946549" y="2348007"/>
                </a:lnTo>
                <a:lnTo>
                  <a:pt x="5944903" y="2348374"/>
                </a:lnTo>
                <a:lnTo>
                  <a:pt x="5943257" y="2348740"/>
                </a:lnTo>
                <a:lnTo>
                  <a:pt x="5941610" y="2349105"/>
                </a:lnTo>
                <a:lnTo>
                  <a:pt x="5939964" y="2349470"/>
                </a:lnTo>
                <a:lnTo>
                  <a:pt x="5938318" y="2349835"/>
                </a:lnTo>
                <a:lnTo>
                  <a:pt x="5936671" y="2350198"/>
                </a:lnTo>
                <a:lnTo>
                  <a:pt x="5935025" y="2350562"/>
                </a:lnTo>
                <a:lnTo>
                  <a:pt x="5933379" y="2350924"/>
                </a:lnTo>
                <a:lnTo>
                  <a:pt x="5931732" y="2351286"/>
                </a:lnTo>
                <a:lnTo>
                  <a:pt x="5930086" y="2351648"/>
                </a:lnTo>
                <a:lnTo>
                  <a:pt x="5928440" y="2352009"/>
                </a:lnTo>
                <a:lnTo>
                  <a:pt x="5926793" y="2352369"/>
                </a:lnTo>
                <a:lnTo>
                  <a:pt x="5925147" y="2352729"/>
                </a:lnTo>
                <a:lnTo>
                  <a:pt x="5923501" y="2353088"/>
                </a:lnTo>
                <a:lnTo>
                  <a:pt x="5921854" y="2353447"/>
                </a:lnTo>
                <a:lnTo>
                  <a:pt x="5920208" y="2353805"/>
                </a:lnTo>
                <a:lnTo>
                  <a:pt x="5918562" y="2354163"/>
                </a:lnTo>
                <a:lnTo>
                  <a:pt x="5916915" y="2354520"/>
                </a:lnTo>
                <a:lnTo>
                  <a:pt x="5915269" y="2354876"/>
                </a:lnTo>
                <a:lnTo>
                  <a:pt x="5913623" y="2355232"/>
                </a:lnTo>
                <a:lnTo>
                  <a:pt x="5911976" y="2355588"/>
                </a:lnTo>
                <a:lnTo>
                  <a:pt x="5910330" y="2355943"/>
                </a:lnTo>
                <a:lnTo>
                  <a:pt x="5908684" y="2356297"/>
                </a:lnTo>
                <a:lnTo>
                  <a:pt x="5907037" y="2356650"/>
                </a:lnTo>
                <a:lnTo>
                  <a:pt x="5905391" y="2357003"/>
                </a:lnTo>
                <a:lnTo>
                  <a:pt x="5903745" y="2357356"/>
                </a:lnTo>
                <a:lnTo>
                  <a:pt x="5902098" y="2357708"/>
                </a:lnTo>
                <a:lnTo>
                  <a:pt x="5900452" y="2358059"/>
                </a:lnTo>
                <a:lnTo>
                  <a:pt x="5898806" y="2358410"/>
                </a:lnTo>
                <a:lnTo>
                  <a:pt x="5897159" y="2358760"/>
                </a:lnTo>
                <a:lnTo>
                  <a:pt x="5895513" y="2359110"/>
                </a:lnTo>
                <a:lnTo>
                  <a:pt x="5893867" y="2359459"/>
                </a:lnTo>
                <a:lnTo>
                  <a:pt x="5892220" y="2359808"/>
                </a:lnTo>
                <a:lnTo>
                  <a:pt x="5890574" y="2360155"/>
                </a:lnTo>
                <a:lnTo>
                  <a:pt x="5888928" y="2360503"/>
                </a:lnTo>
                <a:lnTo>
                  <a:pt x="5887281" y="2360850"/>
                </a:lnTo>
                <a:lnTo>
                  <a:pt x="5885635" y="2361196"/>
                </a:lnTo>
                <a:lnTo>
                  <a:pt x="5883989" y="2361541"/>
                </a:lnTo>
                <a:lnTo>
                  <a:pt x="5882342" y="2361886"/>
                </a:lnTo>
                <a:lnTo>
                  <a:pt x="5880696" y="2362231"/>
                </a:lnTo>
                <a:lnTo>
                  <a:pt x="5879050" y="2362575"/>
                </a:lnTo>
                <a:lnTo>
                  <a:pt x="5877403" y="2362918"/>
                </a:lnTo>
                <a:lnTo>
                  <a:pt x="5875757" y="2363261"/>
                </a:lnTo>
                <a:lnTo>
                  <a:pt x="5874111" y="2363603"/>
                </a:lnTo>
                <a:lnTo>
                  <a:pt x="5872464" y="2363945"/>
                </a:lnTo>
                <a:lnTo>
                  <a:pt x="5870818" y="2364286"/>
                </a:lnTo>
                <a:lnTo>
                  <a:pt x="5869172" y="2364626"/>
                </a:lnTo>
                <a:lnTo>
                  <a:pt x="5867525" y="2364966"/>
                </a:lnTo>
                <a:lnTo>
                  <a:pt x="5865879" y="2365305"/>
                </a:lnTo>
                <a:lnTo>
                  <a:pt x="5864233" y="2365644"/>
                </a:lnTo>
                <a:lnTo>
                  <a:pt x="5862586" y="2365982"/>
                </a:lnTo>
                <a:lnTo>
                  <a:pt x="5860940" y="2366319"/>
                </a:lnTo>
                <a:lnTo>
                  <a:pt x="5859294" y="2366656"/>
                </a:lnTo>
                <a:lnTo>
                  <a:pt x="5857647" y="2366992"/>
                </a:lnTo>
                <a:lnTo>
                  <a:pt x="5856001" y="2367328"/>
                </a:lnTo>
                <a:lnTo>
                  <a:pt x="5854355" y="2367663"/>
                </a:lnTo>
                <a:lnTo>
                  <a:pt x="5852708" y="2367998"/>
                </a:lnTo>
                <a:lnTo>
                  <a:pt x="5851062" y="2368332"/>
                </a:lnTo>
                <a:lnTo>
                  <a:pt x="5849416" y="2368665"/>
                </a:lnTo>
                <a:lnTo>
                  <a:pt x="5847769" y="2368998"/>
                </a:lnTo>
                <a:lnTo>
                  <a:pt x="5846123" y="2369330"/>
                </a:lnTo>
                <a:lnTo>
                  <a:pt x="5844477" y="2369661"/>
                </a:lnTo>
                <a:lnTo>
                  <a:pt x="5842830" y="2369992"/>
                </a:lnTo>
                <a:lnTo>
                  <a:pt x="5841184" y="2370323"/>
                </a:lnTo>
                <a:lnTo>
                  <a:pt x="5839538" y="2370653"/>
                </a:lnTo>
                <a:lnTo>
                  <a:pt x="5837891" y="2370982"/>
                </a:lnTo>
                <a:lnTo>
                  <a:pt x="5836245" y="2371310"/>
                </a:lnTo>
                <a:lnTo>
                  <a:pt x="5834599" y="2371638"/>
                </a:lnTo>
                <a:lnTo>
                  <a:pt x="5832952" y="2371966"/>
                </a:lnTo>
                <a:lnTo>
                  <a:pt x="5831306" y="2372293"/>
                </a:lnTo>
                <a:lnTo>
                  <a:pt x="5829660" y="2372619"/>
                </a:lnTo>
                <a:lnTo>
                  <a:pt x="5828013" y="2372944"/>
                </a:lnTo>
                <a:lnTo>
                  <a:pt x="5826367" y="2373269"/>
                </a:lnTo>
                <a:lnTo>
                  <a:pt x="5824721" y="2373594"/>
                </a:lnTo>
                <a:lnTo>
                  <a:pt x="5823074" y="2373918"/>
                </a:lnTo>
                <a:lnTo>
                  <a:pt x="5821428" y="2374241"/>
                </a:lnTo>
                <a:lnTo>
                  <a:pt x="5819782" y="2374564"/>
                </a:lnTo>
                <a:lnTo>
                  <a:pt x="5818135" y="2374886"/>
                </a:lnTo>
                <a:lnTo>
                  <a:pt x="5816489" y="2375207"/>
                </a:lnTo>
                <a:lnTo>
                  <a:pt x="5814843" y="2375528"/>
                </a:lnTo>
                <a:lnTo>
                  <a:pt x="5813196" y="2375848"/>
                </a:lnTo>
                <a:lnTo>
                  <a:pt x="5811550" y="2376167"/>
                </a:lnTo>
                <a:lnTo>
                  <a:pt x="5809904" y="2376486"/>
                </a:lnTo>
                <a:lnTo>
                  <a:pt x="5808257" y="2376805"/>
                </a:lnTo>
                <a:lnTo>
                  <a:pt x="5806611" y="2377123"/>
                </a:lnTo>
                <a:lnTo>
                  <a:pt x="5804965" y="2377440"/>
                </a:lnTo>
                <a:lnTo>
                  <a:pt x="5803318" y="2377756"/>
                </a:lnTo>
                <a:lnTo>
                  <a:pt x="5801672" y="2378072"/>
                </a:lnTo>
                <a:lnTo>
                  <a:pt x="5800026" y="2378388"/>
                </a:lnTo>
                <a:lnTo>
                  <a:pt x="5798379" y="2378702"/>
                </a:lnTo>
                <a:lnTo>
                  <a:pt x="5796733" y="2379016"/>
                </a:lnTo>
                <a:lnTo>
                  <a:pt x="5795087" y="2379330"/>
                </a:lnTo>
                <a:lnTo>
                  <a:pt x="5793440" y="2379643"/>
                </a:lnTo>
                <a:lnTo>
                  <a:pt x="5791794" y="2379955"/>
                </a:lnTo>
                <a:lnTo>
                  <a:pt x="5790148" y="2380267"/>
                </a:lnTo>
                <a:lnTo>
                  <a:pt x="5788501" y="2380578"/>
                </a:lnTo>
                <a:lnTo>
                  <a:pt x="5786855" y="2380888"/>
                </a:lnTo>
                <a:lnTo>
                  <a:pt x="5785209" y="2381198"/>
                </a:lnTo>
                <a:lnTo>
                  <a:pt x="5783562" y="2381507"/>
                </a:lnTo>
                <a:lnTo>
                  <a:pt x="5781916" y="2381816"/>
                </a:lnTo>
                <a:lnTo>
                  <a:pt x="5780270" y="2382124"/>
                </a:lnTo>
                <a:lnTo>
                  <a:pt x="5778623" y="2382431"/>
                </a:lnTo>
                <a:lnTo>
                  <a:pt x="5776977" y="2382738"/>
                </a:lnTo>
                <a:lnTo>
                  <a:pt x="5775331" y="2383044"/>
                </a:lnTo>
                <a:lnTo>
                  <a:pt x="5773684" y="2383350"/>
                </a:lnTo>
                <a:lnTo>
                  <a:pt x="5772038" y="2383654"/>
                </a:lnTo>
                <a:lnTo>
                  <a:pt x="5770392" y="2383959"/>
                </a:lnTo>
                <a:lnTo>
                  <a:pt x="5768745" y="2384262"/>
                </a:lnTo>
                <a:lnTo>
                  <a:pt x="5767099" y="2384565"/>
                </a:lnTo>
                <a:lnTo>
                  <a:pt x="5765453" y="2384868"/>
                </a:lnTo>
                <a:lnTo>
                  <a:pt x="5763806" y="2385170"/>
                </a:lnTo>
                <a:lnTo>
                  <a:pt x="5762160" y="2385471"/>
                </a:lnTo>
                <a:lnTo>
                  <a:pt x="5760514" y="2385771"/>
                </a:lnTo>
                <a:lnTo>
                  <a:pt x="5758867" y="2386071"/>
                </a:lnTo>
                <a:lnTo>
                  <a:pt x="5757221" y="2386370"/>
                </a:lnTo>
                <a:lnTo>
                  <a:pt x="5755575" y="2386669"/>
                </a:lnTo>
                <a:lnTo>
                  <a:pt x="5753928" y="2386967"/>
                </a:lnTo>
                <a:lnTo>
                  <a:pt x="5752282" y="2387264"/>
                </a:lnTo>
                <a:lnTo>
                  <a:pt x="5750636" y="2387561"/>
                </a:lnTo>
                <a:lnTo>
                  <a:pt x="5748989" y="2387857"/>
                </a:lnTo>
                <a:lnTo>
                  <a:pt x="5747343" y="2388153"/>
                </a:lnTo>
                <a:lnTo>
                  <a:pt x="5745697" y="2388448"/>
                </a:lnTo>
                <a:lnTo>
                  <a:pt x="5744050" y="2388742"/>
                </a:lnTo>
                <a:lnTo>
                  <a:pt x="5742404" y="2389036"/>
                </a:lnTo>
                <a:lnTo>
                  <a:pt x="5740758" y="2389329"/>
                </a:lnTo>
                <a:lnTo>
                  <a:pt x="5739111" y="2389621"/>
                </a:lnTo>
                <a:lnTo>
                  <a:pt x="5737465" y="2389913"/>
                </a:lnTo>
                <a:lnTo>
                  <a:pt x="5735819" y="2390204"/>
                </a:lnTo>
                <a:lnTo>
                  <a:pt x="5734172" y="2390494"/>
                </a:lnTo>
                <a:lnTo>
                  <a:pt x="5732526" y="2390784"/>
                </a:lnTo>
                <a:lnTo>
                  <a:pt x="5730880" y="2391073"/>
                </a:lnTo>
                <a:lnTo>
                  <a:pt x="5729233" y="2391362"/>
                </a:lnTo>
                <a:lnTo>
                  <a:pt x="5727587" y="2391650"/>
                </a:lnTo>
                <a:lnTo>
                  <a:pt x="5725941" y="2391937"/>
                </a:lnTo>
                <a:lnTo>
                  <a:pt x="5724294" y="2392224"/>
                </a:lnTo>
                <a:lnTo>
                  <a:pt x="5722648" y="2392510"/>
                </a:lnTo>
                <a:lnTo>
                  <a:pt x="5721002" y="2392795"/>
                </a:lnTo>
                <a:lnTo>
                  <a:pt x="5719355" y="2393080"/>
                </a:lnTo>
                <a:lnTo>
                  <a:pt x="5717709" y="2393364"/>
                </a:lnTo>
                <a:lnTo>
                  <a:pt x="5716063" y="2393647"/>
                </a:lnTo>
                <a:lnTo>
                  <a:pt x="5714416" y="2393930"/>
                </a:lnTo>
                <a:lnTo>
                  <a:pt x="5712770" y="2394212"/>
                </a:lnTo>
                <a:lnTo>
                  <a:pt x="5711124" y="2394494"/>
                </a:lnTo>
                <a:lnTo>
                  <a:pt x="5709477" y="2394775"/>
                </a:lnTo>
                <a:lnTo>
                  <a:pt x="5707831" y="2395055"/>
                </a:lnTo>
                <a:lnTo>
                  <a:pt x="5706185" y="2395335"/>
                </a:lnTo>
                <a:lnTo>
                  <a:pt x="5704538" y="2395614"/>
                </a:lnTo>
                <a:lnTo>
                  <a:pt x="5702892" y="2395892"/>
                </a:lnTo>
                <a:lnTo>
                  <a:pt x="5701246" y="2396170"/>
                </a:lnTo>
                <a:lnTo>
                  <a:pt x="5699599" y="2396447"/>
                </a:lnTo>
                <a:lnTo>
                  <a:pt x="5697953" y="2396723"/>
                </a:lnTo>
                <a:lnTo>
                  <a:pt x="5696307" y="2396999"/>
                </a:lnTo>
                <a:lnTo>
                  <a:pt x="5694660" y="2397274"/>
                </a:lnTo>
                <a:lnTo>
                  <a:pt x="5693014" y="2397548"/>
                </a:lnTo>
                <a:lnTo>
                  <a:pt x="5691368" y="2397822"/>
                </a:lnTo>
                <a:lnTo>
                  <a:pt x="5689721" y="2398095"/>
                </a:lnTo>
                <a:lnTo>
                  <a:pt x="5688075" y="2398368"/>
                </a:lnTo>
                <a:lnTo>
                  <a:pt x="5686429" y="2398640"/>
                </a:lnTo>
                <a:lnTo>
                  <a:pt x="5684782" y="2398911"/>
                </a:lnTo>
                <a:lnTo>
                  <a:pt x="5683136" y="2399181"/>
                </a:lnTo>
                <a:lnTo>
                  <a:pt x="5681490" y="2399451"/>
                </a:lnTo>
                <a:lnTo>
                  <a:pt x="5679843" y="2399720"/>
                </a:lnTo>
                <a:lnTo>
                  <a:pt x="5678197" y="2399989"/>
                </a:lnTo>
                <a:lnTo>
                  <a:pt x="5676551" y="2400257"/>
                </a:lnTo>
                <a:lnTo>
                  <a:pt x="5674904" y="2400524"/>
                </a:lnTo>
                <a:lnTo>
                  <a:pt x="5673258" y="2400791"/>
                </a:lnTo>
                <a:lnTo>
                  <a:pt x="5671612" y="2401057"/>
                </a:lnTo>
                <a:lnTo>
                  <a:pt x="5669965" y="2401322"/>
                </a:lnTo>
                <a:lnTo>
                  <a:pt x="5668319" y="2401587"/>
                </a:lnTo>
                <a:lnTo>
                  <a:pt x="5666673" y="2401851"/>
                </a:lnTo>
                <a:lnTo>
                  <a:pt x="5665026" y="2402114"/>
                </a:lnTo>
                <a:lnTo>
                  <a:pt x="5663380" y="2402377"/>
                </a:lnTo>
                <a:lnTo>
                  <a:pt x="5661734" y="2402639"/>
                </a:lnTo>
                <a:lnTo>
                  <a:pt x="5660087" y="2402900"/>
                </a:lnTo>
                <a:lnTo>
                  <a:pt x="5658441" y="2403161"/>
                </a:lnTo>
                <a:lnTo>
                  <a:pt x="5656795" y="2403421"/>
                </a:lnTo>
                <a:lnTo>
                  <a:pt x="5655148" y="2403680"/>
                </a:lnTo>
                <a:lnTo>
                  <a:pt x="5653502" y="2403939"/>
                </a:lnTo>
                <a:lnTo>
                  <a:pt x="5651856" y="2404197"/>
                </a:lnTo>
                <a:lnTo>
                  <a:pt x="5650209" y="2404455"/>
                </a:lnTo>
                <a:lnTo>
                  <a:pt x="5648563" y="2404711"/>
                </a:lnTo>
                <a:lnTo>
                  <a:pt x="5646917" y="2404967"/>
                </a:lnTo>
                <a:lnTo>
                  <a:pt x="5645270" y="2405223"/>
                </a:lnTo>
                <a:lnTo>
                  <a:pt x="5643624" y="2405477"/>
                </a:lnTo>
                <a:lnTo>
                  <a:pt x="5641978" y="2405732"/>
                </a:lnTo>
                <a:lnTo>
                  <a:pt x="5640332" y="2405985"/>
                </a:lnTo>
                <a:lnTo>
                  <a:pt x="5638685" y="2406238"/>
                </a:lnTo>
                <a:lnTo>
                  <a:pt x="5637039" y="2406490"/>
                </a:lnTo>
                <a:lnTo>
                  <a:pt x="5635393" y="2406741"/>
                </a:lnTo>
                <a:lnTo>
                  <a:pt x="5633746" y="2406992"/>
                </a:lnTo>
                <a:lnTo>
                  <a:pt x="5632100" y="2407242"/>
                </a:lnTo>
                <a:lnTo>
                  <a:pt x="5630454" y="2407491"/>
                </a:lnTo>
                <a:lnTo>
                  <a:pt x="5628807" y="2407740"/>
                </a:lnTo>
                <a:lnTo>
                  <a:pt x="5627161" y="2407988"/>
                </a:lnTo>
                <a:lnTo>
                  <a:pt x="5625515" y="2408236"/>
                </a:lnTo>
                <a:lnTo>
                  <a:pt x="5623868" y="2408482"/>
                </a:lnTo>
                <a:lnTo>
                  <a:pt x="5622222" y="2408728"/>
                </a:lnTo>
                <a:lnTo>
                  <a:pt x="5620576" y="2408974"/>
                </a:lnTo>
                <a:lnTo>
                  <a:pt x="5618929" y="2409219"/>
                </a:lnTo>
                <a:lnTo>
                  <a:pt x="5617283" y="2409463"/>
                </a:lnTo>
                <a:lnTo>
                  <a:pt x="5615637" y="2409706"/>
                </a:lnTo>
                <a:lnTo>
                  <a:pt x="5613990" y="2409949"/>
                </a:lnTo>
                <a:lnTo>
                  <a:pt x="5612344" y="2410191"/>
                </a:lnTo>
                <a:lnTo>
                  <a:pt x="5610698" y="2410432"/>
                </a:lnTo>
                <a:lnTo>
                  <a:pt x="5609051" y="2410673"/>
                </a:lnTo>
                <a:lnTo>
                  <a:pt x="5607405" y="2410913"/>
                </a:lnTo>
                <a:lnTo>
                  <a:pt x="5605759" y="2411152"/>
                </a:lnTo>
                <a:lnTo>
                  <a:pt x="5604112" y="2411391"/>
                </a:lnTo>
                <a:lnTo>
                  <a:pt x="5602466" y="2411629"/>
                </a:lnTo>
                <a:lnTo>
                  <a:pt x="5600820" y="2411866"/>
                </a:lnTo>
                <a:lnTo>
                  <a:pt x="5599173" y="2412102"/>
                </a:lnTo>
                <a:lnTo>
                  <a:pt x="5597527" y="2412338"/>
                </a:lnTo>
                <a:lnTo>
                  <a:pt x="5595881" y="2412574"/>
                </a:lnTo>
                <a:lnTo>
                  <a:pt x="5594234" y="2412808"/>
                </a:lnTo>
                <a:lnTo>
                  <a:pt x="5592588" y="2413042"/>
                </a:lnTo>
                <a:lnTo>
                  <a:pt x="5590942" y="2413275"/>
                </a:lnTo>
                <a:lnTo>
                  <a:pt x="5589295" y="2413508"/>
                </a:lnTo>
                <a:lnTo>
                  <a:pt x="5587649" y="2413739"/>
                </a:lnTo>
                <a:lnTo>
                  <a:pt x="5586003" y="2413971"/>
                </a:lnTo>
                <a:lnTo>
                  <a:pt x="5584356" y="2414201"/>
                </a:lnTo>
                <a:lnTo>
                  <a:pt x="5582710" y="2414431"/>
                </a:lnTo>
                <a:lnTo>
                  <a:pt x="5581064" y="2414660"/>
                </a:lnTo>
                <a:lnTo>
                  <a:pt x="5579417" y="2414888"/>
                </a:lnTo>
                <a:lnTo>
                  <a:pt x="5577771" y="2415116"/>
                </a:lnTo>
                <a:lnTo>
                  <a:pt x="5576125" y="2415343"/>
                </a:lnTo>
                <a:lnTo>
                  <a:pt x="5574478" y="2415569"/>
                </a:lnTo>
                <a:lnTo>
                  <a:pt x="5572832" y="2415795"/>
                </a:lnTo>
                <a:lnTo>
                  <a:pt x="5571186" y="2416020"/>
                </a:lnTo>
                <a:lnTo>
                  <a:pt x="5569539" y="2416244"/>
                </a:lnTo>
                <a:lnTo>
                  <a:pt x="5567893" y="2416468"/>
                </a:lnTo>
                <a:lnTo>
                  <a:pt x="5566247" y="2416691"/>
                </a:lnTo>
                <a:lnTo>
                  <a:pt x="5564600" y="2416913"/>
                </a:lnTo>
                <a:lnTo>
                  <a:pt x="5562954" y="2417135"/>
                </a:lnTo>
                <a:lnTo>
                  <a:pt x="5561308" y="2417355"/>
                </a:lnTo>
                <a:lnTo>
                  <a:pt x="5559661" y="2417576"/>
                </a:lnTo>
                <a:lnTo>
                  <a:pt x="5558015" y="2417795"/>
                </a:lnTo>
                <a:lnTo>
                  <a:pt x="5556369" y="2418014"/>
                </a:lnTo>
                <a:lnTo>
                  <a:pt x="5554722" y="2418232"/>
                </a:lnTo>
                <a:lnTo>
                  <a:pt x="5553076" y="2418449"/>
                </a:lnTo>
                <a:lnTo>
                  <a:pt x="5551430" y="2418666"/>
                </a:lnTo>
                <a:lnTo>
                  <a:pt x="5549783" y="2418882"/>
                </a:lnTo>
                <a:lnTo>
                  <a:pt x="5548137" y="2419097"/>
                </a:lnTo>
                <a:lnTo>
                  <a:pt x="5546491" y="2419312"/>
                </a:lnTo>
                <a:lnTo>
                  <a:pt x="5544844" y="2419526"/>
                </a:lnTo>
                <a:lnTo>
                  <a:pt x="5543198" y="2419739"/>
                </a:lnTo>
                <a:lnTo>
                  <a:pt x="5541552" y="2419951"/>
                </a:lnTo>
                <a:lnTo>
                  <a:pt x="5539905" y="2420163"/>
                </a:lnTo>
                <a:lnTo>
                  <a:pt x="5538259" y="2420374"/>
                </a:lnTo>
                <a:lnTo>
                  <a:pt x="5536613" y="2420585"/>
                </a:lnTo>
                <a:lnTo>
                  <a:pt x="5534966" y="2420794"/>
                </a:lnTo>
                <a:lnTo>
                  <a:pt x="5533320" y="2421003"/>
                </a:lnTo>
                <a:lnTo>
                  <a:pt x="5531674" y="2421212"/>
                </a:lnTo>
                <a:lnTo>
                  <a:pt x="5530027" y="2421419"/>
                </a:lnTo>
                <a:lnTo>
                  <a:pt x="5528381" y="2421626"/>
                </a:lnTo>
                <a:lnTo>
                  <a:pt x="5526735" y="2421832"/>
                </a:lnTo>
                <a:lnTo>
                  <a:pt x="5525088" y="2422038"/>
                </a:lnTo>
                <a:lnTo>
                  <a:pt x="5523442" y="2422242"/>
                </a:lnTo>
                <a:lnTo>
                  <a:pt x="5521796" y="2422447"/>
                </a:lnTo>
                <a:lnTo>
                  <a:pt x="5520149" y="2422650"/>
                </a:lnTo>
                <a:lnTo>
                  <a:pt x="5518503" y="2422853"/>
                </a:lnTo>
                <a:lnTo>
                  <a:pt x="5516857" y="2423055"/>
                </a:lnTo>
                <a:lnTo>
                  <a:pt x="5515210" y="2423256"/>
                </a:lnTo>
                <a:lnTo>
                  <a:pt x="5513564" y="2423456"/>
                </a:lnTo>
                <a:lnTo>
                  <a:pt x="5511918" y="2423656"/>
                </a:lnTo>
                <a:lnTo>
                  <a:pt x="5510271" y="2423855"/>
                </a:lnTo>
                <a:lnTo>
                  <a:pt x="5508625" y="2424054"/>
                </a:lnTo>
                <a:lnTo>
                  <a:pt x="5506979" y="2424252"/>
                </a:lnTo>
                <a:lnTo>
                  <a:pt x="5505332" y="2424449"/>
                </a:lnTo>
                <a:lnTo>
                  <a:pt x="5503686" y="2424645"/>
                </a:lnTo>
                <a:lnTo>
                  <a:pt x="5502040" y="2424841"/>
                </a:lnTo>
                <a:lnTo>
                  <a:pt x="5500393" y="2425035"/>
                </a:lnTo>
                <a:lnTo>
                  <a:pt x="5498747" y="2425230"/>
                </a:lnTo>
                <a:lnTo>
                  <a:pt x="5497101" y="2425423"/>
                </a:lnTo>
                <a:lnTo>
                  <a:pt x="5495454" y="2425616"/>
                </a:lnTo>
                <a:lnTo>
                  <a:pt x="5493808" y="2425808"/>
                </a:lnTo>
                <a:lnTo>
                  <a:pt x="5492162" y="2425999"/>
                </a:lnTo>
                <a:lnTo>
                  <a:pt x="5490515" y="2426190"/>
                </a:lnTo>
                <a:lnTo>
                  <a:pt x="5488869" y="2426380"/>
                </a:lnTo>
                <a:lnTo>
                  <a:pt x="5487223" y="2426569"/>
                </a:lnTo>
                <a:lnTo>
                  <a:pt x="5485576" y="2426757"/>
                </a:lnTo>
                <a:lnTo>
                  <a:pt x="5483930" y="2426945"/>
                </a:lnTo>
                <a:lnTo>
                  <a:pt x="5482284" y="2427132"/>
                </a:lnTo>
                <a:lnTo>
                  <a:pt x="5480637" y="2427319"/>
                </a:lnTo>
                <a:lnTo>
                  <a:pt x="5478991" y="2427504"/>
                </a:lnTo>
                <a:lnTo>
                  <a:pt x="5477345" y="2427689"/>
                </a:lnTo>
                <a:lnTo>
                  <a:pt x="5475698" y="2427873"/>
                </a:lnTo>
                <a:lnTo>
                  <a:pt x="5474052" y="2428057"/>
                </a:lnTo>
                <a:lnTo>
                  <a:pt x="5472406" y="2428240"/>
                </a:lnTo>
                <a:lnTo>
                  <a:pt x="5470759" y="2428422"/>
                </a:lnTo>
                <a:lnTo>
                  <a:pt x="5469113" y="2428603"/>
                </a:lnTo>
                <a:lnTo>
                  <a:pt x="5467467" y="2428783"/>
                </a:lnTo>
                <a:lnTo>
                  <a:pt x="5465820" y="2428963"/>
                </a:lnTo>
                <a:lnTo>
                  <a:pt x="5464174" y="2429142"/>
                </a:lnTo>
                <a:lnTo>
                  <a:pt x="5462528" y="2429321"/>
                </a:lnTo>
                <a:lnTo>
                  <a:pt x="5460881" y="2429499"/>
                </a:lnTo>
                <a:lnTo>
                  <a:pt x="5459235" y="2429676"/>
                </a:lnTo>
                <a:lnTo>
                  <a:pt x="5457589" y="2429852"/>
                </a:lnTo>
                <a:lnTo>
                  <a:pt x="5455942" y="2430027"/>
                </a:lnTo>
                <a:lnTo>
                  <a:pt x="5454296" y="2430202"/>
                </a:lnTo>
                <a:lnTo>
                  <a:pt x="5452650" y="2430376"/>
                </a:lnTo>
                <a:lnTo>
                  <a:pt x="5451003" y="2430550"/>
                </a:lnTo>
                <a:lnTo>
                  <a:pt x="5449357" y="2430722"/>
                </a:lnTo>
                <a:lnTo>
                  <a:pt x="5447711" y="2430894"/>
                </a:lnTo>
                <a:lnTo>
                  <a:pt x="5446064" y="2431065"/>
                </a:lnTo>
                <a:lnTo>
                  <a:pt x="5444418" y="2431236"/>
                </a:lnTo>
                <a:lnTo>
                  <a:pt x="5442772" y="2431406"/>
                </a:lnTo>
                <a:lnTo>
                  <a:pt x="5441125" y="2431575"/>
                </a:lnTo>
                <a:lnTo>
                  <a:pt x="5439479" y="2431743"/>
                </a:lnTo>
                <a:lnTo>
                  <a:pt x="5437833" y="2431910"/>
                </a:lnTo>
                <a:lnTo>
                  <a:pt x="5436186" y="2432077"/>
                </a:lnTo>
                <a:lnTo>
                  <a:pt x="5434540" y="2432243"/>
                </a:lnTo>
                <a:lnTo>
                  <a:pt x="5432894" y="2432409"/>
                </a:lnTo>
                <a:lnTo>
                  <a:pt x="5431247" y="2432573"/>
                </a:lnTo>
                <a:lnTo>
                  <a:pt x="5429601" y="2432737"/>
                </a:lnTo>
                <a:lnTo>
                  <a:pt x="5427955" y="2432901"/>
                </a:lnTo>
                <a:lnTo>
                  <a:pt x="5426308" y="2433063"/>
                </a:lnTo>
                <a:lnTo>
                  <a:pt x="5424662" y="2433225"/>
                </a:lnTo>
                <a:lnTo>
                  <a:pt x="5423016" y="2433386"/>
                </a:lnTo>
                <a:lnTo>
                  <a:pt x="5421369" y="2433546"/>
                </a:lnTo>
                <a:lnTo>
                  <a:pt x="5419723" y="2433705"/>
                </a:lnTo>
                <a:lnTo>
                  <a:pt x="5418077" y="2433864"/>
                </a:lnTo>
                <a:lnTo>
                  <a:pt x="5416430" y="2434022"/>
                </a:lnTo>
                <a:lnTo>
                  <a:pt x="5414784" y="2434180"/>
                </a:lnTo>
                <a:lnTo>
                  <a:pt x="5413138" y="2434336"/>
                </a:lnTo>
                <a:lnTo>
                  <a:pt x="5411491" y="2434492"/>
                </a:lnTo>
                <a:lnTo>
                  <a:pt x="5409845" y="2434647"/>
                </a:lnTo>
                <a:lnTo>
                  <a:pt x="5408199" y="2434801"/>
                </a:lnTo>
                <a:lnTo>
                  <a:pt x="5406552" y="2434955"/>
                </a:lnTo>
                <a:lnTo>
                  <a:pt x="5404906" y="2435108"/>
                </a:lnTo>
                <a:lnTo>
                  <a:pt x="5403260" y="2435260"/>
                </a:lnTo>
                <a:lnTo>
                  <a:pt x="5401613" y="2435412"/>
                </a:lnTo>
                <a:lnTo>
                  <a:pt x="5399967" y="2435562"/>
                </a:lnTo>
                <a:lnTo>
                  <a:pt x="5398321" y="2435712"/>
                </a:lnTo>
                <a:lnTo>
                  <a:pt x="5396674" y="2435861"/>
                </a:lnTo>
                <a:lnTo>
                  <a:pt x="5395028" y="2436010"/>
                </a:lnTo>
                <a:lnTo>
                  <a:pt x="5393382" y="2436158"/>
                </a:lnTo>
                <a:lnTo>
                  <a:pt x="5391735" y="2436304"/>
                </a:lnTo>
                <a:lnTo>
                  <a:pt x="5390089" y="2436451"/>
                </a:lnTo>
                <a:lnTo>
                  <a:pt x="5388443" y="2436596"/>
                </a:lnTo>
                <a:lnTo>
                  <a:pt x="5386796" y="2436741"/>
                </a:lnTo>
                <a:lnTo>
                  <a:pt x="5385150" y="2436885"/>
                </a:lnTo>
                <a:lnTo>
                  <a:pt x="5383504" y="2437028"/>
                </a:lnTo>
                <a:lnTo>
                  <a:pt x="5381857" y="2437171"/>
                </a:lnTo>
                <a:lnTo>
                  <a:pt x="5380211" y="2437313"/>
                </a:lnTo>
                <a:lnTo>
                  <a:pt x="5378565" y="2437454"/>
                </a:lnTo>
                <a:lnTo>
                  <a:pt x="5376918" y="2437594"/>
                </a:lnTo>
                <a:lnTo>
                  <a:pt x="5375272" y="2437733"/>
                </a:lnTo>
                <a:lnTo>
                  <a:pt x="5373626" y="2437872"/>
                </a:lnTo>
                <a:lnTo>
                  <a:pt x="5371979" y="2438010"/>
                </a:lnTo>
                <a:lnTo>
                  <a:pt x="5370333" y="2438148"/>
                </a:lnTo>
                <a:lnTo>
                  <a:pt x="5368687" y="2438284"/>
                </a:lnTo>
                <a:lnTo>
                  <a:pt x="5367040" y="2438420"/>
                </a:lnTo>
                <a:lnTo>
                  <a:pt x="5365394" y="2438555"/>
                </a:lnTo>
                <a:lnTo>
                  <a:pt x="5363748" y="2438689"/>
                </a:lnTo>
                <a:lnTo>
                  <a:pt x="5362101" y="2438823"/>
                </a:lnTo>
                <a:lnTo>
                  <a:pt x="5360455" y="2438956"/>
                </a:lnTo>
                <a:lnTo>
                  <a:pt x="5358809" y="2439088"/>
                </a:lnTo>
                <a:lnTo>
                  <a:pt x="5357162" y="2439219"/>
                </a:lnTo>
                <a:lnTo>
                  <a:pt x="5355516" y="2439350"/>
                </a:lnTo>
                <a:lnTo>
                  <a:pt x="5353870" y="2439479"/>
                </a:lnTo>
                <a:lnTo>
                  <a:pt x="5352223" y="2439608"/>
                </a:lnTo>
                <a:lnTo>
                  <a:pt x="5350577" y="2439737"/>
                </a:lnTo>
                <a:lnTo>
                  <a:pt x="5348931" y="2439864"/>
                </a:lnTo>
                <a:lnTo>
                  <a:pt x="5347284" y="2439991"/>
                </a:lnTo>
                <a:lnTo>
                  <a:pt x="5345638" y="2440117"/>
                </a:lnTo>
                <a:lnTo>
                  <a:pt x="5343992" y="2440242"/>
                </a:lnTo>
                <a:lnTo>
                  <a:pt x="5342345" y="2440367"/>
                </a:lnTo>
                <a:lnTo>
                  <a:pt x="5340699" y="2440491"/>
                </a:lnTo>
                <a:lnTo>
                  <a:pt x="5339053" y="2440614"/>
                </a:lnTo>
                <a:lnTo>
                  <a:pt x="5337406" y="2440736"/>
                </a:lnTo>
                <a:lnTo>
                  <a:pt x="5335760" y="2440858"/>
                </a:lnTo>
                <a:lnTo>
                  <a:pt x="5334114" y="2440978"/>
                </a:lnTo>
                <a:lnTo>
                  <a:pt x="5332467" y="2441098"/>
                </a:lnTo>
                <a:lnTo>
                  <a:pt x="5330821" y="2441218"/>
                </a:lnTo>
                <a:lnTo>
                  <a:pt x="5329175" y="2441336"/>
                </a:lnTo>
                <a:lnTo>
                  <a:pt x="5327529" y="2441454"/>
                </a:lnTo>
                <a:lnTo>
                  <a:pt x="5325882" y="2441571"/>
                </a:lnTo>
                <a:lnTo>
                  <a:pt x="5324236" y="2441687"/>
                </a:lnTo>
                <a:lnTo>
                  <a:pt x="5322590" y="2441802"/>
                </a:lnTo>
                <a:lnTo>
                  <a:pt x="5320943" y="2441917"/>
                </a:lnTo>
                <a:lnTo>
                  <a:pt x="5319297" y="2442031"/>
                </a:lnTo>
                <a:lnTo>
                  <a:pt x="5317651" y="2442144"/>
                </a:lnTo>
                <a:lnTo>
                  <a:pt x="5316004" y="2442257"/>
                </a:lnTo>
                <a:lnTo>
                  <a:pt x="5314358" y="2442368"/>
                </a:lnTo>
                <a:lnTo>
                  <a:pt x="5312712" y="2442479"/>
                </a:lnTo>
                <a:lnTo>
                  <a:pt x="5311065" y="2442589"/>
                </a:lnTo>
                <a:lnTo>
                  <a:pt x="5309419" y="2442699"/>
                </a:lnTo>
                <a:lnTo>
                  <a:pt x="5307773" y="2442807"/>
                </a:lnTo>
                <a:lnTo>
                  <a:pt x="5306126" y="2442915"/>
                </a:lnTo>
                <a:lnTo>
                  <a:pt x="5304480" y="2443022"/>
                </a:lnTo>
                <a:lnTo>
                  <a:pt x="5302834" y="2443128"/>
                </a:lnTo>
                <a:lnTo>
                  <a:pt x="5301187" y="2443234"/>
                </a:lnTo>
                <a:lnTo>
                  <a:pt x="5299541" y="2443339"/>
                </a:lnTo>
                <a:lnTo>
                  <a:pt x="5297895" y="2443443"/>
                </a:lnTo>
                <a:lnTo>
                  <a:pt x="5296248" y="2443546"/>
                </a:lnTo>
                <a:lnTo>
                  <a:pt x="5294602" y="2443648"/>
                </a:lnTo>
                <a:lnTo>
                  <a:pt x="5292956" y="2443750"/>
                </a:lnTo>
                <a:lnTo>
                  <a:pt x="5291309" y="2443851"/>
                </a:lnTo>
                <a:lnTo>
                  <a:pt x="5289663" y="2443951"/>
                </a:lnTo>
                <a:lnTo>
                  <a:pt x="5288017" y="2444051"/>
                </a:lnTo>
                <a:lnTo>
                  <a:pt x="5286370" y="2444149"/>
                </a:lnTo>
                <a:lnTo>
                  <a:pt x="5284724" y="2444247"/>
                </a:lnTo>
                <a:lnTo>
                  <a:pt x="5283078" y="2444344"/>
                </a:lnTo>
                <a:lnTo>
                  <a:pt x="5281431" y="2444440"/>
                </a:lnTo>
                <a:lnTo>
                  <a:pt x="5279785" y="2444536"/>
                </a:lnTo>
                <a:lnTo>
                  <a:pt x="5278139" y="2444631"/>
                </a:lnTo>
                <a:lnTo>
                  <a:pt x="5276492" y="2444725"/>
                </a:lnTo>
                <a:lnTo>
                  <a:pt x="5274846" y="2444818"/>
                </a:lnTo>
                <a:lnTo>
                  <a:pt x="5273200" y="2444910"/>
                </a:lnTo>
                <a:lnTo>
                  <a:pt x="5271553" y="2445002"/>
                </a:lnTo>
                <a:lnTo>
                  <a:pt x="5269907" y="2445093"/>
                </a:lnTo>
                <a:lnTo>
                  <a:pt x="5268261" y="2445183"/>
                </a:lnTo>
                <a:lnTo>
                  <a:pt x="5266614" y="2445273"/>
                </a:lnTo>
                <a:lnTo>
                  <a:pt x="5264968" y="2445361"/>
                </a:lnTo>
                <a:lnTo>
                  <a:pt x="5263322" y="2445449"/>
                </a:lnTo>
                <a:lnTo>
                  <a:pt x="5261675" y="2445536"/>
                </a:lnTo>
                <a:lnTo>
                  <a:pt x="5260029" y="2445622"/>
                </a:lnTo>
                <a:lnTo>
                  <a:pt x="5258383" y="2445708"/>
                </a:lnTo>
                <a:lnTo>
                  <a:pt x="5256736" y="2445793"/>
                </a:lnTo>
                <a:lnTo>
                  <a:pt x="5255090" y="2445877"/>
                </a:lnTo>
                <a:lnTo>
                  <a:pt x="5253444" y="2445960"/>
                </a:lnTo>
                <a:lnTo>
                  <a:pt x="5251797" y="2446042"/>
                </a:lnTo>
                <a:lnTo>
                  <a:pt x="5250151" y="2446124"/>
                </a:lnTo>
                <a:lnTo>
                  <a:pt x="5248505" y="2446205"/>
                </a:lnTo>
                <a:lnTo>
                  <a:pt x="5246858" y="2446285"/>
                </a:lnTo>
                <a:lnTo>
                  <a:pt x="5245212" y="2446364"/>
                </a:lnTo>
                <a:lnTo>
                  <a:pt x="5243566" y="2446442"/>
                </a:lnTo>
                <a:lnTo>
                  <a:pt x="5241919" y="2446520"/>
                </a:lnTo>
                <a:lnTo>
                  <a:pt x="5240273" y="2446597"/>
                </a:lnTo>
                <a:lnTo>
                  <a:pt x="5238627" y="2446673"/>
                </a:lnTo>
                <a:lnTo>
                  <a:pt x="5236980" y="2446749"/>
                </a:lnTo>
                <a:lnTo>
                  <a:pt x="5235334" y="2446823"/>
                </a:lnTo>
                <a:lnTo>
                  <a:pt x="5233688" y="2446897"/>
                </a:lnTo>
                <a:lnTo>
                  <a:pt x="5232041" y="2446970"/>
                </a:lnTo>
                <a:lnTo>
                  <a:pt x="5230395" y="2447042"/>
                </a:lnTo>
                <a:lnTo>
                  <a:pt x="5228749" y="2447114"/>
                </a:lnTo>
                <a:lnTo>
                  <a:pt x="5227102" y="2447184"/>
                </a:lnTo>
                <a:lnTo>
                  <a:pt x="5225456" y="2447254"/>
                </a:lnTo>
                <a:lnTo>
                  <a:pt x="5223810" y="2447323"/>
                </a:lnTo>
                <a:lnTo>
                  <a:pt x="5222163" y="2447392"/>
                </a:lnTo>
                <a:lnTo>
                  <a:pt x="5220517" y="2447459"/>
                </a:lnTo>
                <a:lnTo>
                  <a:pt x="5218871" y="2447526"/>
                </a:lnTo>
                <a:lnTo>
                  <a:pt x="5217224" y="2447592"/>
                </a:lnTo>
                <a:lnTo>
                  <a:pt x="5215578" y="2447657"/>
                </a:lnTo>
                <a:lnTo>
                  <a:pt x="5213932" y="2447722"/>
                </a:lnTo>
                <a:lnTo>
                  <a:pt x="5212285" y="2447785"/>
                </a:lnTo>
                <a:lnTo>
                  <a:pt x="5210639" y="2447848"/>
                </a:lnTo>
                <a:lnTo>
                  <a:pt x="5208993" y="2447910"/>
                </a:lnTo>
                <a:lnTo>
                  <a:pt x="5207346" y="2447971"/>
                </a:lnTo>
                <a:lnTo>
                  <a:pt x="5205700" y="2448032"/>
                </a:lnTo>
                <a:lnTo>
                  <a:pt x="5204054" y="2448092"/>
                </a:lnTo>
                <a:lnTo>
                  <a:pt x="5202407" y="2448150"/>
                </a:lnTo>
                <a:lnTo>
                  <a:pt x="5200761" y="2448209"/>
                </a:lnTo>
                <a:lnTo>
                  <a:pt x="5199115" y="2448266"/>
                </a:lnTo>
                <a:lnTo>
                  <a:pt x="5197468" y="2448322"/>
                </a:lnTo>
                <a:lnTo>
                  <a:pt x="5195822" y="2448378"/>
                </a:lnTo>
                <a:lnTo>
                  <a:pt x="5194176" y="2448433"/>
                </a:lnTo>
                <a:lnTo>
                  <a:pt x="5192529" y="2448487"/>
                </a:lnTo>
                <a:lnTo>
                  <a:pt x="5190883" y="2448541"/>
                </a:lnTo>
                <a:lnTo>
                  <a:pt x="5189237" y="2448593"/>
                </a:lnTo>
                <a:lnTo>
                  <a:pt x="5187590" y="2448645"/>
                </a:lnTo>
                <a:lnTo>
                  <a:pt x="5185944" y="2448696"/>
                </a:lnTo>
                <a:lnTo>
                  <a:pt x="5184298" y="2448746"/>
                </a:lnTo>
                <a:lnTo>
                  <a:pt x="5182651" y="2448795"/>
                </a:lnTo>
                <a:lnTo>
                  <a:pt x="5181005" y="2448844"/>
                </a:lnTo>
                <a:lnTo>
                  <a:pt x="5179359" y="2448892"/>
                </a:lnTo>
                <a:lnTo>
                  <a:pt x="5177712" y="2448939"/>
                </a:lnTo>
                <a:lnTo>
                  <a:pt x="5176066" y="2448985"/>
                </a:lnTo>
                <a:lnTo>
                  <a:pt x="5174420" y="2449031"/>
                </a:lnTo>
                <a:lnTo>
                  <a:pt x="5172773" y="2449075"/>
                </a:lnTo>
                <a:lnTo>
                  <a:pt x="5171127" y="2449119"/>
                </a:lnTo>
                <a:lnTo>
                  <a:pt x="5169481" y="2449162"/>
                </a:lnTo>
                <a:lnTo>
                  <a:pt x="5167834" y="2449204"/>
                </a:lnTo>
                <a:lnTo>
                  <a:pt x="5166188" y="2449246"/>
                </a:lnTo>
                <a:lnTo>
                  <a:pt x="5164542" y="2449286"/>
                </a:lnTo>
                <a:lnTo>
                  <a:pt x="5162895" y="2449326"/>
                </a:lnTo>
                <a:lnTo>
                  <a:pt x="5161249" y="2449365"/>
                </a:lnTo>
                <a:lnTo>
                  <a:pt x="5159603" y="2449403"/>
                </a:lnTo>
                <a:lnTo>
                  <a:pt x="5157956" y="2449441"/>
                </a:lnTo>
                <a:lnTo>
                  <a:pt x="5156310" y="2449478"/>
                </a:lnTo>
                <a:lnTo>
                  <a:pt x="5154664" y="2449513"/>
                </a:lnTo>
                <a:lnTo>
                  <a:pt x="5153017" y="2449548"/>
                </a:lnTo>
                <a:lnTo>
                  <a:pt x="5151371" y="2449583"/>
                </a:lnTo>
                <a:lnTo>
                  <a:pt x="5149725" y="2449616"/>
                </a:lnTo>
                <a:lnTo>
                  <a:pt x="5148078" y="2449649"/>
                </a:lnTo>
                <a:lnTo>
                  <a:pt x="5146432" y="2449681"/>
                </a:lnTo>
                <a:lnTo>
                  <a:pt x="5144786" y="2449712"/>
                </a:lnTo>
                <a:lnTo>
                  <a:pt x="5143139" y="2449742"/>
                </a:lnTo>
                <a:lnTo>
                  <a:pt x="5141493" y="2449771"/>
                </a:lnTo>
                <a:lnTo>
                  <a:pt x="5139847" y="2449800"/>
                </a:lnTo>
                <a:lnTo>
                  <a:pt x="5138200" y="2449828"/>
                </a:lnTo>
                <a:lnTo>
                  <a:pt x="5136554" y="2449855"/>
                </a:lnTo>
                <a:lnTo>
                  <a:pt x="5134908" y="2449881"/>
                </a:lnTo>
                <a:lnTo>
                  <a:pt x="5133261" y="2449907"/>
                </a:lnTo>
                <a:lnTo>
                  <a:pt x="5131615" y="2449931"/>
                </a:lnTo>
                <a:lnTo>
                  <a:pt x="5129969" y="2449955"/>
                </a:lnTo>
                <a:lnTo>
                  <a:pt x="5128322" y="2449978"/>
                </a:lnTo>
                <a:lnTo>
                  <a:pt x="5126676" y="2450000"/>
                </a:lnTo>
                <a:lnTo>
                  <a:pt x="5125030" y="2450022"/>
                </a:lnTo>
                <a:lnTo>
                  <a:pt x="5123383" y="2450042"/>
                </a:lnTo>
                <a:lnTo>
                  <a:pt x="5121737" y="2450062"/>
                </a:lnTo>
                <a:lnTo>
                  <a:pt x="5120091" y="2450081"/>
                </a:lnTo>
                <a:lnTo>
                  <a:pt x="5118444" y="2450099"/>
                </a:lnTo>
                <a:lnTo>
                  <a:pt x="5116798" y="2450116"/>
                </a:lnTo>
                <a:lnTo>
                  <a:pt x="5115152" y="2450133"/>
                </a:lnTo>
                <a:lnTo>
                  <a:pt x="5113505" y="2450149"/>
                </a:lnTo>
                <a:lnTo>
                  <a:pt x="5111859" y="2450164"/>
                </a:lnTo>
                <a:lnTo>
                  <a:pt x="5110213" y="2450178"/>
                </a:lnTo>
                <a:lnTo>
                  <a:pt x="5108566" y="2450191"/>
                </a:lnTo>
                <a:lnTo>
                  <a:pt x="5106920" y="2450204"/>
                </a:lnTo>
                <a:lnTo>
                  <a:pt x="5105274" y="2450215"/>
                </a:lnTo>
                <a:lnTo>
                  <a:pt x="5103627" y="2450226"/>
                </a:lnTo>
                <a:lnTo>
                  <a:pt x="5101981" y="2450236"/>
                </a:lnTo>
                <a:lnTo>
                  <a:pt x="5100335" y="2450246"/>
                </a:lnTo>
                <a:lnTo>
                  <a:pt x="5098688" y="2450254"/>
                </a:lnTo>
                <a:lnTo>
                  <a:pt x="5097042" y="2450262"/>
                </a:lnTo>
                <a:lnTo>
                  <a:pt x="5095396" y="2450268"/>
                </a:lnTo>
                <a:lnTo>
                  <a:pt x="5093749" y="2450274"/>
                </a:lnTo>
                <a:lnTo>
                  <a:pt x="5092103" y="2450280"/>
                </a:lnTo>
                <a:lnTo>
                  <a:pt x="5090457" y="2450284"/>
                </a:lnTo>
                <a:lnTo>
                  <a:pt x="5088810" y="2450288"/>
                </a:lnTo>
                <a:lnTo>
                  <a:pt x="5087164" y="2450290"/>
                </a:lnTo>
                <a:lnTo>
                  <a:pt x="5085518" y="2450292"/>
                </a:lnTo>
                <a:lnTo>
                  <a:pt x="5083871" y="2450293"/>
                </a:lnTo>
                <a:lnTo>
                  <a:pt x="5082225" y="2450294"/>
                </a:lnTo>
                <a:lnTo>
                  <a:pt x="5080579" y="2450293"/>
                </a:lnTo>
                <a:lnTo>
                  <a:pt x="5078932" y="2450292"/>
                </a:lnTo>
                <a:lnTo>
                  <a:pt x="5077286" y="2450290"/>
                </a:lnTo>
                <a:lnTo>
                  <a:pt x="5075640" y="2450287"/>
                </a:lnTo>
                <a:lnTo>
                  <a:pt x="5073993" y="2450283"/>
                </a:lnTo>
                <a:lnTo>
                  <a:pt x="5072347" y="2450279"/>
                </a:lnTo>
                <a:lnTo>
                  <a:pt x="5070701" y="2450273"/>
                </a:lnTo>
                <a:lnTo>
                  <a:pt x="5069054" y="2450267"/>
                </a:lnTo>
                <a:lnTo>
                  <a:pt x="5067408" y="2450260"/>
                </a:lnTo>
                <a:lnTo>
                  <a:pt x="5065762" y="2450252"/>
                </a:lnTo>
                <a:lnTo>
                  <a:pt x="5064115" y="2450243"/>
                </a:lnTo>
                <a:lnTo>
                  <a:pt x="5062469" y="2450234"/>
                </a:lnTo>
                <a:lnTo>
                  <a:pt x="5060823" y="2450224"/>
                </a:lnTo>
                <a:lnTo>
                  <a:pt x="5059176" y="2450212"/>
                </a:lnTo>
                <a:lnTo>
                  <a:pt x="5057530" y="2450201"/>
                </a:lnTo>
                <a:lnTo>
                  <a:pt x="5055884" y="2450188"/>
                </a:lnTo>
                <a:lnTo>
                  <a:pt x="5054237" y="2450174"/>
                </a:lnTo>
                <a:lnTo>
                  <a:pt x="5052591" y="2450160"/>
                </a:lnTo>
                <a:lnTo>
                  <a:pt x="5050945" y="2450145"/>
                </a:lnTo>
                <a:lnTo>
                  <a:pt x="5049298" y="2450128"/>
                </a:lnTo>
                <a:lnTo>
                  <a:pt x="5047652" y="2450112"/>
                </a:lnTo>
                <a:lnTo>
                  <a:pt x="5046006" y="2450094"/>
                </a:lnTo>
                <a:lnTo>
                  <a:pt x="5044359" y="2450075"/>
                </a:lnTo>
                <a:lnTo>
                  <a:pt x="5042713" y="2450056"/>
                </a:lnTo>
                <a:lnTo>
                  <a:pt x="5041067" y="2450036"/>
                </a:lnTo>
                <a:lnTo>
                  <a:pt x="5039420" y="2450015"/>
                </a:lnTo>
                <a:lnTo>
                  <a:pt x="5037774" y="2449993"/>
                </a:lnTo>
                <a:lnTo>
                  <a:pt x="5036128" y="2449970"/>
                </a:lnTo>
                <a:lnTo>
                  <a:pt x="5034481" y="2449947"/>
                </a:lnTo>
                <a:lnTo>
                  <a:pt x="5032835" y="2449923"/>
                </a:lnTo>
                <a:lnTo>
                  <a:pt x="5031189" y="2449898"/>
                </a:lnTo>
                <a:lnTo>
                  <a:pt x="5029542" y="2449872"/>
                </a:lnTo>
                <a:lnTo>
                  <a:pt x="5027896" y="2449845"/>
                </a:lnTo>
                <a:lnTo>
                  <a:pt x="5026250" y="2449817"/>
                </a:lnTo>
                <a:lnTo>
                  <a:pt x="5024603" y="2449789"/>
                </a:lnTo>
                <a:lnTo>
                  <a:pt x="5022957" y="2449760"/>
                </a:lnTo>
                <a:lnTo>
                  <a:pt x="5021311" y="2449730"/>
                </a:lnTo>
                <a:lnTo>
                  <a:pt x="5019664" y="2449699"/>
                </a:lnTo>
                <a:lnTo>
                  <a:pt x="5018018" y="2449667"/>
                </a:lnTo>
                <a:lnTo>
                  <a:pt x="5016372" y="2449635"/>
                </a:lnTo>
                <a:lnTo>
                  <a:pt x="5014726" y="2449601"/>
                </a:lnTo>
                <a:lnTo>
                  <a:pt x="5013079" y="2449567"/>
                </a:lnTo>
                <a:lnTo>
                  <a:pt x="5011433" y="2449532"/>
                </a:lnTo>
                <a:lnTo>
                  <a:pt x="5009787" y="2449496"/>
                </a:lnTo>
                <a:lnTo>
                  <a:pt x="5008140" y="2449459"/>
                </a:lnTo>
                <a:lnTo>
                  <a:pt x="5006494" y="2449422"/>
                </a:lnTo>
                <a:lnTo>
                  <a:pt x="5004848" y="2449384"/>
                </a:lnTo>
                <a:lnTo>
                  <a:pt x="5003201" y="2449344"/>
                </a:lnTo>
                <a:lnTo>
                  <a:pt x="5001555" y="2449304"/>
                </a:lnTo>
                <a:lnTo>
                  <a:pt x="4999909" y="2449263"/>
                </a:lnTo>
                <a:lnTo>
                  <a:pt x="4998262" y="2449222"/>
                </a:lnTo>
                <a:lnTo>
                  <a:pt x="4996616" y="2449179"/>
                </a:lnTo>
                <a:lnTo>
                  <a:pt x="4994970" y="2449136"/>
                </a:lnTo>
                <a:lnTo>
                  <a:pt x="4993323" y="2449092"/>
                </a:lnTo>
                <a:lnTo>
                  <a:pt x="4991677" y="2449047"/>
                </a:lnTo>
                <a:lnTo>
                  <a:pt x="4990031" y="2449001"/>
                </a:lnTo>
                <a:lnTo>
                  <a:pt x="4988384" y="2448954"/>
                </a:lnTo>
                <a:lnTo>
                  <a:pt x="4986738" y="2448907"/>
                </a:lnTo>
                <a:lnTo>
                  <a:pt x="4985092" y="2448859"/>
                </a:lnTo>
                <a:lnTo>
                  <a:pt x="4983445" y="2448809"/>
                </a:lnTo>
                <a:lnTo>
                  <a:pt x="4981799" y="2448759"/>
                </a:lnTo>
                <a:lnTo>
                  <a:pt x="4980153" y="2448709"/>
                </a:lnTo>
                <a:lnTo>
                  <a:pt x="4978506" y="2448657"/>
                </a:lnTo>
                <a:lnTo>
                  <a:pt x="4976860" y="2448604"/>
                </a:lnTo>
                <a:lnTo>
                  <a:pt x="4975214" y="2448551"/>
                </a:lnTo>
                <a:lnTo>
                  <a:pt x="4973567" y="2448497"/>
                </a:lnTo>
                <a:lnTo>
                  <a:pt x="4971921" y="2448442"/>
                </a:lnTo>
                <a:lnTo>
                  <a:pt x="4970275" y="2448386"/>
                </a:lnTo>
                <a:lnTo>
                  <a:pt x="4968628" y="2448329"/>
                </a:lnTo>
                <a:lnTo>
                  <a:pt x="4966982" y="2448272"/>
                </a:lnTo>
                <a:lnTo>
                  <a:pt x="4965336" y="2448213"/>
                </a:lnTo>
                <a:lnTo>
                  <a:pt x="4963689" y="2448154"/>
                </a:lnTo>
                <a:lnTo>
                  <a:pt x="4962043" y="2448094"/>
                </a:lnTo>
                <a:lnTo>
                  <a:pt x="4960397" y="2448033"/>
                </a:lnTo>
                <a:lnTo>
                  <a:pt x="4958750" y="2447972"/>
                </a:lnTo>
                <a:lnTo>
                  <a:pt x="4957104" y="2447909"/>
                </a:lnTo>
                <a:lnTo>
                  <a:pt x="4955458" y="2447846"/>
                </a:lnTo>
                <a:lnTo>
                  <a:pt x="4953811" y="2447782"/>
                </a:lnTo>
                <a:lnTo>
                  <a:pt x="4952165" y="2447717"/>
                </a:lnTo>
                <a:lnTo>
                  <a:pt x="4950519" y="2447651"/>
                </a:lnTo>
                <a:lnTo>
                  <a:pt x="4948872" y="2447584"/>
                </a:lnTo>
                <a:lnTo>
                  <a:pt x="4947226" y="2447516"/>
                </a:lnTo>
                <a:lnTo>
                  <a:pt x="4945580" y="2447448"/>
                </a:lnTo>
                <a:lnTo>
                  <a:pt x="4943933" y="2447379"/>
                </a:lnTo>
                <a:lnTo>
                  <a:pt x="4942287" y="2447309"/>
                </a:lnTo>
                <a:lnTo>
                  <a:pt x="4940641" y="2447238"/>
                </a:lnTo>
                <a:lnTo>
                  <a:pt x="4938994" y="2447166"/>
                </a:lnTo>
                <a:lnTo>
                  <a:pt x="4937348" y="2447093"/>
                </a:lnTo>
                <a:lnTo>
                  <a:pt x="4935702" y="2447020"/>
                </a:lnTo>
                <a:lnTo>
                  <a:pt x="4934055" y="2446945"/>
                </a:lnTo>
                <a:lnTo>
                  <a:pt x="4932409" y="2446870"/>
                </a:lnTo>
                <a:lnTo>
                  <a:pt x="4930763" y="2446794"/>
                </a:lnTo>
                <a:lnTo>
                  <a:pt x="4929116" y="2446717"/>
                </a:lnTo>
                <a:lnTo>
                  <a:pt x="4927470" y="2446640"/>
                </a:lnTo>
                <a:lnTo>
                  <a:pt x="4925824" y="2446561"/>
                </a:lnTo>
                <a:lnTo>
                  <a:pt x="4924177" y="2446482"/>
                </a:lnTo>
                <a:lnTo>
                  <a:pt x="4922531" y="2446402"/>
                </a:lnTo>
                <a:lnTo>
                  <a:pt x="4920885" y="2446321"/>
                </a:lnTo>
                <a:lnTo>
                  <a:pt x="4919238" y="2446239"/>
                </a:lnTo>
                <a:lnTo>
                  <a:pt x="4917592" y="2446156"/>
                </a:lnTo>
                <a:lnTo>
                  <a:pt x="4915946" y="2446072"/>
                </a:lnTo>
                <a:lnTo>
                  <a:pt x="4914299" y="2445988"/>
                </a:lnTo>
                <a:lnTo>
                  <a:pt x="4912653" y="2445903"/>
                </a:lnTo>
                <a:lnTo>
                  <a:pt x="4911007" y="2445817"/>
                </a:lnTo>
                <a:lnTo>
                  <a:pt x="4909360" y="2445730"/>
                </a:lnTo>
                <a:lnTo>
                  <a:pt x="4907714" y="2445642"/>
                </a:lnTo>
                <a:lnTo>
                  <a:pt x="4906068" y="2445553"/>
                </a:lnTo>
                <a:lnTo>
                  <a:pt x="4904421" y="2445464"/>
                </a:lnTo>
                <a:lnTo>
                  <a:pt x="4902775" y="2445373"/>
                </a:lnTo>
                <a:lnTo>
                  <a:pt x="4901129" y="2445282"/>
                </a:lnTo>
                <a:lnTo>
                  <a:pt x="4899482" y="2445190"/>
                </a:lnTo>
                <a:lnTo>
                  <a:pt x="4897836" y="2445097"/>
                </a:lnTo>
                <a:lnTo>
                  <a:pt x="4896190" y="2445003"/>
                </a:lnTo>
                <a:lnTo>
                  <a:pt x="4894543" y="2444909"/>
                </a:lnTo>
                <a:lnTo>
                  <a:pt x="4892897" y="2444813"/>
                </a:lnTo>
                <a:lnTo>
                  <a:pt x="4891251" y="2444717"/>
                </a:lnTo>
                <a:lnTo>
                  <a:pt x="4889604" y="2444620"/>
                </a:lnTo>
                <a:lnTo>
                  <a:pt x="4887958" y="2444522"/>
                </a:lnTo>
                <a:lnTo>
                  <a:pt x="4886312" y="2444423"/>
                </a:lnTo>
                <a:lnTo>
                  <a:pt x="4884665" y="2444323"/>
                </a:lnTo>
                <a:lnTo>
                  <a:pt x="4883019" y="2444223"/>
                </a:lnTo>
                <a:lnTo>
                  <a:pt x="4881373" y="2444121"/>
                </a:lnTo>
                <a:lnTo>
                  <a:pt x="4879726" y="2444019"/>
                </a:lnTo>
                <a:lnTo>
                  <a:pt x="4878080" y="2443916"/>
                </a:lnTo>
                <a:lnTo>
                  <a:pt x="4876434" y="2443812"/>
                </a:lnTo>
                <a:lnTo>
                  <a:pt x="4874787" y="2443707"/>
                </a:lnTo>
                <a:lnTo>
                  <a:pt x="4873141" y="2443602"/>
                </a:lnTo>
                <a:lnTo>
                  <a:pt x="4871495" y="2443495"/>
                </a:lnTo>
                <a:lnTo>
                  <a:pt x="4869848" y="2443388"/>
                </a:lnTo>
                <a:lnTo>
                  <a:pt x="4868202" y="2443280"/>
                </a:lnTo>
                <a:lnTo>
                  <a:pt x="4866556" y="2443171"/>
                </a:lnTo>
                <a:lnTo>
                  <a:pt x="4864909" y="2443061"/>
                </a:lnTo>
                <a:lnTo>
                  <a:pt x="4863263" y="2442950"/>
                </a:lnTo>
                <a:lnTo>
                  <a:pt x="4861617" y="2442838"/>
                </a:lnTo>
                <a:lnTo>
                  <a:pt x="4859970" y="2442726"/>
                </a:lnTo>
                <a:lnTo>
                  <a:pt x="4858324" y="2442612"/>
                </a:lnTo>
                <a:lnTo>
                  <a:pt x="4856678" y="2442498"/>
                </a:lnTo>
                <a:lnTo>
                  <a:pt x="4855031" y="2442383"/>
                </a:lnTo>
                <a:lnTo>
                  <a:pt x="4853385" y="2442267"/>
                </a:lnTo>
                <a:lnTo>
                  <a:pt x="4851739" y="2442151"/>
                </a:lnTo>
                <a:lnTo>
                  <a:pt x="4850092" y="2442033"/>
                </a:lnTo>
                <a:lnTo>
                  <a:pt x="4848446" y="2441914"/>
                </a:lnTo>
                <a:lnTo>
                  <a:pt x="4846800" y="2441795"/>
                </a:lnTo>
                <a:lnTo>
                  <a:pt x="4845153" y="2441675"/>
                </a:lnTo>
                <a:lnTo>
                  <a:pt x="4843507" y="2441554"/>
                </a:lnTo>
                <a:lnTo>
                  <a:pt x="4841861" y="2441432"/>
                </a:lnTo>
                <a:lnTo>
                  <a:pt x="4840214" y="2441309"/>
                </a:lnTo>
                <a:lnTo>
                  <a:pt x="4838568" y="2441186"/>
                </a:lnTo>
                <a:lnTo>
                  <a:pt x="4836922" y="2441061"/>
                </a:lnTo>
                <a:lnTo>
                  <a:pt x="4835275" y="2440936"/>
                </a:lnTo>
                <a:lnTo>
                  <a:pt x="4833629" y="2440810"/>
                </a:lnTo>
                <a:lnTo>
                  <a:pt x="4831983" y="2440683"/>
                </a:lnTo>
                <a:lnTo>
                  <a:pt x="4830336" y="2440555"/>
                </a:lnTo>
                <a:lnTo>
                  <a:pt x="4828690" y="2440426"/>
                </a:lnTo>
                <a:lnTo>
                  <a:pt x="4827044" y="2440297"/>
                </a:lnTo>
                <a:lnTo>
                  <a:pt x="4825397" y="2440166"/>
                </a:lnTo>
                <a:lnTo>
                  <a:pt x="4823751" y="2440035"/>
                </a:lnTo>
                <a:lnTo>
                  <a:pt x="4822105" y="2439903"/>
                </a:lnTo>
                <a:lnTo>
                  <a:pt x="4820458" y="2439770"/>
                </a:lnTo>
                <a:lnTo>
                  <a:pt x="4818812" y="2439636"/>
                </a:lnTo>
                <a:lnTo>
                  <a:pt x="4817166" y="2439501"/>
                </a:lnTo>
                <a:lnTo>
                  <a:pt x="4815519" y="2439365"/>
                </a:lnTo>
                <a:lnTo>
                  <a:pt x="4813873" y="2439229"/>
                </a:lnTo>
                <a:lnTo>
                  <a:pt x="4812227" y="2439091"/>
                </a:lnTo>
                <a:lnTo>
                  <a:pt x="4810580" y="2438953"/>
                </a:lnTo>
                <a:lnTo>
                  <a:pt x="4808934" y="2438814"/>
                </a:lnTo>
                <a:lnTo>
                  <a:pt x="4807288" y="2438674"/>
                </a:lnTo>
                <a:lnTo>
                  <a:pt x="4805641" y="2438533"/>
                </a:lnTo>
                <a:lnTo>
                  <a:pt x="4803995" y="2438392"/>
                </a:lnTo>
                <a:lnTo>
                  <a:pt x="4802349" y="2438249"/>
                </a:lnTo>
                <a:lnTo>
                  <a:pt x="4800702" y="2438106"/>
                </a:lnTo>
                <a:lnTo>
                  <a:pt x="4799056" y="2437962"/>
                </a:lnTo>
                <a:lnTo>
                  <a:pt x="4797410" y="2437817"/>
                </a:lnTo>
                <a:lnTo>
                  <a:pt x="4795763" y="2437671"/>
                </a:lnTo>
                <a:lnTo>
                  <a:pt x="4794117" y="2437524"/>
                </a:lnTo>
                <a:lnTo>
                  <a:pt x="4792471" y="2437376"/>
                </a:lnTo>
                <a:lnTo>
                  <a:pt x="4790824" y="2437228"/>
                </a:lnTo>
                <a:lnTo>
                  <a:pt x="4789178" y="2437078"/>
                </a:lnTo>
                <a:lnTo>
                  <a:pt x="4787532" y="2436928"/>
                </a:lnTo>
                <a:lnTo>
                  <a:pt x="4785885" y="2436777"/>
                </a:lnTo>
                <a:lnTo>
                  <a:pt x="4784239" y="2436625"/>
                </a:lnTo>
                <a:lnTo>
                  <a:pt x="4782593" y="2436472"/>
                </a:lnTo>
                <a:lnTo>
                  <a:pt x="4780946" y="2436318"/>
                </a:lnTo>
                <a:lnTo>
                  <a:pt x="4779300" y="2436164"/>
                </a:lnTo>
                <a:lnTo>
                  <a:pt x="4777654" y="2436008"/>
                </a:lnTo>
                <a:lnTo>
                  <a:pt x="4776007" y="2435852"/>
                </a:lnTo>
                <a:lnTo>
                  <a:pt x="4774361" y="2435695"/>
                </a:lnTo>
                <a:lnTo>
                  <a:pt x="4772715" y="2435537"/>
                </a:lnTo>
                <a:lnTo>
                  <a:pt x="4771068" y="2435378"/>
                </a:lnTo>
                <a:lnTo>
                  <a:pt x="4769422" y="2435218"/>
                </a:lnTo>
                <a:lnTo>
                  <a:pt x="4767776" y="2435057"/>
                </a:lnTo>
                <a:lnTo>
                  <a:pt x="4766129" y="2434896"/>
                </a:lnTo>
                <a:lnTo>
                  <a:pt x="4764483" y="2434733"/>
                </a:lnTo>
                <a:lnTo>
                  <a:pt x="4762837" y="2434570"/>
                </a:lnTo>
                <a:lnTo>
                  <a:pt x="4761190" y="2434406"/>
                </a:lnTo>
                <a:lnTo>
                  <a:pt x="4759544" y="2434241"/>
                </a:lnTo>
                <a:lnTo>
                  <a:pt x="4757898" y="2434075"/>
                </a:lnTo>
                <a:lnTo>
                  <a:pt x="4756251" y="2433908"/>
                </a:lnTo>
                <a:lnTo>
                  <a:pt x="4754605" y="2433741"/>
                </a:lnTo>
                <a:lnTo>
                  <a:pt x="4752959" y="2433572"/>
                </a:lnTo>
                <a:lnTo>
                  <a:pt x="4751312" y="2433403"/>
                </a:lnTo>
                <a:lnTo>
                  <a:pt x="4749666" y="2433233"/>
                </a:lnTo>
                <a:lnTo>
                  <a:pt x="4748020" y="2433062"/>
                </a:lnTo>
                <a:lnTo>
                  <a:pt x="4746373" y="2432890"/>
                </a:lnTo>
                <a:lnTo>
                  <a:pt x="4744727" y="2432717"/>
                </a:lnTo>
                <a:lnTo>
                  <a:pt x="4743081" y="2432543"/>
                </a:lnTo>
                <a:lnTo>
                  <a:pt x="4741434" y="2432369"/>
                </a:lnTo>
                <a:lnTo>
                  <a:pt x="4739788" y="2432193"/>
                </a:lnTo>
                <a:lnTo>
                  <a:pt x="4738142" y="2432017"/>
                </a:lnTo>
                <a:lnTo>
                  <a:pt x="4736495" y="2431840"/>
                </a:lnTo>
                <a:lnTo>
                  <a:pt x="4734849" y="2431662"/>
                </a:lnTo>
                <a:lnTo>
                  <a:pt x="4733203" y="2431483"/>
                </a:lnTo>
                <a:lnTo>
                  <a:pt x="4731556" y="2431303"/>
                </a:lnTo>
                <a:lnTo>
                  <a:pt x="4729910" y="2431122"/>
                </a:lnTo>
                <a:lnTo>
                  <a:pt x="4728264" y="2430941"/>
                </a:lnTo>
                <a:lnTo>
                  <a:pt x="4726617" y="2430758"/>
                </a:lnTo>
                <a:lnTo>
                  <a:pt x="4724971" y="2430575"/>
                </a:lnTo>
                <a:lnTo>
                  <a:pt x="4723325" y="2430391"/>
                </a:lnTo>
                <a:lnTo>
                  <a:pt x="4721678" y="2430206"/>
                </a:lnTo>
                <a:lnTo>
                  <a:pt x="4720032" y="2430020"/>
                </a:lnTo>
                <a:lnTo>
                  <a:pt x="4718386" y="2429833"/>
                </a:lnTo>
                <a:lnTo>
                  <a:pt x="4716739" y="2429646"/>
                </a:lnTo>
                <a:lnTo>
                  <a:pt x="4715093" y="2429457"/>
                </a:lnTo>
                <a:lnTo>
                  <a:pt x="4713447" y="2429268"/>
                </a:lnTo>
                <a:lnTo>
                  <a:pt x="4711800" y="2429078"/>
                </a:lnTo>
                <a:lnTo>
                  <a:pt x="4710154" y="2428887"/>
                </a:lnTo>
                <a:lnTo>
                  <a:pt x="4708508" y="2428695"/>
                </a:lnTo>
                <a:lnTo>
                  <a:pt x="4706861" y="2428502"/>
                </a:lnTo>
                <a:lnTo>
                  <a:pt x="4705215" y="2428308"/>
                </a:lnTo>
                <a:lnTo>
                  <a:pt x="4703569" y="2428113"/>
                </a:lnTo>
                <a:lnTo>
                  <a:pt x="4701923" y="2427918"/>
                </a:lnTo>
                <a:lnTo>
                  <a:pt x="4700276" y="2427722"/>
                </a:lnTo>
                <a:lnTo>
                  <a:pt x="4698630" y="2427524"/>
                </a:lnTo>
                <a:lnTo>
                  <a:pt x="4696984" y="2427326"/>
                </a:lnTo>
                <a:lnTo>
                  <a:pt x="4695337" y="2427127"/>
                </a:lnTo>
                <a:lnTo>
                  <a:pt x="4693691" y="2426927"/>
                </a:lnTo>
                <a:lnTo>
                  <a:pt x="4692045" y="2426727"/>
                </a:lnTo>
                <a:lnTo>
                  <a:pt x="4690398" y="2426525"/>
                </a:lnTo>
                <a:lnTo>
                  <a:pt x="4688752" y="2426323"/>
                </a:lnTo>
                <a:lnTo>
                  <a:pt x="4687106" y="2426119"/>
                </a:lnTo>
                <a:lnTo>
                  <a:pt x="4685459" y="2425915"/>
                </a:lnTo>
                <a:lnTo>
                  <a:pt x="4683813" y="2425710"/>
                </a:lnTo>
                <a:lnTo>
                  <a:pt x="4682167" y="2425504"/>
                </a:lnTo>
                <a:lnTo>
                  <a:pt x="4680520" y="2425297"/>
                </a:lnTo>
                <a:lnTo>
                  <a:pt x="4678874" y="2425089"/>
                </a:lnTo>
                <a:lnTo>
                  <a:pt x="4677228" y="2424881"/>
                </a:lnTo>
                <a:lnTo>
                  <a:pt x="4675581" y="2424671"/>
                </a:lnTo>
                <a:lnTo>
                  <a:pt x="4673935" y="2424461"/>
                </a:lnTo>
                <a:lnTo>
                  <a:pt x="4672289" y="2424250"/>
                </a:lnTo>
                <a:lnTo>
                  <a:pt x="4670642" y="2424037"/>
                </a:lnTo>
                <a:lnTo>
                  <a:pt x="4668996" y="2423824"/>
                </a:lnTo>
                <a:lnTo>
                  <a:pt x="4667350" y="2423611"/>
                </a:lnTo>
                <a:lnTo>
                  <a:pt x="4665703" y="2423396"/>
                </a:lnTo>
                <a:lnTo>
                  <a:pt x="4664057" y="2423180"/>
                </a:lnTo>
                <a:lnTo>
                  <a:pt x="4662411" y="2422964"/>
                </a:lnTo>
                <a:lnTo>
                  <a:pt x="4660764" y="2422746"/>
                </a:lnTo>
                <a:lnTo>
                  <a:pt x="4659118" y="2422528"/>
                </a:lnTo>
                <a:lnTo>
                  <a:pt x="4657472" y="2422309"/>
                </a:lnTo>
                <a:lnTo>
                  <a:pt x="4655825" y="2422089"/>
                </a:lnTo>
                <a:lnTo>
                  <a:pt x="4654179" y="2421868"/>
                </a:lnTo>
                <a:lnTo>
                  <a:pt x="4652533" y="2421646"/>
                </a:lnTo>
                <a:lnTo>
                  <a:pt x="4650886" y="2421424"/>
                </a:lnTo>
                <a:lnTo>
                  <a:pt x="4649240" y="2421200"/>
                </a:lnTo>
                <a:lnTo>
                  <a:pt x="4647594" y="2420976"/>
                </a:lnTo>
                <a:lnTo>
                  <a:pt x="4645947" y="2420750"/>
                </a:lnTo>
                <a:lnTo>
                  <a:pt x="4644301" y="2420524"/>
                </a:lnTo>
                <a:lnTo>
                  <a:pt x="4642655" y="2420297"/>
                </a:lnTo>
                <a:lnTo>
                  <a:pt x="4641008" y="2420069"/>
                </a:lnTo>
                <a:lnTo>
                  <a:pt x="4639362" y="2419840"/>
                </a:lnTo>
                <a:lnTo>
                  <a:pt x="4637716" y="2419611"/>
                </a:lnTo>
                <a:lnTo>
                  <a:pt x="4636069" y="2419380"/>
                </a:lnTo>
                <a:lnTo>
                  <a:pt x="4634423" y="2419148"/>
                </a:lnTo>
                <a:lnTo>
                  <a:pt x="4632777" y="2418916"/>
                </a:lnTo>
                <a:lnTo>
                  <a:pt x="4631130" y="2418683"/>
                </a:lnTo>
                <a:lnTo>
                  <a:pt x="4629484" y="2418449"/>
                </a:lnTo>
                <a:lnTo>
                  <a:pt x="4627838" y="2418214"/>
                </a:lnTo>
                <a:lnTo>
                  <a:pt x="4626191" y="2417978"/>
                </a:lnTo>
                <a:lnTo>
                  <a:pt x="4624545" y="2417741"/>
                </a:lnTo>
                <a:lnTo>
                  <a:pt x="4622899" y="2417504"/>
                </a:lnTo>
                <a:lnTo>
                  <a:pt x="4621252" y="2417265"/>
                </a:lnTo>
                <a:lnTo>
                  <a:pt x="4619606" y="2417026"/>
                </a:lnTo>
                <a:lnTo>
                  <a:pt x="4617960" y="2416785"/>
                </a:lnTo>
                <a:lnTo>
                  <a:pt x="4616313" y="2416544"/>
                </a:lnTo>
                <a:lnTo>
                  <a:pt x="4614667" y="2416302"/>
                </a:lnTo>
                <a:lnTo>
                  <a:pt x="4613021" y="2416059"/>
                </a:lnTo>
                <a:lnTo>
                  <a:pt x="4611374" y="2415815"/>
                </a:lnTo>
                <a:lnTo>
                  <a:pt x="4609728" y="2415571"/>
                </a:lnTo>
                <a:lnTo>
                  <a:pt x="4608082" y="2415325"/>
                </a:lnTo>
                <a:lnTo>
                  <a:pt x="4606435" y="2415079"/>
                </a:lnTo>
                <a:lnTo>
                  <a:pt x="4604789" y="2414831"/>
                </a:lnTo>
                <a:lnTo>
                  <a:pt x="4603143" y="2414583"/>
                </a:lnTo>
                <a:lnTo>
                  <a:pt x="4601496" y="2414334"/>
                </a:lnTo>
                <a:lnTo>
                  <a:pt x="4599850" y="2414084"/>
                </a:lnTo>
                <a:lnTo>
                  <a:pt x="4598204" y="2413833"/>
                </a:lnTo>
                <a:lnTo>
                  <a:pt x="4596557" y="2413581"/>
                </a:lnTo>
                <a:lnTo>
                  <a:pt x="4594911" y="2413329"/>
                </a:lnTo>
                <a:lnTo>
                  <a:pt x="4593265" y="2413075"/>
                </a:lnTo>
                <a:lnTo>
                  <a:pt x="4591618" y="2412821"/>
                </a:lnTo>
                <a:lnTo>
                  <a:pt x="4589972" y="2412565"/>
                </a:lnTo>
                <a:lnTo>
                  <a:pt x="4588326" y="2412309"/>
                </a:lnTo>
                <a:lnTo>
                  <a:pt x="4586679" y="2412052"/>
                </a:lnTo>
                <a:lnTo>
                  <a:pt x="4585033" y="2411794"/>
                </a:lnTo>
                <a:lnTo>
                  <a:pt x="4583387" y="2411535"/>
                </a:lnTo>
                <a:lnTo>
                  <a:pt x="4581740" y="2411276"/>
                </a:lnTo>
                <a:lnTo>
                  <a:pt x="4580094" y="2411015"/>
                </a:lnTo>
                <a:lnTo>
                  <a:pt x="4578448" y="2410753"/>
                </a:lnTo>
                <a:lnTo>
                  <a:pt x="4576801" y="2410491"/>
                </a:lnTo>
                <a:lnTo>
                  <a:pt x="4575155" y="2410228"/>
                </a:lnTo>
                <a:lnTo>
                  <a:pt x="4573509" y="2409964"/>
                </a:lnTo>
                <a:lnTo>
                  <a:pt x="4571862" y="2409699"/>
                </a:lnTo>
                <a:lnTo>
                  <a:pt x="4570216" y="2409433"/>
                </a:lnTo>
                <a:lnTo>
                  <a:pt x="4568570" y="2409166"/>
                </a:lnTo>
                <a:lnTo>
                  <a:pt x="4566923" y="2408898"/>
                </a:lnTo>
                <a:lnTo>
                  <a:pt x="4565277" y="2408630"/>
                </a:lnTo>
                <a:lnTo>
                  <a:pt x="4563631" y="2408360"/>
                </a:lnTo>
                <a:lnTo>
                  <a:pt x="4561984" y="2408090"/>
                </a:lnTo>
                <a:lnTo>
                  <a:pt x="4560338" y="2407818"/>
                </a:lnTo>
                <a:lnTo>
                  <a:pt x="4558692" y="2407546"/>
                </a:lnTo>
                <a:lnTo>
                  <a:pt x="4557045" y="2407273"/>
                </a:lnTo>
                <a:lnTo>
                  <a:pt x="4555399" y="2406999"/>
                </a:lnTo>
                <a:lnTo>
                  <a:pt x="4553753" y="2406725"/>
                </a:lnTo>
                <a:lnTo>
                  <a:pt x="4552106" y="2406449"/>
                </a:lnTo>
                <a:lnTo>
                  <a:pt x="4550460" y="2406172"/>
                </a:lnTo>
                <a:lnTo>
                  <a:pt x="4548814" y="2405895"/>
                </a:lnTo>
                <a:lnTo>
                  <a:pt x="4547167" y="2405617"/>
                </a:lnTo>
                <a:lnTo>
                  <a:pt x="4545521" y="2405337"/>
                </a:lnTo>
                <a:lnTo>
                  <a:pt x="4543875" y="2405057"/>
                </a:lnTo>
                <a:lnTo>
                  <a:pt x="4542228" y="2404776"/>
                </a:lnTo>
                <a:lnTo>
                  <a:pt x="4540582" y="2404494"/>
                </a:lnTo>
                <a:lnTo>
                  <a:pt x="4538936" y="2404211"/>
                </a:lnTo>
                <a:lnTo>
                  <a:pt x="4537289" y="2403928"/>
                </a:lnTo>
                <a:lnTo>
                  <a:pt x="4535643" y="2403643"/>
                </a:lnTo>
                <a:lnTo>
                  <a:pt x="4533997" y="2403358"/>
                </a:lnTo>
                <a:lnTo>
                  <a:pt x="4532350" y="2403071"/>
                </a:lnTo>
                <a:lnTo>
                  <a:pt x="4530704" y="2402784"/>
                </a:lnTo>
                <a:lnTo>
                  <a:pt x="4529058" y="2402496"/>
                </a:lnTo>
                <a:lnTo>
                  <a:pt x="4527411" y="2402207"/>
                </a:lnTo>
                <a:lnTo>
                  <a:pt x="4525765" y="2401917"/>
                </a:lnTo>
                <a:lnTo>
                  <a:pt x="4524119" y="2401626"/>
                </a:lnTo>
                <a:lnTo>
                  <a:pt x="4522472" y="2401335"/>
                </a:lnTo>
                <a:lnTo>
                  <a:pt x="4520826" y="2401042"/>
                </a:lnTo>
                <a:lnTo>
                  <a:pt x="4519180" y="2400749"/>
                </a:lnTo>
                <a:lnTo>
                  <a:pt x="4517533" y="2400454"/>
                </a:lnTo>
                <a:lnTo>
                  <a:pt x="4515887" y="2400159"/>
                </a:lnTo>
                <a:lnTo>
                  <a:pt x="4514241" y="2399863"/>
                </a:lnTo>
                <a:lnTo>
                  <a:pt x="4512594" y="2399566"/>
                </a:lnTo>
                <a:lnTo>
                  <a:pt x="4510948" y="2399268"/>
                </a:lnTo>
                <a:lnTo>
                  <a:pt x="4509302" y="2398969"/>
                </a:lnTo>
                <a:lnTo>
                  <a:pt x="4507655" y="2398669"/>
                </a:lnTo>
                <a:lnTo>
                  <a:pt x="4506009" y="2398369"/>
                </a:lnTo>
                <a:lnTo>
                  <a:pt x="4504363" y="2398067"/>
                </a:lnTo>
                <a:lnTo>
                  <a:pt x="4502716" y="2397765"/>
                </a:lnTo>
                <a:lnTo>
                  <a:pt x="4501070" y="2397462"/>
                </a:lnTo>
                <a:lnTo>
                  <a:pt x="4499424" y="2397158"/>
                </a:lnTo>
                <a:lnTo>
                  <a:pt x="4497777" y="2396853"/>
                </a:lnTo>
                <a:lnTo>
                  <a:pt x="4496131" y="2396547"/>
                </a:lnTo>
                <a:lnTo>
                  <a:pt x="4494485" y="2396240"/>
                </a:lnTo>
                <a:lnTo>
                  <a:pt x="4492838" y="2395932"/>
                </a:lnTo>
                <a:lnTo>
                  <a:pt x="4491192" y="2395624"/>
                </a:lnTo>
                <a:lnTo>
                  <a:pt x="4489546" y="2395314"/>
                </a:lnTo>
                <a:lnTo>
                  <a:pt x="4487899" y="2395004"/>
                </a:lnTo>
                <a:lnTo>
                  <a:pt x="4486253" y="2394692"/>
                </a:lnTo>
                <a:lnTo>
                  <a:pt x="4484607" y="2394380"/>
                </a:lnTo>
                <a:lnTo>
                  <a:pt x="4482960" y="2394067"/>
                </a:lnTo>
                <a:lnTo>
                  <a:pt x="4481314" y="2393753"/>
                </a:lnTo>
                <a:lnTo>
                  <a:pt x="4479668" y="2393438"/>
                </a:lnTo>
                <a:lnTo>
                  <a:pt x="4478021" y="2393123"/>
                </a:lnTo>
                <a:lnTo>
                  <a:pt x="4476375" y="2392806"/>
                </a:lnTo>
                <a:lnTo>
                  <a:pt x="4474729" y="2392489"/>
                </a:lnTo>
                <a:lnTo>
                  <a:pt x="4473082" y="2392170"/>
                </a:lnTo>
                <a:lnTo>
                  <a:pt x="4471436" y="2391851"/>
                </a:lnTo>
                <a:lnTo>
                  <a:pt x="4469790" y="2391531"/>
                </a:lnTo>
                <a:lnTo>
                  <a:pt x="4468143" y="2391210"/>
                </a:lnTo>
                <a:lnTo>
                  <a:pt x="4466497" y="2390888"/>
                </a:lnTo>
                <a:lnTo>
                  <a:pt x="4464851" y="2390565"/>
                </a:lnTo>
                <a:lnTo>
                  <a:pt x="4463204" y="2390241"/>
                </a:lnTo>
                <a:lnTo>
                  <a:pt x="4461558" y="2389916"/>
                </a:lnTo>
                <a:lnTo>
                  <a:pt x="4459912" y="2389591"/>
                </a:lnTo>
                <a:lnTo>
                  <a:pt x="4458265" y="2389264"/>
                </a:lnTo>
                <a:lnTo>
                  <a:pt x="4456619" y="2388937"/>
                </a:lnTo>
                <a:lnTo>
                  <a:pt x="4454973" y="2388609"/>
                </a:lnTo>
                <a:lnTo>
                  <a:pt x="4453326" y="2388280"/>
                </a:lnTo>
                <a:lnTo>
                  <a:pt x="4451680" y="2387950"/>
                </a:lnTo>
                <a:lnTo>
                  <a:pt x="4450034" y="2387619"/>
                </a:lnTo>
                <a:lnTo>
                  <a:pt x="4448387" y="2387287"/>
                </a:lnTo>
                <a:lnTo>
                  <a:pt x="4446741" y="2386954"/>
                </a:lnTo>
                <a:lnTo>
                  <a:pt x="4445095" y="2386621"/>
                </a:lnTo>
                <a:lnTo>
                  <a:pt x="4443448" y="2386286"/>
                </a:lnTo>
                <a:lnTo>
                  <a:pt x="4441802" y="2385951"/>
                </a:lnTo>
                <a:lnTo>
                  <a:pt x="4440156" y="2385615"/>
                </a:lnTo>
                <a:lnTo>
                  <a:pt x="4438509" y="2385277"/>
                </a:lnTo>
                <a:lnTo>
                  <a:pt x="4436863" y="2384939"/>
                </a:lnTo>
                <a:lnTo>
                  <a:pt x="4435217" y="2384600"/>
                </a:lnTo>
                <a:lnTo>
                  <a:pt x="4433570" y="2384261"/>
                </a:lnTo>
                <a:lnTo>
                  <a:pt x="4431924" y="2383920"/>
                </a:lnTo>
                <a:lnTo>
                  <a:pt x="4430278" y="2383578"/>
                </a:lnTo>
                <a:lnTo>
                  <a:pt x="4428631" y="2383236"/>
                </a:lnTo>
                <a:lnTo>
                  <a:pt x="4426985" y="2382892"/>
                </a:lnTo>
                <a:lnTo>
                  <a:pt x="4425339" y="2382548"/>
                </a:lnTo>
                <a:lnTo>
                  <a:pt x="4423692" y="2382203"/>
                </a:lnTo>
                <a:lnTo>
                  <a:pt x="4422046" y="2381857"/>
                </a:lnTo>
                <a:lnTo>
                  <a:pt x="4420400" y="2381510"/>
                </a:lnTo>
                <a:lnTo>
                  <a:pt x="4418753" y="2381162"/>
                </a:lnTo>
                <a:lnTo>
                  <a:pt x="4417107" y="2380813"/>
                </a:lnTo>
                <a:lnTo>
                  <a:pt x="4415461" y="2380463"/>
                </a:lnTo>
                <a:lnTo>
                  <a:pt x="4413814" y="2380113"/>
                </a:lnTo>
                <a:lnTo>
                  <a:pt x="4412168" y="2379761"/>
                </a:lnTo>
                <a:lnTo>
                  <a:pt x="4410522" y="2379409"/>
                </a:lnTo>
                <a:lnTo>
                  <a:pt x="4408875" y="2379056"/>
                </a:lnTo>
                <a:lnTo>
                  <a:pt x="4407229" y="2378701"/>
                </a:lnTo>
                <a:lnTo>
                  <a:pt x="4405583" y="2378346"/>
                </a:lnTo>
                <a:lnTo>
                  <a:pt x="4403936" y="2377991"/>
                </a:lnTo>
                <a:lnTo>
                  <a:pt x="4402290" y="2377634"/>
                </a:lnTo>
                <a:lnTo>
                  <a:pt x="4400644" y="2377276"/>
                </a:lnTo>
                <a:lnTo>
                  <a:pt x="4398997" y="2376917"/>
                </a:lnTo>
                <a:lnTo>
                  <a:pt x="4397351" y="2376558"/>
                </a:lnTo>
                <a:lnTo>
                  <a:pt x="4395705" y="2376197"/>
                </a:lnTo>
                <a:lnTo>
                  <a:pt x="4394058" y="2375836"/>
                </a:lnTo>
                <a:lnTo>
                  <a:pt x="4392412" y="2375474"/>
                </a:lnTo>
                <a:lnTo>
                  <a:pt x="4390766" y="2375111"/>
                </a:lnTo>
                <a:lnTo>
                  <a:pt x="4389120" y="2374747"/>
                </a:lnTo>
                <a:lnTo>
                  <a:pt x="4387473" y="2374382"/>
                </a:lnTo>
                <a:lnTo>
                  <a:pt x="4385827" y="2374016"/>
                </a:lnTo>
                <a:lnTo>
                  <a:pt x="4384181" y="2373649"/>
                </a:lnTo>
                <a:lnTo>
                  <a:pt x="4382534" y="2373282"/>
                </a:lnTo>
                <a:lnTo>
                  <a:pt x="4380888" y="2372913"/>
                </a:lnTo>
                <a:lnTo>
                  <a:pt x="4379242" y="2372544"/>
                </a:lnTo>
                <a:lnTo>
                  <a:pt x="4377595" y="2372174"/>
                </a:lnTo>
                <a:lnTo>
                  <a:pt x="4375949" y="2371803"/>
                </a:lnTo>
                <a:lnTo>
                  <a:pt x="4374303" y="2371431"/>
                </a:lnTo>
                <a:lnTo>
                  <a:pt x="4372656" y="2371058"/>
                </a:lnTo>
                <a:lnTo>
                  <a:pt x="4371010" y="2370684"/>
                </a:lnTo>
                <a:lnTo>
                  <a:pt x="4369364" y="2370309"/>
                </a:lnTo>
                <a:lnTo>
                  <a:pt x="4367717" y="2369933"/>
                </a:lnTo>
                <a:lnTo>
                  <a:pt x="4366071" y="2369557"/>
                </a:lnTo>
                <a:lnTo>
                  <a:pt x="4364425" y="2369179"/>
                </a:lnTo>
                <a:lnTo>
                  <a:pt x="4362778" y="2368801"/>
                </a:lnTo>
                <a:lnTo>
                  <a:pt x="4361132" y="2368422"/>
                </a:lnTo>
                <a:lnTo>
                  <a:pt x="4359486" y="2368042"/>
                </a:lnTo>
                <a:lnTo>
                  <a:pt x="4357839" y="2367661"/>
                </a:lnTo>
                <a:lnTo>
                  <a:pt x="4356193" y="2367279"/>
                </a:lnTo>
                <a:lnTo>
                  <a:pt x="4354547" y="2366896"/>
                </a:lnTo>
                <a:lnTo>
                  <a:pt x="4352900" y="2366512"/>
                </a:lnTo>
                <a:lnTo>
                  <a:pt x="4351254" y="2366128"/>
                </a:lnTo>
                <a:lnTo>
                  <a:pt x="4349608" y="2365742"/>
                </a:lnTo>
                <a:lnTo>
                  <a:pt x="4347961" y="2365356"/>
                </a:lnTo>
                <a:lnTo>
                  <a:pt x="4346315" y="2364969"/>
                </a:lnTo>
                <a:lnTo>
                  <a:pt x="4344669" y="2364581"/>
                </a:lnTo>
                <a:lnTo>
                  <a:pt x="4343022" y="2364191"/>
                </a:lnTo>
                <a:lnTo>
                  <a:pt x="4341376" y="2363801"/>
                </a:lnTo>
                <a:lnTo>
                  <a:pt x="4339730" y="2363411"/>
                </a:lnTo>
                <a:lnTo>
                  <a:pt x="4338083" y="2363019"/>
                </a:lnTo>
                <a:lnTo>
                  <a:pt x="4336437" y="2362626"/>
                </a:lnTo>
                <a:lnTo>
                  <a:pt x="4334791" y="2362233"/>
                </a:lnTo>
                <a:lnTo>
                  <a:pt x="4333144" y="2361838"/>
                </a:lnTo>
                <a:lnTo>
                  <a:pt x="4331498" y="2361443"/>
                </a:lnTo>
                <a:lnTo>
                  <a:pt x="4329852" y="2361047"/>
                </a:lnTo>
                <a:lnTo>
                  <a:pt x="4328205" y="2360650"/>
                </a:lnTo>
                <a:lnTo>
                  <a:pt x="4326559" y="2360251"/>
                </a:lnTo>
                <a:lnTo>
                  <a:pt x="4324913" y="2359853"/>
                </a:lnTo>
                <a:lnTo>
                  <a:pt x="4323266" y="2359453"/>
                </a:lnTo>
                <a:lnTo>
                  <a:pt x="4321620" y="2359052"/>
                </a:lnTo>
                <a:lnTo>
                  <a:pt x="4319974" y="2358650"/>
                </a:lnTo>
                <a:lnTo>
                  <a:pt x="4318327" y="2358248"/>
                </a:lnTo>
                <a:lnTo>
                  <a:pt x="4316681" y="2357844"/>
                </a:lnTo>
                <a:lnTo>
                  <a:pt x="4315035" y="2357440"/>
                </a:lnTo>
                <a:lnTo>
                  <a:pt x="4313388" y="2357035"/>
                </a:lnTo>
                <a:lnTo>
                  <a:pt x="4311742" y="2356629"/>
                </a:lnTo>
                <a:lnTo>
                  <a:pt x="4310096" y="2356222"/>
                </a:lnTo>
                <a:lnTo>
                  <a:pt x="4308449" y="2355814"/>
                </a:lnTo>
                <a:lnTo>
                  <a:pt x="4306803" y="2355405"/>
                </a:lnTo>
                <a:lnTo>
                  <a:pt x="4305157" y="2354996"/>
                </a:lnTo>
                <a:lnTo>
                  <a:pt x="4303510" y="2354585"/>
                </a:lnTo>
                <a:lnTo>
                  <a:pt x="4301864" y="2354174"/>
                </a:lnTo>
                <a:lnTo>
                  <a:pt x="4300218" y="2353761"/>
                </a:lnTo>
                <a:lnTo>
                  <a:pt x="4298571" y="2353348"/>
                </a:lnTo>
                <a:lnTo>
                  <a:pt x="4296925" y="2352934"/>
                </a:lnTo>
                <a:lnTo>
                  <a:pt x="4295279" y="2352519"/>
                </a:lnTo>
                <a:lnTo>
                  <a:pt x="4293632" y="2352103"/>
                </a:lnTo>
                <a:lnTo>
                  <a:pt x="4291986" y="2351686"/>
                </a:lnTo>
                <a:lnTo>
                  <a:pt x="4290340" y="2351268"/>
                </a:lnTo>
                <a:lnTo>
                  <a:pt x="4288693" y="2350849"/>
                </a:lnTo>
                <a:lnTo>
                  <a:pt x="4287047" y="2350430"/>
                </a:lnTo>
                <a:lnTo>
                  <a:pt x="4285401" y="2350010"/>
                </a:lnTo>
                <a:lnTo>
                  <a:pt x="4283754" y="2349588"/>
                </a:lnTo>
                <a:lnTo>
                  <a:pt x="4282108" y="2349166"/>
                </a:lnTo>
                <a:lnTo>
                  <a:pt x="4280462" y="2348743"/>
                </a:lnTo>
                <a:lnTo>
                  <a:pt x="4278815" y="2348319"/>
                </a:lnTo>
                <a:lnTo>
                  <a:pt x="4277169" y="2347894"/>
                </a:lnTo>
                <a:lnTo>
                  <a:pt x="4275523" y="2347468"/>
                </a:lnTo>
                <a:lnTo>
                  <a:pt x="4273876" y="2347041"/>
                </a:lnTo>
                <a:lnTo>
                  <a:pt x="4272230" y="2346614"/>
                </a:lnTo>
                <a:lnTo>
                  <a:pt x="4270584" y="2346185"/>
                </a:lnTo>
                <a:lnTo>
                  <a:pt x="4268937" y="2345756"/>
                </a:lnTo>
                <a:lnTo>
                  <a:pt x="4267291" y="2345326"/>
                </a:lnTo>
                <a:lnTo>
                  <a:pt x="4265645" y="2344894"/>
                </a:lnTo>
                <a:lnTo>
                  <a:pt x="4263998" y="2344462"/>
                </a:lnTo>
                <a:lnTo>
                  <a:pt x="4262352" y="2344029"/>
                </a:lnTo>
                <a:lnTo>
                  <a:pt x="4260706" y="2343596"/>
                </a:lnTo>
                <a:lnTo>
                  <a:pt x="4259059" y="2343161"/>
                </a:lnTo>
                <a:lnTo>
                  <a:pt x="4257413" y="2342725"/>
                </a:lnTo>
                <a:lnTo>
                  <a:pt x="4255767" y="2342289"/>
                </a:lnTo>
                <a:lnTo>
                  <a:pt x="4254120" y="2341851"/>
                </a:lnTo>
                <a:lnTo>
                  <a:pt x="4252474" y="2341413"/>
                </a:lnTo>
                <a:lnTo>
                  <a:pt x="4250828" y="2340974"/>
                </a:lnTo>
                <a:lnTo>
                  <a:pt x="4249181" y="2340533"/>
                </a:lnTo>
                <a:lnTo>
                  <a:pt x="4247535" y="2340092"/>
                </a:lnTo>
                <a:lnTo>
                  <a:pt x="4245889" y="2339650"/>
                </a:lnTo>
                <a:lnTo>
                  <a:pt x="4244242" y="2339208"/>
                </a:lnTo>
                <a:lnTo>
                  <a:pt x="4242596" y="2338764"/>
                </a:lnTo>
                <a:lnTo>
                  <a:pt x="4240950" y="2338319"/>
                </a:lnTo>
                <a:lnTo>
                  <a:pt x="4239303" y="2337874"/>
                </a:lnTo>
                <a:lnTo>
                  <a:pt x="4237657" y="2337427"/>
                </a:lnTo>
                <a:lnTo>
                  <a:pt x="4236011" y="2336980"/>
                </a:lnTo>
                <a:lnTo>
                  <a:pt x="4234364" y="2336532"/>
                </a:lnTo>
                <a:lnTo>
                  <a:pt x="4232718" y="2336083"/>
                </a:lnTo>
                <a:lnTo>
                  <a:pt x="4231072" y="2335633"/>
                </a:lnTo>
                <a:lnTo>
                  <a:pt x="4229425" y="2335182"/>
                </a:lnTo>
                <a:lnTo>
                  <a:pt x="4227779" y="2334730"/>
                </a:lnTo>
                <a:lnTo>
                  <a:pt x="4226133" y="2334277"/>
                </a:lnTo>
                <a:lnTo>
                  <a:pt x="4224486" y="2333824"/>
                </a:lnTo>
                <a:lnTo>
                  <a:pt x="4222840" y="2333369"/>
                </a:lnTo>
                <a:lnTo>
                  <a:pt x="4221194" y="2332914"/>
                </a:lnTo>
                <a:lnTo>
                  <a:pt x="4219547" y="2332458"/>
                </a:lnTo>
                <a:lnTo>
                  <a:pt x="4217901" y="2332001"/>
                </a:lnTo>
                <a:lnTo>
                  <a:pt x="4216255" y="2331543"/>
                </a:lnTo>
                <a:lnTo>
                  <a:pt x="4214608" y="2331084"/>
                </a:lnTo>
                <a:lnTo>
                  <a:pt x="4212962" y="2330624"/>
                </a:lnTo>
                <a:lnTo>
                  <a:pt x="4211316" y="2330163"/>
                </a:lnTo>
                <a:lnTo>
                  <a:pt x="4209669" y="2329701"/>
                </a:lnTo>
                <a:lnTo>
                  <a:pt x="4208023" y="2329239"/>
                </a:lnTo>
                <a:lnTo>
                  <a:pt x="4206377" y="2328776"/>
                </a:lnTo>
                <a:lnTo>
                  <a:pt x="4204730" y="2328311"/>
                </a:lnTo>
                <a:lnTo>
                  <a:pt x="4203084" y="2327846"/>
                </a:lnTo>
                <a:lnTo>
                  <a:pt x="4201438" y="2327380"/>
                </a:lnTo>
                <a:lnTo>
                  <a:pt x="4199791" y="2326913"/>
                </a:lnTo>
                <a:lnTo>
                  <a:pt x="4198145" y="2326445"/>
                </a:lnTo>
                <a:lnTo>
                  <a:pt x="4196499" y="2325976"/>
                </a:lnTo>
                <a:lnTo>
                  <a:pt x="4194852" y="2325507"/>
                </a:lnTo>
                <a:lnTo>
                  <a:pt x="4193206" y="2325036"/>
                </a:lnTo>
                <a:lnTo>
                  <a:pt x="4191560" y="2324565"/>
                </a:lnTo>
                <a:lnTo>
                  <a:pt x="4189913" y="2324092"/>
                </a:lnTo>
                <a:lnTo>
                  <a:pt x="4188267" y="2323619"/>
                </a:lnTo>
                <a:lnTo>
                  <a:pt x="4186621" y="2323145"/>
                </a:lnTo>
                <a:lnTo>
                  <a:pt x="4184974" y="2322670"/>
                </a:lnTo>
                <a:lnTo>
                  <a:pt x="4183328" y="2322194"/>
                </a:lnTo>
                <a:lnTo>
                  <a:pt x="4181682" y="2321717"/>
                </a:lnTo>
                <a:lnTo>
                  <a:pt x="4180035" y="2321239"/>
                </a:lnTo>
                <a:lnTo>
                  <a:pt x="4178389" y="2320761"/>
                </a:lnTo>
                <a:lnTo>
                  <a:pt x="4176743" y="2320281"/>
                </a:lnTo>
                <a:lnTo>
                  <a:pt x="4175096" y="2319801"/>
                </a:lnTo>
                <a:lnTo>
                  <a:pt x="4173450" y="2319320"/>
                </a:lnTo>
                <a:lnTo>
                  <a:pt x="4171804" y="2318837"/>
                </a:lnTo>
                <a:lnTo>
                  <a:pt x="4170157" y="2318354"/>
                </a:lnTo>
                <a:lnTo>
                  <a:pt x="4168511" y="2317870"/>
                </a:lnTo>
                <a:lnTo>
                  <a:pt x="4166865" y="2317385"/>
                </a:lnTo>
                <a:lnTo>
                  <a:pt x="4165218" y="2316900"/>
                </a:lnTo>
                <a:lnTo>
                  <a:pt x="4163572" y="2316413"/>
                </a:lnTo>
                <a:lnTo>
                  <a:pt x="4161926" y="2315926"/>
                </a:lnTo>
                <a:lnTo>
                  <a:pt x="4160279" y="2315437"/>
                </a:lnTo>
                <a:lnTo>
                  <a:pt x="4158633" y="2314948"/>
                </a:lnTo>
                <a:lnTo>
                  <a:pt x="4156987" y="2314458"/>
                </a:lnTo>
                <a:lnTo>
                  <a:pt x="4155340" y="2313966"/>
                </a:lnTo>
                <a:lnTo>
                  <a:pt x="4153694" y="2313474"/>
                </a:lnTo>
                <a:lnTo>
                  <a:pt x="4152048" y="2312982"/>
                </a:lnTo>
                <a:lnTo>
                  <a:pt x="4150401" y="2312488"/>
                </a:lnTo>
                <a:lnTo>
                  <a:pt x="4148755" y="2311993"/>
                </a:lnTo>
                <a:lnTo>
                  <a:pt x="4147109" y="2311497"/>
                </a:lnTo>
                <a:lnTo>
                  <a:pt x="4145462" y="2311001"/>
                </a:lnTo>
                <a:lnTo>
                  <a:pt x="4143816" y="2310504"/>
                </a:lnTo>
                <a:lnTo>
                  <a:pt x="4142170" y="2310005"/>
                </a:lnTo>
                <a:lnTo>
                  <a:pt x="4140523" y="2309506"/>
                </a:lnTo>
                <a:lnTo>
                  <a:pt x="4138877" y="2309006"/>
                </a:lnTo>
                <a:lnTo>
                  <a:pt x="4137231" y="2308505"/>
                </a:lnTo>
                <a:lnTo>
                  <a:pt x="4135584" y="2308003"/>
                </a:lnTo>
                <a:lnTo>
                  <a:pt x="4133938" y="2307501"/>
                </a:lnTo>
                <a:lnTo>
                  <a:pt x="4132292" y="2306997"/>
                </a:lnTo>
                <a:lnTo>
                  <a:pt x="4130645" y="2306493"/>
                </a:lnTo>
                <a:lnTo>
                  <a:pt x="4128999" y="2305987"/>
                </a:lnTo>
                <a:lnTo>
                  <a:pt x="4127353" y="2305481"/>
                </a:lnTo>
                <a:lnTo>
                  <a:pt x="4125706" y="2304974"/>
                </a:lnTo>
                <a:lnTo>
                  <a:pt x="4124060" y="2304466"/>
                </a:lnTo>
                <a:lnTo>
                  <a:pt x="4122414" y="2303957"/>
                </a:lnTo>
                <a:lnTo>
                  <a:pt x="4120767" y="2303447"/>
                </a:lnTo>
                <a:lnTo>
                  <a:pt x="4119121" y="2302936"/>
                </a:lnTo>
                <a:lnTo>
                  <a:pt x="4117475" y="2302425"/>
                </a:lnTo>
                <a:lnTo>
                  <a:pt x="4115828" y="2301912"/>
                </a:lnTo>
                <a:lnTo>
                  <a:pt x="4114182" y="2301399"/>
                </a:lnTo>
                <a:lnTo>
                  <a:pt x="4112536" y="2300885"/>
                </a:lnTo>
                <a:lnTo>
                  <a:pt x="4110889" y="2300369"/>
                </a:lnTo>
                <a:lnTo>
                  <a:pt x="4109243" y="2299853"/>
                </a:lnTo>
                <a:lnTo>
                  <a:pt x="4107597" y="2299336"/>
                </a:lnTo>
                <a:lnTo>
                  <a:pt x="4105950" y="2298818"/>
                </a:lnTo>
                <a:lnTo>
                  <a:pt x="4104304" y="2298300"/>
                </a:lnTo>
                <a:lnTo>
                  <a:pt x="4102658" y="2297780"/>
                </a:lnTo>
                <a:lnTo>
                  <a:pt x="4101011" y="2297260"/>
                </a:lnTo>
                <a:lnTo>
                  <a:pt x="4099365" y="2296738"/>
                </a:lnTo>
                <a:lnTo>
                  <a:pt x="4097719" y="2296216"/>
                </a:lnTo>
                <a:lnTo>
                  <a:pt x="4096072" y="2295693"/>
                </a:lnTo>
                <a:lnTo>
                  <a:pt x="4094426" y="2295169"/>
                </a:lnTo>
                <a:lnTo>
                  <a:pt x="4092780" y="2294644"/>
                </a:lnTo>
                <a:lnTo>
                  <a:pt x="4091133" y="2294118"/>
                </a:lnTo>
                <a:lnTo>
                  <a:pt x="4089487" y="2293591"/>
                </a:lnTo>
                <a:lnTo>
                  <a:pt x="4087841" y="2293063"/>
                </a:lnTo>
                <a:lnTo>
                  <a:pt x="4086194" y="2292535"/>
                </a:lnTo>
                <a:lnTo>
                  <a:pt x="4084548" y="2292006"/>
                </a:lnTo>
                <a:lnTo>
                  <a:pt x="4082902" y="2291475"/>
                </a:lnTo>
                <a:lnTo>
                  <a:pt x="4081255" y="2290944"/>
                </a:lnTo>
                <a:lnTo>
                  <a:pt x="4079609" y="2290412"/>
                </a:lnTo>
                <a:lnTo>
                  <a:pt x="4077963" y="2289879"/>
                </a:lnTo>
                <a:lnTo>
                  <a:pt x="4076316" y="2289345"/>
                </a:lnTo>
                <a:lnTo>
                  <a:pt x="4074670" y="2288811"/>
                </a:lnTo>
                <a:lnTo>
                  <a:pt x="4073024" y="2288275"/>
                </a:lnTo>
                <a:lnTo>
                  <a:pt x="4071378" y="2287738"/>
                </a:lnTo>
                <a:lnTo>
                  <a:pt x="4069731" y="2287201"/>
                </a:lnTo>
                <a:lnTo>
                  <a:pt x="4068085" y="2286663"/>
                </a:lnTo>
                <a:lnTo>
                  <a:pt x="4066439" y="2286124"/>
                </a:lnTo>
                <a:lnTo>
                  <a:pt x="4064792" y="2285584"/>
                </a:lnTo>
                <a:lnTo>
                  <a:pt x="4063146" y="2285043"/>
                </a:lnTo>
                <a:lnTo>
                  <a:pt x="4061500" y="2284501"/>
                </a:lnTo>
                <a:lnTo>
                  <a:pt x="4059853" y="2283958"/>
                </a:lnTo>
                <a:lnTo>
                  <a:pt x="4058207" y="2283414"/>
                </a:lnTo>
                <a:lnTo>
                  <a:pt x="4056561" y="2282870"/>
                </a:lnTo>
                <a:lnTo>
                  <a:pt x="4054914" y="2282325"/>
                </a:lnTo>
                <a:lnTo>
                  <a:pt x="4053268" y="2281778"/>
                </a:lnTo>
                <a:lnTo>
                  <a:pt x="4051622" y="2281231"/>
                </a:lnTo>
                <a:lnTo>
                  <a:pt x="4049975" y="2280683"/>
                </a:lnTo>
                <a:lnTo>
                  <a:pt x="4048329" y="2280134"/>
                </a:lnTo>
                <a:lnTo>
                  <a:pt x="4046683" y="2279584"/>
                </a:lnTo>
                <a:lnTo>
                  <a:pt x="4045036" y="2279034"/>
                </a:lnTo>
                <a:lnTo>
                  <a:pt x="4043390" y="2278482"/>
                </a:lnTo>
                <a:lnTo>
                  <a:pt x="4041744" y="2277930"/>
                </a:lnTo>
                <a:lnTo>
                  <a:pt x="4040097" y="2277376"/>
                </a:lnTo>
                <a:lnTo>
                  <a:pt x="4038451" y="2276822"/>
                </a:lnTo>
                <a:lnTo>
                  <a:pt x="4036805" y="2276267"/>
                </a:lnTo>
                <a:lnTo>
                  <a:pt x="4035158" y="2275711"/>
                </a:lnTo>
                <a:lnTo>
                  <a:pt x="4033512" y="2275154"/>
                </a:lnTo>
                <a:lnTo>
                  <a:pt x="4031866" y="2274596"/>
                </a:lnTo>
                <a:lnTo>
                  <a:pt x="4030219" y="2274038"/>
                </a:lnTo>
                <a:lnTo>
                  <a:pt x="4028573" y="2273478"/>
                </a:lnTo>
                <a:lnTo>
                  <a:pt x="4026927" y="2272918"/>
                </a:lnTo>
                <a:lnTo>
                  <a:pt x="4025280" y="2272357"/>
                </a:lnTo>
                <a:lnTo>
                  <a:pt x="4023634" y="2271794"/>
                </a:lnTo>
                <a:lnTo>
                  <a:pt x="4021988" y="2271231"/>
                </a:lnTo>
                <a:lnTo>
                  <a:pt x="4020341" y="2270667"/>
                </a:lnTo>
                <a:lnTo>
                  <a:pt x="4018695" y="2270103"/>
                </a:lnTo>
                <a:lnTo>
                  <a:pt x="4017049" y="2269537"/>
                </a:lnTo>
                <a:lnTo>
                  <a:pt x="4015402" y="2268970"/>
                </a:lnTo>
                <a:lnTo>
                  <a:pt x="4013756" y="2268403"/>
                </a:lnTo>
                <a:lnTo>
                  <a:pt x="4012110" y="2267834"/>
                </a:lnTo>
                <a:lnTo>
                  <a:pt x="4010463" y="2267265"/>
                </a:lnTo>
                <a:lnTo>
                  <a:pt x="4008817" y="2266695"/>
                </a:lnTo>
                <a:lnTo>
                  <a:pt x="4007171" y="2266124"/>
                </a:lnTo>
                <a:lnTo>
                  <a:pt x="4005524" y="2265552"/>
                </a:lnTo>
                <a:lnTo>
                  <a:pt x="4003878" y="2264979"/>
                </a:lnTo>
                <a:lnTo>
                  <a:pt x="4002232" y="2264406"/>
                </a:lnTo>
                <a:lnTo>
                  <a:pt x="4000585" y="2263831"/>
                </a:lnTo>
                <a:lnTo>
                  <a:pt x="3998939" y="2263256"/>
                </a:lnTo>
                <a:lnTo>
                  <a:pt x="3997293" y="2262680"/>
                </a:lnTo>
                <a:lnTo>
                  <a:pt x="3995646" y="2262102"/>
                </a:lnTo>
                <a:lnTo>
                  <a:pt x="3994000" y="2261524"/>
                </a:lnTo>
                <a:lnTo>
                  <a:pt x="3992354" y="2260945"/>
                </a:lnTo>
                <a:lnTo>
                  <a:pt x="3990707" y="2260366"/>
                </a:lnTo>
                <a:lnTo>
                  <a:pt x="3989061" y="2259785"/>
                </a:lnTo>
                <a:lnTo>
                  <a:pt x="3987415" y="2259203"/>
                </a:lnTo>
                <a:lnTo>
                  <a:pt x="3985768" y="2258621"/>
                </a:lnTo>
                <a:lnTo>
                  <a:pt x="3984122" y="2258038"/>
                </a:lnTo>
                <a:lnTo>
                  <a:pt x="3982476" y="2257453"/>
                </a:lnTo>
                <a:lnTo>
                  <a:pt x="3980829" y="2256868"/>
                </a:lnTo>
                <a:lnTo>
                  <a:pt x="3979183" y="2256282"/>
                </a:lnTo>
                <a:lnTo>
                  <a:pt x="3977537" y="2255695"/>
                </a:lnTo>
                <a:lnTo>
                  <a:pt x="3975890" y="2255108"/>
                </a:lnTo>
                <a:lnTo>
                  <a:pt x="3974244" y="2254519"/>
                </a:lnTo>
                <a:lnTo>
                  <a:pt x="3972598" y="2253930"/>
                </a:lnTo>
                <a:lnTo>
                  <a:pt x="3970951" y="2253339"/>
                </a:lnTo>
                <a:lnTo>
                  <a:pt x="3969305" y="2252748"/>
                </a:lnTo>
                <a:lnTo>
                  <a:pt x="3967659" y="2252156"/>
                </a:lnTo>
                <a:lnTo>
                  <a:pt x="3966012" y="2251563"/>
                </a:lnTo>
                <a:lnTo>
                  <a:pt x="3964366" y="2250969"/>
                </a:lnTo>
                <a:lnTo>
                  <a:pt x="3962720" y="2250374"/>
                </a:lnTo>
                <a:lnTo>
                  <a:pt x="3961073" y="2249779"/>
                </a:lnTo>
                <a:lnTo>
                  <a:pt x="3959427" y="2249182"/>
                </a:lnTo>
                <a:lnTo>
                  <a:pt x="3957781" y="2248585"/>
                </a:lnTo>
                <a:lnTo>
                  <a:pt x="3956134" y="2247987"/>
                </a:lnTo>
                <a:lnTo>
                  <a:pt x="3954488" y="2247388"/>
                </a:lnTo>
                <a:lnTo>
                  <a:pt x="3952842" y="2246788"/>
                </a:lnTo>
                <a:lnTo>
                  <a:pt x="3951195" y="2246187"/>
                </a:lnTo>
                <a:lnTo>
                  <a:pt x="3949549" y="2245585"/>
                </a:lnTo>
                <a:lnTo>
                  <a:pt x="3947903" y="2244982"/>
                </a:lnTo>
                <a:lnTo>
                  <a:pt x="3946256" y="2244379"/>
                </a:lnTo>
                <a:lnTo>
                  <a:pt x="3944610" y="2243774"/>
                </a:lnTo>
                <a:lnTo>
                  <a:pt x="3942964" y="2243169"/>
                </a:lnTo>
                <a:lnTo>
                  <a:pt x="3941317" y="2242563"/>
                </a:lnTo>
                <a:lnTo>
                  <a:pt x="3939671" y="2241956"/>
                </a:lnTo>
                <a:lnTo>
                  <a:pt x="3938025" y="2241348"/>
                </a:lnTo>
                <a:lnTo>
                  <a:pt x="3936378" y="2240739"/>
                </a:lnTo>
                <a:lnTo>
                  <a:pt x="3934732" y="2240130"/>
                </a:lnTo>
                <a:lnTo>
                  <a:pt x="3933086" y="2239519"/>
                </a:lnTo>
                <a:lnTo>
                  <a:pt x="3931439" y="2238908"/>
                </a:lnTo>
                <a:lnTo>
                  <a:pt x="3929793" y="2238296"/>
                </a:lnTo>
                <a:lnTo>
                  <a:pt x="3928147" y="2237683"/>
                </a:lnTo>
                <a:lnTo>
                  <a:pt x="3926500" y="2237069"/>
                </a:lnTo>
                <a:lnTo>
                  <a:pt x="3924854" y="2236454"/>
                </a:lnTo>
                <a:lnTo>
                  <a:pt x="3923208" y="2235838"/>
                </a:lnTo>
                <a:lnTo>
                  <a:pt x="3921561" y="2235221"/>
                </a:lnTo>
                <a:lnTo>
                  <a:pt x="3919915" y="2234604"/>
                </a:lnTo>
                <a:lnTo>
                  <a:pt x="3918269" y="2233986"/>
                </a:lnTo>
                <a:lnTo>
                  <a:pt x="3916622" y="2233366"/>
                </a:lnTo>
                <a:lnTo>
                  <a:pt x="3914976" y="2232746"/>
                </a:lnTo>
                <a:lnTo>
                  <a:pt x="3913330" y="2232125"/>
                </a:lnTo>
                <a:lnTo>
                  <a:pt x="3911683" y="2231503"/>
                </a:lnTo>
                <a:lnTo>
                  <a:pt x="3910037" y="2230881"/>
                </a:lnTo>
                <a:lnTo>
                  <a:pt x="3908391" y="2230257"/>
                </a:lnTo>
                <a:lnTo>
                  <a:pt x="3906744" y="2229633"/>
                </a:lnTo>
                <a:lnTo>
                  <a:pt x="3905098" y="2229007"/>
                </a:lnTo>
                <a:lnTo>
                  <a:pt x="3903452" y="2228381"/>
                </a:lnTo>
                <a:lnTo>
                  <a:pt x="3901805" y="2227754"/>
                </a:lnTo>
                <a:lnTo>
                  <a:pt x="3900159" y="2227126"/>
                </a:lnTo>
                <a:lnTo>
                  <a:pt x="3898513" y="2226497"/>
                </a:lnTo>
                <a:lnTo>
                  <a:pt x="3896866" y="2225868"/>
                </a:lnTo>
                <a:lnTo>
                  <a:pt x="3895220" y="2225237"/>
                </a:lnTo>
                <a:lnTo>
                  <a:pt x="3893574" y="2224606"/>
                </a:lnTo>
                <a:lnTo>
                  <a:pt x="3891927" y="2223974"/>
                </a:lnTo>
                <a:lnTo>
                  <a:pt x="3890281" y="2223341"/>
                </a:lnTo>
                <a:lnTo>
                  <a:pt x="3888635" y="2222707"/>
                </a:lnTo>
                <a:lnTo>
                  <a:pt x="3886988" y="2222072"/>
                </a:lnTo>
                <a:lnTo>
                  <a:pt x="3885342" y="2221436"/>
                </a:lnTo>
                <a:lnTo>
                  <a:pt x="3883696" y="2220799"/>
                </a:lnTo>
                <a:lnTo>
                  <a:pt x="3882049" y="2220162"/>
                </a:lnTo>
                <a:lnTo>
                  <a:pt x="3880403" y="2219524"/>
                </a:lnTo>
                <a:lnTo>
                  <a:pt x="3878757" y="2218884"/>
                </a:lnTo>
                <a:lnTo>
                  <a:pt x="3877110" y="2218244"/>
                </a:lnTo>
                <a:lnTo>
                  <a:pt x="3875464" y="2217603"/>
                </a:lnTo>
                <a:lnTo>
                  <a:pt x="3873818" y="2216962"/>
                </a:lnTo>
                <a:lnTo>
                  <a:pt x="3872171" y="2216319"/>
                </a:lnTo>
                <a:lnTo>
                  <a:pt x="3870525" y="2215675"/>
                </a:lnTo>
                <a:lnTo>
                  <a:pt x="3868879" y="2215031"/>
                </a:lnTo>
                <a:lnTo>
                  <a:pt x="3867232" y="2214386"/>
                </a:lnTo>
                <a:lnTo>
                  <a:pt x="3865586" y="2213740"/>
                </a:lnTo>
                <a:lnTo>
                  <a:pt x="3863940" y="2213093"/>
                </a:lnTo>
                <a:lnTo>
                  <a:pt x="3862293" y="2212445"/>
                </a:lnTo>
                <a:lnTo>
                  <a:pt x="3860647" y="2211796"/>
                </a:lnTo>
                <a:lnTo>
                  <a:pt x="3859001" y="2211147"/>
                </a:lnTo>
                <a:lnTo>
                  <a:pt x="3857354" y="2210496"/>
                </a:lnTo>
                <a:lnTo>
                  <a:pt x="3855708" y="2209845"/>
                </a:lnTo>
                <a:lnTo>
                  <a:pt x="3854062" y="2209193"/>
                </a:lnTo>
                <a:lnTo>
                  <a:pt x="3852415" y="2208540"/>
                </a:lnTo>
                <a:lnTo>
                  <a:pt x="3850769" y="2207886"/>
                </a:lnTo>
                <a:lnTo>
                  <a:pt x="3849123" y="2207231"/>
                </a:lnTo>
                <a:lnTo>
                  <a:pt x="3847476" y="2206575"/>
                </a:lnTo>
                <a:lnTo>
                  <a:pt x="3845830" y="2205919"/>
                </a:lnTo>
                <a:lnTo>
                  <a:pt x="3844184" y="2205262"/>
                </a:lnTo>
                <a:lnTo>
                  <a:pt x="3842537" y="2204603"/>
                </a:lnTo>
                <a:lnTo>
                  <a:pt x="3840891" y="2203944"/>
                </a:lnTo>
                <a:lnTo>
                  <a:pt x="3839245" y="2203285"/>
                </a:lnTo>
                <a:lnTo>
                  <a:pt x="3837598" y="2202624"/>
                </a:lnTo>
                <a:lnTo>
                  <a:pt x="3835952" y="2201962"/>
                </a:lnTo>
                <a:lnTo>
                  <a:pt x="3834306" y="2201300"/>
                </a:lnTo>
                <a:lnTo>
                  <a:pt x="3832659" y="2200636"/>
                </a:lnTo>
                <a:lnTo>
                  <a:pt x="3831013" y="2199972"/>
                </a:lnTo>
                <a:lnTo>
                  <a:pt x="3829367" y="2199307"/>
                </a:lnTo>
                <a:lnTo>
                  <a:pt x="3827720" y="2198641"/>
                </a:lnTo>
                <a:lnTo>
                  <a:pt x="3826074" y="2197974"/>
                </a:lnTo>
                <a:lnTo>
                  <a:pt x="3824428" y="2197307"/>
                </a:lnTo>
                <a:lnTo>
                  <a:pt x="3822781" y="2196638"/>
                </a:lnTo>
                <a:lnTo>
                  <a:pt x="3821135" y="2195969"/>
                </a:lnTo>
                <a:lnTo>
                  <a:pt x="3819489" y="2195299"/>
                </a:lnTo>
                <a:lnTo>
                  <a:pt x="3817842" y="2194628"/>
                </a:lnTo>
                <a:lnTo>
                  <a:pt x="3816196" y="2193956"/>
                </a:lnTo>
                <a:lnTo>
                  <a:pt x="3814550" y="2193283"/>
                </a:lnTo>
                <a:lnTo>
                  <a:pt x="3812903" y="2192609"/>
                </a:lnTo>
                <a:lnTo>
                  <a:pt x="3811257" y="2191935"/>
                </a:lnTo>
                <a:lnTo>
                  <a:pt x="3809611" y="2191260"/>
                </a:lnTo>
                <a:lnTo>
                  <a:pt x="3807964" y="2190583"/>
                </a:lnTo>
                <a:lnTo>
                  <a:pt x="3806318" y="2189906"/>
                </a:lnTo>
                <a:lnTo>
                  <a:pt x="3804672" y="2189228"/>
                </a:lnTo>
                <a:lnTo>
                  <a:pt x="3803025" y="2188550"/>
                </a:lnTo>
                <a:lnTo>
                  <a:pt x="3801379" y="2187870"/>
                </a:lnTo>
                <a:lnTo>
                  <a:pt x="3799733" y="2187190"/>
                </a:lnTo>
                <a:lnTo>
                  <a:pt x="3798086" y="2186508"/>
                </a:lnTo>
                <a:lnTo>
                  <a:pt x="3796440" y="2185826"/>
                </a:lnTo>
                <a:lnTo>
                  <a:pt x="3794794" y="2185143"/>
                </a:lnTo>
                <a:lnTo>
                  <a:pt x="3793147" y="2184459"/>
                </a:lnTo>
                <a:lnTo>
                  <a:pt x="3791501" y="2183775"/>
                </a:lnTo>
                <a:lnTo>
                  <a:pt x="3789855" y="2183089"/>
                </a:lnTo>
                <a:lnTo>
                  <a:pt x="3788208" y="2182403"/>
                </a:lnTo>
                <a:lnTo>
                  <a:pt x="3786562" y="2181715"/>
                </a:lnTo>
                <a:lnTo>
                  <a:pt x="3784916" y="2181027"/>
                </a:lnTo>
                <a:lnTo>
                  <a:pt x="3783269" y="2180338"/>
                </a:lnTo>
                <a:lnTo>
                  <a:pt x="3781623" y="2179648"/>
                </a:lnTo>
                <a:lnTo>
                  <a:pt x="3779977" y="2178958"/>
                </a:lnTo>
                <a:lnTo>
                  <a:pt x="3778330" y="2178266"/>
                </a:lnTo>
                <a:lnTo>
                  <a:pt x="3776684" y="2177574"/>
                </a:lnTo>
                <a:lnTo>
                  <a:pt x="3775038" y="2176881"/>
                </a:lnTo>
                <a:lnTo>
                  <a:pt x="3773391" y="2176187"/>
                </a:lnTo>
                <a:lnTo>
                  <a:pt x="3771745" y="2175492"/>
                </a:lnTo>
                <a:lnTo>
                  <a:pt x="3770099" y="2174796"/>
                </a:lnTo>
                <a:lnTo>
                  <a:pt x="3768452" y="2174099"/>
                </a:lnTo>
                <a:lnTo>
                  <a:pt x="3766806" y="2173402"/>
                </a:lnTo>
                <a:lnTo>
                  <a:pt x="3765160" y="2172704"/>
                </a:lnTo>
                <a:lnTo>
                  <a:pt x="3763513" y="2172004"/>
                </a:lnTo>
                <a:lnTo>
                  <a:pt x="3761867" y="2171304"/>
                </a:lnTo>
                <a:lnTo>
                  <a:pt x="3760221" y="2170604"/>
                </a:lnTo>
                <a:lnTo>
                  <a:pt x="3758575" y="2169902"/>
                </a:lnTo>
                <a:lnTo>
                  <a:pt x="3756928" y="2169199"/>
                </a:lnTo>
                <a:lnTo>
                  <a:pt x="3755282" y="2168496"/>
                </a:lnTo>
                <a:lnTo>
                  <a:pt x="3753636" y="2167792"/>
                </a:lnTo>
                <a:lnTo>
                  <a:pt x="3751989" y="2167087"/>
                </a:lnTo>
                <a:lnTo>
                  <a:pt x="3750343" y="2166381"/>
                </a:lnTo>
                <a:lnTo>
                  <a:pt x="3748697" y="2165674"/>
                </a:lnTo>
                <a:lnTo>
                  <a:pt x="3747050" y="2164966"/>
                </a:lnTo>
                <a:lnTo>
                  <a:pt x="3745404" y="2164258"/>
                </a:lnTo>
                <a:lnTo>
                  <a:pt x="3743758" y="2163549"/>
                </a:lnTo>
                <a:lnTo>
                  <a:pt x="3742111" y="2162839"/>
                </a:lnTo>
                <a:lnTo>
                  <a:pt x="3740465" y="2162128"/>
                </a:lnTo>
                <a:lnTo>
                  <a:pt x="3738819" y="2161416"/>
                </a:lnTo>
                <a:lnTo>
                  <a:pt x="3737172" y="2160703"/>
                </a:lnTo>
                <a:lnTo>
                  <a:pt x="3735526" y="2159990"/>
                </a:lnTo>
                <a:lnTo>
                  <a:pt x="3733880" y="2159275"/>
                </a:lnTo>
                <a:lnTo>
                  <a:pt x="3732233" y="2158560"/>
                </a:lnTo>
                <a:lnTo>
                  <a:pt x="3730587" y="2157844"/>
                </a:lnTo>
                <a:lnTo>
                  <a:pt x="3728941" y="2157127"/>
                </a:lnTo>
                <a:lnTo>
                  <a:pt x="3727294" y="2156410"/>
                </a:lnTo>
                <a:lnTo>
                  <a:pt x="3725648" y="2155691"/>
                </a:lnTo>
                <a:lnTo>
                  <a:pt x="3724002" y="2154972"/>
                </a:lnTo>
                <a:lnTo>
                  <a:pt x="3722355" y="2154252"/>
                </a:lnTo>
                <a:lnTo>
                  <a:pt x="3720709" y="2153531"/>
                </a:lnTo>
                <a:lnTo>
                  <a:pt x="3719063" y="2152809"/>
                </a:lnTo>
                <a:lnTo>
                  <a:pt x="3717416" y="2152086"/>
                </a:lnTo>
                <a:lnTo>
                  <a:pt x="3715770" y="2151362"/>
                </a:lnTo>
                <a:lnTo>
                  <a:pt x="3714124" y="2150638"/>
                </a:lnTo>
                <a:lnTo>
                  <a:pt x="3712477" y="2149913"/>
                </a:lnTo>
                <a:lnTo>
                  <a:pt x="3710831" y="2149187"/>
                </a:lnTo>
                <a:lnTo>
                  <a:pt x="3709185" y="2148460"/>
                </a:lnTo>
                <a:lnTo>
                  <a:pt x="3707538" y="2147732"/>
                </a:lnTo>
                <a:lnTo>
                  <a:pt x="3705892" y="2147004"/>
                </a:lnTo>
                <a:lnTo>
                  <a:pt x="3704246" y="2146274"/>
                </a:lnTo>
                <a:lnTo>
                  <a:pt x="3702599" y="2145544"/>
                </a:lnTo>
                <a:lnTo>
                  <a:pt x="3700953" y="2144813"/>
                </a:lnTo>
                <a:lnTo>
                  <a:pt x="3699307" y="2144081"/>
                </a:lnTo>
                <a:lnTo>
                  <a:pt x="3697660" y="2143348"/>
                </a:lnTo>
                <a:lnTo>
                  <a:pt x="3696014" y="2142615"/>
                </a:lnTo>
                <a:lnTo>
                  <a:pt x="3694368" y="2141880"/>
                </a:lnTo>
                <a:lnTo>
                  <a:pt x="3692721" y="2141145"/>
                </a:lnTo>
                <a:lnTo>
                  <a:pt x="3691075" y="2140409"/>
                </a:lnTo>
                <a:lnTo>
                  <a:pt x="3689429" y="2139672"/>
                </a:lnTo>
                <a:lnTo>
                  <a:pt x="3687782" y="2138934"/>
                </a:lnTo>
                <a:lnTo>
                  <a:pt x="3686136" y="2138196"/>
                </a:lnTo>
                <a:lnTo>
                  <a:pt x="3684490" y="2137456"/>
                </a:lnTo>
                <a:lnTo>
                  <a:pt x="3682843" y="2136716"/>
                </a:lnTo>
                <a:lnTo>
                  <a:pt x="3681197" y="2135975"/>
                </a:lnTo>
                <a:lnTo>
                  <a:pt x="3679551" y="2135233"/>
                </a:lnTo>
                <a:lnTo>
                  <a:pt x="3677904" y="2134491"/>
                </a:lnTo>
                <a:lnTo>
                  <a:pt x="3676258" y="2133747"/>
                </a:lnTo>
                <a:lnTo>
                  <a:pt x="3674612" y="2133003"/>
                </a:lnTo>
                <a:lnTo>
                  <a:pt x="3672965" y="2132258"/>
                </a:lnTo>
                <a:lnTo>
                  <a:pt x="3671319" y="2131512"/>
                </a:lnTo>
                <a:lnTo>
                  <a:pt x="3669673" y="2130765"/>
                </a:lnTo>
                <a:lnTo>
                  <a:pt x="3668026" y="2130017"/>
                </a:lnTo>
                <a:lnTo>
                  <a:pt x="3666380" y="2129269"/>
                </a:lnTo>
                <a:lnTo>
                  <a:pt x="3664734" y="2128519"/>
                </a:lnTo>
                <a:lnTo>
                  <a:pt x="3663087" y="2127769"/>
                </a:lnTo>
                <a:lnTo>
                  <a:pt x="3661441" y="2127018"/>
                </a:lnTo>
                <a:lnTo>
                  <a:pt x="3659795" y="2126267"/>
                </a:lnTo>
                <a:lnTo>
                  <a:pt x="3658148" y="2125514"/>
                </a:lnTo>
                <a:lnTo>
                  <a:pt x="3656502" y="2124761"/>
                </a:lnTo>
                <a:lnTo>
                  <a:pt x="3654856" y="2124006"/>
                </a:lnTo>
                <a:lnTo>
                  <a:pt x="3653209" y="2123251"/>
                </a:lnTo>
                <a:lnTo>
                  <a:pt x="3651563" y="2122495"/>
                </a:lnTo>
                <a:lnTo>
                  <a:pt x="3649917" y="2121739"/>
                </a:lnTo>
                <a:lnTo>
                  <a:pt x="3648270" y="2120981"/>
                </a:lnTo>
                <a:lnTo>
                  <a:pt x="3646624" y="2120223"/>
                </a:lnTo>
                <a:lnTo>
                  <a:pt x="3644978" y="2119464"/>
                </a:lnTo>
                <a:lnTo>
                  <a:pt x="3643331" y="2118704"/>
                </a:lnTo>
                <a:lnTo>
                  <a:pt x="3641685" y="2117943"/>
                </a:lnTo>
                <a:lnTo>
                  <a:pt x="3640039" y="2117181"/>
                </a:lnTo>
                <a:lnTo>
                  <a:pt x="3638392" y="2116419"/>
                </a:lnTo>
                <a:lnTo>
                  <a:pt x="3636746" y="2115656"/>
                </a:lnTo>
                <a:lnTo>
                  <a:pt x="3635100" y="2114891"/>
                </a:lnTo>
                <a:lnTo>
                  <a:pt x="3633453" y="2114127"/>
                </a:lnTo>
                <a:lnTo>
                  <a:pt x="3631807" y="2113361"/>
                </a:lnTo>
                <a:lnTo>
                  <a:pt x="3630161" y="2112594"/>
                </a:lnTo>
                <a:lnTo>
                  <a:pt x="3628514" y="2111827"/>
                </a:lnTo>
                <a:lnTo>
                  <a:pt x="3626868" y="2111059"/>
                </a:lnTo>
                <a:lnTo>
                  <a:pt x="3625222" y="2110290"/>
                </a:lnTo>
                <a:lnTo>
                  <a:pt x="3623575" y="2109520"/>
                </a:lnTo>
                <a:lnTo>
                  <a:pt x="3621929" y="2108749"/>
                </a:lnTo>
                <a:lnTo>
                  <a:pt x="3620283" y="2107978"/>
                </a:lnTo>
                <a:lnTo>
                  <a:pt x="3618636" y="2107206"/>
                </a:lnTo>
                <a:lnTo>
                  <a:pt x="3616990" y="2106433"/>
                </a:lnTo>
                <a:lnTo>
                  <a:pt x="3615344" y="2105659"/>
                </a:lnTo>
                <a:lnTo>
                  <a:pt x="3613697" y="2104884"/>
                </a:lnTo>
                <a:lnTo>
                  <a:pt x="3612051" y="2104109"/>
                </a:lnTo>
                <a:lnTo>
                  <a:pt x="3610405" y="2103332"/>
                </a:lnTo>
                <a:lnTo>
                  <a:pt x="3608758" y="2102555"/>
                </a:lnTo>
                <a:lnTo>
                  <a:pt x="3607112" y="2101777"/>
                </a:lnTo>
                <a:lnTo>
                  <a:pt x="3605466" y="2100999"/>
                </a:lnTo>
                <a:lnTo>
                  <a:pt x="3603819" y="2100219"/>
                </a:lnTo>
                <a:lnTo>
                  <a:pt x="3602173" y="2099439"/>
                </a:lnTo>
                <a:lnTo>
                  <a:pt x="3600527" y="2098658"/>
                </a:lnTo>
                <a:lnTo>
                  <a:pt x="3598880" y="2097876"/>
                </a:lnTo>
                <a:lnTo>
                  <a:pt x="3597234" y="2097093"/>
                </a:lnTo>
                <a:lnTo>
                  <a:pt x="3595588" y="2096309"/>
                </a:lnTo>
                <a:lnTo>
                  <a:pt x="3593941" y="2095525"/>
                </a:lnTo>
                <a:lnTo>
                  <a:pt x="3592295" y="2094740"/>
                </a:lnTo>
                <a:lnTo>
                  <a:pt x="3590649" y="2093954"/>
                </a:lnTo>
                <a:lnTo>
                  <a:pt x="3589002" y="2093167"/>
                </a:lnTo>
                <a:lnTo>
                  <a:pt x="3587356" y="2092379"/>
                </a:lnTo>
                <a:lnTo>
                  <a:pt x="3585710" y="2091591"/>
                </a:lnTo>
                <a:lnTo>
                  <a:pt x="3584063" y="2090802"/>
                </a:lnTo>
                <a:lnTo>
                  <a:pt x="3582417" y="2090012"/>
                </a:lnTo>
                <a:lnTo>
                  <a:pt x="3580771" y="2089221"/>
                </a:lnTo>
                <a:lnTo>
                  <a:pt x="3579124" y="2088429"/>
                </a:lnTo>
                <a:lnTo>
                  <a:pt x="3577478" y="2087637"/>
                </a:lnTo>
                <a:lnTo>
                  <a:pt x="3575832" y="2086844"/>
                </a:lnTo>
                <a:lnTo>
                  <a:pt x="3574185" y="2086050"/>
                </a:lnTo>
                <a:lnTo>
                  <a:pt x="3572539" y="2085255"/>
                </a:lnTo>
                <a:lnTo>
                  <a:pt x="3570893" y="2084459"/>
                </a:lnTo>
                <a:lnTo>
                  <a:pt x="3569246" y="2083663"/>
                </a:lnTo>
                <a:lnTo>
                  <a:pt x="3567600" y="2082865"/>
                </a:lnTo>
                <a:lnTo>
                  <a:pt x="3565954" y="2082067"/>
                </a:lnTo>
                <a:lnTo>
                  <a:pt x="3564307" y="2081269"/>
                </a:lnTo>
                <a:lnTo>
                  <a:pt x="3562661" y="2080469"/>
                </a:lnTo>
                <a:lnTo>
                  <a:pt x="3561015" y="2079669"/>
                </a:lnTo>
                <a:lnTo>
                  <a:pt x="3559368" y="2078867"/>
                </a:lnTo>
                <a:lnTo>
                  <a:pt x="3557722" y="2078065"/>
                </a:lnTo>
                <a:lnTo>
                  <a:pt x="3556076" y="2077262"/>
                </a:lnTo>
                <a:lnTo>
                  <a:pt x="3554429" y="2076459"/>
                </a:lnTo>
                <a:lnTo>
                  <a:pt x="3552783" y="2075654"/>
                </a:lnTo>
                <a:lnTo>
                  <a:pt x="3551137" y="2074849"/>
                </a:lnTo>
                <a:lnTo>
                  <a:pt x="3549490" y="2074043"/>
                </a:lnTo>
                <a:lnTo>
                  <a:pt x="3547844" y="2073237"/>
                </a:lnTo>
                <a:lnTo>
                  <a:pt x="3546198" y="2072429"/>
                </a:lnTo>
                <a:lnTo>
                  <a:pt x="3544551" y="2071621"/>
                </a:lnTo>
                <a:lnTo>
                  <a:pt x="3542905" y="2070811"/>
                </a:lnTo>
                <a:lnTo>
                  <a:pt x="3541259" y="2070001"/>
                </a:lnTo>
                <a:lnTo>
                  <a:pt x="3539612" y="2069191"/>
                </a:lnTo>
                <a:lnTo>
                  <a:pt x="3537966" y="2068379"/>
                </a:lnTo>
                <a:lnTo>
                  <a:pt x="3536320" y="2067567"/>
                </a:lnTo>
                <a:lnTo>
                  <a:pt x="3534673" y="2066754"/>
                </a:lnTo>
                <a:lnTo>
                  <a:pt x="3533027" y="2065940"/>
                </a:lnTo>
                <a:lnTo>
                  <a:pt x="3531381" y="2065125"/>
                </a:lnTo>
                <a:lnTo>
                  <a:pt x="3529734" y="2064310"/>
                </a:lnTo>
                <a:lnTo>
                  <a:pt x="3528088" y="2063493"/>
                </a:lnTo>
                <a:lnTo>
                  <a:pt x="3526442" y="2062676"/>
                </a:lnTo>
                <a:lnTo>
                  <a:pt x="3524795" y="2061858"/>
                </a:lnTo>
                <a:lnTo>
                  <a:pt x="3523149" y="2061040"/>
                </a:lnTo>
                <a:lnTo>
                  <a:pt x="3521503" y="2060220"/>
                </a:lnTo>
                <a:lnTo>
                  <a:pt x="3519856" y="2059400"/>
                </a:lnTo>
                <a:lnTo>
                  <a:pt x="3518210" y="2058579"/>
                </a:lnTo>
                <a:lnTo>
                  <a:pt x="3516564" y="2057757"/>
                </a:lnTo>
                <a:lnTo>
                  <a:pt x="3514917" y="2056935"/>
                </a:lnTo>
                <a:lnTo>
                  <a:pt x="3513271" y="2056112"/>
                </a:lnTo>
                <a:lnTo>
                  <a:pt x="3511625" y="2055287"/>
                </a:lnTo>
                <a:lnTo>
                  <a:pt x="3509978" y="2054463"/>
                </a:lnTo>
                <a:lnTo>
                  <a:pt x="3508332" y="2053637"/>
                </a:lnTo>
                <a:lnTo>
                  <a:pt x="3506686" y="2052810"/>
                </a:lnTo>
                <a:lnTo>
                  <a:pt x="3505039" y="2051983"/>
                </a:lnTo>
                <a:lnTo>
                  <a:pt x="3503393" y="2051155"/>
                </a:lnTo>
                <a:lnTo>
                  <a:pt x="3501747" y="2050326"/>
                </a:lnTo>
                <a:lnTo>
                  <a:pt x="3500100" y="2049497"/>
                </a:lnTo>
                <a:lnTo>
                  <a:pt x="3498454" y="2048666"/>
                </a:lnTo>
                <a:lnTo>
                  <a:pt x="3496808" y="2047835"/>
                </a:lnTo>
                <a:lnTo>
                  <a:pt x="3495161" y="2047003"/>
                </a:lnTo>
                <a:lnTo>
                  <a:pt x="3493515" y="2046171"/>
                </a:lnTo>
                <a:lnTo>
                  <a:pt x="3491869" y="2045337"/>
                </a:lnTo>
                <a:lnTo>
                  <a:pt x="3490222" y="2044503"/>
                </a:lnTo>
                <a:lnTo>
                  <a:pt x="3488576" y="2043668"/>
                </a:lnTo>
                <a:lnTo>
                  <a:pt x="3486930" y="2042832"/>
                </a:lnTo>
                <a:lnTo>
                  <a:pt x="3485283" y="2041995"/>
                </a:lnTo>
                <a:lnTo>
                  <a:pt x="3483637" y="2041158"/>
                </a:lnTo>
                <a:lnTo>
                  <a:pt x="3481991" y="2040320"/>
                </a:lnTo>
                <a:lnTo>
                  <a:pt x="3480344" y="2039481"/>
                </a:lnTo>
                <a:lnTo>
                  <a:pt x="3478698" y="2038641"/>
                </a:lnTo>
                <a:lnTo>
                  <a:pt x="3477052" y="2037801"/>
                </a:lnTo>
                <a:lnTo>
                  <a:pt x="3475405" y="2036960"/>
                </a:lnTo>
                <a:lnTo>
                  <a:pt x="3473759" y="2036118"/>
                </a:lnTo>
                <a:lnTo>
                  <a:pt x="3472113" y="2035275"/>
                </a:lnTo>
                <a:lnTo>
                  <a:pt x="3470466" y="2034432"/>
                </a:lnTo>
                <a:lnTo>
                  <a:pt x="3468820" y="2033587"/>
                </a:lnTo>
                <a:lnTo>
                  <a:pt x="3467174" y="2032742"/>
                </a:lnTo>
                <a:lnTo>
                  <a:pt x="3465527" y="2031896"/>
                </a:lnTo>
                <a:lnTo>
                  <a:pt x="3463881" y="2031050"/>
                </a:lnTo>
                <a:lnTo>
                  <a:pt x="3462235" y="2030203"/>
                </a:lnTo>
                <a:lnTo>
                  <a:pt x="3460588" y="2029354"/>
                </a:lnTo>
                <a:lnTo>
                  <a:pt x="3458942" y="2028506"/>
                </a:lnTo>
                <a:lnTo>
                  <a:pt x="3457296" y="2027656"/>
                </a:lnTo>
                <a:lnTo>
                  <a:pt x="3455649" y="2026805"/>
                </a:lnTo>
                <a:lnTo>
                  <a:pt x="3454003" y="2025954"/>
                </a:lnTo>
                <a:lnTo>
                  <a:pt x="3452357" y="2025102"/>
                </a:lnTo>
                <a:lnTo>
                  <a:pt x="3450710" y="2024250"/>
                </a:lnTo>
                <a:lnTo>
                  <a:pt x="3449064" y="2023396"/>
                </a:lnTo>
                <a:lnTo>
                  <a:pt x="3447418" y="2022542"/>
                </a:lnTo>
                <a:lnTo>
                  <a:pt x="3445772" y="2021687"/>
                </a:lnTo>
                <a:lnTo>
                  <a:pt x="3444125" y="2020831"/>
                </a:lnTo>
                <a:lnTo>
                  <a:pt x="3442479" y="2019975"/>
                </a:lnTo>
                <a:lnTo>
                  <a:pt x="3440833" y="2019118"/>
                </a:lnTo>
                <a:lnTo>
                  <a:pt x="3439186" y="2018260"/>
                </a:lnTo>
                <a:lnTo>
                  <a:pt x="3437540" y="2017401"/>
                </a:lnTo>
                <a:lnTo>
                  <a:pt x="3435894" y="2016541"/>
                </a:lnTo>
                <a:lnTo>
                  <a:pt x="3434247" y="2015681"/>
                </a:lnTo>
                <a:lnTo>
                  <a:pt x="3432601" y="2014820"/>
                </a:lnTo>
                <a:lnTo>
                  <a:pt x="3430955" y="2013958"/>
                </a:lnTo>
                <a:lnTo>
                  <a:pt x="3429308" y="2013096"/>
                </a:lnTo>
                <a:lnTo>
                  <a:pt x="3427662" y="2012232"/>
                </a:lnTo>
                <a:lnTo>
                  <a:pt x="3426016" y="2011368"/>
                </a:lnTo>
                <a:lnTo>
                  <a:pt x="3424369" y="2010503"/>
                </a:lnTo>
                <a:lnTo>
                  <a:pt x="3422723" y="2009638"/>
                </a:lnTo>
                <a:lnTo>
                  <a:pt x="3421077" y="2008771"/>
                </a:lnTo>
                <a:lnTo>
                  <a:pt x="3419430" y="2007904"/>
                </a:lnTo>
                <a:lnTo>
                  <a:pt x="3417784" y="2007037"/>
                </a:lnTo>
                <a:lnTo>
                  <a:pt x="3416138" y="2006168"/>
                </a:lnTo>
                <a:lnTo>
                  <a:pt x="3414491" y="2005299"/>
                </a:lnTo>
                <a:lnTo>
                  <a:pt x="3412845" y="2004429"/>
                </a:lnTo>
                <a:lnTo>
                  <a:pt x="3411199" y="2003558"/>
                </a:lnTo>
                <a:lnTo>
                  <a:pt x="3409552" y="2002686"/>
                </a:lnTo>
                <a:lnTo>
                  <a:pt x="3407906" y="2001814"/>
                </a:lnTo>
                <a:lnTo>
                  <a:pt x="3406260" y="2000941"/>
                </a:lnTo>
                <a:lnTo>
                  <a:pt x="3404613" y="2000067"/>
                </a:lnTo>
                <a:lnTo>
                  <a:pt x="3402967" y="1999193"/>
                </a:lnTo>
                <a:lnTo>
                  <a:pt x="3401321" y="1998317"/>
                </a:lnTo>
                <a:lnTo>
                  <a:pt x="3399674" y="1997441"/>
                </a:lnTo>
                <a:lnTo>
                  <a:pt x="3398028" y="1996564"/>
                </a:lnTo>
                <a:lnTo>
                  <a:pt x="3396382" y="1995687"/>
                </a:lnTo>
                <a:lnTo>
                  <a:pt x="3394735" y="1994809"/>
                </a:lnTo>
                <a:lnTo>
                  <a:pt x="3393089" y="1993930"/>
                </a:lnTo>
                <a:lnTo>
                  <a:pt x="3391443" y="1993050"/>
                </a:lnTo>
                <a:lnTo>
                  <a:pt x="3389796" y="1992169"/>
                </a:lnTo>
                <a:lnTo>
                  <a:pt x="3388150" y="1991288"/>
                </a:lnTo>
                <a:lnTo>
                  <a:pt x="3386504" y="1990406"/>
                </a:lnTo>
                <a:lnTo>
                  <a:pt x="3384857" y="1989524"/>
                </a:lnTo>
                <a:lnTo>
                  <a:pt x="3383211" y="1988640"/>
                </a:lnTo>
                <a:lnTo>
                  <a:pt x="3381565" y="1987756"/>
                </a:lnTo>
                <a:lnTo>
                  <a:pt x="3379918" y="1986871"/>
                </a:lnTo>
                <a:lnTo>
                  <a:pt x="3378272" y="1985985"/>
                </a:lnTo>
                <a:lnTo>
                  <a:pt x="3376626" y="1985099"/>
                </a:lnTo>
                <a:lnTo>
                  <a:pt x="3374979" y="1984212"/>
                </a:lnTo>
                <a:lnTo>
                  <a:pt x="3373333" y="1983324"/>
                </a:lnTo>
                <a:lnTo>
                  <a:pt x="3371687" y="1982435"/>
                </a:lnTo>
                <a:lnTo>
                  <a:pt x="3370040" y="1981546"/>
                </a:lnTo>
                <a:lnTo>
                  <a:pt x="3368394" y="1980656"/>
                </a:lnTo>
                <a:lnTo>
                  <a:pt x="3366748" y="1979765"/>
                </a:lnTo>
                <a:lnTo>
                  <a:pt x="3365101" y="1978874"/>
                </a:lnTo>
                <a:lnTo>
                  <a:pt x="3363455" y="1977982"/>
                </a:lnTo>
                <a:lnTo>
                  <a:pt x="3361809" y="1977089"/>
                </a:lnTo>
                <a:lnTo>
                  <a:pt x="3360162" y="1976195"/>
                </a:lnTo>
                <a:lnTo>
                  <a:pt x="3358516" y="1975301"/>
                </a:lnTo>
                <a:lnTo>
                  <a:pt x="3356870" y="1974405"/>
                </a:lnTo>
                <a:lnTo>
                  <a:pt x="3355223" y="1973510"/>
                </a:lnTo>
                <a:lnTo>
                  <a:pt x="3353577" y="1972613"/>
                </a:lnTo>
                <a:lnTo>
                  <a:pt x="3351931" y="1971716"/>
                </a:lnTo>
                <a:lnTo>
                  <a:pt x="3350284" y="1970818"/>
                </a:lnTo>
                <a:lnTo>
                  <a:pt x="3348638" y="1969919"/>
                </a:lnTo>
                <a:lnTo>
                  <a:pt x="3346992" y="1969019"/>
                </a:lnTo>
                <a:lnTo>
                  <a:pt x="3345345" y="1968119"/>
                </a:lnTo>
                <a:lnTo>
                  <a:pt x="3343699" y="1967218"/>
                </a:lnTo>
                <a:lnTo>
                  <a:pt x="3342053" y="1966317"/>
                </a:lnTo>
                <a:lnTo>
                  <a:pt x="3340406" y="1965414"/>
                </a:lnTo>
                <a:lnTo>
                  <a:pt x="3338760" y="1964511"/>
                </a:lnTo>
                <a:lnTo>
                  <a:pt x="3337114" y="1963607"/>
                </a:lnTo>
                <a:lnTo>
                  <a:pt x="3335467" y="1962703"/>
                </a:lnTo>
                <a:lnTo>
                  <a:pt x="3333821" y="1961797"/>
                </a:lnTo>
                <a:lnTo>
                  <a:pt x="3332175" y="1960892"/>
                </a:lnTo>
                <a:lnTo>
                  <a:pt x="3330528" y="1959985"/>
                </a:lnTo>
                <a:lnTo>
                  <a:pt x="3328882" y="1959077"/>
                </a:lnTo>
                <a:lnTo>
                  <a:pt x="3327236" y="1958169"/>
                </a:lnTo>
                <a:lnTo>
                  <a:pt x="3325589" y="1957261"/>
                </a:lnTo>
                <a:lnTo>
                  <a:pt x="3323943" y="1956351"/>
                </a:lnTo>
                <a:lnTo>
                  <a:pt x="3322297" y="1955441"/>
                </a:lnTo>
                <a:lnTo>
                  <a:pt x="3320650" y="1954530"/>
                </a:lnTo>
                <a:lnTo>
                  <a:pt x="3319004" y="1953618"/>
                </a:lnTo>
                <a:lnTo>
                  <a:pt x="3317358" y="1952706"/>
                </a:lnTo>
                <a:lnTo>
                  <a:pt x="3315711" y="1951793"/>
                </a:lnTo>
                <a:lnTo>
                  <a:pt x="3314065" y="1950879"/>
                </a:lnTo>
                <a:lnTo>
                  <a:pt x="3312419" y="1949964"/>
                </a:lnTo>
                <a:lnTo>
                  <a:pt x="3310772" y="1949049"/>
                </a:lnTo>
                <a:lnTo>
                  <a:pt x="3309126" y="1948133"/>
                </a:lnTo>
                <a:lnTo>
                  <a:pt x="3307480" y="1947217"/>
                </a:lnTo>
                <a:lnTo>
                  <a:pt x="3305833" y="1946299"/>
                </a:lnTo>
                <a:lnTo>
                  <a:pt x="3304187" y="1945381"/>
                </a:lnTo>
                <a:lnTo>
                  <a:pt x="3302541" y="1944462"/>
                </a:lnTo>
                <a:lnTo>
                  <a:pt x="3300894" y="1943543"/>
                </a:lnTo>
                <a:lnTo>
                  <a:pt x="3299248" y="1942623"/>
                </a:lnTo>
                <a:lnTo>
                  <a:pt x="3297602" y="1941702"/>
                </a:lnTo>
                <a:lnTo>
                  <a:pt x="3295955" y="1940780"/>
                </a:lnTo>
                <a:lnTo>
                  <a:pt x="3294309" y="1939858"/>
                </a:lnTo>
                <a:lnTo>
                  <a:pt x="3292663" y="1938935"/>
                </a:lnTo>
                <a:lnTo>
                  <a:pt x="3291016" y="1938012"/>
                </a:lnTo>
                <a:lnTo>
                  <a:pt x="3289370" y="1937087"/>
                </a:lnTo>
                <a:lnTo>
                  <a:pt x="3287724" y="1936162"/>
                </a:lnTo>
                <a:lnTo>
                  <a:pt x="3286077" y="1935237"/>
                </a:lnTo>
                <a:lnTo>
                  <a:pt x="3284431" y="1934310"/>
                </a:lnTo>
                <a:lnTo>
                  <a:pt x="3282785" y="1933383"/>
                </a:lnTo>
                <a:lnTo>
                  <a:pt x="3281138" y="1932455"/>
                </a:lnTo>
                <a:lnTo>
                  <a:pt x="3279492" y="1931527"/>
                </a:lnTo>
                <a:lnTo>
                  <a:pt x="3277846" y="1930597"/>
                </a:lnTo>
                <a:lnTo>
                  <a:pt x="3276199" y="1929668"/>
                </a:lnTo>
                <a:lnTo>
                  <a:pt x="3274553" y="1928737"/>
                </a:lnTo>
                <a:lnTo>
                  <a:pt x="3272907" y="1927806"/>
                </a:lnTo>
                <a:lnTo>
                  <a:pt x="3271260" y="1926874"/>
                </a:lnTo>
                <a:lnTo>
                  <a:pt x="3269614" y="1925941"/>
                </a:lnTo>
                <a:lnTo>
                  <a:pt x="3267968" y="1925008"/>
                </a:lnTo>
                <a:lnTo>
                  <a:pt x="3266321" y="1924074"/>
                </a:lnTo>
                <a:lnTo>
                  <a:pt x="3264675" y="1923139"/>
                </a:lnTo>
                <a:lnTo>
                  <a:pt x="3263029" y="1922204"/>
                </a:lnTo>
                <a:lnTo>
                  <a:pt x="3261382" y="1921267"/>
                </a:lnTo>
                <a:lnTo>
                  <a:pt x="3259736" y="1920331"/>
                </a:lnTo>
                <a:lnTo>
                  <a:pt x="3258090" y="1919393"/>
                </a:lnTo>
                <a:lnTo>
                  <a:pt x="3256443" y="1918455"/>
                </a:lnTo>
                <a:lnTo>
                  <a:pt x="3254797" y="1917516"/>
                </a:lnTo>
                <a:lnTo>
                  <a:pt x="3253151" y="1916577"/>
                </a:lnTo>
                <a:lnTo>
                  <a:pt x="3251504" y="1915637"/>
                </a:lnTo>
                <a:lnTo>
                  <a:pt x="3249858" y="1914696"/>
                </a:lnTo>
                <a:lnTo>
                  <a:pt x="3248212" y="1913754"/>
                </a:lnTo>
                <a:lnTo>
                  <a:pt x="3246565" y="1912812"/>
                </a:lnTo>
                <a:lnTo>
                  <a:pt x="3244919" y="1911869"/>
                </a:lnTo>
                <a:lnTo>
                  <a:pt x="3243273" y="1910925"/>
                </a:lnTo>
                <a:lnTo>
                  <a:pt x="3241626" y="1909981"/>
                </a:lnTo>
                <a:lnTo>
                  <a:pt x="3239980" y="1909036"/>
                </a:lnTo>
                <a:lnTo>
                  <a:pt x="3238334" y="1908091"/>
                </a:lnTo>
                <a:lnTo>
                  <a:pt x="3236687" y="1907144"/>
                </a:lnTo>
                <a:lnTo>
                  <a:pt x="3235041" y="1906197"/>
                </a:lnTo>
                <a:lnTo>
                  <a:pt x="3233395" y="1905250"/>
                </a:lnTo>
                <a:lnTo>
                  <a:pt x="3231748" y="1904302"/>
                </a:lnTo>
                <a:lnTo>
                  <a:pt x="3230102" y="1903353"/>
                </a:lnTo>
                <a:lnTo>
                  <a:pt x="3228456" y="1902403"/>
                </a:lnTo>
                <a:lnTo>
                  <a:pt x="3226809" y="1901453"/>
                </a:lnTo>
                <a:lnTo>
                  <a:pt x="3225163" y="1900502"/>
                </a:lnTo>
                <a:lnTo>
                  <a:pt x="3223517" y="1899550"/>
                </a:lnTo>
                <a:lnTo>
                  <a:pt x="3221870" y="1898598"/>
                </a:lnTo>
                <a:lnTo>
                  <a:pt x="3220224" y="1897645"/>
                </a:lnTo>
                <a:lnTo>
                  <a:pt x="3218578" y="1896691"/>
                </a:lnTo>
                <a:lnTo>
                  <a:pt x="3216931" y="1895737"/>
                </a:lnTo>
                <a:lnTo>
                  <a:pt x="3215285" y="1894782"/>
                </a:lnTo>
                <a:lnTo>
                  <a:pt x="3213639" y="1893826"/>
                </a:lnTo>
                <a:lnTo>
                  <a:pt x="3211992" y="1892870"/>
                </a:lnTo>
                <a:lnTo>
                  <a:pt x="3210346" y="1891913"/>
                </a:lnTo>
                <a:lnTo>
                  <a:pt x="3208700" y="1890956"/>
                </a:lnTo>
                <a:lnTo>
                  <a:pt x="3207053" y="1889997"/>
                </a:lnTo>
                <a:lnTo>
                  <a:pt x="3205407" y="1889039"/>
                </a:lnTo>
                <a:lnTo>
                  <a:pt x="3203761" y="1888079"/>
                </a:lnTo>
                <a:lnTo>
                  <a:pt x="3202114" y="1887119"/>
                </a:lnTo>
                <a:lnTo>
                  <a:pt x="3200468" y="1886158"/>
                </a:lnTo>
                <a:lnTo>
                  <a:pt x="3198822" y="1885196"/>
                </a:lnTo>
                <a:lnTo>
                  <a:pt x="3197175" y="1884234"/>
                </a:lnTo>
                <a:lnTo>
                  <a:pt x="3195529" y="1883271"/>
                </a:lnTo>
                <a:lnTo>
                  <a:pt x="3193883" y="1882308"/>
                </a:lnTo>
                <a:lnTo>
                  <a:pt x="3192236" y="1881344"/>
                </a:lnTo>
                <a:lnTo>
                  <a:pt x="3190590" y="1880379"/>
                </a:lnTo>
                <a:lnTo>
                  <a:pt x="3188944" y="1879414"/>
                </a:lnTo>
                <a:lnTo>
                  <a:pt x="3187297" y="1878447"/>
                </a:lnTo>
                <a:lnTo>
                  <a:pt x="3185651" y="1877481"/>
                </a:lnTo>
                <a:lnTo>
                  <a:pt x="3184005" y="1876513"/>
                </a:lnTo>
                <a:lnTo>
                  <a:pt x="3182358" y="1875545"/>
                </a:lnTo>
                <a:lnTo>
                  <a:pt x="3180712" y="1874577"/>
                </a:lnTo>
                <a:lnTo>
                  <a:pt x="3179066" y="1873607"/>
                </a:lnTo>
                <a:lnTo>
                  <a:pt x="3177419" y="1872637"/>
                </a:lnTo>
                <a:lnTo>
                  <a:pt x="3175773" y="1871667"/>
                </a:lnTo>
                <a:lnTo>
                  <a:pt x="3174127" y="1870696"/>
                </a:lnTo>
                <a:lnTo>
                  <a:pt x="3172480" y="1869724"/>
                </a:lnTo>
                <a:lnTo>
                  <a:pt x="3170834" y="1868751"/>
                </a:lnTo>
                <a:lnTo>
                  <a:pt x="3169188" y="1867778"/>
                </a:lnTo>
                <a:lnTo>
                  <a:pt x="3167541" y="1866804"/>
                </a:lnTo>
                <a:lnTo>
                  <a:pt x="3165895" y="1865830"/>
                </a:lnTo>
                <a:lnTo>
                  <a:pt x="3164249" y="1864855"/>
                </a:lnTo>
                <a:lnTo>
                  <a:pt x="3162602" y="1863879"/>
                </a:lnTo>
                <a:lnTo>
                  <a:pt x="3160956" y="1862903"/>
                </a:lnTo>
                <a:lnTo>
                  <a:pt x="3159310" y="1861926"/>
                </a:lnTo>
                <a:lnTo>
                  <a:pt x="3157663" y="1860948"/>
                </a:lnTo>
                <a:lnTo>
                  <a:pt x="3156017" y="1859970"/>
                </a:lnTo>
                <a:lnTo>
                  <a:pt x="3154371" y="1858991"/>
                </a:lnTo>
                <a:lnTo>
                  <a:pt x="3152724" y="1858012"/>
                </a:lnTo>
                <a:lnTo>
                  <a:pt x="3151078" y="1857032"/>
                </a:lnTo>
                <a:lnTo>
                  <a:pt x="3149432" y="1856051"/>
                </a:lnTo>
                <a:lnTo>
                  <a:pt x="3147785" y="1855069"/>
                </a:lnTo>
                <a:lnTo>
                  <a:pt x="3146139" y="1854087"/>
                </a:lnTo>
                <a:lnTo>
                  <a:pt x="3144493" y="1853105"/>
                </a:lnTo>
                <a:lnTo>
                  <a:pt x="3142846" y="1852122"/>
                </a:lnTo>
                <a:lnTo>
                  <a:pt x="3141200" y="1851138"/>
                </a:lnTo>
                <a:lnTo>
                  <a:pt x="3139554" y="1850153"/>
                </a:lnTo>
                <a:lnTo>
                  <a:pt x="3137907" y="1849168"/>
                </a:lnTo>
                <a:lnTo>
                  <a:pt x="3136261" y="1848182"/>
                </a:lnTo>
                <a:lnTo>
                  <a:pt x="3134615" y="1847196"/>
                </a:lnTo>
                <a:lnTo>
                  <a:pt x="3132969" y="1846209"/>
                </a:lnTo>
                <a:lnTo>
                  <a:pt x="3131322" y="1845222"/>
                </a:lnTo>
                <a:lnTo>
                  <a:pt x="3129676" y="1844233"/>
                </a:lnTo>
                <a:lnTo>
                  <a:pt x="3128030" y="1843245"/>
                </a:lnTo>
                <a:lnTo>
                  <a:pt x="3126383" y="1842255"/>
                </a:lnTo>
                <a:lnTo>
                  <a:pt x="3124737" y="1841265"/>
                </a:lnTo>
                <a:lnTo>
                  <a:pt x="3123091" y="1840274"/>
                </a:lnTo>
                <a:lnTo>
                  <a:pt x="3121444" y="1839283"/>
                </a:lnTo>
                <a:lnTo>
                  <a:pt x="3119798" y="1838291"/>
                </a:lnTo>
                <a:lnTo>
                  <a:pt x="3118152" y="1837299"/>
                </a:lnTo>
                <a:lnTo>
                  <a:pt x="3116505" y="1836306"/>
                </a:lnTo>
                <a:lnTo>
                  <a:pt x="3114859" y="1835312"/>
                </a:lnTo>
                <a:lnTo>
                  <a:pt x="3113213" y="1834318"/>
                </a:lnTo>
                <a:lnTo>
                  <a:pt x="3111566" y="1833323"/>
                </a:lnTo>
                <a:lnTo>
                  <a:pt x="3109920" y="1832327"/>
                </a:lnTo>
                <a:lnTo>
                  <a:pt x="3108274" y="1831331"/>
                </a:lnTo>
                <a:lnTo>
                  <a:pt x="3106627" y="1830334"/>
                </a:lnTo>
                <a:lnTo>
                  <a:pt x="3104981" y="1829337"/>
                </a:lnTo>
                <a:lnTo>
                  <a:pt x="3103335" y="1828339"/>
                </a:lnTo>
                <a:lnTo>
                  <a:pt x="3101688" y="1827341"/>
                </a:lnTo>
                <a:lnTo>
                  <a:pt x="3100042" y="1826341"/>
                </a:lnTo>
                <a:lnTo>
                  <a:pt x="3098396" y="1825342"/>
                </a:lnTo>
                <a:lnTo>
                  <a:pt x="3096749" y="1824341"/>
                </a:lnTo>
                <a:lnTo>
                  <a:pt x="3095103" y="1823340"/>
                </a:lnTo>
                <a:lnTo>
                  <a:pt x="3093457" y="1822339"/>
                </a:lnTo>
                <a:lnTo>
                  <a:pt x="3091810" y="1821337"/>
                </a:lnTo>
                <a:lnTo>
                  <a:pt x="3090164" y="1820334"/>
                </a:lnTo>
                <a:lnTo>
                  <a:pt x="3088518" y="1819331"/>
                </a:lnTo>
                <a:lnTo>
                  <a:pt x="3086871" y="1818327"/>
                </a:lnTo>
                <a:lnTo>
                  <a:pt x="3085225" y="1817322"/>
                </a:lnTo>
                <a:lnTo>
                  <a:pt x="3083579" y="1816317"/>
                </a:lnTo>
                <a:lnTo>
                  <a:pt x="3081932" y="1815312"/>
                </a:lnTo>
                <a:lnTo>
                  <a:pt x="3080286" y="1814306"/>
                </a:lnTo>
                <a:lnTo>
                  <a:pt x="3078640" y="1813299"/>
                </a:lnTo>
                <a:lnTo>
                  <a:pt x="3076993" y="1812291"/>
                </a:lnTo>
                <a:lnTo>
                  <a:pt x="3075347" y="1811283"/>
                </a:lnTo>
                <a:lnTo>
                  <a:pt x="3073701" y="1810275"/>
                </a:lnTo>
                <a:lnTo>
                  <a:pt x="3072054" y="1809266"/>
                </a:lnTo>
                <a:lnTo>
                  <a:pt x="3070408" y="1808256"/>
                </a:lnTo>
                <a:lnTo>
                  <a:pt x="3068762" y="1807245"/>
                </a:lnTo>
                <a:lnTo>
                  <a:pt x="3067115" y="1806235"/>
                </a:lnTo>
                <a:lnTo>
                  <a:pt x="3065469" y="1805223"/>
                </a:lnTo>
                <a:lnTo>
                  <a:pt x="3063823" y="1804211"/>
                </a:lnTo>
                <a:lnTo>
                  <a:pt x="3062176" y="1803198"/>
                </a:lnTo>
                <a:lnTo>
                  <a:pt x="3060530" y="1802185"/>
                </a:lnTo>
                <a:lnTo>
                  <a:pt x="3058884" y="1801171"/>
                </a:lnTo>
                <a:lnTo>
                  <a:pt x="3057237" y="1800157"/>
                </a:lnTo>
                <a:lnTo>
                  <a:pt x="3055591" y="1799142"/>
                </a:lnTo>
                <a:lnTo>
                  <a:pt x="3053945" y="1798127"/>
                </a:lnTo>
                <a:lnTo>
                  <a:pt x="3052298" y="1797111"/>
                </a:lnTo>
                <a:lnTo>
                  <a:pt x="3050652" y="1796094"/>
                </a:lnTo>
                <a:lnTo>
                  <a:pt x="3049006" y="1795077"/>
                </a:lnTo>
                <a:lnTo>
                  <a:pt x="3047359" y="1794059"/>
                </a:lnTo>
                <a:lnTo>
                  <a:pt x="3045713" y="1793041"/>
                </a:lnTo>
                <a:lnTo>
                  <a:pt x="3044067" y="1792022"/>
                </a:lnTo>
                <a:lnTo>
                  <a:pt x="3042420" y="1791002"/>
                </a:lnTo>
                <a:lnTo>
                  <a:pt x="3040774" y="1789982"/>
                </a:lnTo>
                <a:lnTo>
                  <a:pt x="3039128" y="1788962"/>
                </a:lnTo>
                <a:lnTo>
                  <a:pt x="3037481" y="1787940"/>
                </a:lnTo>
                <a:lnTo>
                  <a:pt x="3035835" y="1786919"/>
                </a:lnTo>
                <a:lnTo>
                  <a:pt x="3034189" y="1785896"/>
                </a:lnTo>
                <a:lnTo>
                  <a:pt x="3032542" y="1784874"/>
                </a:lnTo>
                <a:lnTo>
                  <a:pt x="3030896" y="1783850"/>
                </a:lnTo>
                <a:lnTo>
                  <a:pt x="3029250" y="1782826"/>
                </a:lnTo>
                <a:lnTo>
                  <a:pt x="3027603" y="1781802"/>
                </a:lnTo>
                <a:lnTo>
                  <a:pt x="3025957" y="1780777"/>
                </a:lnTo>
                <a:lnTo>
                  <a:pt x="3024311" y="1779751"/>
                </a:lnTo>
                <a:lnTo>
                  <a:pt x="3022664" y="1778725"/>
                </a:lnTo>
                <a:lnTo>
                  <a:pt x="3021018" y="1777698"/>
                </a:lnTo>
                <a:lnTo>
                  <a:pt x="3019372" y="1776671"/>
                </a:lnTo>
                <a:lnTo>
                  <a:pt x="3017725" y="1775643"/>
                </a:lnTo>
                <a:lnTo>
                  <a:pt x="3016079" y="1774615"/>
                </a:lnTo>
                <a:lnTo>
                  <a:pt x="3014433" y="1773586"/>
                </a:lnTo>
                <a:lnTo>
                  <a:pt x="3012786" y="1772557"/>
                </a:lnTo>
                <a:lnTo>
                  <a:pt x="3011140" y="1771527"/>
                </a:lnTo>
                <a:lnTo>
                  <a:pt x="3009494" y="1770496"/>
                </a:lnTo>
                <a:lnTo>
                  <a:pt x="3007847" y="1769465"/>
                </a:lnTo>
                <a:lnTo>
                  <a:pt x="3006201" y="1768434"/>
                </a:lnTo>
                <a:lnTo>
                  <a:pt x="3004555" y="1767402"/>
                </a:lnTo>
                <a:lnTo>
                  <a:pt x="3002908" y="1766369"/>
                </a:lnTo>
                <a:lnTo>
                  <a:pt x="3001262" y="1765336"/>
                </a:lnTo>
                <a:lnTo>
                  <a:pt x="2999616" y="1764302"/>
                </a:lnTo>
                <a:lnTo>
                  <a:pt x="2997969" y="1763268"/>
                </a:lnTo>
                <a:lnTo>
                  <a:pt x="2996323" y="1762233"/>
                </a:lnTo>
                <a:lnTo>
                  <a:pt x="2994677" y="1761198"/>
                </a:lnTo>
                <a:lnTo>
                  <a:pt x="2993030" y="1760162"/>
                </a:lnTo>
                <a:lnTo>
                  <a:pt x="2991384" y="1759125"/>
                </a:lnTo>
                <a:lnTo>
                  <a:pt x="2989738" y="1758088"/>
                </a:lnTo>
                <a:lnTo>
                  <a:pt x="2988091" y="1757051"/>
                </a:lnTo>
                <a:lnTo>
                  <a:pt x="2986445" y="1756013"/>
                </a:lnTo>
                <a:lnTo>
                  <a:pt x="2984799" y="1754975"/>
                </a:lnTo>
                <a:lnTo>
                  <a:pt x="2983152" y="1753935"/>
                </a:lnTo>
                <a:lnTo>
                  <a:pt x="2981506" y="1752896"/>
                </a:lnTo>
                <a:lnTo>
                  <a:pt x="2979860" y="1751856"/>
                </a:lnTo>
                <a:lnTo>
                  <a:pt x="2978213" y="1750815"/>
                </a:lnTo>
                <a:lnTo>
                  <a:pt x="2976567" y="1749774"/>
                </a:lnTo>
                <a:lnTo>
                  <a:pt x="2974921" y="1748733"/>
                </a:lnTo>
                <a:lnTo>
                  <a:pt x="2973274" y="1747690"/>
                </a:lnTo>
                <a:lnTo>
                  <a:pt x="2971628" y="1746648"/>
                </a:lnTo>
                <a:lnTo>
                  <a:pt x="2969982" y="1745605"/>
                </a:lnTo>
                <a:lnTo>
                  <a:pt x="2968335" y="1744561"/>
                </a:lnTo>
                <a:lnTo>
                  <a:pt x="2966689" y="1743517"/>
                </a:lnTo>
                <a:lnTo>
                  <a:pt x="2965043" y="1742472"/>
                </a:lnTo>
                <a:lnTo>
                  <a:pt x="2963396" y="1741427"/>
                </a:lnTo>
                <a:lnTo>
                  <a:pt x="2961750" y="1740381"/>
                </a:lnTo>
                <a:lnTo>
                  <a:pt x="2960104" y="1739335"/>
                </a:lnTo>
                <a:lnTo>
                  <a:pt x="2958457" y="1738288"/>
                </a:lnTo>
                <a:lnTo>
                  <a:pt x="2956811" y="1737241"/>
                </a:lnTo>
                <a:lnTo>
                  <a:pt x="2955165" y="1736193"/>
                </a:lnTo>
                <a:lnTo>
                  <a:pt x="2953518" y="1735145"/>
                </a:lnTo>
                <a:lnTo>
                  <a:pt x="2951872" y="1734096"/>
                </a:lnTo>
                <a:lnTo>
                  <a:pt x="2950226" y="1733047"/>
                </a:lnTo>
                <a:lnTo>
                  <a:pt x="2948579" y="1731997"/>
                </a:lnTo>
                <a:lnTo>
                  <a:pt x="2946933" y="1730947"/>
                </a:lnTo>
                <a:lnTo>
                  <a:pt x="2945287" y="1729896"/>
                </a:lnTo>
                <a:lnTo>
                  <a:pt x="2943640" y="1728845"/>
                </a:lnTo>
                <a:lnTo>
                  <a:pt x="2941994" y="1727793"/>
                </a:lnTo>
                <a:lnTo>
                  <a:pt x="2940348" y="1726741"/>
                </a:lnTo>
                <a:lnTo>
                  <a:pt x="2938701" y="1725689"/>
                </a:lnTo>
                <a:lnTo>
                  <a:pt x="2937055" y="1724635"/>
                </a:lnTo>
                <a:lnTo>
                  <a:pt x="2935409" y="1723582"/>
                </a:lnTo>
                <a:lnTo>
                  <a:pt x="2933762" y="1722527"/>
                </a:lnTo>
                <a:lnTo>
                  <a:pt x="2932116" y="1721473"/>
                </a:lnTo>
                <a:lnTo>
                  <a:pt x="2930470" y="1720418"/>
                </a:lnTo>
                <a:lnTo>
                  <a:pt x="2928823" y="1719362"/>
                </a:lnTo>
                <a:lnTo>
                  <a:pt x="2927177" y="1718306"/>
                </a:lnTo>
                <a:lnTo>
                  <a:pt x="2925531" y="1717249"/>
                </a:lnTo>
                <a:lnTo>
                  <a:pt x="2923884" y="1716192"/>
                </a:lnTo>
                <a:lnTo>
                  <a:pt x="2922238" y="1715135"/>
                </a:lnTo>
                <a:lnTo>
                  <a:pt x="2920592" y="1714077"/>
                </a:lnTo>
                <a:lnTo>
                  <a:pt x="2918945" y="1713018"/>
                </a:lnTo>
                <a:lnTo>
                  <a:pt x="2917299" y="1711959"/>
                </a:lnTo>
                <a:lnTo>
                  <a:pt x="2915653" y="1710900"/>
                </a:lnTo>
                <a:lnTo>
                  <a:pt x="2914006" y="1709840"/>
                </a:lnTo>
                <a:lnTo>
                  <a:pt x="2912360" y="1708780"/>
                </a:lnTo>
                <a:lnTo>
                  <a:pt x="2910714" y="1707719"/>
                </a:lnTo>
                <a:lnTo>
                  <a:pt x="2909067" y="1706657"/>
                </a:lnTo>
                <a:lnTo>
                  <a:pt x="2907421" y="1705596"/>
                </a:lnTo>
                <a:lnTo>
                  <a:pt x="2905775" y="1704533"/>
                </a:lnTo>
                <a:lnTo>
                  <a:pt x="2904128" y="1703471"/>
                </a:lnTo>
                <a:lnTo>
                  <a:pt x="2902482" y="1702407"/>
                </a:lnTo>
                <a:lnTo>
                  <a:pt x="2900836" y="1701344"/>
                </a:lnTo>
                <a:lnTo>
                  <a:pt x="2899189" y="1700280"/>
                </a:lnTo>
                <a:lnTo>
                  <a:pt x="2897543" y="1699215"/>
                </a:lnTo>
                <a:lnTo>
                  <a:pt x="2895897" y="1698150"/>
                </a:lnTo>
                <a:lnTo>
                  <a:pt x="2894250" y="1697085"/>
                </a:lnTo>
                <a:lnTo>
                  <a:pt x="2892604" y="1696019"/>
                </a:lnTo>
                <a:lnTo>
                  <a:pt x="2890958" y="1694952"/>
                </a:lnTo>
                <a:lnTo>
                  <a:pt x="2889311" y="1693885"/>
                </a:lnTo>
                <a:lnTo>
                  <a:pt x="2887665" y="1692818"/>
                </a:lnTo>
                <a:lnTo>
                  <a:pt x="2886019" y="1691750"/>
                </a:lnTo>
                <a:lnTo>
                  <a:pt x="2884372" y="1690682"/>
                </a:lnTo>
                <a:lnTo>
                  <a:pt x="2882726" y="1689613"/>
                </a:lnTo>
                <a:lnTo>
                  <a:pt x="2881080" y="1688544"/>
                </a:lnTo>
                <a:lnTo>
                  <a:pt x="2879433" y="1687475"/>
                </a:lnTo>
                <a:lnTo>
                  <a:pt x="2877787" y="1686405"/>
                </a:lnTo>
                <a:lnTo>
                  <a:pt x="2876141" y="1685334"/>
                </a:lnTo>
                <a:lnTo>
                  <a:pt x="2874494" y="1684264"/>
                </a:lnTo>
                <a:lnTo>
                  <a:pt x="2872848" y="1683192"/>
                </a:lnTo>
                <a:lnTo>
                  <a:pt x="2871202" y="1682120"/>
                </a:lnTo>
                <a:lnTo>
                  <a:pt x="2869555" y="1681048"/>
                </a:lnTo>
                <a:lnTo>
                  <a:pt x="2867909" y="1679976"/>
                </a:lnTo>
                <a:lnTo>
                  <a:pt x="2866263" y="1678903"/>
                </a:lnTo>
                <a:lnTo>
                  <a:pt x="2864616" y="1677829"/>
                </a:lnTo>
                <a:lnTo>
                  <a:pt x="2862970" y="1676755"/>
                </a:lnTo>
                <a:lnTo>
                  <a:pt x="2861324" y="1675681"/>
                </a:lnTo>
                <a:lnTo>
                  <a:pt x="2859677" y="1674606"/>
                </a:lnTo>
                <a:lnTo>
                  <a:pt x="2858031" y="1673531"/>
                </a:lnTo>
                <a:lnTo>
                  <a:pt x="2856385" y="1672455"/>
                </a:lnTo>
                <a:lnTo>
                  <a:pt x="2854738" y="1671379"/>
                </a:lnTo>
                <a:lnTo>
                  <a:pt x="2853092" y="1670303"/>
                </a:lnTo>
                <a:lnTo>
                  <a:pt x="2851446" y="1669226"/>
                </a:lnTo>
                <a:lnTo>
                  <a:pt x="2849799" y="1668149"/>
                </a:lnTo>
                <a:lnTo>
                  <a:pt x="2848153" y="1667071"/>
                </a:lnTo>
                <a:lnTo>
                  <a:pt x="2846507" y="1665993"/>
                </a:lnTo>
                <a:lnTo>
                  <a:pt x="2844860" y="1664914"/>
                </a:lnTo>
                <a:lnTo>
                  <a:pt x="2843214" y="1663835"/>
                </a:lnTo>
                <a:lnTo>
                  <a:pt x="2841568" y="1662756"/>
                </a:lnTo>
                <a:lnTo>
                  <a:pt x="2839921" y="1661676"/>
                </a:lnTo>
                <a:lnTo>
                  <a:pt x="2838275" y="1660596"/>
                </a:lnTo>
                <a:lnTo>
                  <a:pt x="2836629" y="1659515"/>
                </a:lnTo>
                <a:lnTo>
                  <a:pt x="2834982" y="1658434"/>
                </a:lnTo>
                <a:lnTo>
                  <a:pt x="2833336" y="1657353"/>
                </a:lnTo>
                <a:lnTo>
                  <a:pt x="2831690" y="1656271"/>
                </a:lnTo>
                <a:lnTo>
                  <a:pt x="2830043" y="1655189"/>
                </a:lnTo>
                <a:lnTo>
                  <a:pt x="2828397" y="1654106"/>
                </a:lnTo>
                <a:lnTo>
                  <a:pt x="2826751" y="1653023"/>
                </a:lnTo>
                <a:lnTo>
                  <a:pt x="2825104" y="1651939"/>
                </a:lnTo>
                <a:lnTo>
                  <a:pt x="2823458" y="1650855"/>
                </a:lnTo>
                <a:lnTo>
                  <a:pt x="2821812" y="1649771"/>
                </a:lnTo>
                <a:lnTo>
                  <a:pt x="2820166" y="1648687"/>
                </a:lnTo>
                <a:lnTo>
                  <a:pt x="2818519" y="1647602"/>
                </a:lnTo>
                <a:lnTo>
                  <a:pt x="2816873" y="1646516"/>
                </a:lnTo>
                <a:lnTo>
                  <a:pt x="2815227" y="1645430"/>
                </a:lnTo>
                <a:lnTo>
                  <a:pt x="2813580" y="1644344"/>
                </a:lnTo>
                <a:lnTo>
                  <a:pt x="2811934" y="1643258"/>
                </a:lnTo>
                <a:lnTo>
                  <a:pt x="2810288" y="1642171"/>
                </a:lnTo>
                <a:lnTo>
                  <a:pt x="2808641" y="1641083"/>
                </a:lnTo>
                <a:lnTo>
                  <a:pt x="2806995" y="1639995"/>
                </a:lnTo>
                <a:lnTo>
                  <a:pt x="2805349" y="1638907"/>
                </a:lnTo>
                <a:lnTo>
                  <a:pt x="2803702" y="1637819"/>
                </a:lnTo>
                <a:lnTo>
                  <a:pt x="2802056" y="1636730"/>
                </a:lnTo>
                <a:lnTo>
                  <a:pt x="2800410" y="1635641"/>
                </a:lnTo>
                <a:lnTo>
                  <a:pt x="2798763" y="1634551"/>
                </a:lnTo>
                <a:lnTo>
                  <a:pt x="2797117" y="1633461"/>
                </a:lnTo>
                <a:lnTo>
                  <a:pt x="2795471" y="1632371"/>
                </a:lnTo>
                <a:lnTo>
                  <a:pt x="2793824" y="1631280"/>
                </a:lnTo>
                <a:lnTo>
                  <a:pt x="2792178" y="1630189"/>
                </a:lnTo>
                <a:lnTo>
                  <a:pt x="2790532" y="1629097"/>
                </a:lnTo>
                <a:lnTo>
                  <a:pt x="2788885" y="1628005"/>
                </a:lnTo>
                <a:lnTo>
                  <a:pt x="2787239" y="1626913"/>
                </a:lnTo>
                <a:lnTo>
                  <a:pt x="2785593" y="1625821"/>
                </a:lnTo>
                <a:lnTo>
                  <a:pt x="2783946" y="1624728"/>
                </a:lnTo>
                <a:lnTo>
                  <a:pt x="2782300" y="1623634"/>
                </a:lnTo>
                <a:lnTo>
                  <a:pt x="2780654" y="1622541"/>
                </a:lnTo>
                <a:lnTo>
                  <a:pt x="2779007" y="1621447"/>
                </a:lnTo>
                <a:lnTo>
                  <a:pt x="2777361" y="1620352"/>
                </a:lnTo>
                <a:lnTo>
                  <a:pt x="2775715" y="1619257"/>
                </a:lnTo>
                <a:lnTo>
                  <a:pt x="2774068" y="1618162"/>
                </a:lnTo>
                <a:lnTo>
                  <a:pt x="2772422" y="1617067"/>
                </a:lnTo>
                <a:lnTo>
                  <a:pt x="2770776" y="1615971"/>
                </a:lnTo>
                <a:lnTo>
                  <a:pt x="2769129" y="1614875"/>
                </a:lnTo>
                <a:lnTo>
                  <a:pt x="2767483" y="1613779"/>
                </a:lnTo>
                <a:lnTo>
                  <a:pt x="2765837" y="1612682"/>
                </a:lnTo>
                <a:lnTo>
                  <a:pt x="2764190" y="1611585"/>
                </a:lnTo>
                <a:lnTo>
                  <a:pt x="2762544" y="1610487"/>
                </a:lnTo>
                <a:lnTo>
                  <a:pt x="2760898" y="1609389"/>
                </a:lnTo>
                <a:lnTo>
                  <a:pt x="2759251" y="1608291"/>
                </a:lnTo>
                <a:lnTo>
                  <a:pt x="2757605" y="1607192"/>
                </a:lnTo>
                <a:lnTo>
                  <a:pt x="2755959" y="1606094"/>
                </a:lnTo>
                <a:lnTo>
                  <a:pt x="2754312" y="1604994"/>
                </a:lnTo>
                <a:lnTo>
                  <a:pt x="2752666" y="1603895"/>
                </a:lnTo>
                <a:lnTo>
                  <a:pt x="2751020" y="1602795"/>
                </a:lnTo>
                <a:lnTo>
                  <a:pt x="2749373" y="1601695"/>
                </a:lnTo>
                <a:lnTo>
                  <a:pt x="2747727" y="1600594"/>
                </a:lnTo>
                <a:lnTo>
                  <a:pt x="2746081" y="1599493"/>
                </a:lnTo>
                <a:lnTo>
                  <a:pt x="2744434" y="1598392"/>
                </a:lnTo>
                <a:lnTo>
                  <a:pt x="2742788" y="1597291"/>
                </a:lnTo>
                <a:lnTo>
                  <a:pt x="2741142" y="1596189"/>
                </a:lnTo>
                <a:lnTo>
                  <a:pt x="2739495" y="1595087"/>
                </a:lnTo>
                <a:lnTo>
                  <a:pt x="2737849" y="1593984"/>
                </a:lnTo>
                <a:lnTo>
                  <a:pt x="2736203" y="1592881"/>
                </a:lnTo>
                <a:lnTo>
                  <a:pt x="2734556" y="1591778"/>
                </a:lnTo>
                <a:lnTo>
                  <a:pt x="2732910" y="1590675"/>
                </a:lnTo>
                <a:lnTo>
                  <a:pt x="2731264" y="1589571"/>
                </a:lnTo>
                <a:lnTo>
                  <a:pt x="2729617" y="1588467"/>
                </a:lnTo>
                <a:lnTo>
                  <a:pt x="2727971" y="1587363"/>
                </a:lnTo>
                <a:lnTo>
                  <a:pt x="2726325" y="1586258"/>
                </a:lnTo>
                <a:lnTo>
                  <a:pt x="2724678" y="1585153"/>
                </a:lnTo>
                <a:lnTo>
                  <a:pt x="2723032" y="1584048"/>
                </a:lnTo>
                <a:lnTo>
                  <a:pt x="2721386" y="1582943"/>
                </a:lnTo>
                <a:lnTo>
                  <a:pt x="2719739" y="1581837"/>
                </a:lnTo>
                <a:lnTo>
                  <a:pt x="2718093" y="1580731"/>
                </a:lnTo>
                <a:lnTo>
                  <a:pt x="2716447" y="1579624"/>
                </a:lnTo>
                <a:lnTo>
                  <a:pt x="2714800" y="1578517"/>
                </a:lnTo>
                <a:lnTo>
                  <a:pt x="2713154" y="1577410"/>
                </a:lnTo>
                <a:lnTo>
                  <a:pt x="2711508" y="1576303"/>
                </a:lnTo>
                <a:lnTo>
                  <a:pt x="2709861" y="1575195"/>
                </a:lnTo>
                <a:lnTo>
                  <a:pt x="2708215" y="1574088"/>
                </a:lnTo>
                <a:lnTo>
                  <a:pt x="2706569" y="1572979"/>
                </a:lnTo>
                <a:lnTo>
                  <a:pt x="2704922" y="1571871"/>
                </a:lnTo>
                <a:lnTo>
                  <a:pt x="2703276" y="1570762"/>
                </a:lnTo>
                <a:lnTo>
                  <a:pt x="2701630" y="1569653"/>
                </a:lnTo>
                <a:lnTo>
                  <a:pt x="2699983" y="1568544"/>
                </a:lnTo>
                <a:lnTo>
                  <a:pt x="2698337" y="1567434"/>
                </a:lnTo>
                <a:lnTo>
                  <a:pt x="2696691" y="1566324"/>
                </a:lnTo>
                <a:lnTo>
                  <a:pt x="2695044" y="1565214"/>
                </a:lnTo>
                <a:lnTo>
                  <a:pt x="2693398" y="1564104"/>
                </a:lnTo>
                <a:lnTo>
                  <a:pt x="2691752" y="1562993"/>
                </a:lnTo>
                <a:lnTo>
                  <a:pt x="2690105" y="1561882"/>
                </a:lnTo>
                <a:lnTo>
                  <a:pt x="2688459" y="1560771"/>
                </a:lnTo>
                <a:lnTo>
                  <a:pt x="2686813" y="1559659"/>
                </a:lnTo>
                <a:lnTo>
                  <a:pt x="2685166" y="1558548"/>
                </a:lnTo>
                <a:lnTo>
                  <a:pt x="2683520" y="1557436"/>
                </a:lnTo>
                <a:lnTo>
                  <a:pt x="2681874" y="1556323"/>
                </a:lnTo>
                <a:lnTo>
                  <a:pt x="2680227" y="1555211"/>
                </a:lnTo>
                <a:lnTo>
                  <a:pt x="2678581" y="1554098"/>
                </a:lnTo>
                <a:lnTo>
                  <a:pt x="2676935" y="1552985"/>
                </a:lnTo>
                <a:lnTo>
                  <a:pt x="2675288" y="1551872"/>
                </a:lnTo>
                <a:lnTo>
                  <a:pt x="2673642" y="1550758"/>
                </a:lnTo>
                <a:lnTo>
                  <a:pt x="2671996" y="1549644"/>
                </a:lnTo>
                <a:lnTo>
                  <a:pt x="2670349" y="1548530"/>
                </a:lnTo>
                <a:lnTo>
                  <a:pt x="2668703" y="1547416"/>
                </a:lnTo>
                <a:lnTo>
                  <a:pt x="2667057" y="1546302"/>
                </a:lnTo>
                <a:lnTo>
                  <a:pt x="2665410" y="1545187"/>
                </a:lnTo>
                <a:lnTo>
                  <a:pt x="2663764" y="1544072"/>
                </a:lnTo>
                <a:lnTo>
                  <a:pt x="2662118" y="1542957"/>
                </a:lnTo>
                <a:lnTo>
                  <a:pt x="2660471" y="1541841"/>
                </a:lnTo>
                <a:lnTo>
                  <a:pt x="2658825" y="1540725"/>
                </a:lnTo>
                <a:lnTo>
                  <a:pt x="2657179" y="1539609"/>
                </a:lnTo>
                <a:lnTo>
                  <a:pt x="2655532" y="1538493"/>
                </a:lnTo>
                <a:lnTo>
                  <a:pt x="2653886" y="1537377"/>
                </a:lnTo>
                <a:lnTo>
                  <a:pt x="2652240" y="1536260"/>
                </a:lnTo>
                <a:lnTo>
                  <a:pt x="2650593" y="1535143"/>
                </a:lnTo>
                <a:lnTo>
                  <a:pt x="2648947" y="1534026"/>
                </a:lnTo>
                <a:lnTo>
                  <a:pt x="2647301" y="1532909"/>
                </a:lnTo>
                <a:lnTo>
                  <a:pt x="2645654" y="1531791"/>
                </a:lnTo>
                <a:lnTo>
                  <a:pt x="2644008" y="1530673"/>
                </a:lnTo>
                <a:lnTo>
                  <a:pt x="2642362" y="1529555"/>
                </a:lnTo>
                <a:lnTo>
                  <a:pt x="2640715" y="1528437"/>
                </a:lnTo>
                <a:lnTo>
                  <a:pt x="2639069" y="1527319"/>
                </a:lnTo>
                <a:lnTo>
                  <a:pt x="2637423" y="1526200"/>
                </a:lnTo>
                <a:lnTo>
                  <a:pt x="2635776" y="1525081"/>
                </a:lnTo>
                <a:lnTo>
                  <a:pt x="2634130" y="1523962"/>
                </a:lnTo>
                <a:lnTo>
                  <a:pt x="2632484" y="1522843"/>
                </a:lnTo>
                <a:lnTo>
                  <a:pt x="2630837" y="1521724"/>
                </a:lnTo>
                <a:lnTo>
                  <a:pt x="2629191" y="1520604"/>
                </a:lnTo>
                <a:lnTo>
                  <a:pt x="2627545" y="1519484"/>
                </a:lnTo>
                <a:lnTo>
                  <a:pt x="2625898" y="1518364"/>
                </a:lnTo>
                <a:lnTo>
                  <a:pt x="2624252" y="1517244"/>
                </a:lnTo>
                <a:lnTo>
                  <a:pt x="2622606" y="1516123"/>
                </a:lnTo>
                <a:lnTo>
                  <a:pt x="2620959" y="1515003"/>
                </a:lnTo>
                <a:lnTo>
                  <a:pt x="2619313" y="1513882"/>
                </a:lnTo>
                <a:lnTo>
                  <a:pt x="2617667" y="1512761"/>
                </a:lnTo>
                <a:lnTo>
                  <a:pt x="2616020" y="1511640"/>
                </a:lnTo>
                <a:lnTo>
                  <a:pt x="2614374" y="1510518"/>
                </a:lnTo>
                <a:lnTo>
                  <a:pt x="2612728" y="1509397"/>
                </a:lnTo>
                <a:lnTo>
                  <a:pt x="2611081" y="1508275"/>
                </a:lnTo>
                <a:lnTo>
                  <a:pt x="2609435" y="1507153"/>
                </a:lnTo>
                <a:lnTo>
                  <a:pt x="2607789" y="1506031"/>
                </a:lnTo>
                <a:lnTo>
                  <a:pt x="2606142" y="1504909"/>
                </a:lnTo>
                <a:lnTo>
                  <a:pt x="2604496" y="1503786"/>
                </a:lnTo>
                <a:lnTo>
                  <a:pt x="2602850" y="1502664"/>
                </a:lnTo>
                <a:lnTo>
                  <a:pt x="2601203" y="1501541"/>
                </a:lnTo>
                <a:lnTo>
                  <a:pt x="2599557" y="1500418"/>
                </a:lnTo>
                <a:lnTo>
                  <a:pt x="2597911" y="1499295"/>
                </a:lnTo>
                <a:lnTo>
                  <a:pt x="2596264" y="1498172"/>
                </a:lnTo>
                <a:lnTo>
                  <a:pt x="2594618" y="1497048"/>
                </a:lnTo>
                <a:lnTo>
                  <a:pt x="2592972" y="1495924"/>
                </a:lnTo>
                <a:lnTo>
                  <a:pt x="2591325" y="1494801"/>
                </a:lnTo>
                <a:lnTo>
                  <a:pt x="2589679" y="1493677"/>
                </a:lnTo>
                <a:lnTo>
                  <a:pt x="2588033" y="1492553"/>
                </a:lnTo>
                <a:lnTo>
                  <a:pt x="2586386" y="1491428"/>
                </a:lnTo>
                <a:lnTo>
                  <a:pt x="2584740" y="1490304"/>
                </a:lnTo>
                <a:lnTo>
                  <a:pt x="2583094" y="1489180"/>
                </a:lnTo>
                <a:lnTo>
                  <a:pt x="2581447" y="1488055"/>
                </a:lnTo>
                <a:lnTo>
                  <a:pt x="2579801" y="1486930"/>
                </a:lnTo>
                <a:lnTo>
                  <a:pt x="2578155" y="1485805"/>
                </a:lnTo>
                <a:lnTo>
                  <a:pt x="2576508" y="1484680"/>
                </a:lnTo>
                <a:lnTo>
                  <a:pt x="2574862" y="1483555"/>
                </a:lnTo>
                <a:lnTo>
                  <a:pt x="2573216" y="1482429"/>
                </a:lnTo>
                <a:lnTo>
                  <a:pt x="2571569" y="1481304"/>
                </a:lnTo>
                <a:lnTo>
                  <a:pt x="2569923" y="1480178"/>
                </a:lnTo>
                <a:lnTo>
                  <a:pt x="2568277" y="1479053"/>
                </a:lnTo>
                <a:lnTo>
                  <a:pt x="2566630" y="1477927"/>
                </a:lnTo>
                <a:lnTo>
                  <a:pt x="2564984" y="1476801"/>
                </a:lnTo>
                <a:lnTo>
                  <a:pt x="2563338" y="1475675"/>
                </a:lnTo>
                <a:lnTo>
                  <a:pt x="2561691" y="1474548"/>
                </a:lnTo>
                <a:lnTo>
                  <a:pt x="2560045" y="1473422"/>
                </a:lnTo>
                <a:lnTo>
                  <a:pt x="2558399" y="1472295"/>
                </a:lnTo>
                <a:lnTo>
                  <a:pt x="2556752" y="1471169"/>
                </a:lnTo>
                <a:lnTo>
                  <a:pt x="2555106" y="1470042"/>
                </a:lnTo>
                <a:lnTo>
                  <a:pt x="2553460" y="1468915"/>
                </a:lnTo>
                <a:lnTo>
                  <a:pt x="2551813" y="1467788"/>
                </a:lnTo>
                <a:lnTo>
                  <a:pt x="2550167" y="1466661"/>
                </a:lnTo>
                <a:lnTo>
                  <a:pt x="2548521" y="1465534"/>
                </a:lnTo>
                <a:lnTo>
                  <a:pt x="2546874" y="1464407"/>
                </a:lnTo>
                <a:lnTo>
                  <a:pt x="2545228" y="1463280"/>
                </a:lnTo>
                <a:lnTo>
                  <a:pt x="2543582" y="1462152"/>
                </a:lnTo>
                <a:lnTo>
                  <a:pt x="2541935" y="1461025"/>
                </a:lnTo>
                <a:lnTo>
                  <a:pt x="2540289" y="1459897"/>
                </a:lnTo>
                <a:lnTo>
                  <a:pt x="2538643" y="1458769"/>
                </a:lnTo>
                <a:lnTo>
                  <a:pt x="2536996" y="1457642"/>
                </a:lnTo>
                <a:lnTo>
                  <a:pt x="2535350" y="1456514"/>
                </a:lnTo>
                <a:lnTo>
                  <a:pt x="2533704" y="1455386"/>
                </a:lnTo>
                <a:lnTo>
                  <a:pt x="2532057" y="1454258"/>
                </a:lnTo>
                <a:lnTo>
                  <a:pt x="2530411" y="1453129"/>
                </a:lnTo>
                <a:lnTo>
                  <a:pt x="2528765" y="1452001"/>
                </a:lnTo>
                <a:lnTo>
                  <a:pt x="2527118" y="1450873"/>
                </a:lnTo>
                <a:lnTo>
                  <a:pt x="2525472" y="1449745"/>
                </a:lnTo>
                <a:lnTo>
                  <a:pt x="2523826" y="1448616"/>
                </a:lnTo>
                <a:lnTo>
                  <a:pt x="2522179" y="1447488"/>
                </a:lnTo>
                <a:lnTo>
                  <a:pt x="2520533" y="1446359"/>
                </a:lnTo>
                <a:lnTo>
                  <a:pt x="2518887" y="1445230"/>
                </a:lnTo>
                <a:lnTo>
                  <a:pt x="2517240" y="1444102"/>
                </a:lnTo>
                <a:lnTo>
                  <a:pt x="2515594" y="1442973"/>
                </a:lnTo>
                <a:lnTo>
                  <a:pt x="2513948" y="1441844"/>
                </a:lnTo>
                <a:lnTo>
                  <a:pt x="2512301" y="1440715"/>
                </a:lnTo>
                <a:lnTo>
                  <a:pt x="2510655" y="1439586"/>
                </a:lnTo>
                <a:lnTo>
                  <a:pt x="2509009" y="1438457"/>
                </a:lnTo>
                <a:lnTo>
                  <a:pt x="2507363" y="1437328"/>
                </a:lnTo>
                <a:lnTo>
                  <a:pt x="2505716" y="1436199"/>
                </a:lnTo>
                <a:lnTo>
                  <a:pt x="2504070" y="1435070"/>
                </a:lnTo>
                <a:lnTo>
                  <a:pt x="2502424" y="1433941"/>
                </a:lnTo>
                <a:lnTo>
                  <a:pt x="2500777" y="1432812"/>
                </a:lnTo>
                <a:lnTo>
                  <a:pt x="2499131" y="1431682"/>
                </a:lnTo>
                <a:lnTo>
                  <a:pt x="2497485" y="1430553"/>
                </a:lnTo>
                <a:lnTo>
                  <a:pt x="2495838" y="1429424"/>
                </a:lnTo>
                <a:lnTo>
                  <a:pt x="2494192" y="1428294"/>
                </a:lnTo>
                <a:lnTo>
                  <a:pt x="2492546" y="1427165"/>
                </a:lnTo>
                <a:lnTo>
                  <a:pt x="2490899" y="1426036"/>
                </a:lnTo>
                <a:lnTo>
                  <a:pt x="2489253" y="1424906"/>
                </a:lnTo>
                <a:lnTo>
                  <a:pt x="2487607" y="1423777"/>
                </a:lnTo>
                <a:lnTo>
                  <a:pt x="2485960" y="1422647"/>
                </a:lnTo>
                <a:lnTo>
                  <a:pt x="2484314" y="1421518"/>
                </a:lnTo>
                <a:lnTo>
                  <a:pt x="2482668" y="1420388"/>
                </a:lnTo>
                <a:lnTo>
                  <a:pt x="2481021" y="1419259"/>
                </a:lnTo>
                <a:lnTo>
                  <a:pt x="2479375" y="1418129"/>
                </a:lnTo>
                <a:lnTo>
                  <a:pt x="2477729" y="1417000"/>
                </a:lnTo>
                <a:lnTo>
                  <a:pt x="2476082" y="1415870"/>
                </a:lnTo>
                <a:lnTo>
                  <a:pt x="2474436" y="1414741"/>
                </a:lnTo>
                <a:lnTo>
                  <a:pt x="2472790" y="1413611"/>
                </a:lnTo>
                <a:lnTo>
                  <a:pt x="2471143" y="1412482"/>
                </a:lnTo>
                <a:lnTo>
                  <a:pt x="2469497" y="1411352"/>
                </a:lnTo>
                <a:lnTo>
                  <a:pt x="2467851" y="1410223"/>
                </a:lnTo>
                <a:lnTo>
                  <a:pt x="2466204" y="1409093"/>
                </a:lnTo>
                <a:lnTo>
                  <a:pt x="2464558" y="1407963"/>
                </a:lnTo>
                <a:lnTo>
                  <a:pt x="2462912" y="1406834"/>
                </a:lnTo>
                <a:lnTo>
                  <a:pt x="2461265" y="1405705"/>
                </a:lnTo>
                <a:lnTo>
                  <a:pt x="2459619" y="1404575"/>
                </a:lnTo>
                <a:lnTo>
                  <a:pt x="2457973" y="1403446"/>
                </a:lnTo>
                <a:lnTo>
                  <a:pt x="2456326" y="1402316"/>
                </a:lnTo>
                <a:lnTo>
                  <a:pt x="2454680" y="1401187"/>
                </a:lnTo>
                <a:lnTo>
                  <a:pt x="2453034" y="1400057"/>
                </a:lnTo>
                <a:lnTo>
                  <a:pt x="2451387" y="1398928"/>
                </a:lnTo>
                <a:lnTo>
                  <a:pt x="2449741" y="1397799"/>
                </a:lnTo>
                <a:lnTo>
                  <a:pt x="2448095" y="1396669"/>
                </a:lnTo>
                <a:lnTo>
                  <a:pt x="2446448" y="1395540"/>
                </a:lnTo>
                <a:lnTo>
                  <a:pt x="2444802" y="1394411"/>
                </a:lnTo>
                <a:lnTo>
                  <a:pt x="2443156" y="1393282"/>
                </a:lnTo>
                <a:lnTo>
                  <a:pt x="2441509" y="1392153"/>
                </a:lnTo>
                <a:lnTo>
                  <a:pt x="2439863" y="1391024"/>
                </a:lnTo>
                <a:lnTo>
                  <a:pt x="2438217" y="1389895"/>
                </a:lnTo>
                <a:lnTo>
                  <a:pt x="2436570" y="1388766"/>
                </a:lnTo>
                <a:lnTo>
                  <a:pt x="2434924" y="1387637"/>
                </a:lnTo>
                <a:lnTo>
                  <a:pt x="2433278" y="1386508"/>
                </a:lnTo>
                <a:lnTo>
                  <a:pt x="2431631" y="1385379"/>
                </a:lnTo>
                <a:lnTo>
                  <a:pt x="2429985" y="1384251"/>
                </a:lnTo>
                <a:lnTo>
                  <a:pt x="2428339" y="1383122"/>
                </a:lnTo>
                <a:lnTo>
                  <a:pt x="2426692" y="1381993"/>
                </a:lnTo>
                <a:lnTo>
                  <a:pt x="2425046" y="1380865"/>
                </a:lnTo>
                <a:lnTo>
                  <a:pt x="2423400" y="1379736"/>
                </a:lnTo>
                <a:lnTo>
                  <a:pt x="2421753" y="1378608"/>
                </a:lnTo>
                <a:lnTo>
                  <a:pt x="2420107" y="1377480"/>
                </a:lnTo>
                <a:lnTo>
                  <a:pt x="2418461" y="1376351"/>
                </a:lnTo>
                <a:lnTo>
                  <a:pt x="2416814" y="1375223"/>
                </a:lnTo>
                <a:lnTo>
                  <a:pt x="2415168" y="1374095"/>
                </a:lnTo>
                <a:lnTo>
                  <a:pt x="2413522" y="1372967"/>
                </a:lnTo>
                <a:lnTo>
                  <a:pt x="2411875" y="1371839"/>
                </a:lnTo>
                <a:lnTo>
                  <a:pt x="2410229" y="1370712"/>
                </a:lnTo>
                <a:lnTo>
                  <a:pt x="2408583" y="1369584"/>
                </a:lnTo>
                <a:lnTo>
                  <a:pt x="2406936" y="1368456"/>
                </a:lnTo>
                <a:lnTo>
                  <a:pt x="2405290" y="1367329"/>
                </a:lnTo>
                <a:lnTo>
                  <a:pt x="2403644" y="1366201"/>
                </a:lnTo>
                <a:lnTo>
                  <a:pt x="2401997" y="1365074"/>
                </a:lnTo>
                <a:lnTo>
                  <a:pt x="2400351" y="1363947"/>
                </a:lnTo>
                <a:lnTo>
                  <a:pt x="2398705" y="1362820"/>
                </a:lnTo>
                <a:lnTo>
                  <a:pt x="2397058" y="1361693"/>
                </a:lnTo>
                <a:lnTo>
                  <a:pt x="2395412" y="1360566"/>
                </a:lnTo>
                <a:lnTo>
                  <a:pt x="2393766" y="1359439"/>
                </a:lnTo>
                <a:lnTo>
                  <a:pt x="2392119" y="1358313"/>
                </a:lnTo>
                <a:lnTo>
                  <a:pt x="2390473" y="1357186"/>
                </a:lnTo>
                <a:lnTo>
                  <a:pt x="2388827" y="1356060"/>
                </a:lnTo>
                <a:lnTo>
                  <a:pt x="2387180" y="1354934"/>
                </a:lnTo>
                <a:lnTo>
                  <a:pt x="2385534" y="1353808"/>
                </a:lnTo>
                <a:lnTo>
                  <a:pt x="2383888" y="1352682"/>
                </a:lnTo>
                <a:lnTo>
                  <a:pt x="2382241" y="1351556"/>
                </a:lnTo>
                <a:lnTo>
                  <a:pt x="2380595" y="1350430"/>
                </a:lnTo>
                <a:lnTo>
                  <a:pt x="2378949" y="1349305"/>
                </a:lnTo>
                <a:lnTo>
                  <a:pt x="2377302" y="1348180"/>
                </a:lnTo>
                <a:lnTo>
                  <a:pt x="2375656" y="1347054"/>
                </a:lnTo>
                <a:lnTo>
                  <a:pt x="2374010" y="1345929"/>
                </a:lnTo>
                <a:lnTo>
                  <a:pt x="2372363" y="1344804"/>
                </a:lnTo>
                <a:lnTo>
                  <a:pt x="2370717" y="1343680"/>
                </a:lnTo>
                <a:lnTo>
                  <a:pt x="2369071" y="1342555"/>
                </a:lnTo>
                <a:lnTo>
                  <a:pt x="2367424" y="1341430"/>
                </a:lnTo>
                <a:lnTo>
                  <a:pt x="2365778" y="1340306"/>
                </a:lnTo>
                <a:lnTo>
                  <a:pt x="2364132" y="1339182"/>
                </a:lnTo>
                <a:lnTo>
                  <a:pt x="2362485" y="1338058"/>
                </a:lnTo>
                <a:lnTo>
                  <a:pt x="2360839" y="1336934"/>
                </a:lnTo>
                <a:lnTo>
                  <a:pt x="2359193" y="1335811"/>
                </a:lnTo>
                <a:lnTo>
                  <a:pt x="2357546" y="1334687"/>
                </a:lnTo>
                <a:lnTo>
                  <a:pt x="2355900" y="1333564"/>
                </a:lnTo>
                <a:lnTo>
                  <a:pt x="2354254" y="1332441"/>
                </a:lnTo>
                <a:lnTo>
                  <a:pt x="2352607" y="1331318"/>
                </a:lnTo>
                <a:lnTo>
                  <a:pt x="2350961" y="1330196"/>
                </a:lnTo>
                <a:lnTo>
                  <a:pt x="2349315" y="1329073"/>
                </a:lnTo>
                <a:lnTo>
                  <a:pt x="2347668" y="1327951"/>
                </a:lnTo>
                <a:lnTo>
                  <a:pt x="2346022" y="1326829"/>
                </a:lnTo>
                <a:lnTo>
                  <a:pt x="2344376" y="1325707"/>
                </a:lnTo>
                <a:lnTo>
                  <a:pt x="2342729" y="1324585"/>
                </a:lnTo>
                <a:lnTo>
                  <a:pt x="2341083" y="1323464"/>
                </a:lnTo>
                <a:lnTo>
                  <a:pt x="2339437" y="1322342"/>
                </a:lnTo>
                <a:lnTo>
                  <a:pt x="2337790" y="1321221"/>
                </a:lnTo>
                <a:lnTo>
                  <a:pt x="2336144" y="1320100"/>
                </a:lnTo>
                <a:lnTo>
                  <a:pt x="2334498" y="1318980"/>
                </a:lnTo>
                <a:lnTo>
                  <a:pt x="2332851" y="1317859"/>
                </a:lnTo>
                <a:lnTo>
                  <a:pt x="2331205" y="1316739"/>
                </a:lnTo>
                <a:lnTo>
                  <a:pt x="2329559" y="1315619"/>
                </a:lnTo>
                <a:lnTo>
                  <a:pt x="2327912" y="1314500"/>
                </a:lnTo>
                <a:lnTo>
                  <a:pt x="2326266" y="1313380"/>
                </a:lnTo>
                <a:lnTo>
                  <a:pt x="2324620" y="1312261"/>
                </a:lnTo>
                <a:lnTo>
                  <a:pt x="2322973" y="1311142"/>
                </a:lnTo>
                <a:lnTo>
                  <a:pt x="2321327" y="1310023"/>
                </a:lnTo>
                <a:lnTo>
                  <a:pt x="2319681" y="1308905"/>
                </a:lnTo>
                <a:lnTo>
                  <a:pt x="2318034" y="1307786"/>
                </a:lnTo>
                <a:lnTo>
                  <a:pt x="2316388" y="1306668"/>
                </a:lnTo>
                <a:lnTo>
                  <a:pt x="2314742" y="1305550"/>
                </a:lnTo>
                <a:lnTo>
                  <a:pt x="2313095" y="1304433"/>
                </a:lnTo>
                <a:lnTo>
                  <a:pt x="2311449" y="1303316"/>
                </a:lnTo>
                <a:lnTo>
                  <a:pt x="2309803" y="1302199"/>
                </a:lnTo>
                <a:lnTo>
                  <a:pt x="2308156" y="1301082"/>
                </a:lnTo>
                <a:lnTo>
                  <a:pt x="2306510" y="1299966"/>
                </a:lnTo>
                <a:lnTo>
                  <a:pt x="2304864" y="1298849"/>
                </a:lnTo>
                <a:lnTo>
                  <a:pt x="2303217" y="1297733"/>
                </a:lnTo>
                <a:lnTo>
                  <a:pt x="2301571" y="1296618"/>
                </a:lnTo>
                <a:lnTo>
                  <a:pt x="2299925" y="1295502"/>
                </a:lnTo>
                <a:lnTo>
                  <a:pt x="2298278" y="1294387"/>
                </a:lnTo>
                <a:lnTo>
                  <a:pt x="2296632" y="1293273"/>
                </a:lnTo>
                <a:lnTo>
                  <a:pt x="2294986" y="1292158"/>
                </a:lnTo>
                <a:lnTo>
                  <a:pt x="2293339" y="1291044"/>
                </a:lnTo>
                <a:lnTo>
                  <a:pt x="2291693" y="1289930"/>
                </a:lnTo>
                <a:lnTo>
                  <a:pt x="2290047" y="1288816"/>
                </a:lnTo>
                <a:lnTo>
                  <a:pt x="2288400" y="1287703"/>
                </a:lnTo>
                <a:lnTo>
                  <a:pt x="2286754" y="1286590"/>
                </a:lnTo>
                <a:lnTo>
                  <a:pt x="2285108" y="1285477"/>
                </a:lnTo>
                <a:lnTo>
                  <a:pt x="2283461" y="1284365"/>
                </a:lnTo>
                <a:lnTo>
                  <a:pt x="2281815" y="1283253"/>
                </a:lnTo>
                <a:lnTo>
                  <a:pt x="2280169" y="1282141"/>
                </a:lnTo>
                <a:lnTo>
                  <a:pt x="2278522" y="1281030"/>
                </a:lnTo>
                <a:lnTo>
                  <a:pt x="2276876" y="1279918"/>
                </a:lnTo>
                <a:lnTo>
                  <a:pt x="2275230" y="1278808"/>
                </a:lnTo>
                <a:lnTo>
                  <a:pt x="2273583" y="1277697"/>
                </a:lnTo>
                <a:lnTo>
                  <a:pt x="2271937" y="1276587"/>
                </a:lnTo>
                <a:lnTo>
                  <a:pt x="2270291" y="1275477"/>
                </a:lnTo>
                <a:lnTo>
                  <a:pt x="2268644" y="1274368"/>
                </a:lnTo>
                <a:lnTo>
                  <a:pt x="2266998" y="1273259"/>
                </a:lnTo>
                <a:lnTo>
                  <a:pt x="2265352" y="1272150"/>
                </a:lnTo>
                <a:lnTo>
                  <a:pt x="2263705" y="1271041"/>
                </a:lnTo>
                <a:lnTo>
                  <a:pt x="2262059" y="1269933"/>
                </a:lnTo>
                <a:lnTo>
                  <a:pt x="2260413" y="1268826"/>
                </a:lnTo>
                <a:lnTo>
                  <a:pt x="2258766" y="1267718"/>
                </a:lnTo>
                <a:lnTo>
                  <a:pt x="2257120" y="1266611"/>
                </a:lnTo>
                <a:lnTo>
                  <a:pt x="2255474" y="1265505"/>
                </a:lnTo>
                <a:lnTo>
                  <a:pt x="2253827" y="1264398"/>
                </a:lnTo>
                <a:lnTo>
                  <a:pt x="2252181" y="1263293"/>
                </a:lnTo>
                <a:lnTo>
                  <a:pt x="2250535" y="1262187"/>
                </a:lnTo>
                <a:lnTo>
                  <a:pt x="2248888" y="1261082"/>
                </a:lnTo>
                <a:lnTo>
                  <a:pt x="2247242" y="1259977"/>
                </a:lnTo>
                <a:lnTo>
                  <a:pt x="2245596" y="1258873"/>
                </a:lnTo>
                <a:lnTo>
                  <a:pt x="2243949" y="1257769"/>
                </a:lnTo>
                <a:lnTo>
                  <a:pt x="2242303" y="1256665"/>
                </a:lnTo>
                <a:lnTo>
                  <a:pt x="2240657" y="1255562"/>
                </a:lnTo>
                <a:lnTo>
                  <a:pt x="2239010" y="1254459"/>
                </a:lnTo>
                <a:lnTo>
                  <a:pt x="2237364" y="1253357"/>
                </a:lnTo>
                <a:lnTo>
                  <a:pt x="2235718" y="1252255"/>
                </a:lnTo>
                <a:lnTo>
                  <a:pt x="2234071" y="1251153"/>
                </a:lnTo>
                <a:lnTo>
                  <a:pt x="2232425" y="1250052"/>
                </a:lnTo>
                <a:lnTo>
                  <a:pt x="2230779" y="1248951"/>
                </a:lnTo>
                <a:lnTo>
                  <a:pt x="2229132" y="1247851"/>
                </a:lnTo>
                <a:lnTo>
                  <a:pt x="2227486" y="1246751"/>
                </a:lnTo>
                <a:lnTo>
                  <a:pt x="2225840" y="1245651"/>
                </a:lnTo>
                <a:lnTo>
                  <a:pt x="2224193" y="1244552"/>
                </a:lnTo>
                <a:lnTo>
                  <a:pt x="2222547" y="1243454"/>
                </a:lnTo>
                <a:lnTo>
                  <a:pt x="2220901" y="1242355"/>
                </a:lnTo>
                <a:lnTo>
                  <a:pt x="2219254" y="1241258"/>
                </a:lnTo>
                <a:lnTo>
                  <a:pt x="2217608" y="1240160"/>
                </a:lnTo>
                <a:lnTo>
                  <a:pt x="2215962" y="1239063"/>
                </a:lnTo>
                <a:lnTo>
                  <a:pt x="2214315" y="1237967"/>
                </a:lnTo>
                <a:lnTo>
                  <a:pt x="2212669" y="1236871"/>
                </a:lnTo>
                <a:lnTo>
                  <a:pt x="2211023" y="1235775"/>
                </a:lnTo>
                <a:lnTo>
                  <a:pt x="2209376" y="1234680"/>
                </a:lnTo>
                <a:lnTo>
                  <a:pt x="2207730" y="1233586"/>
                </a:lnTo>
                <a:lnTo>
                  <a:pt x="2206084" y="1232492"/>
                </a:lnTo>
                <a:lnTo>
                  <a:pt x="2204437" y="1231398"/>
                </a:lnTo>
                <a:lnTo>
                  <a:pt x="2202791" y="1230305"/>
                </a:lnTo>
                <a:lnTo>
                  <a:pt x="2201145" y="1229212"/>
                </a:lnTo>
                <a:lnTo>
                  <a:pt x="2199498" y="1228120"/>
                </a:lnTo>
                <a:lnTo>
                  <a:pt x="2197852" y="1227028"/>
                </a:lnTo>
                <a:lnTo>
                  <a:pt x="2196206" y="1225937"/>
                </a:lnTo>
                <a:lnTo>
                  <a:pt x="2194560" y="1224846"/>
                </a:lnTo>
                <a:lnTo>
                  <a:pt x="2192913" y="1223755"/>
                </a:lnTo>
                <a:lnTo>
                  <a:pt x="2191267" y="1222666"/>
                </a:lnTo>
                <a:lnTo>
                  <a:pt x="2189621" y="1221576"/>
                </a:lnTo>
                <a:lnTo>
                  <a:pt x="2187974" y="1220488"/>
                </a:lnTo>
                <a:lnTo>
                  <a:pt x="2186328" y="1219399"/>
                </a:lnTo>
                <a:lnTo>
                  <a:pt x="2184682" y="1218311"/>
                </a:lnTo>
                <a:lnTo>
                  <a:pt x="2183035" y="1217224"/>
                </a:lnTo>
                <a:lnTo>
                  <a:pt x="2181389" y="1216137"/>
                </a:lnTo>
                <a:lnTo>
                  <a:pt x="2179743" y="1215051"/>
                </a:lnTo>
                <a:lnTo>
                  <a:pt x="2178096" y="1213965"/>
                </a:lnTo>
                <a:lnTo>
                  <a:pt x="2176450" y="1212880"/>
                </a:lnTo>
                <a:lnTo>
                  <a:pt x="2174804" y="1211796"/>
                </a:lnTo>
                <a:lnTo>
                  <a:pt x="2173157" y="1210712"/>
                </a:lnTo>
                <a:lnTo>
                  <a:pt x="2171511" y="1209628"/>
                </a:lnTo>
                <a:lnTo>
                  <a:pt x="2169865" y="1208545"/>
                </a:lnTo>
                <a:lnTo>
                  <a:pt x="2168218" y="1207462"/>
                </a:lnTo>
                <a:lnTo>
                  <a:pt x="2166572" y="1206381"/>
                </a:lnTo>
                <a:lnTo>
                  <a:pt x="2164926" y="1205299"/>
                </a:lnTo>
                <a:lnTo>
                  <a:pt x="2163279" y="1204218"/>
                </a:lnTo>
                <a:lnTo>
                  <a:pt x="2161633" y="1203138"/>
                </a:lnTo>
                <a:lnTo>
                  <a:pt x="2159987" y="1202058"/>
                </a:lnTo>
                <a:lnTo>
                  <a:pt x="2158340" y="1200979"/>
                </a:lnTo>
                <a:lnTo>
                  <a:pt x="2156694" y="1199901"/>
                </a:lnTo>
                <a:lnTo>
                  <a:pt x="2155048" y="1198823"/>
                </a:lnTo>
                <a:lnTo>
                  <a:pt x="2153401" y="1197745"/>
                </a:lnTo>
                <a:lnTo>
                  <a:pt x="2151755" y="1196669"/>
                </a:lnTo>
                <a:lnTo>
                  <a:pt x="2150109" y="1195592"/>
                </a:lnTo>
                <a:lnTo>
                  <a:pt x="2148462" y="1194517"/>
                </a:lnTo>
                <a:lnTo>
                  <a:pt x="2146816" y="1193442"/>
                </a:lnTo>
                <a:lnTo>
                  <a:pt x="2145170" y="1192367"/>
                </a:lnTo>
                <a:lnTo>
                  <a:pt x="2143523" y="1191294"/>
                </a:lnTo>
                <a:lnTo>
                  <a:pt x="2141877" y="1190220"/>
                </a:lnTo>
                <a:lnTo>
                  <a:pt x="2140231" y="1189148"/>
                </a:lnTo>
                <a:lnTo>
                  <a:pt x="2138584" y="1188076"/>
                </a:lnTo>
                <a:lnTo>
                  <a:pt x="2136938" y="1187004"/>
                </a:lnTo>
                <a:lnTo>
                  <a:pt x="2135292" y="1185934"/>
                </a:lnTo>
                <a:lnTo>
                  <a:pt x="2133645" y="1184863"/>
                </a:lnTo>
                <a:lnTo>
                  <a:pt x="2131999" y="1183794"/>
                </a:lnTo>
                <a:lnTo>
                  <a:pt x="2130353" y="1182725"/>
                </a:lnTo>
                <a:lnTo>
                  <a:pt x="2128706" y="1181657"/>
                </a:lnTo>
                <a:lnTo>
                  <a:pt x="2127060" y="1180589"/>
                </a:lnTo>
                <a:lnTo>
                  <a:pt x="2125414" y="1179522"/>
                </a:lnTo>
                <a:lnTo>
                  <a:pt x="2123767" y="1178456"/>
                </a:lnTo>
                <a:lnTo>
                  <a:pt x="2122121" y="1177391"/>
                </a:lnTo>
                <a:lnTo>
                  <a:pt x="2120475" y="1176326"/>
                </a:lnTo>
                <a:lnTo>
                  <a:pt x="2118828" y="1175261"/>
                </a:lnTo>
                <a:lnTo>
                  <a:pt x="2117182" y="1174198"/>
                </a:lnTo>
                <a:lnTo>
                  <a:pt x="2115536" y="1173135"/>
                </a:lnTo>
                <a:lnTo>
                  <a:pt x="2113889" y="1172072"/>
                </a:lnTo>
                <a:lnTo>
                  <a:pt x="2112243" y="1171011"/>
                </a:lnTo>
                <a:lnTo>
                  <a:pt x="2110597" y="1169950"/>
                </a:lnTo>
                <a:lnTo>
                  <a:pt x="2108950" y="1168890"/>
                </a:lnTo>
                <a:lnTo>
                  <a:pt x="2107304" y="1167830"/>
                </a:lnTo>
                <a:lnTo>
                  <a:pt x="2105658" y="1166771"/>
                </a:lnTo>
                <a:lnTo>
                  <a:pt x="2104011" y="1165713"/>
                </a:lnTo>
                <a:lnTo>
                  <a:pt x="2102365" y="1164656"/>
                </a:lnTo>
                <a:lnTo>
                  <a:pt x="2100719" y="1163599"/>
                </a:lnTo>
                <a:lnTo>
                  <a:pt x="2099072" y="1162543"/>
                </a:lnTo>
                <a:lnTo>
                  <a:pt x="2097426" y="1161487"/>
                </a:lnTo>
                <a:lnTo>
                  <a:pt x="2095780" y="1160433"/>
                </a:lnTo>
                <a:lnTo>
                  <a:pt x="2094133" y="1159379"/>
                </a:lnTo>
                <a:lnTo>
                  <a:pt x="2092487" y="1158326"/>
                </a:lnTo>
                <a:lnTo>
                  <a:pt x="2090841" y="1157273"/>
                </a:lnTo>
                <a:lnTo>
                  <a:pt x="2089194" y="1156222"/>
                </a:lnTo>
                <a:lnTo>
                  <a:pt x="2087548" y="1155171"/>
                </a:lnTo>
                <a:lnTo>
                  <a:pt x="2085902" y="1154121"/>
                </a:lnTo>
                <a:lnTo>
                  <a:pt x="2084255" y="1153071"/>
                </a:lnTo>
                <a:lnTo>
                  <a:pt x="2082609" y="1152022"/>
                </a:lnTo>
                <a:lnTo>
                  <a:pt x="2080963" y="1150974"/>
                </a:lnTo>
                <a:lnTo>
                  <a:pt x="2079316" y="1149927"/>
                </a:lnTo>
                <a:lnTo>
                  <a:pt x="2077670" y="1148881"/>
                </a:lnTo>
                <a:lnTo>
                  <a:pt x="2076024" y="1147835"/>
                </a:lnTo>
                <a:lnTo>
                  <a:pt x="2074377" y="1146790"/>
                </a:lnTo>
                <a:lnTo>
                  <a:pt x="2072731" y="1145746"/>
                </a:lnTo>
                <a:lnTo>
                  <a:pt x="2071085" y="1144703"/>
                </a:lnTo>
                <a:lnTo>
                  <a:pt x="2069438" y="1143660"/>
                </a:lnTo>
                <a:lnTo>
                  <a:pt x="2067792" y="1142618"/>
                </a:lnTo>
                <a:lnTo>
                  <a:pt x="2066146" y="1141578"/>
                </a:lnTo>
                <a:lnTo>
                  <a:pt x="2064499" y="1140537"/>
                </a:lnTo>
                <a:lnTo>
                  <a:pt x="2062853" y="1139498"/>
                </a:lnTo>
                <a:lnTo>
                  <a:pt x="2061207" y="1138459"/>
                </a:lnTo>
                <a:lnTo>
                  <a:pt x="2059560" y="1137422"/>
                </a:lnTo>
                <a:lnTo>
                  <a:pt x="2057914" y="1136385"/>
                </a:lnTo>
                <a:lnTo>
                  <a:pt x="2056268" y="1135349"/>
                </a:lnTo>
                <a:lnTo>
                  <a:pt x="2054621" y="1134313"/>
                </a:lnTo>
                <a:lnTo>
                  <a:pt x="2052975" y="1133279"/>
                </a:lnTo>
                <a:lnTo>
                  <a:pt x="2051329" y="1132245"/>
                </a:lnTo>
                <a:lnTo>
                  <a:pt x="2049682" y="1131213"/>
                </a:lnTo>
                <a:lnTo>
                  <a:pt x="2048036" y="1130181"/>
                </a:lnTo>
                <a:lnTo>
                  <a:pt x="2046390" y="1129150"/>
                </a:lnTo>
                <a:lnTo>
                  <a:pt x="2044743" y="1128119"/>
                </a:lnTo>
                <a:lnTo>
                  <a:pt x="2043097" y="1127090"/>
                </a:lnTo>
                <a:lnTo>
                  <a:pt x="2041451" y="1126061"/>
                </a:lnTo>
                <a:lnTo>
                  <a:pt x="2039804" y="1125034"/>
                </a:lnTo>
                <a:lnTo>
                  <a:pt x="2038158" y="1124007"/>
                </a:lnTo>
                <a:lnTo>
                  <a:pt x="2036512" y="1122981"/>
                </a:lnTo>
                <a:lnTo>
                  <a:pt x="2034865" y="1121956"/>
                </a:lnTo>
                <a:lnTo>
                  <a:pt x="2033219" y="1120932"/>
                </a:lnTo>
                <a:lnTo>
                  <a:pt x="2031573" y="1119909"/>
                </a:lnTo>
                <a:lnTo>
                  <a:pt x="2029926" y="1118886"/>
                </a:lnTo>
                <a:lnTo>
                  <a:pt x="2028280" y="1117865"/>
                </a:lnTo>
                <a:lnTo>
                  <a:pt x="2026634" y="1116844"/>
                </a:lnTo>
                <a:lnTo>
                  <a:pt x="2024987" y="1115825"/>
                </a:lnTo>
                <a:lnTo>
                  <a:pt x="2023341" y="1114806"/>
                </a:lnTo>
                <a:lnTo>
                  <a:pt x="2021695" y="1113788"/>
                </a:lnTo>
                <a:lnTo>
                  <a:pt x="2020048" y="1112771"/>
                </a:lnTo>
                <a:lnTo>
                  <a:pt x="2018402" y="1111755"/>
                </a:lnTo>
                <a:lnTo>
                  <a:pt x="2016756" y="1110740"/>
                </a:lnTo>
                <a:lnTo>
                  <a:pt x="2015109" y="1109726"/>
                </a:lnTo>
                <a:lnTo>
                  <a:pt x="2013463" y="1108713"/>
                </a:lnTo>
                <a:lnTo>
                  <a:pt x="2011817" y="1107700"/>
                </a:lnTo>
                <a:lnTo>
                  <a:pt x="2010170" y="1106689"/>
                </a:lnTo>
                <a:lnTo>
                  <a:pt x="2008524" y="1105679"/>
                </a:lnTo>
                <a:lnTo>
                  <a:pt x="2006878" y="1104669"/>
                </a:lnTo>
                <a:lnTo>
                  <a:pt x="2005231" y="1103661"/>
                </a:lnTo>
                <a:lnTo>
                  <a:pt x="2003585" y="1102653"/>
                </a:lnTo>
                <a:lnTo>
                  <a:pt x="2001939" y="1101647"/>
                </a:lnTo>
                <a:lnTo>
                  <a:pt x="2000292" y="1100641"/>
                </a:lnTo>
                <a:lnTo>
                  <a:pt x="1998646" y="1099637"/>
                </a:lnTo>
                <a:lnTo>
                  <a:pt x="1997000" y="1098633"/>
                </a:lnTo>
                <a:lnTo>
                  <a:pt x="1995353" y="1097631"/>
                </a:lnTo>
                <a:lnTo>
                  <a:pt x="1993707" y="1096629"/>
                </a:lnTo>
                <a:lnTo>
                  <a:pt x="1992061" y="1095628"/>
                </a:lnTo>
                <a:lnTo>
                  <a:pt x="1990414" y="1094629"/>
                </a:lnTo>
                <a:lnTo>
                  <a:pt x="1988768" y="1093630"/>
                </a:lnTo>
                <a:lnTo>
                  <a:pt x="1987122" y="1092633"/>
                </a:lnTo>
                <a:lnTo>
                  <a:pt x="1985475" y="1091636"/>
                </a:lnTo>
                <a:lnTo>
                  <a:pt x="1983829" y="1090641"/>
                </a:lnTo>
                <a:lnTo>
                  <a:pt x="1982183" y="1089646"/>
                </a:lnTo>
                <a:lnTo>
                  <a:pt x="1980536" y="1088653"/>
                </a:lnTo>
                <a:lnTo>
                  <a:pt x="1978890" y="1087660"/>
                </a:lnTo>
                <a:lnTo>
                  <a:pt x="1977244" y="1086669"/>
                </a:lnTo>
                <a:lnTo>
                  <a:pt x="1975597" y="1085679"/>
                </a:lnTo>
                <a:lnTo>
                  <a:pt x="1973951" y="1084689"/>
                </a:lnTo>
                <a:lnTo>
                  <a:pt x="1972305" y="1083701"/>
                </a:lnTo>
                <a:lnTo>
                  <a:pt x="1970658" y="1082714"/>
                </a:lnTo>
                <a:lnTo>
                  <a:pt x="1969012" y="1081728"/>
                </a:lnTo>
                <a:lnTo>
                  <a:pt x="1967366" y="1080743"/>
                </a:lnTo>
                <a:lnTo>
                  <a:pt x="1965719" y="1079759"/>
                </a:lnTo>
                <a:lnTo>
                  <a:pt x="1964073" y="1078776"/>
                </a:lnTo>
                <a:lnTo>
                  <a:pt x="1962427" y="1077794"/>
                </a:lnTo>
                <a:lnTo>
                  <a:pt x="1960780" y="1076814"/>
                </a:lnTo>
                <a:lnTo>
                  <a:pt x="1959134" y="1075834"/>
                </a:lnTo>
                <a:lnTo>
                  <a:pt x="1957488" y="1074856"/>
                </a:lnTo>
                <a:lnTo>
                  <a:pt x="1955841" y="1073878"/>
                </a:lnTo>
                <a:lnTo>
                  <a:pt x="1954195" y="1072902"/>
                </a:lnTo>
                <a:lnTo>
                  <a:pt x="1952549" y="1071927"/>
                </a:lnTo>
                <a:lnTo>
                  <a:pt x="1950902" y="1070953"/>
                </a:lnTo>
                <a:lnTo>
                  <a:pt x="1949256" y="1069980"/>
                </a:lnTo>
                <a:lnTo>
                  <a:pt x="1947610" y="1069009"/>
                </a:lnTo>
                <a:lnTo>
                  <a:pt x="1945963" y="1068038"/>
                </a:lnTo>
                <a:lnTo>
                  <a:pt x="1944317" y="1067069"/>
                </a:lnTo>
                <a:lnTo>
                  <a:pt x="1942671" y="1066100"/>
                </a:lnTo>
                <a:lnTo>
                  <a:pt x="1941024" y="1065133"/>
                </a:lnTo>
                <a:lnTo>
                  <a:pt x="1939378" y="1064167"/>
                </a:lnTo>
                <a:lnTo>
                  <a:pt x="1937732" y="1063202"/>
                </a:lnTo>
                <a:lnTo>
                  <a:pt x="1936085" y="1062239"/>
                </a:lnTo>
                <a:lnTo>
                  <a:pt x="1934439" y="1061276"/>
                </a:lnTo>
                <a:lnTo>
                  <a:pt x="1932793" y="1060315"/>
                </a:lnTo>
                <a:lnTo>
                  <a:pt x="1931146" y="1059355"/>
                </a:lnTo>
                <a:lnTo>
                  <a:pt x="1929500" y="1058396"/>
                </a:lnTo>
                <a:lnTo>
                  <a:pt x="1927854" y="1057438"/>
                </a:lnTo>
                <a:lnTo>
                  <a:pt x="1926207" y="1056482"/>
                </a:lnTo>
                <a:lnTo>
                  <a:pt x="1924561" y="1055527"/>
                </a:lnTo>
                <a:lnTo>
                  <a:pt x="1922915" y="1054573"/>
                </a:lnTo>
                <a:lnTo>
                  <a:pt x="1921268" y="1053620"/>
                </a:lnTo>
                <a:lnTo>
                  <a:pt x="1919622" y="1052668"/>
                </a:lnTo>
                <a:lnTo>
                  <a:pt x="1917976" y="1051718"/>
                </a:lnTo>
                <a:lnTo>
                  <a:pt x="1916329" y="1050768"/>
                </a:lnTo>
                <a:lnTo>
                  <a:pt x="1914683" y="1049821"/>
                </a:lnTo>
                <a:lnTo>
                  <a:pt x="1913037" y="1048874"/>
                </a:lnTo>
                <a:lnTo>
                  <a:pt x="1911390" y="1047928"/>
                </a:lnTo>
                <a:lnTo>
                  <a:pt x="1909744" y="1046984"/>
                </a:lnTo>
                <a:lnTo>
                  <a:pt x="1908098" y="1046041"/>
                </a:lnTo>
                <a:lnTo>
                  <a:pt x="1906451" y="1045100"/>
                </a:lnTo>
                <a:lnTo>
                  <a:pt x="1904805" y="1044159"/>
                </a:lnTo>
                <a:lnTo>
                  <a:pt x="1903159" y="1043220"/>
                </a:lnTo>
                <a:lnTo>
                  <a:pt x="1901512" y="1042283"/>
                </a:lnTo>
                <a:lnTo>
                  <a:pt x="1899866" y="1041346"/>
                </a:lnTo>
                <a:lnTo>
                  <a:pt x="1898220" y="1040411"/>
                </a:lnTo>
                <a:lnTo>
                  <a:pt x="1896573" y="1039477"/>
                </a:lnTo>
                <a:lnTo>
                  <a:pt x="1894927" y="1038544"/>
                </a:lnTo>
                <a:lnTo>
                  <a:pt x="1893281" y="1037613"/>
                </a:lnTo>
                <a:lnTo>
                  <a:pt x="1891634" y="1036683"/>
                </a:lnTo>
                <a:lnTo>
                  <a:pt x="1889988" y="1035754"/>
                </a:lnTo>
                <a:lnTo>
                  <a:pt x="1888342" y="1034827"/>
                </a:lnTo>
                <a:lnTo>
                  <a:pt x="1886695" y="1033901"/>
                </a:lnTo>
                <a:lnTo>
                  <a:pt x="1885049" y="1032977"/>
                </a:lnTo>
                <a:lnTo>
                  <a:pt x="1883403" y="1032053"/>
                </a:lnTo>
                <a:lnTo>
                  <a:pt x="1881756" y="1031131"/>
                </a:lnTo>
                <a:lnTo>
                  <a:pt x="1880110" y="1030211"/>
                </a:lnTo>
                <a:lnTo>
                  <a:pt x="1878464" y="1029292"/>
                </a:lnTo>
                <a:lnTo>
                  <a:pt x="1876818" y="1028374"/>
                </a:lnTo>
                <a:lnTo>
                  <a:pt x="1875171" y="1027457"/>
                </a:lnTo>
                <a:lnTo>
                  <a:pt x="1873525" y="1026542"/>
                </a:lnTo>
                <a:lnTo>
                  <a:pt x="1871879" y="1025629"/>
                </a:lnTo>
                <a:lnTo>
                  <a:pt x="1870232" y="1024716"/>
                </a:lnTo>
                <a:lnTo>
                  <a:pt x="1868586" y="1023805"/>
                </a:lnTo>
                <a:lnTo>
                  <a:pt x="1866940" y="1022896"/>
                </a:lnTo>
                <a:lnTo>
                  <a:pt x="1865293" y="1021988"/>
                </a:lnTo>
                <a:lnTo>
                  <a:pt x="1863647" y="1021081"/>
                </a:lnTo>
                <a:lnTo>
                  <a:pt x="1862001" y="1020176"/>
                </a:lnTo>
                <a:lnTo>
                  <a:pt x="1860354" y="1019272"/>
                </a:lnTo>
                <a:lnTo>
                  <a:pt x="1858708" y="1018370"/>
                </a:lnTo>
                <a:lnTo>
                  <a:pt x="1857062" y="1017469"/>
                </a:lnTo>
                <a:lnTo>
                  <a:pt x="1855415" y="1016569"/>
                </a:lnTo>
                <a:lnTo>
                  <a:pt x="1853769" y="1015671"/>
                </a:lnTo>
                <a:lnTo>
                  <a:pt x="1852123" y="1014775"/>
                </a:lnTo>
                <a:lnTo>
                  <a:pt x="1850476" y="1013880"/>
                </a:lnTo>
                <a:lnTo>
                  <a:pt x="1848830" y="1012986"/>
                </a:lnTo>
                <a:lnTo>
                  <a:pt x="1847184" y="1012094"/>
                </a:lnTo>
                <a:lnTo>
                  <a:pt x="1845537" y="1011203"/>
                </a:lnTo>
                <a:lnTo>
                  <a:pt x="1843891" y="1010314"/>
                </a:lnTo>
                <a:lnTo>
                  <a:pt x="1842245" y="1009426"/>
                </a:lnTo>
                <a:lnTo>
                  <a:pt x="1840598" y="1008540"/>
                </a:lnTo>
                <a:lnTo>
                  <a:pt x="1838952" y="1007656"/>
                </a:lnTo>
                <a:lnTo>
                  <a:pt x="1837306" y="1006772"/>
                </a:lnTo>
                <a:lnTo>
                  <a:pt x="1835659" y="1005891"/>
                </a:lnTo>
                <a:lnTo>
                  <a:pt x="1834013" y="1005011"/>
                </a:lnTo>
                <a:lnTo>
                  <a:pt x="1832367" y="1004132"/>
                </a:lnTo>
                <a:lnTo>
                  <a:pt x="1830720" y="1003255"/>
                </a:lnTo>
                <a:lnTo>
                  <a:pt x="1829074" y="1002380"/>
                </a:lnTo>
                <a:lnTo>
                  <a:pt x="1827428" y="1001506"/>
                </a:lnTo>
                <a:lnTo>
                  <a:pt x="1825781" y="1000633"/>
                </a:lnTo>
                <a:lnTo>
                  <a:pt x="1824135" y="999762"/>
                </a:lnTo>
                <a:lnTo>
                  <a:pt x="1822489" y="998893"/>
                </a:lnTo>
                <a:lnTo>
                  <a:pt x="1820842" y="998026"/>
                </a:lnTo>
                <a:lnTo>
                  <a:pt x="1819196" y="997159"/>
                </a:lnTo>
                <a:lnTo>
                  <a:pt x="1817550" y="996295"/>
                </a:lnTo>
                <a:lnTo>
                  <a:pt x="1815903" y="995432"/>
                </a:lnTo>
                <a:lnTo>
                  <a:pt x="1814257" y="994571"/>
                </a:lnTo>
                <a:lnTo>
                  <a:pt x="1812611" y="993711"/>
                </a:lnTo>
                <a:lnTo>
                  <a:pt x="1810964" y="992853"/>
                </a:lnTo>
                <a:lnTo>
                  <a:pt x="1809318" y="991997"/>
                </a:lnTo>
                <a:lnTo>
                  <a:pt x="1807672" y="991142"/>
                </a:lnTo>
                <a:lnTo>
                  <a:pt x="1806025" y="990289"/>
                </a:lnTo>
                <a:lnTo>
                  <a:pt x="1804379" y="989437"/>
                </a:lnTo>
                <a:lnTo>
                  <a:pt x="1802733" y="988587"/>
                </a:lnTo>
                <a:lnTo>
                  <a:pt x="1801086" y="987739"/>
                </a:lnTo>
                <a:lnTo>
                  <a:pt x="1799440" y="986892"/>
                </a:lnTo>
                <a:lnTo>
                  <a:pt x="1797794" y="986047"/>
                </a:lnTo>
                <a:lnTo>
                  <a:pt x="1796147" y="985204"/>
                </a:lnTo>
                <a:lnTo>
                  <a:pt x="1794501" y="984363"/>
                </a:lnTo>
                <a:lnTo>
                  <a:pt x="1792855" y="983523"/>
                </a:lnTo>
                <a:lnTo>
                  <a:pt x="1791208" y="982685"/>
                </a:lnTo>
                <a:lnTo>
                  <a:pt x="1789562" y="981848"/>
                </a:lnTo>
                <a:lnTo>
                  <a:pt x="1787916" y="981013"/>
                </a:lnTo>
                <a:lnTo>
                  <a:pt x="1786269" y="980180"/>
                </a:lnTo>
                <a:lnTo>
                  <a:pt x="1784623" y="979349"/>
                </a:lnTo>
                <a:lnTo>
                  <a:pt x="1782977" y="978520"/>
                </a:lnTo>
                <a:lnTo>
                  <a:pt x="1781330" y="977692"/>
                </a:lnTo>
                <a:lnTo>
                  <a:pt x="1779684" y="976866"/>
                </a:lnTo>
                <a:lnTo>
                  <a:pt x="1778038" y="976041"/>
                </a:lnTo>
                <a:lnTo>
                  <a:pt x="1776391" y="975219"/>
                </a:lnTo>
                <a:lnTo>
                  <a:pt x="1774745" y="974398"/>
                </a:lnTo>
                <a:lnTo>
                  <a:pt x="1773099" y="973579"/>
                </a:lnTo>
                <a:lnTo>
                  <a:pt x="1771452" y="972761"/>
                </a:lnTo>
                <a:lnTo>
                  <a:pt x="1769806" y="971946"/>
                </a:lnTo>
                <a:lnTo>
                  <a:pt x="1768160" y="971132"/>
                </a:lnTo>
                <a:lnTo>
                  <a:pt x="1766513" y="970320"/>
                </a:lnTo>
                <a:lnTo>
                  <a:pt x="1764867" y="969510"/>
                </a:lnTo>
                <a:lnTo>
                  <a:pt x="1763221" y="968702"/>
                </a:lnTo>
                <a:lnTo>
                  <a:pt x="1761574" y="967895"/>
                </a:lnTo>
                <a:lnTo>
                  <a:pt x="1759928" y="967091"/>
                </a:lnTo>
                <a:lnTo>
                  <a:pt x="1758282" y="966288"/>
                </a:lnTo>
                <a:lnTo>
                  <a:pt x="1756635" y="965487"/>
                </a:lnTo>
                <a:lnTo>
                  <a:pt x="1754989" y="964688"/>
                </a:lnTo>
                <a:lnTo>
                  <a:pt x="1753343" y="963890"/>
                </a:lnTo>
                <a:lnTo>
                  <a:pt x="1751696" y="963095"/>
                </a:lnTo>
                <a:lnTo>
                  <a:pt x="1750050" y="962301"/>
                </a:lnTo>
                <a:lnTo>
                  <a:pt x="1748404" y="961510"/>
                </a:lnTo>
                <a:lnTo>
                  <a:pt x="1746757" y="960720"/>
                </a:lnTo>
                <a:lnTo>
                  <a:pt x="1745111" y="959932"/>
                </a:lnTo>
                <a:lnTo>
                  <a:pt x="1743465" y="959146"/>
                </a:lnTo>
                <a:lnTo>
                  <a:pt x="1741818" y="958362"/>
                </a:lnTo>
                <a:lnTo>
                  <a:pt x="1740172" y="957580"/>
                </a:lnTo>
                <a:lnTo>
                  <a:pt x="1738526" y="956799"/>
                </a:lnTo>
                <a:lnTo>
                  <a:pt x="1736879" y="956021"/>
                </a:lnTo>
                <a:lnTo>
                  <a:pt x="1735233" y="955244"/>
                </a:lnTo>
                <a:lnTo>
                  <a:pt x="1733587" y="954470"/>
                </a:lnTo>
                <a:lnTo>
                  <a:pt x="1731940" y="953697"/>
                </a:lnTo>
                <a:lnTo>
                  <a:pt x="1730294" y="952927"/>
                </a:lnTo>
                <a:lnTo>
                  <a:pt x="1728648" y="952158"/>
                </a:lnTo>
                <a:lnTo>
                  <a:pt x="1727001" y="951392"/>
                </a:lnTo>
                <a:lnTo>
                  <a:pt x="1725355" y="950627"/>
                </a:lnTo>
                <a:lnTo>
                  <a:pt x="1723709" y="949864"/>
                </a:lnTo>
                <a:lnTo>
                  <a:pt x="1722062" y="949103"/>
                </a:lnTo>
                <a:lnTo>
                  <a:pt x="1720416" y="948345"/>
                </a:lnTo>
                <a:lnTo>
                  <a:pt x="1718770" y="947588"/>
                </a:lnTo>
                <a:lnTo>
                  <a:pt x="1717123" y="946833"/>
                </a:lnTo>
                <a:lnTo>
                  <a:pt x="1715477" y="946081"/>
                </a:lnTo>
                <a:lnTo>
                  <a:pt x="1713831" y="945330"/>
                </a:lnTo>
                <a:lnTo>
                  <a:pt x="1712184" y="944581"/>
                </a:lnTo>
                <a:lnTo>
                  <a:pt x="1710538" y="943835"/>
                </a:lnTo>
                <a:lnTo>
                  <a:pt x="1708892" y="943090"/>
                </a:lnTo>
                <a:lnTo>
                  <a:pt x="1707245" y="942348"/>
                </a:lnTo>
                <a:lnTo>
                  <a:pt x="1705599" y="941608"/>
                </a:lnTo>
                <a:lnTo>
                  <a:pt x="1703953" y="940869"/>
                </a:lnTo>
                <a:lnTo>
                  <a:pt x="1702306" y="940133"/>
                </a:lnTo>
                <a:lnTo>
                  <a:pt x="1700660" y="939399"/>
                </a:lnTo>
                <a:lnTo>
                  <a:pt x="1699014" y="938667"/>
                </a:lnTo>
                <a:lnTo>
                  <a:pt x="1697367" y="937937"/>
                </a:lnTo>
                <a:lnTo>
                  <a:pt x="1695721" y="937209"/>
                </a:lnTo>
                <a:lnTo>
                  <a:pt x="1694075" y="936484"/>
                </a:lnTo>
                <a:lnTo>
                  <a:pt x="1692428" y="935760"/>
                </a:lnTo>
                <a:lnTo>
                  <a:pt x="1690782" y="935039"/>
                </a:lnTo>
                <a:lnTo>
                  <a:pt x="1689136" y="934319"/>
                </a:lnTo>
                <a:lnTo>
                  <a:pt x="1687489" y="933602"/>
                </a:lnTo>
                <a:lnTo>
                  <a:pt x="1685843" y="932887"/>
                </a:lnTo>
                <a:lnTo>
                  <a:pt x="1684197" y="932175"/>
                </a:lnTo>
                <a:lnTo>
                  <a:pt x="1682550" y="931464"/>
                </a:lnTo>
                <a:lnTo>
                  <a:pt x="1680904" y="930756"/>
                </a:lnTo>
                <a:lnTo>
                  <a:pt x="1679258" y="930049"/>
                </a:lnTo>
                <a:lnTo>
                  <a:pt x="1677611" y="929345"/>
                </a:lnTo>
                <a:lnTo>
                  <a:pt x="1675965" y="928644"/>
                </a:lnTo>
                <a:lnTo>
                  <a:pt x="1674319" y="927944"/>
                </a:lnTo>
                <a:lnTo>
                  <a:pt x="1672672" y="927247"/>
                </a:lnTo>
                <a:lnTo>
                  <a:pt x="1671026" y="926551"/>
                </a:lnTo>
                <a:lnTo>
                  <a:pt x="1669380" y="925859"/>
                </a:lnTo>
                <a:lnTo>
                  <a:pt x="1667733" y="925168"/>
                </a:lnTo>
                <a:lnTo>
                  <a:pt x="1666087" y="924480"/>
                </a:lnTo>
                <a:lnTo>
                  <a:pt x="1664441" y="923794"/>
                </a:lnTo>
                <a:lnTo>
                  <a:pt x="1662794" y="923110"/>
                </a:lnTo>
                <a:lnTo>
                  <a:pt x="1661148" y="922428"/>
                </a:lnTo>
                <a:lnTo>
                  <a:pt x="1659502" y="921749"/>
                </a:lnTo>
                <a:lnTo>
                  <a:pt x="1657855" y="921072"/>
                </a:lnTo>
                <a:lnTo>
                  <a:pt x="1656209" y="920397"/>
                </a:lnTo>
                <a:lnTo>
                  <a:pt x="1654563" y="919725"/>
                </a:lnTo>
                <a:lnTo>
                  <a:pt x="1652916" y="919055"/>
                </a:lnTo>
                <a:lnTo>
                  <a:pt x="1651270" y="918387"/>
                </a:lnTo>
                <a:lnTo>
                  <a:pt x="1649624" y="917722"/>
                </a:lnTo>
                <a:lnTo>
                  <a:pt x="1647977" y="917059"/>
                </a:lnTo>
                <a:lnTo>
                  <a:pt x="1646331" y="916399"/>
                </a:lnTo>
                <a:lnTo>
                  <a:pt x="1644685" y="915740"/>
                </a:lnTo>
                <a:lnTo>
                  <a:pt x="1643038" y="915084"/>
                </a:lnTo>
                <a:lnTo>
                  <a:pt x="1641392" y="914431"/>
                </a:lnTo>
                <a:lnTo>
                  <a:pt x="1639746" y="913780"/>
                </a:lnTo>
                <a:lnTo>
                  <a:pt x="1638099" y="913131"/>
                </a:lnTo>
                <a:lnTo>
                  <a:pt x="1636453" y="912485"/>
                </a:lnTo>
                <a:lnTo>
                  <a:pt x="1634807" y="911841"/>
                </a:lnTo>
                <a:lnTo>
                  <a:pt x="1633160" y="911200"/>
                </a:lnTo>
                <a:lnTo>
                  <a:pt x="1631514" y="910561"/>
                </a:lnTo>
                <a:lnTo>
                  <a:pt x="1629868" y="909924"/>
                </a:lnTo>
                <a:lnTo>
                  <a:pt x="1628221" y="909290"/>
                </a:lnTo>
                <a:lnTo>
                  <a:pt x="1626575" y="908659"/>
                </a:lnTo>
                <a:lnTo>
                  <a:pt x="1624929" y="908029"/>
                </a:lnTo>
                <a:lnTo>
                  <a:pt x="1623282" y="907403"/>
                </a:lnTo>
                <a:lnTo>
                  <a:pt x="1621636" y="906779"/>
                </a:lnTo>
                <a:lnTo>
                  <a:pt x="1619990" y="906157"/>
                </a:lnTo>
                <a:lnTo>
                  <a:pt x="1618343" y="905538"/>
                </a:lnTo>
                <a:lnTo>
                  <a:pt x="1616697" y="904921"/>
                </a:lnTo>
                <a:lnTo>
                  <a:pt x="1615051" y="904307"/>
                </a:lnTo>
                <a:lnTo>
                  <a:pt x="1613404" y="903695"/>
                </a:lnTo>
                <a:lnTo>
                  <a:pt x="1611758" y="903086"/>
                </a:lnTo>
                <a:lnTo>
                  <a:pt x="1610112" y="902480"/>
                </a:lnTo>
                <a:lnTo>
                  <a:pt x="1608465" y="901876"/>
                </a:lnTo>
                <a:lnTo>
                  <a:pt x="1606819" y="901275"/>
                </a:lnTo>
                <a:lnTo>
                  <a:pt x="1605173" y="900676"/>
                </a:lnTo>
                <a:lnTo>
                  <a:pt x="1603526" y="900080"/>
                </a:lnTo>
                <a:lnTo>
                  <a:pt x="1601880" y="899486"/>
                </a:lnTo>
                <a:lnTo>
                  <a:pt x="1600234" y="898895"/>
                </a:lnTo>
                <a:lnTo>
                  <a:pt x="1598587" y="898307"/>
                </a:lnTo>
                <a:lnTo>
                  <a:pt x="1596941" y="897721"/>
                </a:lnTo>
                <a:lnTo>
                  <a:pt x="1595295" y="897138"/>
                </a:lnTo>
                <a:lnTo>
                  <a:pt x="1593648" y="896558"/>
                </a:lnTo>
                <a:lnTo>
                  <a:pt x="1592002" y="895980"/>
                </a:lnTo>
                <a:lnTo>
                  <a:pt x="1590356" y="895405"/>
                </a:lnTo>
                <a:lnTo>
                  <a:pt x="1588709" y="894832"/>
                </a:lnTo>
                <a:lnTo>
                  <a:pt x="1587063" y="894263"/>
                </a:lnTo>
                <a:lnTo>
                  <a:pt x="1585417" y="893696"/>
                </a:lnTo>
                <a:lnTo>
                  <a:pt x="1583770" y="893131"/>
                </a:lnTo>
                <a:lnTo>
                  <a:pt x="1582124" y="892570"/>
                </a:lnTo>
                <a:lnTo>
                  <a:pt x="1580478" y="892011"/>
                </a:lnTo>
                <a:lnTo>
                  <a:pt x="1578831" y="891454"/>
                </a:lnTo>
                <a:lnTo>
                  <a:pt x="1577185" y="890901"/>
                </a:lnTo>
                <a:lnTo>
                  <a:pt x="1575539" y="890350"/>
                </a:lnTo>
                <a:lnTo>
                  <a:pt x="1573892" y="889802"/>
                </a:lnTo>
                <a:lnTo>
                  <a:pt x="1572246" y="889257"/>
                </a:lnTo>
                <a:lnTo>
                  <a:pt x="1570600" y="888715"/>
                </a:lnTo>
                <a:lnTo>
                  <a:pt x="1568953" y="888175"/>
                </a:lnTo>
                <a:lnTo>
                  <a:pt x="1567307" y="887638"/>
                </a:lnTo>
                <a:lnTo>
                  <a:pt x="1565661" y="887104"/>
                </a:lnTo>
                <a:lnTo>
                  <a:pt x="1564015" y="886573"/>
                </a:lnTo>
                <a:lnTo>
                  <a:pt x="1562368" y="886045"/>
                </a:lnTo>
                <a:lnTo>
                  <a:pt x="1560722" y="885519"/>
                </a:lnTo>
                <a:lnTo>
                  <a:pt x="1559076" y="884997"/>
                </a:lnTo>
                <a:lnTo>
                  <a:pt x="1557429" y="884477"/>
                </a:lnTo>
                <a:lnTo>
                  <a:pt x="1555783" y="883960"/>
                </a:lnTo>
                <a:lnTo>
                  <a:pt x="1554137" y="883446"/>
                </a:lnTo>
                <a:lnTo>
                  <a:pt x="1552490" y="882935"/>
                </a:lnTo>
                <a:lnTo>
                  <a:pt x="1550844" y="882426"/>
                </a:lnTo>
                <a:lnTo>
                  <a:pt x="1549198" y="881921"/>
                </a:lnTo>
                <a:lnTo>
                  <a:pt x="1547551" y="881418"/>
                </a:lnTo>
                <a:lnTo>
                  <a:pt x="1545905" y="880919"/>
                </a:lnTo>
                <a:lnTo>
                  <a:pt x="1544259" y="880422"/>
                </a:lnTo>
                <a:lnTo>
                  <a:pt x="1542612" y="879929"/>
                </a:lnTo>
                <a:lnTo>
                  <a:pt x="1540966" y="879438"/>
                </a:lnTo>
                <a:lnTo>
                  <a:pt x="1539320" y="878950"/>
                </a:lnTo>
                <a:lnTo>
                  <a:pt x="1537673" y="878465"/>
                </a:lnTo>
                <a:lnTo>
                  <a:pt x="1536027" y="877984"/>
                </a:lnTo>
                <a:lnTo>
                  <a:pt x="1534381" y="877505"/>
                </a:lnTo>
                <a:lnTo>
                  <a:pt x="1532734" y="877029"/>
                </a:lnTo>
                <a:lnTo>
                  <a:pt x="1531088" y="876556"/>
                </a:lnTo>
                <a:lnTo>
                  <a:pt x="1529442" y="876087"/>
                </a:lnTo>
                <a:lnTo>
                  <a:pt x="1527795" y="875620"/>
                </a:lnTo>
                <a:lnTo>
                  <a:pt x="1526149" y="875157"/>
                </a:lnTo>
                <a:lnTo>
                  <a:pt x="1524503" y="874696"/>
                </a:lnTo>
                <a:lnTo>
                  <a:pt x="1522856" y="874239"/>
                </a:lnTo>
                <a:lnTo>
                  <a:pt x="1521210" y="873784"/>
                </a:lnTo>
                <a:lnTo>
                  <a:pt x="1519564" y="873333"/>
                </a:lnTo>
                <a:lnTo>
                  <a:pt x="1517917" y="872885"/>
                </a:lnTo>
                <a:lnTo>
                  <a:pt x="1516271" y="872440"/>
                </a:lnTo>
                <a:lnTo>
                  <a:pt x="1514625" y="871998"/>
                </a:lnTo>
                <a:lnTo>
                  <a:pt x="1512978" y="871559"/>
                </a:lnTo>
                <a:lnTo>
                  <a:pt x="1511332" y="871123"/>
                </a:lnTo>
                <a:lnTo>
                  <a:pt x="1509686" y="870691"/>
                </a:lnTo>
                <a:lnTo>
                  <a:pt x="1508039" y="870261"/>
                </a:lnTo>
                <a:lnTo>
                  <a:pt x="1506393" y="869835"/>
                </a:lnTo>
                <a:lnTo>
                  <a:pt x="1504747" y="869412"/>
                </a:lnTo>
                <a:lnTo>
                  <a:pt x="1503100" y="868992"/>
                </a:lnTo>
                <a:lnTo>
                  <a:pt x="1501454" y="868576"/>
                </a:lnTo>
                <a:lnTo>
                  <a:pt x="1499808" y="868163"/>
                </a:lnTo>
                <a:lnTo>
                  <a:pt x="1498161" y="867752"/>
                </a:lnTo>
                <a:lnTo>
                  <a:pt x="1496515" y="867346"/>
                </a:lnTo>
                <a:lnTo>
                  <a:pt x="1494869" y="866942"/>
                </a:lnTo>
                <a:lnTo>
                  <a:pt x="1493222" y="866542"/>
                </a:lnTo>
                <a:lnTo>
                  <a:pt x="1491576" y="866145"/>
                </a:lnTo>
                <a:lnTo>
                  <a:pt x="1489930" y="865751"/>
                </a:lnTo>
                <a:lnTo>
                  <a:pt x="1488283" y="865360"/>
                </a:lnTo>
                <a:lnTo>
                  <a:pt x="1486637" y="864973"/>
                </a:lnTo>
                <a:lnTo>
                  <a:pt x="1484991" y="864589"/>
                </a:lnTo>
                <a:lnTo>
                  <a:pt x="1483344" y="864209"/>
                </a:lnTo>
                <a:lnTo>
                  <a:pt x="1481698" y="863832"/>
                </a:lnTo>
                <a:lnTo>
                  <a:pt x="1480052" y="863458"/>
                </a:lnTo>
                <a:lnTo>
                  <a:pt x="1478405" y="863088"/>
                </a:lnTo>
                <a:lnTo>
                  <a:pt x="1476759" y="862721"/>
                </a:lnTo>
                <a:lnTo>
                  <a:pt x="1475113" y="862357"/>
                </a:lnTo>
                <a:lnTo>
                  <a:pt x="1473466" y="861997"/>
                </a:lnTo>
                <a:lnTo>
                  <a:pt x="1471820" y="861640"/>
                </a:lnTo>
                <a:lnTo>
                  <a:pt x="1470174" y="861286"/>
                </a:lnTo>
                <a:lnTo>
                  <a:pt x="1468527" y="860936"/>
                </a:lnTo>
                <a:lnTo>
                  <a:pt x="1466881" y="860590"/>
                </a:lnTo>
                <a:lnTo>
                  <a:pt x="1465235" y="860247"/>
                </a:lnTo>
                <a:lnTo>
                  <a:pt x="1463588" y="859907"/>
                </a:lnTo>
                <a:lnTo>
                  <a:pt x="1461942" y="859571"/>
                </a:lnTo>
                <a:lnTo>
                  <a:pt x="1460296" y="859239"/>
                </a:lnTo>
                <a:lnTo>
                  <a:pt x="1458649" y="858909"/>
                </a:lnTo>
                <a:lnTo>
                  <a:pt x="1457003" y="858584"/>
                </a:lnTo>
                <a:lnTo>
                  <a:pt x="1455357" y="858262"/>
                </a:lnTo>
                <a:lnTo>
                  <a:pt x="1453710" y="857943"/>
                </a:lnTo>
                <a:lnTo>
                  <a:pt x="1452064" y="857628"/>
                </a:lnTo>
                <a:lnTo>
                  <a:pt x="1450418" y="857317"/>
                </a:lnTo>
                <a:lnTo>
                  <a:pt x="1448771" y="857009"/>
                </a:lnTo>
                <a:lnTo>
                  <a:pt x="1447125" y="856705"/>
                </a:lnTo>
                <a:lnTo>
                  <a:pt x="1445479" y="856404"/>
                </a:lnTo>
                <a:lnTo>
                  <a:pt x="1443832" y="856107"/>
                </a:lnTo>
                <a:lnTo>
                  <a:pt x="1442186" y="855814"/>
                </a:lnTo>
                <a:lnTo>
                  <a:pt x="1440540" y="855524"/>
                </a:lnTo>
                <a:lnTo>
                  <a:pt x="1438893" y="855238"/>
                </a:lnTo>
                <a:lnTo>
                  <a:pt x="1437247" y="854956"/>
                </a:lnTo>
                <a:lnTo>
                  <a:pt x="1435601" y="854677"/>
                </a:lnTo>
                <a:lnTo>
                  <a:pt x="1433954" y="854402"/>
                </a:lnTo>
                <a:lnTo>
                  <a:pt x="1432308" y="854131"/>
                </a:lnTo>
                <a:lnTo>
                  <a:pt x="1430662" y="853863"/>
                </a:lnTo>
                <a:lnTo>
                  <a:pt x="1429015" y="853599"/>
                </a:lnTo>
                <a:lnTo>
                  <a:pt x="1427369" y="853339"/>
                </a:lnTo>
                <a:lnTo>
                  <a:pt x="1425723" y="853083"/>
                </a:lnTo>
                <a:lnTo>
                  <a:pt x="1424076" y="852830"/>
                </a:lnTo>
                <a:lnTo>
                  <a:pt x="1422430" y="852581"/>
                </a:lnTo>
                <a:lnTo>
                  <a:pt x="1420784" y="852336"/>
                </a:lnTo>
                <a:lnTo>
                  <a:pt x="1419137" y="852095"/>
                </a:lnTo>
                <a:lnTo>
                  <a:pt x="1417491" y="851857"/>
                </a:lnTo>
                <a:lnTo>
                  <a:pt x="1415845" y="851624"/>
                </a:lnTo>
                <a:lnTo>
                  <a:pt x="1414198" y="851394"/>
                </a:lnTo>
                <a:lnTo>
                  <a:pt x="1412552" y="851168"/>
                </a:lnTo>
                <a:lnTo>
                  <a:pt x="1410906" y="850946"/>
                </a:lnTo>
                <a:lnTo>
                  <a:pt x="1409259" y="850727"/>
                </a:lnTo>
                <a:lnTo>
                  <a:pt x="1407613" y="850513"/>
                </a:lnTo>
                <a:lnTo>
                  <a:pt x="1405967" y="850303"/>
                </a:lnTo>
                <a:lnTo>
                  <a:pt x="1404320" y="850096"/>
                </a:lnTo>
                <a:lnTo>
                  <a:pt x="1402674" y="849894"/>
                </a:lnTo>
                <a:lnTo>
                  <a:pt x="1401028" y="849695"/>
                </a:lnTo>
                <a:lnTo>
                  <a:pt x="1399381" y="849500"/>
                </a:lnTo>
                <a:lnTo>
                  <a:pt x="1397735" y="849310"/>
                </a:lnTo>
                <a:lnTo>
                  <a:pt x="1396089" y="849123"/>
                </a:lnTo>
                <a:lnTo>
                  <a:pt x="1394442" y="848940"/>
                </a:lnTo>
                <a:lnTo>
                  <a:pt x="1392796" y="848761"/>
                </a:lnTo>
                <a:lnTo>
                  <a:pt x="1391150" y="848587"/>
                </a:lnTo>
                <a:lnTo>
                  <a:pt x="1389503" y="848416"/>
                </a:lnTo>
                <a:lnTo>
                  <a:pt x="1387857" y="848249"/>
                </a:lnTo>
                <a:lnTo>
                  <a:pt x="1386211" y="848087"/>
                </a:lnTo>
                <a:lnTo>
                  <a:pt x="1384564" y="847928"/>
                </a:lnTo>
                <a:lnTo>
                  <a:pt x="1382918" y="847774"/>
                </a:lnTo>
                <a:lnTo>
                  <a:pt x="1381272" y="847624"/>
                </a:lnTo>
                <a:lnTo>
                  <a:pt x="1379625" y="847477"/>
                </a:lnTo>
                <a:lnTo>
                  <a:pt x="1377979" y="847335"/>
                </a:lnTo>
                <a:lnTo>
                  <a:pt x="1376333" y="847197"/>
                </a:lnTo>
                <a:lnTo>
                  <a:pt x="1374686" y="847064"/>
                </a:lnTo>
                <a:lnTo>
                  <a:pt x="1373040" y="846934"/>
                </a:lnTo>
                <a:lnTo>
                  <a:pt x="1371394" y="846809"/>
                </a:lnTo>
                <a:lnTo>
                  <a:pt x="1369747" y="846687"/>
                </a:lnTo>
                <a:lnTo>
                  <a:pt x="1368101" y="846570"/>
                </a:lnTo>
                <a:lnTo>
                  <a:pt x="1366455" y="846458"/>
                </a:lnTo>
                <a:lnTo>
                  <a:pt x="1364808" y="846349"/>
                </a:lnTo>
                <a:lnTo>
                  <a:pt x="1363162" y="846245"/>
                </a:lnTo>
                <a:lnTo>
                  <a:pt x="1361516" y="846145"/>
                </a:lnTo>
                <a:lnTo>
                  <a:pt x="1359869" y="846049"/>
                </a:lnTo>
                <a:lnTo>
                  <a:pt x="1358223" y="845958"/>
                </a:lnTo>
                <a:lnTo>
                  <a:pt x="1356577" y="845870"/>
                </a:lnTo>
                <a:lnTo>
                  <a:pt x="1354930" y="845788"/>
                </a:lnTo>
                <a:lnTo>
                  <a:pt x="1353284" y="845709"/>
                </a:lnTo>
                <a:lnTo>
                  <a:pt x="1351638" y="845635"/>
                </a:lnTo>
                <a:lnTo>
                  <a:pt x="1349991" y="845565"/>
                </a:lnTo>
                <a:lnTo>
                  <a:pt x="1348345" y="845500"/>
                </a:lnTo>
                <a:lnTo>
                  <a:pt x="1346699" y="845439"/>
                </a:lnTo>
                <a:lnTo>
                  <a:pt x="1345052" y="845382"/>
                </a:lnTo>
                <a:lnTo>
                  <a:pt x="1343406" y="845330"/>
                </a:lnTo>
                <a:lnTo>
                  <a:pt x="1341760" y="845282"/>
                </a:lnTo>
                <a:lnTo>
                  <a:pt x="1340113" y="845239"/>
                </a:lnTo>
                <a:lnTo>
                  <a:pt x="1338467" y="845200"/>
                </a:lnTo>
                <a:lnTo>
                  <a:pt x="1336821" y="845166"/>
                </a:lnTo>
                <a:lnTo>
                  <a:pt x="1335174" y="845136"/>
                </a:lnTo>
                <a:lnTo>
                  <a:pt x="1333528" y="845111"/>
                </a:lnTo>
                <a:lnTo>
                  <a:pt x="1331882" y="845090"/>
                </a:lnTo>
                <a:lnTo>
                  <a:pt x="1330235" y="845074"/>
                </a:lnTo>
                <a:lnTo>
                  <a:pt x="1328589" y="845062"/>
                </a:lnTo>
                <a:lnTo>
                  <a:pt x="1326943" y="845055"/>
                </a:lnTo>
                <a:lnTo>
                  <a:pt x="1325296" y="845052"/>
                </a:lnTo>
                <a:lnTo>
                  <a:pt x="1323650" y="845054"/>
                </a:lnTo>
                <a:lnTo>
                  <a:pt x="1322004" y="845061"/>
                </a:lnTo>
                <a:lnTo>
                  <a:pt x="1320357" y="845072"/>
                </a:lnTo>
                <a:lnTo>
                  <a:pt x="1318711" y="845088"/>
                </a:lnTo>
                <a:lnTo>
                  <a:pt x="1317065" y="845109"/>
                </a:lnTo>
                <a:lnTo>
                  <a:pt x="1315418" y="845134"/>
                </a:lnTo>
                <a:lnTo>
                  <a:pt x="1313772" y="845164"/>
                </a:lnTo>
                <a:lnTo>
                  <a:pt x="1312126" y="845199"/>
                </a:lnTo>
                <a:lnTo>
                  <a:pt x="1310479" y="845238"/>
                </a:lnTo>
                <a:lnTo>
                  <a:pt x="1308833" y="845282"/>
                </a:lnTo>
                <a:lnTo>
                  <a:pt x="1307187" y="845331"/>
                </a:lnTo>
                <a:lnTo>
                  <a:pt x="1305540" y="845385"/>
                </a:lnTo>
                <a:lnTo>
                  <a:pt x="1303894" y="845443"/>
                </a:lnTo>
                <a:lnTo>
                  <a:pt x="1302248" y="845506"/>
                </a:lnTo>
                <a:lnTo>
                  <a:pt x="1300601" y="845574"/>
                </a:lnTo>
                <a:lnTo>
                  <a:pt x="1298955" y="845647"/>
                </a:lnTo>
                <a:lnTo>
                  <a:pt x="1297309" y="845725"/>
                </a:lnTo>
                <a:lnTo>
                  <a:pt x="1295662" y="845807"/>
                </a:lnTo>
                <a:lnTo>
                  <a:pt x="1294016" y="845895"/>
                </a:lnTo>
                <a:lnTo>
                  <a:pt x="1292370" y="845987"/>
                </a:lnTo>
                <a:lnTo>
                  <a:pt x="1290723" y="846084"/>
                </a:lnTo>
                <a:lnTo>
                  <a:pt x="1289077" y="846186"/>
                </a:lnTo>
                <a:lnTo>
                  <a:pt x="1287431" y="846293"/>
                </a:lnTo>
                <a:lnTo>
                  <a:pt x="1285784" y="846405"/>
                </a:lnTo>
                <a:lnTo>
                  <a:pt x="1284138" y="846522"/>
                </a:lnTo>
                <a:lnTo>
                  <a:pt x="1282492" y="846644"/>
                </a:lnTo>
                <a:lnTo>
                  <a:pt x="1280845" y="846771"/>
                </a:lnTo>
                <a:lnTo>
                  <a:pt x="1279199" y="846903"/>
                </a:lnTo>
                <a:lnTo>
                  <a:pt x="1277553" y="847040"/>
                </a:lnTo>
                <a:lnTo>
                  <a:pt x="1275906" y="847182"/>
                </a:lnTo>
                <a:lnTo>
                  <a:pt x="1274260" y="847330"/>
                </a:lnTo>
                <a:lnTo>
                  <a:pt x="1272614" y="847482"/>
                </a:lnTo>
                <a:lnTo>
                  <a:pt x="1270967" y="847639"/>
                </a:lnTo>
                <a:lnTo>
                  <a:pt x="1269321" y="847801"/>
                </a:lnTo>
                <a:lnTo>
                  <a:pt x="1267675" y="847969"/>
                </a:lnTo>
                <a:lnTo>
                  <a:pt x="1266028" y="848142"/>
                </a:lnTo>
                <a:lnTo>
                  <a:pt x="1264382" y="848320"/>
                </a:lnTo>
                <a:lnTo>
                  <a:pt x="1262736" y="848503"/>
                </a:lnTo>
                <a:lnTo>
                  <a:pt x="1261089" y="848691"/>
                </a:lnTo>
                <a:lnTo>
                  <a:pt x="1259443" y="848884"/>
                </a:lnTo>
                <a:lnTo>
                  <a:pt x="1257797" y="849083"/>
                </a:lnTo>
                <a:lnTo>
                  <a:pt x="1256150" y="849287"/>
                </a:lnTo>
                <a:lnTo>
                  <a:pt x="1254504" y="849496"/>
                </a:lnTo>
                <a:lnTo>
                  <a:pt x="1252858" y="849711"/>
                </a:lnTo>
                <a:lnTo>
                  <a:pt x="1251212" y="849930"/>
                </a:lnTo>
                <a:lnTo>
                  <a:pt x="1249565" y="850156"/>
                </a:lnTo>
                <a:lnTo>
                  <a:pt x="1247919" y="850386"/>
                </a:lnTo>
                <a:lnTo>
                  <a:pt x="1246273" y="850622"/>
                </a:lnTo>
                <a:lnTo>
                  <a:pt x="1244626" y="850863"/>
                </a:lnTo>
                <a:lnTo>
                  <a:pt x="1242980" y="851109"/>
                </a:lnTo>
                <a:lnTo>
                  <a:pt x="1241334" y="851361"/>
                </a:lnTo>
                <a:lnTo>
                  <a:pt x="1239687" y="851619"/>
                </a:lnTo>
                <a:lnTo>
                  <a:pt x="1238041" y="851881"/>
                </a:lnTo>
                <a:lnTo>
                  <a:pt x="1236395" y="852150"/>
                </a:lnTo>
                <a:lnTo>
                  <a:pt x="1234748" y="852423"/>
                </a:lnTo>
                <a:lnTo>
                  <a:pt x="1233102" y="852703"/>
                </a:lnTo>
                <a:lnTo>
                  <a:pt x="1231456" y="852987"/>
                </a:lnTo>
                <a:lnTo>
                  <a:pt x="1229809" y="853277"/>
                </a:lnTo>
                <a:lnTo>
                  <a:pt x="1228163" y="853573"/>
                </a:lnTo>
                <a:lnTo>
                  <a:pt x="1226517" y="853874"/>
                </a:lnTo>
                <a:lnTo>
                  <a:pt x="1224870" y="854181"/>
                </a:lnTo>
                <a:lnTo>
                  <a:pt x="1223224" y="854494"/>
                </a:lnTo>
                <a:lnTo>
                  <a:pt x="1221578" y="854812"/>
                </a:lnTo>
                <a:lnTo>
                  <a:pt x="1219931" y="855136"/>
                </a:lnTo>
                <a:lnTo>
                  <a:pt x="1218285" y="855465"/>
                </a:lnTo>
                <a:lnTo>
                  <a:pt x="1216639" y="855800"/>
                </a:lnTo>
                <a:lnTo>
                  <a:pt x="1214992" y="856141"/>
                </a:lnTo>
                <a:lnTo>
                  <a:pt x="1213346" y="856487"/>
                </a:lnTo>
                <a:lnTo>
                  <a:pt x="1211700" y="856839"/>
                </a:lnTo>
                <a:lnTo>
                  <a:pt x="1210053" y="857197"/>
                </a:lnTo>
                <a:lnTo>
                  <a:pt x="1208407" y="857560"/>
                </a:lnTo>
                <a:lnTo>
                  <a:pt x="1206761" y="857930"/>
                </a:lnTo>
                <a:lnTo>
                  <a:pt x="1205114" y="858305"/>
                </a:lnTo>
                <a:lnTo>
                  <a:pt x="1203468" y="858686"/>
                </a:lnTo>
                <a:lnTo>
                  <a:pt x="1201822" y="859073"/>
                </a:lnTo>
                <a:lnTo>
                  <a:pt x="1200175" y="859465"/>
                </a:lnTo>
                <a:lnTo>
                  <a:pt x="1198529" y="859864"/>
                </a:lnTo>
                <a:lnTo>
                  <a:pt x="1196883" y="860268"/>
                </a:lnTo>
                <a:lnTo>
                  <a:pt x="1195236" y="860678"/>
                </a:lnTo>
                <a:lnTo>
                  <a:pt x="1193590" y="861095"/>
                </a:lnTo>
                <a:lnTo>
                  <a:pt x="1191944" y="861517"/>
                </a:lnTo>
                <a:lnTo>
                  <a:pt x="1190297" y="861945"/>
                </a:lnTo>
                <a:lnTo>
                  <a:pt x="1188651" y="862379"/>
                </a:lnTo>
                <a:lnTo>
                  <a:pt x="1187005" y="862819"/>
                </a:lnTo>
                <a:lnTo>
                  <a:pt x="1185358" y="863265"/>
                </a:lnTo>
                <a:lnTo>
                  <a:pt x="1183712" y="863717"/>
                </a:lnTo>
                <a:lnTo>
                  <a:pt x="1182066" y="864175"/>
                </a:lnTo>
                <a:lnTo>
                  <a:pt x="1180419" y="864639"/>
                </a:lnTo>
                <a:lnTo>
                  <a:pt x="1178773" y="865110"/>
                </a:lnTo>
                <a:lnTo>
                  <a:pt x="1177127" y="865586"/>
                </a:lnTo>
                <a:lnTo>
                  <a:pt x="1175480" y="866068"/>
                </a:lnTo>
                <a:lnTo>
                  <a:pt x="1173834" y="866557"/>
                </a:lnTo>
                <a:lnTo>
                  <a:pt x="1172188" y="867052"/>
                </a:lnTo>
                <a:lnTo>
                  <a:pt x="1170541" y="867553"/>
                </a:lnTo>
                <a:lnTo>
                  <a:pt x="1168895" y="868060"/>
                </a:lnTo>
                <a:lnTo>
                  <a:pt x="1167249" y="868574"/>
                </a:lnTo>
                <a:lnTo>
                  <a:pt x="1165602" y="869093"/>
                </a:lnTo>
                <a:lnTo>
                  <a:pt x="1163956" y="869619"/>
                </a:lnTo>
                <a:lnTo>
                  <a:pt x="1162310" y="870151"/>
                </a:lnTo>
                <a:lnTo>
                  <a:pt x="1160663" y="870690"/>
                </a:lnTo>
                <a:lnTo>
                  <a:pt x="1159017" y="871235"/>
                </a:lnTo>
                <a:lnTo>
                  <a:pt x="1157371" y="871786"/>
                </a:lnTo>
                <a:lnTo>
                  <a:pt x="1155724" y="872343"/>
                </a:lnTo>
                <a:lnTo>
                  <a:pt x="1154078" y="872907"/>
                </a:lnTo>
                <a:lnTo>
                  <a:pt x="1152432" y="873478"/>
                </a:lnTo>
                <a:lnTo>
                  <a:pt x="1150785" y="874054"/>
                </a:lnTo>
                <a:lnTo>
                  <a:pt x="1149139" y="874637"/>
                </a:lnTo>
                <a:lnTo>
                  <a:pt x="1147493" y="875227"/>
                </a:lnTo>
                <a:lnTo>
                  <a:pt x="1145846" y="875823"/>
                </a:lnTo>
                <a:lnTo>
                  <a:pt x="1144200" y="876426"/>
                </a:lnTo>
                <a:lnTo>
                  <a:pt x="1142554" y="877035"/>
                </a:lnTo>
                <a:lnTo>
                  <a:pt x="1140907" y="877650"/>
                </a:lnTo>
                <a:lnTo>
                  <a:pt x="1139261" y="878273"/>
                </a:lnTo>
                <a:lnTo>
                  <a:pt x="1137615" y="878901"/>
                </a:lnTo>
                <a:lnTo>
                  <a:pt x="1135968" y="879537"/>
                </a:lnTo>
                <a:lnTo>
                  <a:pt x="1134322" y="880179"/>
                </a:lnTo>
                <a:lnTo>
                  <a:pt x="1132676" y="880827"/>
                </a:lnTo>
                <a:lnTo>
                  <a:pt x="1131029" y="881483"/>
                </a:lnTo>
                <a:lnTo>
                  <a:pt x="1129383" y="882145"/>
                </a:lnTo>
                <a:lnTo>
                  <a:pt x="1127737" y="882813"/>
                </a:lnTo>
                <a:lnTo>
                  <a:pt x="1126090" y="883489"/>
                </a:lnTo>
                <a:lnTo>
                  <a:pt x="1124444" y="884171"/>
                </a:lnTo>
                <a:lnTo>
                  <a:pt x="1122798" y="884860"/>
                </a:lnTo>
                <a:lnTo>
                  <a:pt x="1121151" y="885555"/>
                </a:lnTo>
                <a:lnTo>
                  <a:pt x="1119505" y="886258"/>
                </a:lnTo>
                <a:lnTo>
                  <a:pt x="1117859" y="886967"/>
                </a:lnTo>
                <a:lnTo>
                  <a:pt x="1116212" y="887683"/>
                </a:lnTo>
                <a:lnTo>
                  <a:pt x="1114566" y="888406"/>
                </a:lnTo>
                <a:lnTo>
                  <a:pt x="1112920" y="889136"/>
                </a:lnTo>
                <a:lnTo>
                  <a:pt x="1111273" y="889873"/>
                </a:lnTo>
                <a:lnTo>
                  <a:pt x="1109627" y="890617"/>
                </a:lnTo>
                <a:lnTo>
                  <a:pt x="1107981" y="891368"/>
                </a:lnTo>
                <a:lnTo>
                  <a:pt x="1106334" y="892125"/>
                </a:lnTo>
                <a:lnTo>
                  <a:pt x="1104688" y="892890"/>
                </a:lnTo>
                <a:lnTo>
                  <a:pt x="1103042" y="893662"/>
                </a:lnTo>
                <a:lnTo>
                  <a:pt x="1101395" y="894440"/>
                </a:lnTo>
                <a:lnTo>
                  <a:pt x="1099749" y="895226"/>
                </a:lnTo>
                <a:lnTo>
                  <a:pt x="1098103" y="896019"/>
                </a:lnTo>
                <a:lnTo>
                  <a:pt x="1096456" y="896819"/>
                </a:lnTo>
                <a:lnTo>
                  <a:pt x="1094810" y="897626"/>
                </a:lnTo>
                <a:lnTo>
                  <a:pt x="1093164" y="898440"/>
                </a:lnTo>
                <a:lnTo>
                  <a:pt x="1091517" y="899262"/>
                </a:lnTo>
                <a:lnTo>
                  <a:pt x="1089871" y="900090"/>
                </a:lnTo>
                <a:lnTo>
                  <a:pt x="1088225" y="900926"/>
                </a:lnTo>
                <a:lnTo>
                  <a:pt x="1086578" y="901769"/>
                </a:lnTo>
                <a:lnTo>
                  <a:pt x="1084932" y="902619"/>
                </a:lnTo>
                <a:lnTo>
                  <a:pt x="1083286" y="903477"/>
                </a:lnTo>
                <a:lnTo>
                  <a:pt x="1081639" y="904342"/>
                </a:lnTo>
                <a:lnTo>
                  <a:pt x="1079993" y="905214"/>
                </a:lnTo>
                <a:lnTo>
                  <a:pt x="1078347" y="906093"/>
                </a:lnTo>
                <a:lnTo>
                  <a:pt x="1076700" y="906980"/>
                </a:lnTo>
                <a:lnTo>
                  <a:pt x="1075054" y="907875"/>
                </a:lnTo>
                <a:lnTo>
                  <a:pt x="1073408" y="908776"/>
                </a:lnTo>
                <a:lnTo>
                  <a:pt x="1071761" y="909685"/>
                </a:lnTo>
                <a:lnTo>
                  <a:pt x="1070115" y="910602"/>
                </a:lnTo>
                <a:lnTo>
                  <a:pt x="1068469" y="911526"/>
                </a:lnTo>
                <a:lnTo>
                  <a:pt x="1066822" y="912457"/>
                </a:lnTo>
                <a:lnTo>
                  <a:pt x="1065176" y="913396"/>
                </a:lnTo>
                <a:lnTo>
                  <a:pt x="1063530" y="914343"/>
                </a:lnTo>
                <a:lnTo>
                  <a:pt x="1061883" y="915297"/>
                </a:lnTo>
                <a:lnTo>
                  <a:pt x="1060237" y="916259"/>
                </a:lnTo>
                <a:lnTo>
                  <a:pt x="1058591" y="917228"/>
                </a:lnTo>
                <a:lnTo>
                  <a:pt x="1056944" y="918205"/>
                </a:lnTo>
                <a:lnTo>
                  <a:pt x="1055298" y="919190"/>
                </a:lnTo>
                <a:lnTo>
                  <a:pt x="1053652" y="920182"/>
                </a:lnTo>
                <a:lnTo>
                  <a:pt x="1052005" y="921182"/>
                </a:lnTo>
                <a:lnTo>
                  <a:pt x="1050359" y="922190"/>
                </a:lnTo>
                <a:lnTo>
                  <a:pt x="1048713" y="923206"/>
                </a:lnTo>
                <a:lnTo>
                  <a:pt x="1047066" y="924229"/>
                </a:lnTo>
                <a:lnTo>
                  <a:pt x="1045420" y="925260"/>
                </a:lnTo>
                <a:lnTo>
                  <a:pt x="1043774" y="926299"/>
                </a:lnTo>
                <a:lnTo>
                  <a:pt x="1042127" y="927346"/>
                </a:lnTo>
                <a:lnTo>
                  <a:pt x="1040481" y="928400"/>
                </a:lnTo>
                <a:lnTo>
                  <a:pt x="1038835" y="929463"/>
                </a:lnTo>
                <a:lnTo>
                  <a:pt x="1037188" y="930533"/>
                </a:lnTo>
                <a:lnTo>
                  <a:pt x="1035542" y="931611"/>
                </a:lnTo>
                <a:lnTo>
                  <a:pt x="1033896" y="932698"/>
                </a:lnTo>
                <a:lnTo>
                  <a:pt x="1032249" y="933792"/>
                </a:lnTo>
                <a:lnTo>
                  <a:pt x="1030603" y="934894"/>
                </a:lnTo>
                <a:lnTo>
                  <a:pt x="1028957" y="936005"/>
                </a:lnTo>
                <a:lnTo>
                  <a:pt x="1027310" y="937123"/>
                </a:lnTo>
                <a:lnTo>
                  <a:pt x="1025664" y="938249"/>
                </a:lnTo>
                <a:lnTo>
                  <a:pt x="1024018" y="939384"/>
                </a:lnTo>
                <a:lnTo>
                  <a:pt x="1022371" y="940526"/>
                </a:lnTo>
                <a:lnTo>
                  <a:pt x="1020725" y="941677"/>
                </a:lnTo>
                <a:lnTo>
                  <a:pt x="1019079" y="942836"/>
                </a:lnTo>
                <a:lnTo>
                  <a:pt x="1017432" y="944003"/>
                </a:lnTo>
                <a:lnTo>
                  <a:pt x="1015786" y="945179"/>
                </a:lnTo>
                <a:lnTo>
                  <a:pt x="1014140" y="946362"/>
                </a:lnTo>
                <a:lnTo>
                  <a:pt x="1012493" y="947554"/>
                </a:lnTo>
                <a:lnTo>
                  <a:pt x="1010847" y="948755"/>
                </a:lnTo>
                <a:lnTo>
                  <a:pt x="1009201" y="949963"/>
                </a:lnTo>
                <a:lnTo>
                  <a:pt x="1007554" y="951180"/>
                </a:lnTo>
                <a:lnTo>
                  <a:pt x="1005908" y="952405"/>
                </a:lnTo>
                <a:lnTo>
                  <a:pt x="1004262" y="953639"/>
                </a:lnTo>
                <a:lnTo>
                  <a:pt x="1002615" y="954881"/>
                </a:lnTo>
                <a:lnTo>
                  <a:pt x="1000969" y="956131"/>
                </a:lnTo>
                <a:lnTo>
                  <a:pt x="999323" y="957390"/>
                </a:lnTo>
                <a:lnTo>
                  <a:pt x="997676" y="958657"/>
                </a:lnTo>
                <a:lnTo>
                  <a:pt x="996030" y="959933"/>
                </a:lnTo>
                <a:lnTo>
                  <a:pt x="994384" y="961218"/>
                </a:lnTo>
                <a:lnTo>
                  <a:pt x="992737" y="962511"/>
                </a:lnTo>
                <a:lnTo>
                  <a:pt x="991091" y="963812"/>
                </a:lnTo>
                <a:lnTo>
                  <a:pt x="989445" y="965122"/>
                </a:lnTo>
                <a:lnTo>
                  <a:pt x="987798" y="966441"/>
                </a:lnTo>
                <a:lnTo>
                  <a:pt x="986152" y="967769"/>
                </a:lnTo>
                <a:lnTo>
                  <a:pt x="984506" y="969105"/>
                </a:lnTo>
                <a:lnTo>
                  <a:pt x="982859" y="970450"/>
                </a:lnTo>
                <a:lnTo>
                  <a:pt x="981213" y="971803"/>
                </a:lnTo>
                <a:lnTo>
                  <a:pt x="979567" y="973166"/>
                </a:lnTo>
                <a:lnTo>
                  <a:pt x="977920" y="974537"/>
                </a:lnTo>
                <a:lnTo>
                  <a:pt x="976274" y="975917"/>
                </a:lnTo>
                <a:lnTo>
                  <a:pt x="974628" y="977305"/>
                </a:lnTo>
                <a:lnTo>
                  <a:pt x="972981" y="978703"/>
                </a:lnTo>
                <a:lnTo>
                  <a:pt x="971335" y="980110"/>
                </a:lnTo>
                <a:lnTo>
                  <a:pt x="969689" y="981525"/>
                </a:lnTo>
                <a:lnTo>
                  <a:pt x="968042" y="982949"/>
                </a:lnTo>
                <a:lnTo>
                  <a:pt x="966396" y="984383"/>
                </a:lnTo>
                <a:lnTo>
                  <a:pt x="964750" y="985825"/>
                </a:lnTo>
                <a:lnTo>
                  <a:pt x="963103" y="987276"/>
                </a:lnTo>
                <a:lnTo>
                  <a:pt x="961457" y="988737"/>
                </a:lnTo>
                <a:lnTo>
                  <a:pt x="959811" y="990206"/>
                </a:lnTo>
                <a:lnTo>
                  <a:pt x="958164" y="991684"/>
                </a:lnTo>
                <a:lnTo>
                  <a:pt x="956518" y="993172"/>
                </a:lnTo>
                <a:lnTo>
                  <a:pt x="954872" y="994669"/>
                </a:lnTo>
                <a:lnTo>
                  <a:pt x="953225" y="996175"/>
                </a:lnTo>
                <a:lnTo>
                  <a:pt x="951579" y="997690"/>
                </a:lnTo>
                <a:lnTo>
                  <a:pt x="949933" y="999214"/>
                </a:lnTo>
                <a:lnTo>
                  <a:pt x="948286" y="1000747"/>
                </a:lnTo>
                <a:lnTo>
                  <a:pt x="946640" y="1002290"/>
                </a:lnTo>
                <a:lnTo>
                  <a:pt x="944994" y="1003842"/>
                </a:lnTo>
                <a:lnTo>
                  <a:pt x="943347" y="1005404"/>
                </a:lnTo>
                <a:lnTo>
                  <a:pt x="941701" y="1006974"/>
                </a:lnTo>
                <a:lnTo>
                  <a:pt x="940055" y="1008555"/>
                </a:lnTo>
                <a:lnTo>
                  <a:pt x="938409" y="1010144"/>
                </a:lnTo>
                <a:lnTo>
                  <a:pt x="936762" y="1011743"/>
                </a:lnTo>
                <a:lnTo>
                  <a:pt x="935116" y="1013351"/>
                </a:lnTo>
                <a:lnTo>
                  <a:pt x="933470" y="1014969"/>
                </a:lnTo>
                <a:lnTo>
                  <a:pt x="931823" y="1016596"/>
                </a:lnTo>
                <a:lnTo>
                  <a:pt x="930177" y="1018233"/>
                </a:lnTo>
                <a:lnTo>
                  <a:pt x="928531" y="1019880"/>
                </a:lnTo>
                <a:lnTo>
                  <a:pt x="926884" y="1021536"/>
                </a:lnTo>
                <a:lnTo>
                  <a:pt x="925238" y="1023201"/>
                </a:lnTo>
                <a:lnTo>
                  <a:pt x="923592" y="1024876"/>
                </a:lnTo>
                <a:lnTo>
                  <a:pt x="921945" y="1026561"/>
                </a:lnTo>
                <a:lnTo>
                  <a:pt x="920299" y="1028256"/>
                </a:lnTo>
                <a:lnTo>
                  <a:pt x="918653" y="1029960"/>
                </a:lnTo>
                <a:lnTo>
                  <a:pt x="917006" y="1031674"/>
                </a:lnTo>
                <a:lnTo>
                  <a:pt x="915360" y="1033397"/>
                </a:lnTo>
                <a:lnTo>
                  <a:pt x="913714" y="1035131"/>
                </a:lnTo>
                <a:lnTo>
                  <a:pt x="912067" y="1036874"/>
                </a:lnTo>
                <a:lnTo>
                  <a:pt x="910421" y="1038627"/>
                </a:lnTo>
                <a:lnTo>
                  <a:pt x="908775" y="1040390"/>
                </a:lnTo>
                <a:lnTo>
                  <a:pt x="907128" y="1042163"/>
                </a:lnTo>
                <a:lnTo>
                  <a:pt x="905482" y="1043946"/>
                </a:lnTo>
                <a:lnTo>
                  <a:pt x="903836" y="1045739"/>
                </a:lnTo>
                <a:lnTo>
                  <a:pt x="902189" y="1047541"/>
                </a:lnTo>
                <a:lnTo>
                  <a:pt x="900543" y="1049354"/>
                </a:lnTo>
                <a:lnTo>
                  <a:pt x="898897" y="1051177"/>
                </a:lnTo>
                <a:lnTo>
                  <a:pt x="897250" y="1053009"/>
                </a:lnTo>
                <a:lnTo>
                  <a:pt x="895604" y="1054852"/>
                </a:lnTo>
                <a:lnTo>
                  <a:pt x="893958" y="1056705"/>
                </a:lnTo>
                <a:lnTo>
                  <a:pt x="892311" y="1058568"/>
                </a:lnTo>
                <a:lnTo>
                  <a:pt x="890665" y="1060441"/>
                </a:lnTo>
                <a:lnTo>
                  <a:pt x="889019" y="1062325"/>
                </a:lnTo>
                <a:lnTo>
                  <a:pt x="887372" y="1064218"/>
                </a:lnTo>
                <a:lnTo>
                  <a:pt x="885726" y="1066122"/>
                </a:lnTo>
                <a:lnTo>
                  <a:pt x="884080" y="1068036"/>
                </a:lnTo>
                <a:lnTo>
                  <a:pt x="882433" y="1069960"/>
                </a:lnTo>
                <a:lnTo>
                  <a:pt x="880787" y="1071895"/>
                </a:lnTo>
                <a:lnTo>
                  <a:pt x="879141" y="1073840"/>
                </a:lnTo>
                <a:lnTo>
                  <a:pt x="877494" y="1075795"/>
                </a:lnTo>
                <a:lnTo>
                  <a:pt x="875848" y="1077761"/>
                </a:lnTo>
                <a:lnTo>
                  <a:pt x="874202" y="1079737"/>
                </a:lnTo>
                <a:lnTo>
                  <a:pt x="872555" y="1081724"/>
                </a:lnTo>
                <a:lnTo>
                  <a:pt x="870909" y="1083721"/>
                </a:lnTo>
                <a:lnTo>
                  <a:pt x="869263" y="1085728"/>
                </a:lnTo>
                <a:lnTo>
                  <a:pt x="867616" y="1087747"/>
                </a:lnTo>
                <a:lnTo>
                  <a:pt x="865970" y="1089775"/>
                </a:lnTo>
                <a:lnTo>
                  <a:pt x="864324" y="1091814"/>
                </a:lnTo>
                <a:lnTo>
                  <a:pt x="862677" y="1093864"/>
                </a:lnTo>
                <a:lnTo>
                  <a:pt x="861031" y="1095925"/>
                </a:lnTo>
                <a:lnTo>
                  <a:pt x="859385" y="1097996"/>
                </a:lnTo>
                <a:lnTo>
                  <a:pt x="857738" y="1100077"/>
                </a:lnTo>
                <a:lnTo>
                  <a:pt x="856092" y="1102170"/>
                </a:lnTo>
                <a:lnTo>
                  <a:pt x="854446" y="1104273"/>
                </a:lnTo>
                <a:lnTo>
                  <a:pt x="852799" y="1106387"/>
                </a:lnTo>
                <a:lnTo>
                  <a:pt x="851153" y="1108512"/>
                </a:lnTo>
                <a:lnTo>
                  <a:pt x="849507" y="1110647"/>
                </a:lnTo>
                <a:lnTo>
                  <a:pt x="847860" y="1112794"/>
                </a:lnTo>
                <a:lnTo>
                  <a:pt x="846214" y="1114951"/>
                </a:lnTo>
                <a:lnTo>
                  <a:pt x="844568" y="1117119"/>
                </a:lnTo>
                <a:lnTo>
                  <a:pt x="842921" y="1119298"/>
                </a:lnTo>
                <a:lnTo>
                  <a:pt x="841275" y="1121488"/>
                </a:lnTo>
                <a:lnTo>
                  <a:pt x="839629" y="1123689"/>
                </a:lnTo>
                <a:lnTo>
                  <a:pt x="837982" y="1125901"/>
                </a:lnTo>
                <a:lnTo>
                  <a:pt x="836336" y="1128124"/>
                </a:lnTo>
                <a:lnTo>
                  <a:pt x="834690" y="1130358"/>
                </a:lnTo>
                <a:lnTo>
                  <a:pt x="833043" y="1132603"/>
                </a:lnTo>
                <a:lnTo>
                  <a:pt x="831397" y="1134859"/>
                </a:lnTo>
                <a:lnTo>
                  <a:pt x="829751" y="1137127"/>
                </a:lnTo>
                <a:lnTo>
                  <a:pt x="828104" y="1139405"/>
                </a:lnTo>
                <a:lnTo>
                  <a:pt x="826458" y="1141695"/>
                </a:lnTo>
                <a:lnTo>
                  <a:pt x="824812" y="1143996"/>
                </a:lnTo>
                <a:lnTo>
                  <a:pt x="823165" y="1146308"/>
                </a:lnTo>
                <a:lnTo>
                  <a:pt x="821519" y="1148631"/>
                </a:lnTo>
                <a:lnTo>
                  <a:pt x="819873" y="1150966"/>
                </a:lnTo>
                <a:lnTo>
                  <a:pt x="818226" y="1153312"/>
                </a:lnTo>
                <a:lnTo>
                  <a:pt x="816580" y="1155669"/>
                </a:lnTo>
                <a:lnTo>
                  <a:pt x="814934" y="1158038"/>
                </a:lnTo>
                <a:lnTo>
                  <a:pt x="813287" y="1160418"/>
                </a:lnTo>
                <a:lnTo>
                  <a:pt x="811641" y="1162809"/>
                </a:lnTo>
                <a:lnTo>
                  <a:pt x="809995" y="1165212"/>
                </a:lnTo>
                <a:lnTo>
                  <a:pt x="808348" y="1167627"/>
                </a:lnTo>
                <a:lnTo>
                  <a:pt x="806702" y="1170052"/>
                </a:lnTo>
                <a:lnTo>
                  <a:pt x="805056" y="1172490"/>
                </a:lnTo>
                <a:lnTo>
                  <a:pt x="803409" y="1174939"/>
                </a:lnTo>
                <a:lnTo>
                  <a:pt x="801763" y="1177399"/>
                </a:lnTo>
                <a:lnTo>
                  <a:pt x="800117" y="1179871"/>
                </a:lnTo>
                <a:lnTo>
                  <a:pt x="798470" y="1182355"/>
                </a:lnTo>
                <a:lnTo>
                  <a:pt x="796824" y="1184850"/>
                </a:lnTo>
                <a:lnTo>
                  <a:pt x="795178" y="1187357"/>
                </a:lnTo>
                <a:lnTo>
                  <a:pt x="793531" y="1189876"/>
                </a:lnTo>
                <a:lnTo>
                  <a:pt x="791885" y="1192406"/>
                </a:lnTo>
                <a:lnTo>
                  <a:pt x="790239" y="1194948"/>
                </a:lnTo>
                <a:lnTo>
                  <a:pt x="788592" y="1197502"/>
                </a:lnTo>
                <a:lnTo>
                  <a:pt x="786946" y="1200068"/>
                </a:lnTo>
                <a:lnTo>
                  <a:pt x="785300" y="1202646"/>
                </a:lnTo>
                <a:lnTo>
                  <a:pt x="783653" y="1205235"/>
                </a:lnTo>
                <a:lnTo>
                  <a:pt x="782007" y="1207836"/>
                </a:lnTo>
                <a:lnTo>
                  <a:pt x="780361" y="1210449"/>
                </a:lnTo>
                <a:lnTo>
                  <a:pt x="778714" y="1213074"/>
                </a:lnTo>
                <a:lnTo>
                  <a:pt x="777068" y="1215711"/>
                </a:lnTo>
                <a:lnTo>
                  <a:pt x="775422" y="1218360"/>
                </a:lnTo>
                <a:lnTo>
                  <a:pt x="773775" y="1221021"/>
                </a:lnTo>
                <a:lnTo>
                  <a:pt x="772129" y="1223694"/>
                </a:lnTo>
                <a:lnTo>
                  <a:pt x="770483" y="1226379"/>
                </a:lnTo>
                <a:lnTo>
                  <a:pt x="768836" y="1229076"/>
                </a:lnTo>
                <a:lnTo>
                  <a:pt x="767190" y="1231785"/>
                </a:lnTo>
                <a:lnTo>
                  <a:pt x="765544" y="1234506"/>
                </a:lnTo>
                <a:lnTo>
                  <a:pt x="763897" y="1237240"/>
                </a:lnTo>
                <a:lnTo>
                  <a:pt x="762251" y="1239985"/>
                </a:lnTo>
                <a:lnTo>
                  <a:pt x="760605" y="1242743"/>
                </a:lnTo>
                <a:lnTo>
                  <a:pt x="758958" y="1245513"/>
                </a:lnTo>
                <a:lnTo>
                  <a:pt x="757312" y="1248295"/>
                </a:lnTo>
                <a:lnTo>
                  <a:pt x="755666" y="1251089"/>
                </a:lnTo>
                <a:lnTo>
                  <a:pt x="754019" y="1253896"/>
                </a:lnTo>
                <a:lnTo>
                  <a:pt x="752373" y="1256715"/>
                </a:lnTo>
                <a:lnTo>
                  <a:pt x="750727" y="1259546"/>
                </a:lnTo>
                <a:lnTo>
                  <a:pt x="749080" y="1262390"/>
                </a:lnTo>
                <a:lnTo>
                  <a:pt x="747434" y="1265246"/>
                </a:lnTo>
                <a:lnTo>
                  <a:pt x="745788" y="1268114"/>
                </a:lnTo>
                <a:lnTo>
                  <a:pt x="744141" y="1270995"/>
                </a:lnTo>
                <a:lnTo>
                  <a:pt x="742495" y="1273888"/>
                </a:lnTo>
                <a:lnTo>
                  <a:pt x="740849" y="1276794"/>
                </a:lnTo>
                <a:lnTo>
                  <a:pt x="739202" y="1279712"/>
                </a:lnTo>
                <a:lnTo>
                  <a:pt x="737556" y="1282642"/>
                </a:lnTo>
                <a:lnTo>
                  <a:pt x="735910" y="1285585"/>
                </a:lnTo>
                <a:lnTo>
                  <a:pt x="734263" y="1288541"/>
                </a:lnTo>
                <a:lnTo>
                  <a:pt x="732617" y="1291509"/>
                </a:lnTo>
                <a:lnTo>
                  <a:pt x="730971" y="1294490"/>
                </a:lnTo>
                <a:lnTo>
                  <a:pt x="729324" y="1297483"/>
                </a:lnTo>
                <a:lnTo>
                  <a:pt x="727678" y="1300489"/>
                </a:lnTo>
                <a:lnTo>
                  <a:pt x="726032" y="1303508"/>
                </a:lnTo>
                <a:lnTo>
                  <a:pt x="724385" y="1306539"/>
                </a:lnTo>
                <a:lnTo>
                  <a:pt x="722739" y="1309583"/>
                </a:lnTo>
                <a:lnTo>
                  <a:pt x="721093" y="1312640"/>
                </a:lnTo>
                <a:lnTo>
                  <a:pt x="719446" y="1315710"/>
                </a:lnTo>
                <a:lnTo>
                  <a:pt x="717800" y="1318792"/>
                </a:lnTo>
                <a:lnTo>
                  <a:pt x="716154" y="1321887"/>
                </a:lnTo>
                <a:lnTo>
                  <a:pt x="714507" y="1324994"/>
                </a:lnTo>
                <a:lnTo>
                  <a:pt x="712861" y="1328115"/>
                </a:lnTo>
                <a:lnTo>
                  <a:pt x="711215" y="1331248"/>
                </a:lnTo>
                <a:lnTo>
                  <a:pt x="709568" y="1334395"/>
                </a:lnTo>
                <a:lnTo>
                  <a:pt x="707922" y="1337554"/>
                </a:lnTo>
                <a:lnTo>
                  <a:pt x="706276" y="1340726"/>
                </a:lnTo>
                <a:lnTo>
                  <a:pt x="704629" y="1343910"/>
                </a:lnTo>
                <a:lnTo>
                  <a:pt x="702983" y="1347108"/>
                </a:lnTo>
                <a:lnTo>
                  <a:pt x="701337" y="1350319"/>
                </a:lnTo>
                <a:lnTo>
                  <a:pt x="699690" y="1353542"/>
                </a:lnTo>
                <a:lnTo>
                  <a:pt x="698044" y="1356779"/>
                </a:lnTo>
                <a:lnTo>
                  <a:pt x="696398" y="1360029"/>
                </a:lnTo>
                <a:lnTo>
                  <a:pt x="694751" y="1363291"/>
                </a:lnTo>
                <a:lnTo>
                  <a:pt x="693105" y="1366567"/>
                </a:lnTo>
                <a:lnTo>
                  <a:pt x="691459" y="1369856"/>
                </a:lnTo>
                <a:lnTo>
                  <a:pt x="689812" y="1373157"/>
                </a:lnTo>
                <a:lnTo>
                  <a:pt x="688166" y="1376472"/>
                </a:lnTo>
                <a:lnTo>
                  <a:pt x="686520" y="1379800"/>
                </a:lnTo>
                <a:lnTo>
                  <a:pt x="684873" y="1383141"/>
                </a:lnTo>
                <a:lnTo>
                  <a:pt x="683227" y="1386495"/>
                </a:lnTo>
                <a:lnTo>
                  <a:pt x="681581" y="1389862"/>
                </a:lnTo>
                <a:lnTo>
                  <a:pt x="679934" y="1393243"/>
                </a:lnTo>
                <a:lnTo>
                  <a:pt x="678288" y="1396636"/>
                </a:lnTo>
                <a:lnTo>
                  <a:pt x="676642" y="1400043"/>
                </a:lnTo>
                <a:lnTo>
                  <a:pt x="674995" y="1403463"/>
                </a:lnTo>
                <a:lnTo>
                  <a:pt x="673349" y="1406896"/>
                </a:lnTo>
                <a:lnTo>
                  <a:pt x="671703" y="1410342"/>
                </a:lnTo>
                <a:lnTo>
                  <a:pt x="670056" y="1413802"/>
                </a:lnTo>
                <a:lnTo>
                  <a:pt x="668410" y="1417274"/>
                </a:lnTo>
                <a:lnTo>
                  <a:pt x="666764" y="1420760"/>
                </a:lnTo>
                <a:lnTo>
                  <a:pt x="665117" y="1424260"/>
                </a:lnTo>
                <a:lnTo>
                  <a:pt x="663471" y="1427772"/>
                </a:lnTo>
                <a:lnTo>
                  <a:pt x="661825" y="1431298"/>
                </a:lnTo>
                <a:lnTo>
                  <a:pt x="660178" y="1434837"/>
                </a:lnTo>
                <a:lnTo>
                  <a:pt x="658532" y="1438390"/>
                </a:lnTo>
                <a:lnTo>
                  <a:pt x="656886" y="1441956"/>
                </a:lnTo>
                <a:lnTo>
                  <a:pt x="655239" y="1445535"/>
                </a:lnTo>
                <a:lnTo>
                  <a:pt x="653593" y="1449128"/>
                </a:lnTo>
                <a:lnTo>
                  <a:pt x="651947" y="1452733"/>
                </a:lnTo>
                <a:lnTo>
                  <a:pt x="650300" y="1456353"/>
                </a:lnTo>
                <a:lnTo>
                  <a:pt x="648654" y="1459985"/>
                </a:lnTo>
                <a:lnTo>
                  <a:pt x="647008" y="1463631"/>
                </a:lnTo>
                <a:lnTo>
                  <a:pt x="645361" y="1467291"/>
                </a:lnTo>
                <a:lnTo>
                  <a:pt x="643715" y="1470964"/>
                </a:lnTo>
                <a:lnTo>
                  <a:pt x="642069" y="1474650"/>
                </a:lnTo>
                <a:lnTo>
                  <a:pt x="640422" y="1478349"/>
                </a:lnTo>
                <a:lnTo>
                  <a:pt x="638776" y="1482063"/>
                </a:lnTo>
                <a:lnTo>
                  <a:pt x="637130" y="1485789"/>
                </a:lnTo>
                <a:lnTo>
                  <a:pt x="635483" y="1489529"/>
                </a:lnTo>
                <a:lnTo>
                  <a:pt x="633837" y="1493282"/>
                </a:lnTo>
                <a:lnTo>
                  <a:pt x="632191" y="1497049"/>
                </a:lnTo>
                <a:lnTo>
                  <a:pt x="630544" y="1500829"/>
                </a:lnTo>
                <a:lnTo>
                  <a:pt x="628898" y="1504623"/>
                </a:lnTo>
                <a:lnTo>
                  <a:pt x="627252" y="1508430"/>
                </a:lnTo>
                <a:lnTo>
                  <a:pt x="625606" y="1512251"/>
                </a:lnTo>
                <a:lnTo>
                  <a:pt x="623959" y="1516085"/>
                </a:lnTo>
                <a:lnTo>
                  <a:pt x="622313" y="1519933"/>
                </a:lnTo>
                <a:lnTo>
                  <a:pt x="620667" y="1523794"/>
                </a:lnTo>
                <a:lnTo>
                  <a:pt x="619020" y="1527669"/>
                </a:lnTo>
                <a:lnTo>
                  <a:pt x="617374" y="1531557"/>
                </a:lnTo>
                <a:lnTo>
                  <a:pt x="615728" y="1535458"/>
                </a:lnTo>
                <a:lnTo>
                  <a:pt x="614081" y="1539373"/>
                </a:lnTo>
                <a:lnTo>
                  <a:pt x="612435" y="1543302"/>
                </a:lnTo>
                <a:lnTo>
                  <a:pt x="610789" y="1547244"/>
                </a:lnTo>
                <a:lnTo>
                  <a:pt x="609142" y="1551199"/>
                </a:lnTo>
                <a:lnTo>
                  <a:pt x="607496" y="1555168"/>
                </a:lnTo>
                <a:lnTo>
                  <a:pt x="605850" y="1559151"/>
                </a:lnTo>
                <a:lnTo>
                  <a:pt x="604203" y="1563147"/>
                </a:lnTo>
                <a:lnTo>
                  <a:pt x="602557" y="1567156"/>
                </a:lnTo>
                <a:lnTo>
                  <a:pt x="600911" y="1571179"/>
                </a:lnTo>
                <a:lnTo>
                  <a:pt x="599264" y="1575216"/>
                </a:lnTo>
                <a:lnTo>
                  <a:pt x="597618" y="1579266"/>
                </a:lnTo>
                <a:lnTo>
                  <a:pt x="595972" y="1583329"/>
                </a:lnTo>
                <a:lnTo>
                  <a:pt x="594325" y="1587406"/>
                </a:lnTo>
                <a:lnTo>
                  <a:pt x="592679" y="1591496"/>
                </a:lnTo>
                <a:lnTo>
                  <a:pt x="591033" y="1595600"/>
                </a:lnTo>
                <a:lnTo>
                  <a:pt x="589386" y="1599717"/>
                </a:lnTo>
                <a:lnTo>
                  <a:pt x="587740" y="1603847"/>
                </a:lnTo>
                <a:lnTo>
                  <a:pt x="586094" y="1607991"/>
                </a:lnTo>
                <a:lnTo>
                  <a:pt x="584447" y="1612149"/>
                </a:lnTo>
                <a:lnTo>
                  <a:pt x="582801" y="1616320"/>
                </a:lnTo>
                <a:lnTo>
                  <a:pt x="581155" y="1620504"/>
                </a:lnTo>
                <a:lnTo>
                  <a:pt x="579508" y="1624702"/>
                </a:lnTo>
                <a:lnTo>
                  <a:pt x="577862" y="1628913"/>
                </a:lnTo>
                <a:lnTo>
                  <a:pt x="576216" y="1633137"/>
                </a:lnTo>
                <a:lnTo>
                  <a:pt x="574569" y="1637375"/>
                </a:lnTo>
                <a:lnTo>
                  <a:pt x="572923" y="1641626"/>
                </a:lnTo>
                <a:lnTo>
                  <a:pt x="571277" y="1645890"/>
                </a:lnTo>
                <a:lnTo>
                  <a:pt x="569630" y="1650168"/>
                </a:lnTo>
                <a:lnTo>
                  <a:pt x="567984" y="1654459"/>
                </a:lnTo>
                <a:lnTo>
                  <a:pt x="566338" y="1658763"/>
                </a:lnTo>
                <a:lnTo>
                  <a:pt x="564691" y="1663081"/>
                </a:lnTo>
                <a:lnTo>
                  <a:pt x="563045" y="1667412"/>
                </a:lnTo>
                <a:lnTo>
                  <a:pt x="561399" y="1671756"/>
                </a:lnTo>
                <a:lnTo>
                  <a:pt x="559752" y="1676113"/>
                </a:lnTo>
                <a:lnTo>
                  <a:pt x="558106" y="1680484"/>
                </a:lnTo>
                <a:lnTo>
                  <a:pt x="556460" y="1684868"/>
                </a:lnTo>
                <a:lnTo>
                  <a:pt x="554813" y="1689265"/>
                </a:lnTo>
                <a:lnTo>
                  <a:pt x="553167" y="1693675"/>
                </a:lnTo>
                <a:lnTo>
                  <a:pt x="551521" y="1698098"/>
                </a:lnTo>
                <a:lnTo>
                  <a:pt x="549874" y="1702534"/>
                </a:lnTo>
                <a:lnTo>
                  <a:pt x="548228" y="1706984"/>
                </a:lnTo>
                <a:lnTo>
                  <a:pt x="546582" y="1711446"/>
                </a:lnTo>
                <a:lnTo>
                  <a:pt x="544935" y="1715922"/>
                </a:lnTo>
                <a:lnTo>
                  <a:pt x="543289" y="1720410"/>
                </a:lnTo>
                <a:lnTo>
                  <a:pt x="541643" y="1724912"/>
                </a:lnTo>
                <a:lnTo>
                  <a:pt x="539996" y="1729426"/>
                </a:lnTo>
                <a:lnTo>
                  <a:pt x="538350" y="1733954"/>
                </a:lnTo>
                <a:lnTo>
                  <a:pt x="536704" y="1738494"/>
                </a:lnTo>
                <a:lnTo>
                  <a:pt x="535057" y="1743047"/>
                </a:lnTo>
                <a:lnTo>
                  <a:pt x="533411" y="1747613"/>
                </a:lnTo>
                <a:lnTo>
                  <a:pt x="531765" y="1752192"/>
                </a:lnTo>
                <a:lnTo>
                  <a:pt x="530118" y="1756784"/>
                </a:lnTo>
                <a:lnTo>
                  <a:pt x="528472" y="1761388"/>
                </a:lnTo>
                <a:lnTo>
                  <a:pt x="526826" y="1766005"/>
                </a:lnTo>
                <a:lnTo>
                  <a:pt x="525179" y="1770635"/>
                </a:lnTo>
                <a:lnTo>
                  <a:pt x="523533" y="1775277"/>
                </a:lnTo>
                <a:lnTo>
                  <a:pt x="521887" y="1779933"/>
                </a:lnTo>
                <a:lnTo>
                  <a:pt x="520240" y="1784600"/>
                </a:lnTo>
                <a:lnTo>
                  <a:pt x="518594" y="1789280"/>
                </a:lnTo>
                <a:lnTo>
                  <a:pt x="516948" y="1793973"/>
                </a:lnTo>
                <a:lnTo>
                  <a:pt x="515301" y="1798678"/>
                </a:lnTo>
                <a:lnTo>
                  <a:pt x="513655" y="1803396"/>
                </a:lnTo>
                <a:lnTo>
                  <a:pt x="512009" y="1808126"/>
                </a:lnTo>
                <a:lnTo>
                  <a:pt x="510362" y="1812869"/>
                </a:lnTo>
                <a:lnTo>
                  <a:pt x="508716" y="1817623"/>
                </a:lnTo>
                <a:lnTo>
                  <a:pt x="507070" y="1822390"/>
                </a:lnTo>
                <a:lnTo>
                  <a:pt x="505423" y="1827170"/>
                </a:lnTo>
                <a:lnTo>
                  <a:pt x="503777" y="1831961"/>
                </a:lnTo>
                <a:lnTo>
                  <a:pt x="502131" y="1836764"/>
                </a:lnTo>
                <a:lnTo>
                  <a:pt x="500484" y="1841580"/>
                </a:lnTo>
                <a:lnTo>
                  <a:pt x="498838" y="1846408"/>
                </a:lnTo>
                <a:lnTo>
                  <a:pt x="497192" y="1851247"/>
                </a:lnTo>
                <a:lnTo>
                  <a:pt x="495545" y="1856099"/>
                </a:lnTo>
                <a:lnTo>
                  <a:pt x="493899" y="1860962"/>
                </a:lnTo>
                <a:lnTo>
                  <a:pt x="492253" y="1865838"/>
                </a:lnTo>
                <a:lnTo>
                  <a:pt x="490606" y="1870725"/>
                </a:lnTo>
                <a:lnTo>
                  <a:pt x="488960" y="1875623"/>
                </a:lnTo>
                <a:lnTo>
                  <a:pt x="487314" y="1880534"/>
                </a:lnTo>
                <a:lnTo>
                  <a:pt x="485667" y="1885456"/>
                </a:lnTo>
                <a:lnTo>
                  <a:pt x="484021" y="1890390"/>
                </a:lnTo>
                <a:lnTo>
                  <a:pt x="482375" y="1895335"/>
                </a:lnTo>
                <a:lnTo>
                  <a:pt x="480728" y="1900291"/>
                </a:lnTo>
                <a:lnTo>
                  <a:pt x="479082" y="1905259"/>
                </a:lnTo>
                <a:lnTo>
                  <a:pt x="477436" y="1910239"/>
                </a:lnTo>
                <a:lnTo>
                  <a:pt x="475789" y="1915229"/>
                </a:lnTo>
                <a:lnTo>
                  <a:pt x="474143" y="1920231"/>
                </a:lnTo>
                <a:lnTo>
                  <a:pt x="472497" y="1925244"/>
                </a:lnTo>
                <a:lnTo>
                  <a:pt x="470850" y="1930268"/>
                </a:lnTo>
                <a:lnTo>
                  <a:pt x="469204" y="1935303"/>
                </a:lnTo>
                <a:lnTo>
                  <a:pt x="467558" y="1940348"/>
                </a:lnTo>
                <a:lnTo>
                  <a:pt x="465911" y="1945405"/>
                </a:lnTo>
                <a:lnTo>
                  <a:pt x="464265" y="1950473"/>
                </a:lnTo>
                <a:lnTo>
                  <a:pt x="462619" y="1955551"/>
                </a:lnTo>
                <a:lnTo>
                  <a:pt x="460972" y="1960640"/>
                </a:lnTo>
                <a:lnTo>
                  <a:pt x="459326" y="1965739"/>
                </a:lnTo>
                <a:lnTo>
                  <a:pt x="457680" y="1970849"/>
                </a:lnTo>
                <a:lnTo>
                  <a:pt x="456033" y="1975969"/>
                </a:lnTo>
                <a:lnTo>
                  <a:pt x="454387" y="1981100"/>
                </a:lnTo>
                <a:lnTo>
                  <a:pt x="452741" y="1986241"/>
                </a:lnTo>
                <a:lnTo>
                  <a:pt x="451094" y="1991392"/>
                </a:lnTo>
                <a:lnTo>
                  <a:pt x="449448" y="1996553"/>
                </a:lnTo>
                <a:lnTo>
                  <a:pt x="447802" y="2001724"/>
                </a:lnTo>
                <a:lnTo>
                  <a:pt x="446155" y="2006905"/>
                </a:lnTo>
                <a:lnTo>
                  <a:pt x="444509" y="2012096"/>
                </a:lnTo>
                <a:lnTo>
                  <a:pt x="442863" y="2017296"/>
                </a:lnTo>
                <a:lnTo>
                  <a:pt x="441216" y="2022507"/>
                </a:lnTo>
                <a:lnTo>
                  <a:pt x="439570" y="2027727"/>
                </a:lnTo>
                <a:lnTo>
                  <a:pt x="437924" y="2032956"/>
                </a:lnTo>
                <a:lnTo>
                  <a:pt x="436277" y="2038195"/>
                </a:lnTo>
                <a:lnTo>
                  <a:pt x="434631" y="2043443"/>
                </a:lnTo>
                <a:lnTo>
                  <a:pt x="432985" y="2048700"/>
                </a:lnTo>
                <a:lnTo>
                  <a:pt x="431338" y="2053966"/>
                </a:lnTo>
                <a:lnTo>
                  <a:pt x="429692" y="2059242"/>
                </a:lnTo>
                <a:lnTo>
                  <a:pt x="428046" y="2064526"/>
                </a:lnTo>
                <a:lnTo>
                  <a:pt x="426399" y="2069819"/>
                </a:lnTo>
                <a:lnTo>
                  <a:pt x="424753" y="2075121"/>
                </a:lnTo>
                <a:lnTo>
                  <a:pt x="423107" y="2080431"/>
                </a:lnTo>
                <a:lnTo>
                  <a:pt x="421460" y="2085750"/>
                </a:lnTo>
                <a:lnTo>
                  <a:pt x="419814" y="2091077"/>
                </a:lnTo>
                <a:lnTo>
                  <a:pt x="418168" y="2096412"/>
                </a:lnTo>
                <a:lnTo>
                  <a:pt x="416521" y="2101756"/>
                </a:lnTo>
                <a:lnTo>
                  <a:pt x="414875" y="2107108"/>
                </a:lnTo>
                <a:lnTo>
                  <a:pt x="413229" y="2112467"/>
                </a:lnTo>
                <a:lnTo>
                  <a:pt x="411582" y="2117835"/>
                </a:lnTo>
                <a:lnTo>
                  <a:pt x="409936" y="2123210"/>
                </a:lnTo>
                <a:lnTo>
                  <a:pt x="408290" y="2128592"/>
                </a:lnTo>
                <a:lnTo>
                  <a:pt x="406643" y="2133983"/>
                </a:lnTo>
                <a:lnTo>
                  <a:pt x="404997" y="2139380"/>
                </a:lnTo>
                <a:lnTo>
                  <a:pt x="403351" y="2144785"/>
                </a:lnTo>
                <a:lnTo>
                  <a:pt x="401704" y="2150197"/>
                </a:lnTo>
                <a:lnTo>
                  <a:pt x="400058" y="2155616"/>
                </a:lnTo>
                <a:lnTo>
                  <a:pt x="398412" y="2161041"/>
                </a:lnTo>
                <a:lnTo>
                  <a:pt x="396765" y="2166474"/>
                </a:lnTo>
                <a:lnTo>
                  <a:pt x="395119" y="2171913"/>
                </a:lnTo>
                <a:lnTo>
                  <a:pt x="393473" y="2177359"/>
                </a:lnTo>
                <a:lnTo>
                  <a:pt x="391826" y="2182810"/>
                </a:lnTo>
                <a:lnTo>
                  <a:pt x="390180" y="2188268"/>
                </a:lnTo>
                <a:lnTo>
                  <a:pt x="388534" y="2193733"/>
                </a:lnTo>
                <a:lnTo>
                  <a:pt x="386887" y="2199203"/>
                </a:lnTo>
                <a:lnTo>
                  <a:pt x="385241" y="2204678"/>
                </a:lnTo>
                <a:lnTo>
                  <a:pt x="383595" y="2210160"/>
                </a:lnTo>
                <a:lnTo>
                  <a:pt x="381948" y="2215647"/>
                </a:lnTo>
                <a:lnTo>
                  <a:pt x="380302" y="2221139"/>
                </a:lnTo>
                <a:lnTo>
                  <a:pt x="378656" y="2226637"/>
                </a:lnTo>
                <a:lnTo>
                  <a:pt x="377009" y="2232139"/>
                </a:lnTo>
                <a:lnTo>
                  <a:pt x="375363" y="2237647"/>
                </a:lnTo>
                <a:lnTo>
                  <a:pt x="373717" y="2243159"/>
                </a:lnTo>
                <a:lnTo>
                  <a:pt x="372070" y="2248676"/>
                </a:lnTo>
                <a:lnTo>
                  <a:pt x="370424" y="2254197"/>
                </a:lnTo>
                <a:lnTo>
                  <a:pt x="368778" y="2259723"/>
                </a:lnTo>
                <a:lnTo>
                  <a:pt x="367131" y="2265253"/>
                </a:lnTo>
                <a:lnTo>
                  <a:pt x="365485" y="2270787"/>
                </a:lnTo>
                <a:lnTo>
                  <a:pt x="363839" y="2276324"/>
                </a:lnTo>
                <a:lnTo>
                  <a:pt x="362192" y="2281865"/>
                </a:lnTo>
                <a:lnTo>
                  <a:pt x="360546" y="2287410"/>
                </a:lnTo>
                <a:lnTo>
                  <a:pt x="358900" y="2292958"/>
                </a:lnTo>
                <a:lnTo>
                  <a:pt x="357253" y="2298509"/>
                </a:lnTo>
                <a:lnTo>
                  <a:pt x="355607" y="2304064"/>
                </a:lnTo>
                <a:lnTo>
                  <a:pt x="353961" y="2309621"/>
                </a:lnTo>
                <a:lnTo>
                  <a:pt x="352314" y="2315180"/>
                </a:lnTo>
                <a:lnTo>
                  <a:pt x="350668" y="2320742"/>
                </a:lnTo>
                <a:lnTo>
                  <a:pt x="349022" y="2326307"/>
                </a:lnTo>
                <a:lnTo>
                  <a:pt x="347375" y="2331873"/>
                </a:lnTo>
                <a:lnTo>
                  <a:pt x="345729" y="2337442"/>
                </a:lnTo>
                <a:lnTo>
                  <a:pt x="344083" y="2343012"/>
                </a:lnTo>
                <a:lnTo>
                  <a:pt x="342436" y="2348584"/>
                </a:lnTo>
                <a:lnTo>
                  <a:pt x="340790" y="2354157"/>
                </a:lnTo>
                <a:lnTo>
                  <a:pt x="339144" y="2359731"/>
                </a:lnTo>
                <a:lnTo>
                  <a:pt x="337497" y="2365306"/>
                </a:lnTo>
                <a:lnTo>
                  <a:pt x="335851" y="2370882"/>
                </a:lnTo>
                <a:lnTo>
                  <a:pt x="334205" y="2376459"/>
                </a:lnTo>
                <a:lnTo>
                  <a:pt x="332558" y="2382036"/>
                </a:lnTo>
                <a:lnTo>
                  <a:pt x="330912" y="2387613"/>
                </a:lnTo>
                <a:lnTo>
                  <a:pt x="329266" y="2393191"/>
                </a:lnTo>
                <a:lnTo>
                  <a:pt x="327619" y="2398768"/>
                </a:lnTo>
                <a:lnTo>
                  <a:pt x="325973" y="2404345"/>
                </a:lnTo>
                <a:lnTo>
                  <a:pt x="324327" y="2409921"/>
                </a:lnTo>
                <a:lnTo>
                  <a:pt x="322680" y="2415496"/>
                </a:lnTo>
                <a:lnTo>
                  <a:pt x="321034" y="2421070"/>
                </a:lnTo>
                <a:lnTo>
                  <a:pt x="319388" y="2426644"/>
                </a:lnTo>
                <a:lnTo>
                  <a:pt x="317741" y="2432215"/>
                </a:lnTo>
                <a:lnTo>
                  <a:pt x="316095" y="2437785"/>
                </a:lnTo>
                <a:lnTo>
                  <a:pt x="314449" y="2443353"/>
                </a:lnTo>
                <a:lnTo>
                  <a:pt x="312803" y="2448920"/>
                </a:lnTo>
                <a:lnTo>
                  <a:pt x="311156" y="2454483"/>
                </a:lnTo>
                <a:lnTo>
                  <a:pt x="309510" y="2460045"/>
                </a:lnTo>
                <a:lnTo>
                  <a:pt x="307864" y="2465603"/>
                </a:lnTo>
                <a:lnTo>
                  <a:pt x="306217" y="2471159"/>
                </a:lnTo>
                <a:lnTo>
                  <a:pt x="304571" y="2476711"/>
                </a:lnTo>
                <a:lnTo>
                  <a:pt x="302925" y="2482260"/>
                </a:lnTo>
                <a:lnTo>
                  <a:pt x="301278" y="2487806"/>
                </a:lnTo>
                <a:lnTo>
                  <a:pt x="299632" y="2493347"/>
                </a:lnTo>
                <a:lnTo>
                  <a:pt x="297986" y="2498884"/>
                </a:lnTo>
                <a:lnTo>
                  <a:pt x="296339" y="2504417"/>
                </a:lnTo>
                <a:lnTo>
                  <a:pt x="294693" y="2509946"/>
                </a:lnTo>
                <a:lnTo>
                  <a:pt x="293047" y="2515469"/>
                </a:lnTo>
                <a:lnTo>
                  <a:pt x="291400" y="2520988"/>
                </a:lnTo>
                <a:lnTo>
                  <a:pt x="289754" y="2526501"/>
                </a:lnTo>
                <a:lnTo>
                  <a:pt x="288108" y="2532008"/>
                </a:lnTo>
                <a:lnTo>
                  <a:pt x="286461" y="2537510"/>
                </a:lnTo>
                <a:lnTo>
                  <a:pt x="284815" y="2543006"/>
                </a:lnTo>
                <a:lnTo>
                  <a:pt x="283169" y="2548495"/>
                </a:lnTo>
                <a:lnTo>
                  <a:pt x="281522" y="2553978"/>
                </a:lnTo>
                <a:lnTo>
                  <a:pt x="279876" y="2559454"/>
                </a:lnTo>
                <a:lnTo>
                  <a:pt x="278230" y="2564923"/>
                </a:lnTo>
                <a:lnTo>
                  <a:pt x="276583" y="2570385"/>
                </a:lnTo>
                <a:lnTo>
                  <a:pt x="274937" y="2575839"/>
                </a:lnTo>
                <a:lnTo>
                  <a:pt x="273291" y="2581286"/>
                </a:lnTo>
                <a:lnTo>
                  <a:pt x="271644" y="2586724"/>
                </a:lnTo>
                <a:lnTo>
                  <a:pt x="269998" y="2592154"/>
                </a:lnTo>
                <a:lnTo>
                  <a:pt x="268352" y="2597575"/>
                </a:lnTo>
                <a:lnTo>
                  <a:pt x="266705" y="2602987"/>
                </a:lnTo>
                <a:lnTo>
                  <a:pt x="265059" y="2608390"/>
                </a:lnTo>
                <a:lnTo>
                  <a:pt x="263413" y="2613784"/>
                </a:lnTo>
                <a:lnTo>
                  <a:pt x="261766" y="2619168"/>
                </a:lnTo>
                <a:lnTo>
                  <a:pt x="260120" y="2624542"/>
                </a:lnTo>
                <a:lnTo>
                  <a:pt x="258474" y="2629905"/>
                </a:lnTo>
                <a:lnTo>
                  <a:pt x="256827" y="2635259"/>
                </a:lnTo>
                <a:lnTo>
                  <a:pt x="255181" y="2640601"/>
                </a:lnTo>
                <a:lnTo>
                  <a:pt x="253535" y="2645932"/>
                </a:lnTo>
                <a:lnTo>
                  <a:pt x="251888" y="2651252"/>
                </a:lnTo>
                <a:lnTo>
                  <a:pt x="250242" y="2656560"/>
                </a:lnTo>
                <a:lnTo>
                  <a:pt x="248596" y="2661857"/>
                </a:lnTo>
                <a:lnTo>
                  <a:pt x="246949" y="2667141"/>
                </a:lnTo>
                <a:lnTo>
                  <a:pt x="245303" y="2672412"/>
                </a:lnTo>
                <a:lnTo>
                  <a:pt x="243657" y="2677671"/>
                </a:lnTo>
                <a:lnTo>
                  <a:pt x="242010" y="2682917"/>
                </a:lnTo>
                <a:lnTo>
                  <a:pt x="240364" y="2688149"/>
                </a:lnTo>
                <a:lnTo>
                  <a:pt x="238718" y="2693368"/>
                </a:lnTo>
                <a:lnTo>
                  <a:pt x="237071" y="2698572"/>
                </a:lnTo>
                <a:lnTo>
                  <a:pt x="235425" y="2703762"/>
                </a:lnTo>
                <a:lnTo>
                  <a:pt x="233779" y="2708938"/>
                </a:lnTo>
                <a:lnTo>
                  <a:pt x="232132" y="2714099"/>
                </a:lnTo>
                <a:lnTo>
                  <a:pt x="230486" y="2719245"/>
                </a:lnTo>
                <a:lnTo>
                  <a:pt x="228840" y="2724375"/>
                </a:lnTo>
                <a:lnTo>
                  <a:pt x="227193" y="2729490"/>
                </a:lnTo>
                <a:lnTo>
                  <a:pt x="225547" y="2734588"/>
                </a:lnTo>
                <a:lnTo>
                  <a:pt x="223901" y="2739670"/>
                </a:lnTo>
                <a:lnTo>
                  <a:pt x="222254" y="2744735"/>
                </a:lnTo>
                <a:lnTo>
                  <a:pt x="220608" y="2749784"/>
                </a:lnTo>
                <a:lnTo>
                  <a:pt x="218962" y="2754815"/>
                </a:lnTo>
                <a:lnTo>
                  <a:pt x="217315" y="2759828"/>
                </a:lnTo>
                <a:lnTo>
                  <a:pt x="215669" y="2764823"/>
                </a:lnTo>
                <a:lnTo>
                  <a:pt x="214023" y="2769801"/>
                </a:lnTo>
                <a:lnTo>
                  <a:pt x="212376" y="2774759"/>
                </a:lnTo>
                <a:lnTo>
                  <a:pt x="210730" y="2779699"/>
                </a:lnTo>
                <a:lnTo>
                  <a:pt x="209084" y="2784620"/>
                </a:lnTo>
                <a:lnTo>
                  <a:pt x="207437" y="2789521"/>
                </a:lnTo>
                <a:lnTo>
                  <a:pt x="205791" y="2794402"/>
                </a:lnTo>
                <a:lnTo>
                  <a:pt x="204145" y="2799263"/>
                </a:lnTo>
                <a:lnTo>
                  <a:pt x="202498" y="2804104"/>
                </a:lnTo>
                <a:lnTo>
                  <a:pt x="200852" y="2808924"/>
                </a:lnTo>
                <a:lnTo>
                  <a:pt x="199206" y="2813723"/>
                </a:lnTo>
                <a:lnTo>
                  <a:pt x="197559" y="2818500"/>
                </a:lnTo>
                <a:lnTo>
                  <a:pt x="195913" y="2823256"/>
                </a:lnTo>
                <a:lnTo>
                  <a:pt x="194267" y="2827990"/>
                </a:lnTo>
                <a:lnTo>
                  <a:pt x="192620" y="2832701"/>
                </a:lnTo>
                <a:lnTo>
                  <a:pt x="190974" y="2837390"/>
                </a:lnTo>
                <a:lnTo>
                  <a:pt x="189328" y="2842055"/>
                </a:lnTo>
                <a:lnTo>
                  <a:pt x="187681" y="2846698"/>
                </a:lnTo>
                <a:lnTo>
                  <a:pt x="186035" y="2851316"/>
                </a:lnTo>
                <a:lnTo>
                  <a:pt x="184389" y="2855911"/>
                </a:lnTo>
                <a:lnTo>
                  <a:pt x="182742" y="2860481"/>
                </a:lnTo>
                <a:lnTo>
                  <a:pt x="181096" y="2865026"/>
                </a:lnTo>
                <a:lnTo>
                  <a:pt x="179450" y="2869547"/>
                </a:lnTo>
                <a:lnTo>
                  <a:pt x="177803" y="2874042"/>
                </a:lnTo>
                <a:lnTo>
                  <a:pt x="176157" y="2878512"/>
                </a:lnTo>
                <a:lnTo>
                  <a:pt x="174511" y="2882956"/>
                </a:lnTo>
                <a:lnTo>
                  <a:pt x="172864" y="2887373"/>
                </a:lnTo>
                <a:lnTo>
                  <a:pt x="171218" y="2891764"/>
                </a:lnTo>
                <a:lnTo>
                  <a:pt x="169572" y="2896128"/>
                </a:lnTo>
                <a:lnTo>
                  <a:pt x="167925" y="2900464"/>
                </a:lnTo>
                <a:lnTo>
                  <a:pt x="166279" y="2904773"/>
                </a:lnTo>
                <a:lnTo>
                  <a:pt x="164633" y="2909054"/>
                </a:lnTo>
                <a:lnTo>
                  <a:pt x="162986" y="2913307"/>
                </a:lnTo>
                <a:lnTo>
                  <a:pt x="161340" y="2917531"/>
                </a:lnTo>
                <a:lnTo>
                  <a:pt x="159694" y="2921726"/>
                </a:lnTo>
                <a:lnTo>
                  <a:pt x="158047" y="2925892"/>
                </a:lnTo>
                <a:lnTo>
                  <a:pt x="156401" y="2930028"/>
                </a:lnTo>
                <a:lnTo>
                  <a:pt x="154755" y="2934135"/>
                </a:lnTo>
                <a:lnTo>
                  <a:pt x="153108" y="2938211"/>
                </a:lnTo>
                <a:lnTo>
                  <a:pt x="151462" y="2942257"/>
                </a:lnTo>
                <a:lnTo>
                  <a:pt x="149816" y="2946271"/>
                </a:lnTo>
                <a:lnTo>
                  <a:pt x="148169" y="2950255"/>
                </a:lnTo>
                <a:lnTo>
                  <a:pt x="146523" y="2954207"/>
                </a:lnTo>
                <a:lnTo>
                  <a:pt x="144877" y="2958127"/>
                </a:lnTo>
                <a:lnTo>
                  <a:pt x="143230" y="2962015"/>
                </a:lnTo>
                <a:lnTo>
                  <a:pt x="141584" y="2965870"/>
                </a:lnTo>
                <a:lnTo>
                  <a:pt x="139938" y="2969693"/>
                </a:lnTo>
                <a:lnTo>
                  <a:pt x="138291" y="2973482"/>
                </a:lnTo>
                <a:lnTo>
                  <a:pt x="136645" y="2977238"/>
                </a:lnTo>
                <a:lnTo>
                  <a:pt x="134999" y="2980960"/>
                </a:lnTo>
                <a:lnTo>
                  <a:pt x="133352" y="2984648"/>
                </a:lnTo>
                <a:lnTo>
                  <a:pt x="131706" y="2988302"/>
                </a:lnTo>
                <a:lnTo>
                  <a:pt x="130060" y="2991920"/>
                </a:lnTo>
                <a:lnTo>
                  <a:pt x="128413" y="2995504"/>
                </a:lnTo>
                <a:lnTo>
                  <a:pt x="126767" y="2999052"/>
                </a:lnTo>
                <a:lnTo>
                  <a:pt x="125121" y="3002565"/>
                </a:lnTo>
                <a:lnTo>
                  <a:pt x="123474" y="3006041"/>
                </a:lnTo>
                <a:lnTo>
                  <a:pt x="121828" y="3009481"/>
                </a:lnTo>
                <a:lnTo>
                  <a:pt x="120182" y="3012884"/>
                </a:lnTo>
                <a:lnTo>
                  <a:pt x="118535" y="3016251"/>
                </a:lnTo>
                <a:lnTo>
                  <a:pt x="116889" y="3019580"/>
                </a:lnTo>
                <a:lnTo>
                  <a:pt x="115243" y="3022872"/>
                </a:lnTo>
                <a:lnTo>
                  <a:pt x="113596" y="3026125"/>
                </a:lnTo>
                <a:lnTo>
                  <a:pt x="111950" y="3029341"/>
                </a:lnTo>
                <a:lnTo>
                  <a:pt x="110304" y="3032518"/>
                </a:lnTo>
                <a:lnTo>
                  <a:pt x="108657" y="3035656"/>
                </a:lnTo>
                <a:lnTo>
                  <a:pt x="107011" y="3038755"/>
                </a:lnTo>
                <a:lnTo>
                  <a:pt x="105365" y="3041814"/>
                </a:lnTo>
                <a:lnTo>
                  <a:pt x="103718" y="3044834"/>
                </a:lnTo>
                <a:lnTo>
                  <a:pt x="102072" y="3047814"/>
                </a:lnTo>
                <a:lnTo>
                  <a:pt x="100426" y="3050753"/>
                </a:lnTo>
                <a:lnTo>
                  <a:pt x="98779" y="3053652"/>
                </a:lnTo>
                <a:lnTo>
                  <a:pt x="97133" y="3056510"/>
                </a:lnTo>
                <a:lnTo>
                  <a:pt x="95487" y="3059327"/>
                </a:lnTo>
                <a:lnTo>
                  <a:pt x="93840" y="3062103"/>
                </a:lnTo>
                <a:lnTo>
                  <a:pt x="92194" y="3064836"/>
                </a:lnTo>
                <a:lnTo>
                  <a:pt x="90548" y="3067528"/>
                </a:lnTo>
                <a:lnTo>
                  <a:pt x="88901" y="3070177"/>
                </a:lnTo>
                <a:lnTo>
                  <a:pt x="87255" y="3072784"/>
                </a:lnTo>
                <a:lnTo>
                  <a:pt x="85609" y="3075348"/>
                </a:lnTo>
                <a:lnTo>
                  <a:pt x="83962" y="3077868"/>
                </a:lnTo>
                <a:lnTo>
                  <a:pt x="82316" y="3080346"/>
                </a:lnTo>
                <a:lnTo>
                  <a:pt x="80670" y="3082779"/>
                </a:lnTo>
                <a:lnTo>
                  <a:pt x="79023" y="3085169"/>
                </a:lnTo>
                <a:lnTo>
                  <a:pt x="77377" y="3087514"/>
                </a:lnTo>
                <a:lnTo>
                  <a:pt x="75731" y="3089815"/>
                </a:lnTo>
                <a:lnTo>
                  <a:pt x="74084" y="3092072"/>
                </a:lnTo>
                <a:lnTo>
                  <a:pt x="72438" y="3094283"/>
                </a:lnTo>
                <a:lnTo>
                  <a:pt x="70792" y="3096449"/>
                </a:lnTo>
                <a:lnTo>
                  <a:pt x="69145" y="3098570"/>
                </a:lnTo>
                <a:lnTo>
                  <a:pt x="67499" y="3100644"/>
                </a:lnTo>
                <a:lnTo>
                  <a:pt x="65853" y="3102673"/>
                </a:lnTo>
                <a:lnTo>
                  <a:pt x="64206" y="3104656"/>
                </a:lnTo>
                <a:lnTo>
                  <a:pt x="62560" y="3106592"/>
                </a:lnTo>
                <a:lnTo>
                  <a:pt x="60914" y="3108481"/>
                </a:lnTo>
                <a:lnTo>
                  <a:pt x="59267" y="3110324"/>
                </a:lnTo>
                <a:lnTo>
                  <a:pt x="57621" y="3112119"/>
                </a:lnTo>
                <a:lnTo>
                  <a:pt x="55975" y="3113867"/>
                </a:lnTo>
                <a:lnTo>
                  <a:pt x="54328" y="3115568"/>
                </a:lnTo>
                <a:lnTo>
                  <a:pt x="52682" y="3117220"/>
                </a:lnTo>
                <a:lnTo>
                  <a:pt x="51036" y="3118825"/>
                </a:lnTo>
                <a:lnTo>
                  <a:pt x="49389" y="3120381"/>
                </a:lnTo>
                <a:lnTo>
                  <a:pt x="47743" y="3121889"/>
                </a:lnTo>
                <a:lnTo>
                  <a:pt x="46097" y="3123348"/>
                </a:lnTo>
                <a:lnTo>
                  <a:pt x="44450" y="3124758"/>
                </a:lnTo>
                <a:lnTo>
                  <a:pt x="42804" y="3126119"/>
                </a:lnTo>
                <a:lnTo>
                  <a:pt x="41158" y="3127431"/>
                </a:lnTo>
                <a:lnTo>
                  <a:pt x="39511" y="3128693"/>
                </a:lnTo>
                <a:lnTo>
                  <a:pt x="37865" y="3129906"/>
                </a:lnTo>
                <a:lnTo>
                  <a:pt x="36219" y="3131069"/>
                </a:lnTo>
                <a:lnTo>
                  <a:pt x="34572" y="3132181"/>
                </a:lnTo>
                <a:lnTo>
                  <a:pt x="32926" y="3133244"/>
                </a:lnTo>
                <a:lnTo>
                  <a:pt x="31280" y="3134256"/>
                </a:lnTo>
                <a:lnTo>
                  <a:pt x="29633" y="3135218"/>
                </a:lnTo>
                <a:lnTo>
                  <a:pt x="27987" y="3136128"/>
                </a:lnTo>
                <a:lnTo>
                  <a:pt x="26341" y="3136988"/>
                </a:lnTo>
                <a:lnTo>
                  <a:pt x="24694" y="3137797"/>
                </a:lnTo>
                <a:lnTo>
                  <a:pt x="23048" y="3138555"/>
                </a:lnTo>
                <a:lnTo>
                  <a:pt x="21402" y="3139261"/>
                </a:lnTo>
                <a:lnTo>
                  <a:pt x="19755" y="3139916"/>
                </a:lnTo>
                <a:lnTo>
                  <a:pt x="18109" y="3140519"/>
                </a:lnTo>
                <a:lnTo>
                  <a:pt x="16463" y="3141071"/>
                </a:lnTo>
                <a:lnTo>
                  <a:pt x="14816" y="3141570"/>
                </a:lnTo>
                <a:lnTo>
                  <a:pt x="13170" y="3142018"/>
                </a:lnTo>
                <a:lnTo>
                  <a:pt x="11524" y="3142413"/>
                </a:lnTo>
                <a:lnTo>
                  <a:pt x="9877" y="3142756"/>
                </a:lnTo>
                <a:lnTo>
                  <a:pt x="8231" y="3143046"/>
                </a:lnTo>
                <a:lnTo>
                  <a:pt x="6585" y="3143284"/>
                </a:lnTo>
                <a:lnTo>
                  <a:pt x="4938" y="3143469"/>
                </a:lnTo>
                <a:lnTo>
                  <a:pt x="3292" y="3143601"/>
                </a:lnTo>
                <a:lnTo>
                  <a:pt x="1646" y="3143681"/>
                </a:lnTo>
                <a:lnTo>
                  <a:pt x="0" y="3143708"/>
                </a:lnTo>
                <a:close/>
              </a:path>
            </a:pathLst>
          </a:custGeom>
          <a:solidFill>
            <a:srgbClr val="7FC8F8">
              <a:alpha val="55000"/>
            </a:srgbClr>
          </a:solidFill>
          <a:ln w="10160">
            <a:solidFill>
              <a:srgbClr val="7FC8F8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1-E11 polygon 36" descr="sci-ppt:o036"/>
          <p:cNvSpPr/>
          <p:nvPr/>
        </p:nvSpPr>
        <p:spPr>
          <a:xfrm>
            <a:off x="914400" y="2068407"/>
            <a:ext cx="6583679" cy="3143673"/>
          </a:xfrm>
          <a:custGeom>
            <a:avLst/>
            <a:gdLst/>
            <a:ahLst/>
            <a:cxnLst/>
            <a:rect l="l" t="t" r="r" b="b"/>
            <a:pathLst>
              <a:path w="6583679" h="3143673">
                <a:moveTo>
                  <a:pt x="0" y="3143673"/>
                </a:moveTo>
                <a:lnTo>
                  <a:pt x="46097" y="3123091"/>
                </a:lnTo>
                <a:lnTo>
                  <a:pt x="92194" y="3063080"/>
                </a:lnTo>
                <a:lnTo>
                  <a:pt x="138291" y="2967858"/>
                </a:lnTo>
                <a:lnTo>
                  <a:pt x="184389" y="2843246"/>
                </a:lnTo>
                <a:lnTo>
                  <a:pt x="230486" y="2695880"/>
                </a:lnTo>
                <a:lnTo>
                  <a:pt x="276583" y="2532476"/>
                </a:lnTo>
                <a:lnTo>
                  <a:pt x="322680" y="2359270"/>
                </a:lnTo>
                <a:lnTo>
                  <a:pt x="368778" y="2181662"/>
                </a:lnTo>
                <a:lnTo>
                  <a:pt x="414875" y="2004075"/>
                </a:lnTo>
                <a:lnTo>
                  <a:pt x="460972" y="1829941"/>
                </a:lnTo>
                <a:lnTo>
                  <a:pt x="507070" y="1661793"/>
                </a:lnTo>
                <a:lnTo>
                  <a:pt x="553167" y="1501398"/>
                </a:lnTo>
                <a:lnTo>
                  <a:pt x="599264" y="1349900"/>
                </a:lnTo>
                <a:lnTo>
                  <a:pt x="645361" y="1207955"/>
                </a:lnTo>
                <a:lnTo>
                  <a:pt x="691459" y="1075852"/>
                </a:lnTo>
                <a:lnTo>
                  <a:pt x="737556" y="953610"/>
                </a:lnTo>
                <a:lnTo>
                  <a:pt x="783653" y="841058"/>
                </a:lnTo>
                <a:lnTo>
                  <a:pt x="829751" y="737892"/>
                </a:lnTo>
                <a:lnTo>
                  <a:pt x="875848" y="643727"/>
                </a:lnTo>
                <a:lnTo>
                  <a:pt x="921945" y="558122"/>
                </a:lnTo>
                <a:lnTo>
                  <a:pt x="968042" y="480612"/>
                </a:lnTo>
                <a:lnTo>
                  <a:pt x="1014140" y="410724"/>
                </a:lnTo>
                <a:lnTo>
                  <a:pt x="1060237" y="347986"/>
                </a:lnTo>
                <a:lnTo>
                  <a:pt x="1106334" y="291939"/>
                </a:lnTo>
                <a:lnTo>
                  <a:pt x="1152432" y="242141"/>
                </a:lnTo>
                <a:lnTo>
                  <a:pt x="1198529" y="198167"/>
                </a:lnTo>
                <a:lnTo>
                  <a:pt x="1244626" y="159619"/>
                </a:lnTo>
                <a:lnTo>
                  <a:pt x="1290723" y="126117"/>
                </a:lnTo>
                <a:lnTo>
                  <a:pt x="1336821" y="97307"/>
                </a:lnTo>
                <a:lnTo>
                  <a:pt x="1382918" y="72856"/>
                </a:lnTo>
                <a:lnTo>
                  <a:pt x="1429015" y="52453"/>
                </a:lnTo>
                <a:lnTo>
                  <a:pt x="1475113" y="35805"/>
                </a:lnTo>
                <a:lnTo>
                  <a:pt x="1521210" y="22641"/>
                </a:lnTo>
                <a:lnTo>
                  <a:pt x="1567307" y="12708"/>
                </a:lnTo>
                <a:lnTo>
                  <a:pt x="1613404" y="5768"/>
                </a:lnTo>
                <a:lnTo>
                  <a:pt x="1659502" y="1601"/>
                </a:lnTo>
                <a:lnTo>
                  <a:pt x="1705599" y="0"/>
                </a:lnTo>
                <a:lnTo>
                  <a:pt x="1751696" y="773"/>
                </a:lnTo>
                <a:lnTo>
                  <a:pt x="1797794" y="3739"/>
                </a:lnTo>
                <a:lnTo>
                  <a:pt x="1843891" y="8731"/>
                </a:lnTo>
                <a:lnTo>
                  <a:pt x="1889988" y="15590"/>
                </a:lnTo>
                <a:lnTo>
                  <a:pt x="1936085" y="24170"/>
                </a:lnTo>
                <a:lnTo>
                  <a:pt x="1982183" y="34332"/>
                </a:lnTo>
                <a:lnTo>
                  <a:pt x="2028280" y="45948"/>
                </a:lnTo>
                <a:lnTo>
                  <a:pt x="2074377" y="58895"/>
                </a:lnTo>
                <a:lnTo>
                  <a:pt x="2120475" y="73060"/>
                </a:lnTo>
                <a:lnTo>
                  <a:pt x="2166572" y="88335"/>
                </a:lnTo>
                <a:lnTo>
                  <a:pt x="2212669" y="104620"/>
                </a:lnTo>
                <a:lnTo>
                  <a:pt x="2258766" y="121820"/>
                </a:lnTo>
                <a:lnTo>
                  <a:pt x="2304864" y="139846"/>
                </a:lnTo>
                <a:lnTo>
                  <a:pt x="2350961" y="158614"/>
                </a:lnTo>
                <a:lnTo>
                  <a:pt x="2397058" y="178045"/>
                </a:lnTo>
                <a:lnTo>
                  <a:pt x="2443156" y="198062"/>
                </a:lnTo>
                <a:lnTo>
                  <a:pt x="2489253" y="218597"/>
                </a:lnTo>
                <a:lnTo>
                  <a:pt x="2535350" y="239582"/>
                </a:lnTo>
                <a:lnTo>
                  <a:pt x="2581447" y="260954"/>
                </a:lnTo>
                <a:lnTo>
                  <a:pt x="2627545" y="282653"/>
                </a:lnTo>
                <a:lnTo>
                  <a:pt x="2673642" y="304623"/>
                </a:lnTo>
                <a:lnTo>
                  <a:pt x="2719739" y="326810"/>
                </a:lnTo>
                <a:lnTo>
                  <a:pt x="2765837" y="349164"/>
                </a:lnTo>
                <a:lnTo>
                  <a:pt x="2811934" y="371636"/>
                </a:lnTo>
                <a:lnTo>
                  <a:pt x="2858031" y="394182"/>
                </a:lnTo>
                <a:lnTo>
                  <a:pt x="2904128" y="416757"/>
                </a:lnTo>
                <a:lnTo>
                  <a:pt x="2950226" y="439321"/>
                </a:lnTo>
                <a:lnTo>
                  <a:pt x="2996323" y="461835"/>
                </a:lnTo>
                <a:lnTo>
                  <a:pt x="3042420" y="484262"/>
                </a:lnTo>
                <a:lnTo>
                  <a:pt x="3088518" y="506567"/>
                </a:lnTo>
                <a:lnTo>
                  <a:pt x="3134615" y="528717"/>
                </a:lnTo>
                <a:lnTo>
                  <a:pt x="3180712" y="550680"/>
                </a:lnTo>
                <a:lnTo>
                  <a:pt x="3226809" y="572427"/>
                </a:lnTo>
                <a:lnTo>
                  <a:pt x="3272907" y="593928"/>
                </a:lnTo>
                <a:lnTo>
                  <a:pt x="3319004" y="615157"/>
                </a:lnTo>
                <a:lnTo>
                  <a:pt x="3365101" y="636088"/>
                </a:lnTo>
                <a:lnTo>
                  <a:pt x="3411199" y="656697"/>
                </a:lnTo>
                <a:lnTo>
                  <a:pt x="3457296" y="676961"/>
                </a:lnTo>
                <a:lnTo>
                  <a:pt x="3503393" y="696857"/>
                </a:lnTo>
                <a:lnTo>
                  <a:pt x="3549490" y="716365"/>
                </a:lnTo>
                <a:lnTo>
                  <a:pt x="3595588" y="735466"/>
                </a:lnTo>
                <a:lnTo>
                  <a:pt x="3641685" y="754140"/>
                </a:lnTo>
                <a:lnTo>
                  <a:pt x="3687782" y="772370"/>
                </a:lnTo>
                <a:lnTo>
                  <a:pt x="3733880" y="790140"/>
                </a:lnTo>
                <a:lnTo>
                  <a:pt x="3779977" y="807433"/>
                </a:lnTo>
                <a:lnTo>
                  <a:pt x="3826074" y="824235"/>
                </a:lnTo>
                <a:lnTo>
                  <a:pt x="3872171" y="840532"/>
                </a:lnTo>
                <a:lnTo>
                  <a:pt x="3918269" y="856310"/>
                </a:lnTo>
                <a:lnTo>
                  <a:pt x="3964366" y="871558"/>
                </a:lnTo>
                <a:lnTo>
                  <a:pt x="4010463" y="886263"/>
                </a:lnTo>
                <a:lnTo>
                  <a:pt x="4056561" y="900414"/>
                </a:lnTo>
                <a:lnTo>
                  <a:pt x="4102658" y="914002"/>
                </a:lnTo>
                <a:lnTo>
                  <a:pt x="4148755" y="927017"/>
                </a:lnTo>
                <a:lnTo>
                  <a:pt x="4194852" y="939450"/>
                </a:lnTo>
                <a:lnTo>
                  <a:pt x="4240950" y="951293"/>
                </a:lnTo>
                <a:lnTo>
                  <a:pt x="4287047" y="962539"/>
                </a:lnTo>
                <a:lnTo>
                  <a:pt x="4333144" y="973179"/>
                </a:lnTo>
                <a:lnTo>
                  <a:pt x="4379242" y="983210"/>
                </a:lnTo>
                <a:lnTo>
                  <a:pt x="4425339" y="992623"/>
                </a:lnTo>
                <a:lnTo>
                  <a:pt x="4471436" y="1001416"/>
                </a:lnTo>
                <a:lnTo>
                  <a:pt x="4517533" y="1009582"/>
                </a:lnTo>
                <a:lnTo>
                  <a:pt x="4563631" y="1017117"/>
                </a:lnTo>
                <a:lnTo>
                  <a:pt x="4609728" y="1024019"/>
                </a:lnTo>
                <a:lnTo>
                  <a:pt x="4655825" y="1030284"/>
                </a:lnTo>
                <a:lnTo>
                  <a:pt x="4701923" y="1035910"/>
                </a:lnTo>
                <a:lnTo>
                  <a:pt x="4748020" y="1040895"/>
                </a:lnTo>
                <a:lnTo>
                  <a:pt x="4794117" y="1045238"/>
                </a:lnTo>
                <a:lnTo>
                  <a:pt x="4840214" y="1048936"/>
                </a:lnTo>
                <a:lnTo>
                  <a:pt x="4886312" y="1051991"/>
                </a:lnTo>
                <a:lnTo>
                  <a:pt x="4932409" y="1054401"/>
                </a:lnTo>
                <a:lnTo>
                  <a:pt x="4978506" y="1056168"/>
                </a:lnTo>
                <a:lnTo>
                  <a:pt x="5024603" y="1057292"/>
                </a:lnTo>
                <a:lnTo>
                  <a:pt x="5070701" y="1057774"/>
                </a:lnTo>
                <a:lnTo>
                  <a:pt x="5116798" y="1057617"/>
                </a:lnTo>
                <a:lnTo>
                  <a:pt x="5162895" y="1056823"/>
                </a:lnTo>
                <a:lnTo>
                  <a:pt x="5208993" y="1055394"/>
                </a:lnTo>
                <a:lnTo>
                  <a:pt x="5255090" y="1053333"/>
                </a:lnTo>
                <a:lnTo>
                  <a:pt x="5301187" y="1050645"/>
                </a:lnTo>
                <a:lnTo>
                  <a:pt x="5347284" y="1047332"/>
                </a:lnTo>
                <a:lnTo>
                  <a:pt x="5393382" y="1043401"/>
                </a:lnTo>
                <a:lnTo>
                  <a:pt x="5439479" y="1038854"/>
                </a:lnTo>
                <a:lnTo>
                  <a:pt x="5485576" y="1033699"/>
                </a:lnTo>
                <a:lnTo>
                  <a:pt x="5531674" y="1027940"/>
                </a:lnTo>
                <a:lnTo>
                  <a:pt x="5577771" y="1021583"/>
                </a:lnTo>
                <a:lnTo>
                  <a:pt x="5623868" y="1014636"/>
                </a:lnTo>
                <a:lnTo>
                  <a:pt x="5669965" y="1007106"/>
                </a:lnTo>
                <a:lnTo>
                  <a:pt x="5716063" y="998999"/>
                </a:lnTo>
                <a:lnTo>
                  <a:pt x="5762160" y="990324"/>
                </a:lnTo>
                <a:lnTo>
                  <a:pt x="5808257" y="981089"/>
                </a:lnTo>
                <a:lnTo>
                  <a:pt x="5854355" y="971303"/>
                </a:lnTo>
                <a:lnTo>
                  <a:pt x="5900452" y="960976"/>
                </a:lnTo>
                <a:lnTo>
                  <a:pt x="5946549" y="950116"/>
                </a:lnTo>
                <a:lnTo>
                  <a:pt x="5992646" y="938734"/>
                </a:lnTo>
                <a:lnTo>
                  <a:pt x="6038744" y="926840"/>
                </a:lnTo>
                <a:lnTo>
                  <a:pt x="6084841" y="914447"/>
                </a:lnTo>
                <a:lnTo>
                  <a:pt x="6130938" y="901564"/>
                </a:lnTo>
                <a:lnTo>
                  <a:pt x="6177036" y="888204"/>
                </a:lnTo>
                <a:lnTo>
                  <a:pt x="6223133" y="874380"/>
                </a:lnTo>
                <a:lnTo>
                  <a:pt x="6269230" y="860103"/>
                </a:lnTo>
                <a:lnTo>
                  <a:pt x="6315327" y="845389"/>
                </a:lnTo>
                <a:lnTo>
                  <a:pt x="6361425" y="830250"/>
                </a:lnTo>
                <a:lnTo>
                  <a:pt x="6407522" y="814701"/>
                </a:lnTo>
                <a:lnTo>
                  <a:pt x="6453619" y="798757"/>
                </a:lnTo>
                <a:lnTo>
                  <a:pt x="6499717" y="782432"/>
                </a:lnTo>
                <a:lnTo>
                  <a:pt x="6545814" y="765744"/>
                </a:lnTo>
                <a:lnTo>
                  <a:pt x="6583679" y="751775"/>
                </a:lnTo>
              </a:path>
            </a:pathLst>
          </a:custGeom>
          <a:noFill/>
          <a:ln w="27940">
            <a:solidFill>
              <a:srgbClr val="FFFFF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C1-E11 round_rect 37" descr="sci-ppt:o037"/>
          <p:cNvSpPr/>
          <p:nvPr/>
        </p:nvSpPr>
        <p:spPr>
          <a:xfrm>
            <a:off x="7772400" y="1371600"/>
            <a:ext cx="4069080" cy="292608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C1-E11 text 38" descr="sci-ppt:o038"/>
          <p:cNvSpPr txBox="1"/>
          <p:nvPr/>
        </p:nvSpPr>
        <p:spPr>
          <a:xfrm>
            <a:off x="7882127" y="1426464"/>
            <a:ext cx="384962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Where the pressure work goes</a:t>
            </a:r>
          </a:p>
        </p:txBody>
      </p:sp>
      <p:sp>
        <p:nvSpPr>
          <p:cNvPr id="41" name="C1-E11 rect 39" descr="sci-ppt:o039"/>
          <p:cNvSpPr/>
          <p:nvPr/>
        </p:nvSpPr>
        <p:spPr>
          <a:xfrm>
            <a:off x="7955279" y="1956816"/>
            <a:ext cx="274320" cy="219456"/>
          </a:xfrm>
          <a:prstGeom prst="rect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C1-E11 text 40" descr="sci-ppt:o040"/>
          <p:cNvSpPr txBox="1"/>
          <p:nvPr/>
        </p:nvSpPr>
        <p:spPr>
          <a:xfrm>
            <a:off x="8339327" y="1920240"/>
            <a:ext cx="33832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liquid kinetic energy Kₗ</a:t>
            </a:r>
          </a:p>
        </p:txBody>
      </p:sp>
      <p:sp>
        <p:nvSpPr>
          <p:cNvPr id="43" name="C1-E11 rect 41" descr="sci-ppt:o041"/>
          <p:cNvSpPr/>
          <p:nvPr/>
        </p:nvSpPr>
        <p:spPr>
          <a:xfrm>
            <a:off x="7955279" y="2459736"/>
            <a:ext cx="274320" cy="219456"/>
          </a:xfrm>
          <a:prstGeom prst="rect">
            <a:avLst/>
          </a:prstGeom>
          <a:solidFill>
            <a:srgbClr val="F28BA0"/>
          </a:solidFill>
          <a:ln w="127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C1-E11 text 42" descr="sci-ppt:o042"/>
          <p:cNvSpPr txBox="1"/>
          <p:nvPr/>
        </p:nvSpPr>
        <p:spPr>
          <a:xfrm>
            <a:off x="8339327" y="2423160"/>
            <a:ext cx="33832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interface energy E_σ − E_σ(0)</a:t>
            </a:r>
          </a:p>
        </p:txBody>
      </p:sp>
      <p:sp>
        <p:nvSpPr>
          <p:cNvPr id="45" name="C1-E11 rect 43" descr="sci-ppt:o043"/>
          <p:cNvSpPr/>
          <p:nvPr/>
        </p:nvSpPr>
        <p:spPr>
          <a:xfrm>
            <a:off x="7955279" y="2962656"/>
            <a:ext cx="274320" cy="219456"/>
          </a:xfrm>
          <a:prstGeom prst="rect">
            <a:avLst/>
          </a:prstGeom>
          <a:solidFill>
            <a:srgbClr val="7FC8F8"/>
          </a:solidFill>
          <a:ln w="1270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C1-E11 text 44" descr="sci-ppt:o044"/>
          <p:cNvSpPr txBox="1"/>
          <p:nvPr/>
        </p:nvSpPr>
        <p:spPr>
          <a:xfrm>
            <a:off x="8339327" y="2926080"/>
            <a:ext cx="33832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viscous dissipation ∫16πμRṘ²dt ≥ 0</a:t>
            </a:r>
          </a:p>
        </p:txBody>
      </p:sp>
      <p:sp>
        <p:nvSpPr>
          <p:cNvPr id="47" name="C1-E11 rect 45" descr="sci-ppt:o045"/>
          <p:cNvSpPr/>
          <p:nvPr/>
        </p:nvSpPr>
        <p:spPr>
          <a:xfrm>
            <a:off x="7955279" y="3465576"/>
            <a:ext cx="27432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C1-E11 text 46" descr="sci-ppt:o046"/>
          <p:cNvSpPr txBox="1"/>
          <p:nvPr/>
        </p:nvSpPr>
        <p:spPr>
          <a:xfrm>
            <a:off x="8339327" y="3429000"/>
            <a:ext cx="33832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pressure work ∫(p_b − p∞) dV (dashed)</a:t>
            </a:r>
          </a:p>
        </p:txBody>
      </p:sp>
      <p:sp>
        <p:nvSpPr>
          <p:cNvPr id="49" name="C1-E11 text 47" descr="sci-ppt:o047"/>
          <p:cNvSpPr txBox="1"/>
          <p:nvPr/>
        </p:nvSpPr>
        <p:spPr>
          <a:xfrm>
            <a:off x="7863840" y="3977639"/>
            <a:ext cx="39319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Sum of the three parts equals the work to 0.00 %</a:t>
            </a:r>
          </a:p>
        </p:txBody>
      </p:sp>
      <p:sp>
        <p:nvSpPr>
          <p:cNvPr id="50" name="C1-E11 text 48" descr="sci-ppt:o048"/>
          <p:cNvSpPr txBox="1"/>
          <p:nvPr/>
        </p:nvSpPr>
        <p:spPr>
          <a:xfrm>
            <a:off x="914400" y="5733288"/>
            <a:ext cx="1088136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d/dt (Kₗ + E_σ) = (p_b − p∞) V̇_b − 16πμRṘ².  Focusing can move energy between Kₗ and E_σ but cannot create any.</a:t>
            </a:r>
          </a:p>
        </p:txBody>
      </p:sp>
      <p:sp>
        <p:nvSpPr>
          <p:cNvPr id="51" name="C1-E11 text 49" descr="sci-ppt:o049"/>
          <p:cNvSpPr txBox="1"/>
          <p:nvPr/>
        </p:nvSpPr>
        <p:spPr>
          <a:xfrm>
            <a:off x="914400" y="6126480"/>
            <a:ext cx="108813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Viscosity μ = 10 mPa·s is chosen only to make the dissipation visible.</a:t>
            </a:r>
          </a:p>
        </p:txBody>
      </p:sp>
      <p:sp>
        <p:nvSpPr>
          <p:cNvPr id="52" name="C1-E11 text 50" descr="sci-ppt:o050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Energy ledger from the Rayleigh–Plesset solution of Eq. C1-E07 using the balance of Eq. C1-E11.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