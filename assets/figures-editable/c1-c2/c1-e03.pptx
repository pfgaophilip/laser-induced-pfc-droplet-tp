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C1-E03 | Physical-variable diagram</a:t>
            </a:r>
          </a:p>
        </p:txBody>
      </p:sp>
      <p:sp>
        <p:nvSpPr>
          <p:cNvPr id="3" name="ellipse2" descr="sci-ppt:C1-E03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3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3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3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3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3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3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3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3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3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3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3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φ(r,t)</a:t>
            </a:r>
          </a:p>
        </p:txBody>
      </p:sp>
      <p:sp>
        <p:nvSpPr>
          <p:cNvPr id="15" name="text14" descr="sci-ppt:C1-E03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6" name="text15" descr="sci-ppt:C1-E03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integration radius</a:t>
            </a:r>
          </a:p>
        </p:txBody>
      </p:sp>
      <p:sp>
        <p:nvSpPr>
          <p:cNvPr id="17" name="text16" descr="sci-ppt:C1-E03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φ∞ = 0</a:t>
            </a:r>
          </a:p>
        </p:txBody>
      </p:sp>
      <p:sp>
        <p:nvSpPr>
          <p:cNvPr id="18" name="text17" descr="sci-ppt:C1-E03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9" name="text18" descr="sci-ppt:C1-E03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0" name="text19" descr="sci-ppt:C1-E03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 = ∂rφ</a:t>
            </a:r>
          </a:p>
        </p:txBody>
      </p:sp>
      <p:sp>
        <p:nvSpPr>
          <p:cNvPr id="21" name="text20" descr="sci-ppt:C1-E03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2" name="text21" descr="sci-ppt:C1-E03-021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Differentiate spatially to recover the radial 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