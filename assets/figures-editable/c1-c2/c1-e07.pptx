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7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C1-E07 | Physical-variable diagram</a:t>
            </a:r>
          </a:p>
        </p:txBody>
      </p:sp>
      <p:sp>
        <p:nvSpPr>
          <p:cNvPr id="3" name="ellipse2" descr="sci-ppt:C1-E07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7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7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7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7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7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7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7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7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7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7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07-013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 carrier</a:t>
            </a:r>
          </a:p>
        </p:txBody>
      </p:sp>
      <p:sp>
        <p:nvSpPr>
          <p:cNvPr id="15" name="text14" descr="sci-ppt:C1-E07-014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16" name="text15" descr="sci-ppt:C1-E07-015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17" name="text16" descr="sci-ppt:C1-E07-016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2σ/R</a:t>
            </a:r>
          </a:p>
        </p:txBody>
      </p:sp>
      <p:sp>
        <p:nvSpPr>
          <p:cNvPr id="18" name="text17" descr="sci-ppt:C1-E07-017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9" name="text18" descr="sci-ppt:C1-E07-018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0" name="text19" descr="sci-ppt:C1-E07-019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1" name="text20" descr="sci-ppt:C1-E07-020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4μṘ/R</a:t>
            </a:r>
          </a:p>
        </p:txBody>
      </p:sp>
      <p:sp>
        <p:nvSpPr>
          <p:cNvPr id="22" name="text21" descr="sci-ppt:C1-E07-021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Outward is positive</a:t>
            </a:r>
          </a:p>
        </p:txBody>
      </p:sp>
      <p:sp>
        <p:nvSpPr>
          <p:cNvPr id="23" name="text22" descr="sci-ppt:C1-E07-022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equation predicts radius, not jet 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