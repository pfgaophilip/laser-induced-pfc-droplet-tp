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2-E05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C2-E05 · Beer–Lambert constitutive model and solution</a:t>
            </a:r>
          </a:p>
        </p:txBody>
      </p:sp>
      <p:sp>
        <p:nvSpPr>
          <p:cNvPr id="3" name="C2-E05 round_rect 1" descr="sci-ppt:o001"/>
          <p:cNvSpPr/>
          <p:nvPr/>
        </p:nvSpPr>
        <p:spPr>
          <a:xfrm>
            <a:off x="365760" y="914400"/>
            <a:ext cx="4023360" cy="484632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2-E05 text 2" descr="sci-ppt:o002"/>
          <p:cNvSpPr txBox="1"/>
          <p:nvPr/>
        </p:nvSpPr>
        <p:spPr>
          <a:xfrm>
            <a:off x="475488" y="969264"/>
            <a:ext cx="380390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Light entering an absorber</a:t>
            </a:r>
          </a:p>
        </p:txBody>
      </p:sp>
      <p:sp>
        <p:nvSpPr>
          <p:cNvPr id="5" name="C2-E05 rect 3" descr="sci-ppt:o003"/>
          <p:cNvSpPr/>
          <p:nvPr/>
        </p:nvSpPr>
        <p:spPr>
          <a:xfrm>
            <a:off x="914400" y="1828800"/>
            <a:ext cx="2926080" cy="3291840"/>
          </a:xfrm>
          <a:prstGeom prst="rect">
            <a:avLst/>
          </a:prstGeom>
          <a:solidFill>
            <a:srgbClr val="1E4A5A"/>
          </a:solidFill>
          <a:ln w="17780">
            <a:solidFill>
              <a:srgbClr val="2B66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2-E05 rect 4" descr="sci-ppt:o004"/>
          <p:cNvSpPr/>
          <p:nvPr/>
        </p:nvSpPr>
        <p:spPr>
          <a:xfrm>
            <a:off x="914400" y="1828800"/>
            <a:ext cx="2926080" cy="457200"/>
          </a:xfrm>
          <a:prstGeom prst="rect">
            <a:avLst/>
          </a:prstGeom>
          <a:solidFill>
            <a:srgbClr val="F2B880">
              <a:alpha val="55000"/>
            </a:srgbClr>
          </a:solidFill>
          <a:ln>
            <a:solidFill>
              <a:srgbClr val="F2B880">
                <a:alpha val="5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2-E05 rect 5" descr="sci-ppt:o005"/>
          <p:cNvSpPr/>
          <p:nvPr/>
        </p:nvSpPr>
        <p:spPr>
          <a:xfrm>
            <a:off x="914400" y="2286000"/>
            <a:ext cx="2926080" cy="457200"/>
          </a:xfrm>
          <a:prstGeom prst="rect">
            <a:avLst/>
          </a:prstGeom>
          <a:solidFill>
            <a:srgbClr val="F2B880">
              <a:alpha val="31556"/>
            </a:srgbClr>
          </a:solidFill>
          <a:ln>
            <a:solidFill>
              <a:srgbClr val="F2B880">
                <a:alpha val="31556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2-E05 rect 6" descr="sci-ppt:o006"/>
          <p:cNvSpPr/>
          <p:nvPr/>
        </p:nvSpPr>
        <p:spPr>
          <a:xfrm>
            <a:off x="914400" y="2743200"/>
            <a:ext cx="2926080" cy="457200"/>
          </a:xfrm>
          <a:prstGeom prst="rect">
            <a:avLst/>
          </a:prstGeom>
          <a:solidFill>
            <a:srgbClr val="F2B880">
              <a:alpha val="18106"/>
            </a:srgbClr>
          </a:solidFill>
          <a:ln>
            <a:solidFill>
              <a:srgbClr val="F2B880">
                <a:alpha val="18106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2-E05 rect 7" descr="sci-ppt:o007"/>
          <p:cNvSpPr/>
          <p:nvPr/>
        </p:nvSpPr>
        <p:spPr>
          <a:xfrm>
            <a:off x="914400" y="3200400"/>
            <a:ext cx="2926080" cy="457200"/>
          </a:xfrm>
          <a:prstGeom prst="rect">
            <a:avLst/>
          </a:prstGeom>
          <a:solidFill>
            <a:srgbClr val="F2B880">
              <a:alpha val="10388"/>
            </a:srgbClr>
          </a:solidFill>
          <a:ln>
            <a:solidFill>
              <a:srgbClr val="F2B880">
                <a:alpha val="10388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2-E05 rect 8" descr="sci-ppt:o008"/>
          <p:cNvSpPr/>
          <p:nvPr/>
        </p:nvSpPr>
        <p:spPr>
          <a:xfrm>
            <a:off x="914400" y="3657600"/>
            <a:ext cx="2926080" cy="457200"/>
          </a:xfrm>
          <a:prstGeom prst="rect">
            <a:avLst/>
          </a:prstGeom>
          <a:solidFill>
            <a:srgbClr val="F2B880">
              <a:alpha val="5960"/>
            </a:srgbClr>
          </a:solidFill>
          <a:ln>
            <a:solidFill>
              <a:srgbClr val="F2B880">
                <a:alpha val="596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2-E05 rect 9" descr="sci-ppt:o009"/>
          <p:cNvSpPr/>
          <p:nvPr/>
        </p:nvSpPr>
        <p:spPr>
          <a:xfrm>
            <a:off x="914400" y="4114800"/>
            <a:ext cx="2926080" cy="457200"/>
          </a:xfrm>
          <a:prstGeom prst="rect">
            <a:avLst/>
          </a:prstGeom>
          <a:solidFill>
            <a:srgbClr val="F2B880">
              <a:alpha val="3420"/>
            </a:srgbClr>
          </a:solidFill>
          <a:ln>
            <a:solidFill>
              <a:srgbClr val="F2B880">
                <a:alpha val="342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2-E05 rect 10" descr="sci-ppt:o010"/>
          <p:cNvSpPr/>
          <p:nvPr/>
        </p:nvSpPr>
        <p:spPr>
          <a:xfrm>
            <a:off x="914400" y="4572000"/>
            <a:ext cx="2926080" cy="457200"/>
          </a:xfrm>
          <a:prstGeom prst="rect">
            <a:avLst/>
          </a:prstGeom>
          <a:solidFill>
            <a:srgbClr val="F2B880">
              <a:alpha val="1962"/>
            </a:srgbClr>
          </a:solidFill>
          <a:ln>
            <a:solidFill>
              <a:srgbClr val="F2B880">
                <a:alpha val="1962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2-E05 arrow 11" descr="sci-ppt:o011"/>
          <p:cNvCxnSpPr/>
          <p:nvPr/>
        </p:nvCxnSpPr>
        <p:spPr>
          <a:xfrm>
            <a:off x="1371600" y="1371600"/>
            <a:ext cx="0" cy="411480"/>
          </a:xfrm>
          <a:prstGeom prst="line">
            <a:avLst/>
          </a:prstGeom>
          <a:ln w="3048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4" name="C2-E05 arrow 12" descr="sci-ppt:o012"/>
          <p:cNvCxnSpPr/>
          <p:nvPr/>
        </p:nvCxnSpPr>
        <p:spPr>
          <a:xfrm>
            <a:off x="2057400" y="1371600"/>
            <a:ext cx="0" cy="289965"/>
          </a:xfrm>
          <a:prstGeom prst="line">
            <a:avLst/>
          </a:prstGeom>
          <a:ln w="3048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5" name="C2-E05 arrow 13" descr="sci-ppt:o013"/>
          <p:cNvCxnSpPr/>
          <p:nvPr/>
        </p:nvCxnSpPr>
        <p:spPr>
          <a:xfrm>
            <a:off x="2743200" y="1371600"/>
            <a:ext cx="0" cy="204334"/>
          </a:xfrm>
          <a:prstGeom prst="line">
            <a:avLst/>
          </a:prstGeom>
          <a:ln w="3048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6" name="C2-E05 arrow 14" descr="sci-ppt:o014"/>
          <p:cNvCxnSpPr/>
          <p:nvPr/>
        </p:nvCxnSpPr>
        <p:spPr>
          <a:xfrm>
            <a:off x="3429000" y="1371600"/>
            <a:ext cx="0" cy="143992"/>
          </a:xfrm>
          <a:prstGeom prst="line">
            <a:avLst/>
          </a:prstGeom>
          <a:ln w="3048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7" name="C2-E05 text 15" descr="sci-ppt:o015"/>
          <p:cNvSpPr txBox="1"/>
          <p:nvPr/>
        </p:nvSpPr>
        <p:spPr>
          <a:xfrm>
            <a:off x="502920" y="5212080"/>
            <a:ext cx="3749039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Deeper layers see less light, so they heat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less: Q_abs = μₐ I(z).</a:t>
            </a:r>
          </a:p>
        </p:txBody>
      </p:sp>
      <p:cxnSp>
        <p:nvCxnSpPr>
          <p:cNvPr id="18" name="C2-E05 line 16" descr="sci-ppt:o016"/>
          <p:cNvCxnSpPr/>
          <p:nvPr/>
        </p:nvCxnSpPr>
        <p:spPr>
          <a:xfrm>
            <a:off x="5577840" y="5029200"/>
            <a:ext cx="603504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19" name="C2-E05 line 17" descr="sci-ppt:o017"/>
          <p:cNvCxnSpPr/>
          <p:nvPr/>
        </p:nvCxnSpPr>
        <p:spPr>
          <a:xfrm>
            <a:off x="5577840" y="1371600"/>
            <a:ext cx="0" cy="36576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20" name="C2-E05 line 18" descr="sci-ppt:o018"/>
          <p:cNvCxnSpPr/>
          <p:nvPr/>
        </p:nvCxnSpPr>
        <p:spPr>
          <a:xfrm>
            <a:off x="557784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2-E05 line 19" descr="sci-ppt:o019"/>
          <p:cNvCxnSpPr/>
          <p:nvPr/>
        </p:nvCxnSpPr>
        <p:spPr>
          <a:xfrm>
            <a:off x="557784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2" name="C2-E05 text 20" descr="sci-ppt:o020"/>
          <p:cNvSpPr txBox="1"/>
          <p:nvPr/>
        </p:nvSpPr>
        <p:spPr>
          <a:xfrm>
            <a:off x="512064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23" name="C2-E05 line 21" descr="sci-ppt:o021"/>
          <p:cNvCxnSpPr/>
          <p:nvPr/>
        </p:nvCxnSpPr>
        <p:spPr>
          <a:xfrm>
            <a:off x="70866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4" name="C2-E05 line 22" descr="sci-ppt:o022"/>
          <p:cNvCxnSpPr/>
          <p:nvPr/>
        </p:nvCxnSpPr>
        <p:spPr>
          <a:xfrm>
            <a:off x="70866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5" name="C2-E05 text 23" descr="sci-ppt:o023"/>
          <p:cNvSpPr txBox="1"/>
          <p:nvPr/>
        </p:nvSpPr>
        <p:spPr>
          <a:xfrm>
            <a:off x="66294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5</a:t>
            </a:r>
          </a:p>
        </p:txBody>
      </p:sp>
      <p:cxnSp>
        <p:nvCxnSpPr>
          <p:cNvPr id="26" name="C2-E05 line 24" descr="sci-ppt:o024"/>
          <p:cNvCxnSpPr/>
          <p:nvPr/>
        </p:nvCxnSpPr>
        <p:spPr>
          <a:xfrm>
            <a:off x="8595359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7" name="C2-E05 line 25" descr="sci-ppt:o025"/>
          <p:cNvCxnSpPr/>
          <p:nvPr/>
        </p:nvCxnSpPr>
        <p:spPr>
          <a:xfrm>
            <a:off x="8595359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8" name="C2-E05 text 26" descr="sci-ppt:o026"/>
          <p:cNvSpPr txBox="1"/>
          <p:nvPr/>
        </p:nvSpPr>
        <p:spPr>
          <a:xfrm>
            <a:off x="8138159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10</a:t>
            </a:r>
          </a:p>
        </p:txBody>
      </p:sp>
      <p:cxnSp>
        <p:nvCxnSpPr>
          <p:cNvPr id="29" name="C2-E05 line 27" descr="sci-ppt:o027"/>
          <p:cNvCxnSpPr/>
          <p:nvPr/>
        </p:nvCxnSpPr>
        <p:spPr>
          <a:xfrm>
            <a:off x="10104119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0" name="C2-E05 line 28" descr="sci-ppt:o028"/>
          <p:cNvCxnSpPr/>
          <p:nvPr/>
        </p:nvCxnSpPr>
        <p:spPr>
          <a:xfrm>
            <a:off x="10104119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1" name="C2-E05 text 29" descr="sci-ppt:o029"/>
          <p:cNvSpPr txBox="1"/>
          <p:nvPr/>
        </p:nvSpPr>
        <p:spPr>
          <a:xfrm>
            <a:off x="9646919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15</a:t>
            </a:r>
          </a:p>
        </p:txBody>
      </p:sp>
      <p:cxnSp>
        <p:nvCxnSpPr>
          <p:cNvPr id="32" name="C2-E05 line 30" descr="sci-ppt:o030"/>
          <p:cNvCxnSpPr/>
          <p:nvPr/>
        </p:nvCxnSpPr>
        <p:spPr>
          <a:xfrm>
            <a:off x="1161288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3" name="C2-E05 line 31" descr="sci-ppt:o031"/>
          <p:cNvCxnSpPr/>
          <p:nvPr/>
        </p:nvCxnSpPr>
        <p:spPr>
          <a:xfrm>
            <a:off x="1161288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4" name="C2-E05 text 32" descr="sci-ppt:o032"/>
          <p:cNvSpPr txBox="1"/>
          <p:nvPr/>
        </p:nvSpPr>
        <p:spPr>
          <a:xfrm>
            <a:off x="1115568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20</a:t>
            </a:r>
          </a:p>
        </p:txBody>
      </p:sp>
      <p:cxnSp>
        <p:nvCxnSpPr>
          <p:cNvPr id="35" name="C2-E05 line 33" descr="sci-ppt:o033"/>
          <p:cNvCxnSpPr/>
          <p:nvPr/>
        </p:nvCxnSpPr>
        <p:spPr>
          <a:xfrm>
            <a:off x="5513831" y="5029200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6" name="C2-E05 line 34" descr="sci-ppt:o034"/>
          <p:cNvCxnSpPr/>
          <p:nvPr/>
        </p:nvCxnSpPr>
        <p:spPr>
          <a:xfrm>
            <a:off x="5513831" y="4158342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7" name="C2-E05 line 35" descr="sci-ppt:o035"/>
          <p:cNvCxnSpPr/>
          <p:nvPr/>
        </p:nvCxnSpPr>
        <p:spPr>
          <a:xfrm>
            <a:off x="5577840" y="4158342"/>
            <a:ext cx="60350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8" name="C2-E05 text 36" descr="sci-ppt:o036"/>
          <p:cNvSpPr txBox="1"/>
          <p:nvPr/>
        </p:nvSpPr>
        <p:spPr>
          <a:xfrm>
            <a:off x="4709159" y="4076046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0.25</a:t>
            </a:r>
          </a:p>
        </p:txBody>
      </p:sp>
      <p:cxnSp>
        <p:nvCxnSpPr>
          <p:cNvPr id="39" name="C2-E05 line 37" descr="sci-ppt:o037"/>
          <p:cNvCxnSpPr/>
          <p:nvPr/>
        </p:nvCxnSpPr>
        <p:spPr>
          <a:xfrm>
            <a:off x="5513831" y="3287485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0" name="C2-E05 line 38" descr="sci-ppt:o038"/>
          <p:cNvCxnSpPr/>
          <p:nvPr/>
        </p:nvCxnSpPr>
        <p:spPr>
          <a:xfrm>
            <a:off x="5577840" y="3287485"/>
            <a:ext cx="60350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1" name="C2-E05 text 39" descr="sci-ppt:o039"/>
          <p:cNvSpPr txBox="1"/>
          <p:nvPr/>
        </p:nvSpPr>
        <p:spPr>
          <a:xfrm>
            <a:off x="4709159" y="3205189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0.50</a:t>
            </a:r>
          </a:p>
        </p:txBody>
      </p:sp>
      <p:cxnSp>
        <p:nvCxnSpPr>
          <p:cNvPr id="42" name="C2-E05 line 40" descr="sci-ppt:o040"/>
          <p:cNvCxnSpPr/>
          <p:nvPr/>
        </p:nvCxnSpPr>
        <p:spPr>
          <a:xfrm>
            <a:off x="5513831" y="2416628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3" name="C2-E05 line 41" descr="sci-ppt:o041"/>
          <p:cNvCxnSpPr/>
          <p:nvPr/>
        </p:nvCxnSpPr>
        <p:spPr>
          <a:xfrm>
            <a:off x="5577840" y="2416628"/>
            <a:ext cx="60350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4" name="C2-E05 text 42" descr="sci-ppt:o042"/>
          <p:cNvSpPr txBox="1"/>
          <p:nvPr/>
        </p:nvSpPr>
        <p:spPr>
          <a:xfrm>
            <a:off x="4709159" y="2334332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0.75</a:t>
            </a:r>
          </a:p>
        </p:txBody>
      </p:sp>
      <p:cxnSp>
        <p:nvCxnSpPr>
          <p:cNvPr id="45" name="C2-E05 line 43" descr="sci-ppt:o043"/>
          <p:cNvCxnSpPr/>
          <p:nvPr/>
        </p:nvCxnSpPr>
        <p:spPr>
          <a:xfrm>
            <a:off x="5513831" y="1545771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6" name="C2-E05 line 44" descr="sci-ppt:o044"/>
          <p:cNvCxnSpPr/>
          <p:nvPr/>
        </p:nvCxnSpPr>
        <p:spPr>
          <a:xfrm>
            <a:off x="5577840" y="1545771"/>
            <a:ext cx="60350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7" name="C2-E05 text 45" descr="sci-ppt:o045"/>
          <p:cNvSpPr txBox="1"/>
          <p:nvPr/>
        </p:nvSpPr>
        <p:spPr>
          <a:xfrm>
            <a:off x="4709159" y="1463475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1.00</a:t>
            </a:r>
          </a:p>
        </p:txBody>
      </p:sp>
      <p:sp>
        <p:nvSpPr>
          <p:cNvPr id="48" name="C2-E05 text 46" descr="sci-ppt:o046"/>
          <p:cNvSpPr txBox="1"/>
          <p:nvPr/>
        </p:nvSpPr>
        <p:spPr>
          <a:xfrm>
            <a:off x="5577840" y="5312664"/>
            <a:ext cx="60350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depth z  (µm)</a:t>
            </a:r>
          </a:p>
        </p:txBody>
      </p:sp>
      <p:sp>
        <p:nvSpPr>
          <p:cNvPr id="49" name="C2-E05 text 47" descr="sci-ppt:o047"/>
          <p:cNvSpPr txBox="1"/>
          <p:nvPr/>
        </p:nvSpPr>
        <p:spPr>
          <a:xfrm>
            <a:off x="5029200" y="1024128"/>
            <a:ext cx="60350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I(z) / Iᵢₙ</a:t>
            </a:r>
          </a:p>
        </p:txBody>
      </p:sp>
      <p:sp>
        <p:nvSpPr>
          <p:cNvPr id="50" name="C2-E05 polygon 48" descr="sci-ppt:o048"/>
          <p:cNvSpPr/>
          <p:nvPr/>
        </p:nvSpPr>
        <p:spPr>
          <a:xfrm>
            <a:off x="5577840" y="1545771"/>
            <a:ext cx="6035040" cy="3419627"/>
          </a:xfrm>
          <a:custGeom>
            <a:avLst/>
            <a:gdLst/>
            <a:ahLst/>
            <a:cxnLst/>
            <a:rect l="l" t="t" r="r" b="b"/>
            <a:pathLst>
              <a:path w="6035040" h="3419627">
                <a:moveTo>
                  <a:pt x="0" y="0"/>
                </a:moveTo>
                <a:lnTo>
                  <a:pt x="40368" y="91966"/>
                </a:lnTo>
                <a:lnTo>
                  <a:pt x="80736" y="181505"/>
                </a:lnTo>
                <a:lnTo>
                  <a:pt x="121104" y="268679"/>
                </a:lnTo>
                <a:lnTo>
                  <a:pt x="161472" y="353552"/>
                </a:lnTo>
                <a:lnTo>
                  <a:pt x="201840" y="436184"/>
                </a:lnTo>
                <a:lnTo>
                  <a:pt x="242208" y="516634"/>
                </a:lnTo>
                <a:lnTo>
                  <a:pt x="282577" y="594961"/>
                </a:lnTo>
                <a:lnTo>
                  <a:pt x="322945" y="671220"/>
                </a:lnTo>
                <a:lnTo>
                  <a:pt x="363313" y="745465"/>
                </a:lnTo>
                <a:lnTo>
                  <a:pt x="403681" y="817750"/>
                </a:lnTo>
                <a:lnTo>
                  <a:pt x="444049" y="888127"/>
                </a:lnTo>
                <a:lnTo>
                  <a:pt x="484417" y="956646"/>
                </a:lnTo>
                <a:lnTo>
                  <a:pt x="524786" y="1023356"/>
                </a:lnTo>
                <a:lnTo>
                  <a:pt x="565154" y="1088304"/>
                </a:lnTo>
                <a:lnTo>
                  <a:pt x="605522" y="1151538"/>
                </a:lnTo>
                <a:lnTo>
                  <a:pt x="645890" y="1213103"/>
                </a:lnTo>
                <a:lnTo>
                  <a:pt x="686258" y="1273042"/>
                </a:lnTo>
                <a:lnTo>
                  <a:pt x="726626" y="1331398"/>
                </a:lnTo>
                <a:lnTo>
                  <a:pt x="766995" y="1388214"/>
                </a:lnTo>
                <a:lnTo>
                  <a:pt x="807363" y="1443530"/>
                </a:lnTo>
                <a:lnTo>
                  <a:pt x="847731" y="1497386"/>
                </a:lnTo>
                <a:lnTo>
                  <a:pt x="888099" y="1549819"/>
                </a:lnTo>
                <a:lnTo>
                  <a:pt x="928467" y="1600869"/>
                </a:lnTo>
                <a:lnTo>
                  <a:pt x="968835" y="1650570"/>
                </a:lnTo>
                <a:lnTo>
                  <a:pt x="1009204" y="1698960"/>
                </a:lnTo>
                <a:lnTo>
                  <a:pt x="1049572" y="1746072"/>
                </a:lnTo>
                <a:lnTo>
                  <a:pt x="1089940" y="1791940"/>
                </a:lnTo>
                <a:lnTo>
                  <a:pt x="1130308" y="1836597"/>
                </a:lnTo>
                <a:lnTo>
                  <a:pt x="1170676" y="1880075"/>
                </a:lnTo>
                <a:lnTo>
                  <a:pt x="1211044" y="1922405"/>
                </a:lnTo>
                <a:lnTo>
                  <a:pt x="1251412" y="1963618"/>
                </a:lnTo>
                <a:lnTo>
                  <a:pt x="1291781" y="2003743"/>
                </a:lnTo>
                <a:lnTo>
                  <a:pt x="1332149" y="2042808"/>
                </a:lnTo>
                <a:lnTo>
                  <a:pt x="1372517" y="2080842"/>
                </a:lnTo>
                <a:lnTo>
                  <a:pt x="1412885" y="2117872"/>
                </a:lnTo>
                <a:lnTo>
                  <a:pt x="1453253" y="2153924"/>
                </a:lnTo>
                <a:lnTo>
                  <a:pt x="1493621" y="2189024"/>
                </a:lnTo>
                <a:lnTo>
                  <a:pt x="1533990" y="2223198"/>
                </a:lnTo>
                <a:lnTo>
                  <a:pt x="1574358" y="2256469"/>
                </a:lnTo>
                <a:lnTo>
                  <a:pt x="1614726" y="2288863"/>
                </a:lnTo>
                <a:lnTo>
                  <a:pt x="1655094" y="2320400"/>
                </a:lnTo>
                <a:lnTo>
                  <a:pt x="1695462" y="2351106"/>
                </a:lnTo>
                <a:lnTo>
                  <a:pt x="1735830" y="2381000"/>
                </a:lnTo>
                <a:lnTo>
                  <a:pt x="1776199" y="2410105"/>
                </a:lnTo>
                <a:lnTo>
                  <a:pt x="1816567" y="2438442"/>
                </a:lnTo>
                <a:lnTo>
                  <a:pt x="1856935" y="2466031"/>
                </a:lnTo>
                <a:lnTo>
                  <a:pt x="1897303" y="2492891"/>
                </a:lnTo>
                <a:lnTo>
                  <a:pt x="1937671" y="2519043"/>
                </a:lnTo>
                <a:lnTo>
                  <a:pt x="1978039" y="2544504"/>
                </a:lnTo>
                <a:lnTo>
                  <a:pt x="2018408" y="2569292"/>
                </a:lnTo>
                <a:lnTo>
                  <a:pt x="2058776" y="2593426"/>
                </a:lnTo>
                <a:lnTo>
                  <a:pt x="2099144" y="2616923"/>
                </a:lnTo>
                <a:lnTo>
                  <a:pt x="2139512" y="2639800"/>
                </a:lnTo>
                <a:lnTo>
                  <a:pt x="2179880" y="2662073"/>
                </a:lnTo>
                <a:lnTo>
                  <a:pt x="2220248" y="2683757"/>
                </a:lnTo>
                <a:lnTo>
                  <a:pt x="2260616" y="2704870"/>
                </a:lnTo>
                <a:lnTo>
                  <a:pt x="2300985" y="2725424"/>
                </a:lnTo>
                <a:lnTo>
                  <a:pt x="2341353" y="2745437"/>
                </a:lnTo>
                <a:lnTo>
                  <a:pt x="2381721" y="2764920"/>
                </a:lnTo>
                <a:lnTo>
                  <a:pt x="2422089" y="2783890"/>
                </a:lnTo>
                <a:lnTo>
                  <a:pt x="2462457" y="2802358"/>
                </a:lnTo>
                <a:lnTo>
                  <a:pt x="2502825" y="2820339"/>
                </a:lnTo>
                <a:lnTo>
                  <a:pt x="2543194" y="2837846"/>
                </a:lnTo>
                <a:lnTo>
                  <a:pt x="2583562" y="2854890"/>
                </a:lnTo>
                <a:lnTo>
                  <a:pt x="2623930" y="2871484"/>
                </a:lnTo>
                <a:lnTo>
                  <a:pt x="2664298" y="2887640"/>
                </a:lnTo>
                <a:lnTo>
                  <a:pt x="2704666" y="2903369"/>
                </a:lnTo>
                <a:lnTo>
                  <a:pt x="2745034" y="2918683"/>
                </a:lnTo>
                <a:lnTo>
                  <a:pt x="2785403" y="2933593"/>
                </a:lnTo>
                <a:lnTo>
                  <a:pt x="2825771" y="2948110"/>
                </a:lnTo>
                <a:lnTo>
                  <a:pt x="2866139" y="2962243"/>
                </a:lnTo>
                <a:lnTo>
                  <a:pt x="2906507" y="2976002"/>
                </a:lnTo>
                <a:lnTo>
                  <a:pt x="2946875" y="2989399"/>
                </a:lnTo>
                <a:lnTo>
                  <a:pt x="2987243" y="3002442"/>
                </a:lnTo>
                <a:lnTo>
                  <a:pt x="3027612" y="3015141"/>
                </a:lnTo>
                <a:lnTo>
                  <a:pt x="3067980" y="3027504"/>
                </a:lnTo>
                <a:lnTo>
                  <a:pt x="3108348" y="3039541"/>
                </a:lnTo>
                <a:lnTo>
                  <a:pt x="3148716" y="3051260"/>
                </a:lnTo>
                <a:lnTo>
                  <a:pt x="3189084" y="3062670"/>
                </a:lnTo>
                <a:lnTo>
                  <a:pt x="3229452" y="3073778"/>
                </a:lnTo>
                <a:lnTo>
                  <a:pt x="3269821" y="3084593"/>
                </a:lnTo>
                <a:lnTo>
                  <a:pt x="3310189" y="3095123"/>
                </a:lnTo>
                <a:lnTo>
                  <a:pt x="3350557" y="3105375"/>
                </a:lnTo>
                <a:lnTo>
                  <a:pt x="3390925" y="3115356"/>
                </a:lnTo>
                <a:lnTo>
                  <a:pt x="3431293" y="3125073"/>
                </a:lnTo>
                <a:lnTo>
                  <a:pt x="3471661" y="3134534"/>
                </a:lnTo>
                <a:lnTo>
                  <a:pt x="3512029" y="3143745"/>
                </a:lnTo>
                <a:lnTo>
                  <a:pt x="3552398" y="3152713"/>
                </a:lnTo>
                <a:lnTo>
                  <a:pt x="3592766" y="3161445"/>
                </a:lnTo>
                <a:lnTo>
                  <a:pt x="3633134" y="3169945"/>
                </a:lnTo>
                <a:lnTo>
                  <a:pt x="3673502" y="3178222"/>
                </a:lnTo>
                <a:lnTo>
                  <a:pt x="3713870" y="3186279"/>
                </a:lnTo>
                <a:lnTo>
                  <a:pt x="3754238" y="3194125"/>
                </a:lnTo>
                <a:lnTo>
                  <a:pt x="3794607" y="3201762"/>
                </a:lnTo>
                <a:lnTo>
                  <a:pt x="3834975" y="3209199"/>
                </a:lnTo>
                <a:lnTo>
                  <a:pt x="3875343" y="3216439"/>
                </a:lnTo>
                <a:lnTo>
                  <a:pt x="3915711" y="3223488"/>
                </a:lnTo>
                <a:lnTo>
                  <a:pt x="3956079" y="3230350"/>
                </a:lnTo>
                <a:lnTo>
                  <a:pt x="3996447" y="3237032"/>
                </a:lnTo>
                <a:lnTo>
                  <a:pt x="4036816" y="3243537"/>
                </a:lnTo>
                <a:lnTo>
                  <a:pt x="4077184" y="3249870"/>
                </a:lnTo>
                <a:lnTo>
                  <a:pt x="4117552" y="3256037"/>
                </a:lnTo>
                <a:lnTo>
                  <a:pt x="4157920" y="3262040"/>
                </a:lnTo>
                <a:lnTo>
                  <a:pt x="4198288" y="3267885"/>
                </a:lnTo>
                <a:lnTo>
                  <a:pt x="4238656" y="3273575"/>
                </a:lnTo>
                <a:lnTo>
                  <a:pt x="4279025" y="3279116"/>
                </a:lnTo>
                <a:lnTo>
                  <a:pt x="4319393" y="3284510"/>
                </a:lnTo>
                <a:lnTo>
                  <a:pt x="4359761" y="3289761"/>
                </a:lnTo>
                <a:lnTo>
                  <a:pt x="4400129" y="3294875"/>
                </a:lnTo>
                <a:lnTo>
                  <a:pt x="4440497" y="3299853"/>
                </a:lnTo>
                <a:lnTo>
                  <a:pt x="4480865" y="3304699"/>
                </a:lnTo>
                <a:lnTo>
                  <a:pt x="4521233" y="3309418"/>
                </a:lnTo>
                <a:lnTo>
                  <a:pt x="4561602" y="3314012"/>
                </a:lnTo>
                <a:lnTo>
                  <a:pt x="4601970" y="3318485"/>
                </a:lnTo>
                <a:lnTo>
                  <a:pt x="4642338" y="3322839"/>
                </a:lnTo>
                <a:lnTo>
                  <a:pt x="4682706" y="3327079"/>
                </a:lnTo>
                <a:lnTo>
                  <a:pt x="4723074" y="3331207"/>
                </a:lnTo>
                <a:lnTo>
                  <a:pt x="4763442" y="3335226"/>
                </a:lnTo>
                <a:lnTo>
                  <a:pt x="4803811" y="3339138"/>
                </a:lnTo>
                <a:lnTo>
                  <a:pt x="4844179" y="3342948"/>
                </a:lnTo>
                <a:lnTo>
                  <a:pt x="4884547" y="3346657"/>
                </a:lnTo>
                <a:lnTo>
                  <a:pt x="4924915" y="3350268"/>
                </a:lnTo>
                <a:lnTo>
                  <a:pt x="4965283" y="3353783"/>
                </a:lnTo>
                <a:lnTo>
                  <a:pt x="5005651" y="3357206"/>
                </a:lnTo>
                <a:lnTo>
                  <a:pt x="5046020" y="3360538"/>
                </a:lnTo>
                <a:lnTo>
                  <a:pt x="5086388" y="3363783"/>
                </a:lnTo>
                <a:lnTo>
                  <a:pt x="5126756" y="3366942"/>
                </a:lnTo>
                <a:lnTo>
                  <a:pt x="5167124" y="3370017"/>
                </a:lnTo>
                <a:lnTo>
                  <a:pt x="5207492" y="3373011"/>
                </a:lnTo>
                <a:lnTo>
                  <a:pt x="5247860" y="3375926"/>
                </a:lnTo>
                <a:lnTo>
                  <a:pt x="5288229" y="3378764"/>
                </a:lnTo>
                <a:lnTo>
                  <a:pt x="5328597" y="3381528"/>
                </a:lnTo>
                <a:lnTo>
                  <a:pt x="5368965" y="3384218"/>
                </a:lnTo>
                <a:lnTo>
                  <a:pt x="5409333" y="3386837"/>
                </a:lnTo>
                <a:lnTo>
                  <a:pt x="5449701" y="3389387"/>
                </a:lnTo>
                <a:lnTo>
                  <a:pt x="5490069" y="3391870"/>
                </a:lnTo>
                <a:lnTo>
                  <a:pt x="5530437" y="3394287"/>
                </a:lnTo>
                <a:lnTo>
                  <a:pt x="5570806" y="3396641"/>
                </a:lnTo>
                <a:lnTo>
                  <a:pt x="5611174" y="3398932"/>
                </a:lnTo>
                <a:lnTo>
                  <a:pt x="5651542" y="3401163"/>
                </a:lnTo>
                <a:lnTo>
                  <a:pt x="5691910" y="3403335"/>
                </a:lnTo>
                <a:lnTo>
                  <a:pt x="5732278" y="3405449"/>
                </a:lnTo>
                <a:lnTo>
                  <a:pt x="5772646" y="3407508"/>
                </a:lnTo>
                <a:lnTo>
                  <a:pt x="5813015" y="3409512"/>
                </a:lnTo>
                <a:lnTo>
                  <a:pt x="5853383" y="3411464"/>
                </a:lnTo>
                <a:lnTo>
                  <a:pt x="5893751" y="3413364"/>
                </a:lnTo>
                <a:lnTo>
                  <a:pt x="5934119" y="3415214"/>
                </a:lnTo>
                <a:lnTo>
                  <a:pt x="5974487" y="3417015"/>
                </a:lnTo>
                <a:lnTo>
                  <a:pt x="6014855" y="3418768"/>
                </a:lnTo>
                <a:lnTo>
                  <a:pt x="6035040" y="3419627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C2-E05 polygon 49" descr="sci-ppt:o049"/>
          <p:cNvSpPr/>
          <p:nvPr/>
        </p:nvSpPr>
        <p:spPr>
          <a:xfrm>
            <a:off x="5577840" y="1545771"/>
            <a:ext cx="6035040" cy="3483429"/>
          </a:xfrm>
          <a:custGeom>
            <a:avLst/>
            <a:gdLst/>
            <a:ahLst/>
            <a:cxnLst/>
            <a:rect l="l" t="t" r="r" b="b"/>
            <a:pathLst>
              <a:path w="6035040" h="3483429">
                <a:moveTo>
                  <a:pt x="0" y="0"/>
                </a:moveTo>
                <a:lnTo>
                  <a:pt x="20184" y="46291"/>
                </a:lnTo>
                <a:lnTo>
                  <a:pt x="40368" y="91966"/>
                </a:lnTo>
                <a:lnTo>
                  <a:pt x="60552" y="137035"/>
                </a:lnTo>
                <a:lnTo>
                  <a:pt x="80736" y="181505"/>
                </a:lnTo>
                <a:lnTo>
                  <a:pt x="100920" y="225383"/>
                </a:lnTo>
                <a:lnTo>
                  <a:pt x="121104" y="268679"/>
                </a:lnTo>
                <a:lnTo>
                  <a:pt x="141288" y="311399"/>
                </a:lnTo>
                <a:lnTo>
                  <a:pt x="161472" y="353552"/>
                </a:lnTo>
                <a:lnTo>
                  <a:pt x="181656" y="395144"/>
                </a:lnTo>
                <a:lnTo>
                  <a:pt x="201840" y="436184"/>
                </a:lnTo>
                <a:lnTo>
                  <a:pt x="222024" y="476678"/>
                </a:lnTo>
                <a:lnTo>
                  <a:pt x="242208" y="516634"/>
                </a:lnTo>
                <a:lnTo>
                  <a:pt x="262393" y="556060"/>
                </a:lnTo>
                <a:lnTo>
                  <a:pt x="282577" y="594961"/>
                </a:lnTo>
                <a:lnTo>
                  <a:pt x="302761" y="633345"/>
                </a:lnTo>
                <a:lnTo>
                  <a:pt x="322945" y="671220"/>
                </a:lnTo>
                <a:lnTo>
                  <a:pt x="343129" y="708591"/>
                </a:lnTo>
                <a:lnTo>
                  <a:pt x="363313" y="745465"/>
                </a:lnTo>
                <a:lnTo>
                  <a:pt x="383497" y="781849"/>
                </a:lnTo>
                <a:lnTo>
                  <a:pt x="403681" y="817750"/>
                </a:lnTo>
                <a:lnTo>
                  <a:pt x="423865" y="853174"/>
                </a:lnTo>
                <a:lnTo>
                  <a:pt x="444049" y="888127"/>
                </a:lnTo>
                <a:lnTo>
                  <a:pt x="464233" y="922616"/>
                </a:lnTo>
                <a:lnTo>
                  <a:pt x="484417" y="956646"/>
                </a:lnTo>
                <a:lnTo>
                  <a:pt x="504602" y="990224"/>
                </a:lnTo>
                <a:lnTo>
                  <a:pt x="524786" y="1023356"/>
                </a:lnTo>
                <a:lnTo>
                  <a:pt x="544970" y="1056047"/>
                </a:lnTo>
                <a:lnTo>
                  <a:pt x="565154" y="1088304"/>
                </a:lnTo>
                <a:lnTo>
                  <a:pt x="585338" y="1120133"/>
                </a:lnTo>
                <a:lnTo>
                  <a:pt x="605522" y="1151538"/>
                </a:lnTo>
                <a:lnTo>
                  <a:pt x="625706" y="1182526"/>
                </a:lnTo>
                <a:lnTo>
                  <a:pt x="645890" y="1213103"/>
                </a:lnTo>
                <a:lnTo>
                  <a:pt x="666074" y="1243273"/>
                </a:lnTo>
                <a:lnTo>
                  <a:pt x="686258" y="1273042"/>
                </a:lnTo>
                <a:lnTo>
                  <a:pt x="706442" y="1302415"/>
                </a:lnTo>
                <a:lnTo>
                  <a:pt x="726626" y="1331398"/>
                </a:lnTo>
                <a:lnTo>
                  <a:pt x="746810" y="1359996"/>
                </a:lnTo>
                <a:lnTo>
                  <a:pt x="766995" y="1388214"/>
                </a:lnTo>
                <a:lnTo>
                  <a:pt x="787179" y="1416057"/>
                </a:lnTo>
                <a:lnTo>
                  <a:pt x="807363" y="1443530"/>
                </a:lnTo>
                <a:lnTo>
                  <a:pt x="827547" y="1470638"/>
                </a:lnTo>
                <a:lnTo>
                  <a:pt x="847731" y="1497386"/>
                </a:lnTo>
                <a:lnTo>
                  <a:pt x="867915" y="1523778"/>
                </a:lnTo>
                <a:lnTo>
                  <a:pt x="888099" y="1549819"/>
                </a:lnTo>
                <a:lnTo>
                  <a:pt x="908283" y="1575515"/>
                </a:lnTo>
                <a:lnTo>
                  <a:pt x="928467" y="1600869"/>
                </a:lnTo>
                <a:lnTo>
                  <a:pt x="948651" y="1625886"/>
                </a:lnTo>
                <a:lnTo>
                  <a:pt x="968835" y="1650570"/>
                </a:lnTo>
                <a:lnTo>
                  <a:pt x="989019" y="1674927"/>
                </a:lnTo>
                <a:lnTo>
                  <a:pt x="1009204" y="1698960"/>
                </a:lnTo>
                <a:lnTo>
                  <a:pt x="1029388" y="1722673"/>
                </a:lnTo>
                <a:lnTo>
                  <a:pt x="1049572" y="1746072"/>
                </a:lnTo>
                <a:lnTo>
                  <a:pt x="1069756" y="1769159"/>
                </a:lnTo>
                <a:lnTo>
                  <a:pt x="1089940" y="1791940"/>
                </a:lnTo>
                <a:lnTo>
                  <a:pt x="1110124" y="1814418"/>
                </a:lnTo>
                <a:lnTo>
                  <a:pt x="1130308" y="1836597"/>
                </a:lnTo>
                <a:lnTo>
                  <a:pt x="1150492" y="1858481"/>
                </a:lnTo>
                <a:lnTo>
                  <a:pt x="1170676" y="1880075"/>
                </a:lnTo>
                <a:lnTo>
                  <a:pt x="1190860" y="1901382"/>
                </a:lnTo>
                <a:lnTo>
                  <a:pt x="1211044" y="1922405"/>
                </a:lnTo>
                <a:lnTo>
                  <a:pt x="1231228" y="1943150"/>
                </a:lnTo>
                <a:lnTo>
                  <a:pt x="1251412" y="1963618"/>
                </a:lnTo>
                <a:lnTo>
                  <a:pt x="1271597" y="1983815"/>
                </a:lnTo>
                <a:lnTo>
                  <a:pt x="1291781" y="2003743"/>
                </a:lnTo>
                <a:lnTo>
                  <a:pt x="1311965" y="2023406"/>
                </a:lnTo>
                <a:lnTo>
                  <a:pt x="1332149" y="2042808"/>
                </a:lnTo>
                <a:lnTo>
                  <a:pt x="1352333" y="2061952"/>
                </a:lnTo>
                <a:lnTo>
                  <a:pt x="1372517" y="2080842"/>
                </a:lnTo>
                <a:lnTo>
                  <a:pt x="1392701" y="2099481"/>
                </a:lnTo>
                <a:lnTo>
                  <a:pt x="1412885" y="2117872"/>
                </a:lnTo>
                <a:lnTo>
                  <a:pt x="1433069" y="2136018"/>
                </a:lnTo>
                <a:lnTo>
                  <a:pt x="1453253" y="2153924"/>
                </a:lnTo>
                <a:lnTo>
                  <a:pt x="1473437" y="2171592"/>
                </a:lnTo>
                <a:lnTo>
                  <a:pt x="1493621" y="2189024"/>
                </a:lnTo>
                <a:lnTo>
                  <a:pt x="1513806" y="2206225"/>
                </a:lnTo>
                <a:lnTo>
                  <a:pt x="1533990" y="2223198"/>
                </a:lnTo>
                <a:lnTo>
                  <a:pt x="1554174" y="2239945"/>
                </a:lnTo>
                <a:lnTo>
                  <a:pt x="1574358" y="2256469"/>
                </a:lnTo>
                <a:lnTo>
                  <a:pt x="1594542" y="2272774"/>
                </a:lnTo>
                <a:lnTo>
                  <a:pt x="1614726" y="2288863"/>
                </a:lnTo>
                <a:lnTo>
                  <a:pt x="1634910" y="2304737"/>
                </a:lnTo>
                <a:lnTo>
                  <a:pt x="1655094" y="2320400"/>
                </a:lnTo>
                <a:lnTo>
                  <a:pt x="1675278" y="2335856"/>
                </a:lnTo>
                <a:lnTo>
                  <a:pt x="1695462" y="2351106"/>
                </a:lnTo>
                <a:lnTo>
                  <a:pt x="1715646" y="2366153"/>
                </a:lnTo>
                <a:lnTo>
                  <a:pt x="1735830" y="2381000"/>
                </a:lnTo>
                <a:lnTo>
                  <a:pt x="1756014" y="2395650"/>
                </a:lnTo>
                <a:lnTo>
                  <a:pt x="1776199" y="2410105"/>
                </a:lnTo>
                <a:lnTo>
                  <a:pt x="1796383" y="2424369"/>
                </a:lnTo>
                <a:lnTo>
                  <a:pt x="1816567" y="2438442"/>
                </a:lnTo>
                <a:lnTo>
                  <a:pt x="1836751" y="2452329"/>
                </a:lnTo>
                <a:lnTo>
                  <a:pt x="1856935" y="2466031"/>
                </a:lnTo>
                <a:lnTo>
                  <a:pt x="1877119" y="2479551"/>
                </a:lnTo>
                <a:lnTo>
                  <a:pt x="1897303" y="2492891"/>
                </a:lnTo>
                <a:lnTo>
                  <a:pt x="1917487" y="2506055"/>
                </a:lnTo>
                <a:lnTo>
                  <a:pt x="1937671" y="2519043"/>
                </a:lnTo>
                <a:lnTo>
                  <a:pt x="1957855" y="2531858"/>
                </a:lnTo>
                <a:lnTo>
                  <a:pt x="1978039" y="2544504"/>
                </a:lnTo>
                <a:lnTo>
                  <a:pt x="1998223" y="2556981"/>
                </a:lnTo>
                <a:lnTo>
                  <a:pt x="2018408" y="2569292"/>
                </a:lnTo>
                <a:lnTo>
                  <a:pt x="2038592" y="2581440"/>
                </a:lnTo>
                <a:lnTo>
                  <a:pt x="2058776" y="2593426"/>
                </a:lnTo>
                <a:lnTo>
                  <a:pt x="2078960" y="2605254"/>
                </a:lnTo>
                <a:lnTo>
                  <a:pt x="2099144" y="2616923"/>
                </a:lnTo>
                <a:lnTo>
                  <a:pt x="2119328" y="2628438"/>
                </a:lnTo>
                <a:lnTo>
                  <a:pt x="2139512" y="2639800"/>
                </a:lnTo>
                <a:lnTo>
                  <a:pt x="2159696" y="2651011"/>
                </a:lnTo>
                <a:lnTo>
                  <a:pt x="2179880" y="2662073"/>
                </a:lnTo>
                <a:lnTo>
                  <a:pt x="2200064" y="2672988"/>
                </a:lnTo>
                <a:lnTo>
                  <a:pt x="2220248" y="2683757"/>
                </a:lnTo>
                <a:lnTo>
                  <a:pt x="2240432" y="2694384"/>
                </a:lnTo>
                <a:lnTo>
                  <a:pt x="2260616" y="2704870"/>
                </a:lnTo>
                <a:lnTo>
                  <a:pt x="2280801" y="2715216"/>
                </a:lnTo>
                <a:lnTo>
                  <a:pt x="2300985" y="2725424"/>
                </a:lnTo>
                <a:lnTo>
                  <a:pt x="2321169" y="2735497"/>
                </a:lnTo>
                <a:lnTo>
                  <a:pt x="2341353" y="2745437"/>
                </a:lnTo>
                <a:lnTo>
                  <a:pt x="2361537" y="2755244"/>
                </a:lnTo>
                <a:lnTo>
                  <a:pt x="2381721" y="2764920"/>
                </a:lnTo>
                <a:lnTo>
                  <a:pt x="2401905" y="2774469"/>
                </a:lnTo>
                <a:lnTo>
                  <a:pt x="2422089" y="2783890"/>
                </a:lnTo>
                <a:lnTo>
                  <a:pt x="2442273" y="2793186"/>
                </a:lnTo>
                <a:lnTo>
                  <a:pt x="2462457" y="2802358"/>
                </a:lnTo>
                <a:lnTo>
                  <a:pt x="2482641" y="2811409"/>
                </a:lnTo>
                <a:lnTo>
                  <a:pt x="2502825" y="2820339"/>
                </a:lnTo>
                <a:lnTo>
                  <a:pt x="2523010" y="2829151"/>
                </a:lnTo>
                <a:lnTo>
                  <a:pt x="2543194" y="2837846"/>
                </a:lnTo>
                <a:lnTo>
                  <a:pt x="2563378" y="2846425"/>
                </a:lnTo>
                <a:lnTo>
                  <a:pt x="2583562" y="2854890"/>
                </a:lnTo>
                <a:lnTo>
                  <a:pt x="2603746" y="2863242"/>
                </a:lnTo>
                <a:lnTo>
                  <a:pt x="2623930" y="2871484"/>
                </a:lnTo>
                <a:lnTo>
                  <a:pt x="2644114" y="2879616"/>
                </a:lnTo>
                <a:lnTo>
                  <a:pt x="2664298" y="2887640"/>
                </a:lnTo>
                <a:lnTo>
                  <a:pt x="2684482" y="2895557"/>
                </a:lnTo>
                <a:lnTo>
                  <a:pt x="2704666" y="2903369"/>
                </a:lnTo>
                <a:lnTo>
                  <a:pt x="2724850" y="2911078"/>
                </a:lnTo>
                <a:lnTo>
                  <a:pt x="2745034" y="2918683"/>
                </a:lnTo>
                <a:lnTo>
                  <a:pt x="2765218" y="2926188"/>
                </a:lnTo>
                <a:lnTo>
                  <a:pt x="2785403" y="2933593"/>
                </a:lnTo>
                <a:lnTo>
                  <a:pt x="2805587" y="2940900"/>
                </a:lnTo>
                <a:lnTo>
                  <a:pt x="2825771" y="2948110"/>
                </a:lnTo>
                <a:lnTo>
                  <a:pt x="2845955" y="2955223"/>
                </a:lnTo>
                <a:lnTo>
                  <a:pt x="2866139" y="2962243"/>
                </a:lnTo>
                <a:lnTo>
                  <a:pt x="2886323" y="2969169"/>
                </a:lnTo>
                <a:lnTo>
                  <a:pt x="2906507" y="2976002"/>
                </a:lnTo>
                <a:lnTo>
                  <a:pt x="2926691" y="2982746"/>
                </a:lnTo>
                <a:lnTo>
                  <a:pt x="2946875" y="2989399"/>
                </a:lnTo>
                <a:lnTo>
                  <a:pt x="2967059" y="2995964"/>
                </a:lnTo>
                <a:lnTo>
                  <a:pt x="2987243" y="3002442"/>
                </a:lnTo>
                <a:lnTo>
                  <a:pt x="3007427" y="3008834"/>
                </a:lnTo>
                <a:lnTo>
                  <a:pt x="3027612" y="3015141"/>
                </a:lnTo>
                <a:lnTo>
                  <a:pt x="3047796" y="3021364"/>
                </a:lnTo>
                <a:lnTo>
                  <a:pt x="3067980" y="3027504"/>
                </a:lnTo>
                <a:lnTo>
                  <a:pt x="3088164" y="3033563"/>
                </a:lnTo>
                <a:lnTo>
                  <a:pt x="3108348" y="3039541"/>
                </a:lnTo>
                <a:lnTo>
                  <a:pt x="3128532" y="3045440"/>
                </a:lnTo>
                <a:lnTo>
                  <a:pt x="3148716" y="3051260"/>
                </a:lnTo>
                <a:lnTo>
                  <a:pt x="3168900" y="3057003"/>
                </a:lnTo>
                <a:lnTo>
                  <a:pt x="3189084" y="3062670"/>
                </a:lnTo>
                <a:lnTo>
                  <a:pt x="3209268" y="3068261"/>
                </a:lnTo>
                <a:lnTo>
                  <a:pt x="3229452" y="3073778"/>
                </a:lnTo>
                <a:lnTo>
                  <a:pt x="3249636" y="3079222"/>
                </a:lnTo>
                <a:lnTo>
                  <a:pt x="3269821" y="3084593"/>
                </a:lnTo>
                <a:lnTo>
                  <a:pt x="3290005" y="3089893"/>
                </a:lnTo>
                <a:lnTo>
                  <a:pt x="3310189" y="3095123"/>
                </a:lnTo>
                <a:lnTo>
                  <a:pt x="3330373" y="3100283"/>
                </a:lnTo>
                <a:lnTo>
                  <a:pt x="3350557" y="3105375"/>
                </a:lnTo>
                <a:lnTo>
                  <a:pt x="3370741" y="3110399"/>
                </a:lnTo>
                <a:lnTo>
                  <a:pt x="3390925" y="3115356"/>
                </a:lnTo>
                <a:lnTo>
                  <a:pt x="3411109" y="3120247"/>
                </a:lnTo>
                <a:lnTo>
                  <a:pt x="3431293" y="3125073"/>
                </a:lnTo>
                <a:lnTo>
                  <a:pt x="3451477" y="3129835"/>
                </a:lnTo>
                <a:lnTo>
                  <a:pt x="3471661" y="3134534"/>
                </a:lnTo>
                <a:lnTo>
                  <a:pt x="3491845" y="3139171"/>
                </a:lnTo>
                <a:lnTo>
                  <a:pt x="3512029" y="3143745"/>
                </a:lnTo>
                <a:lnTo>
                  <a:pt x="3532214" y="3148259"/>
                </a:lnTo>
                <a:lnTo>
                  <a:pt x="3552398" y="3152713"/>
                </a:lnTo>
                <a:lnTo>
                  <a:pt x="3572582" y="3157108"/>
                </a:lnTo>
                <a:lnTo>
                  <a:pt x="3592766" y="3161445"/>
                </a:lnTo>
                <a:lnTo>
                  <a:pt x="3612950" y="3165723"/>
                </a:lnTo>
                <a:lnTo>
                  <a:pt x="3633134" y="3169945"/>
                </a:lnTo>
                <a:lnTo>
                  <a:pt x="3653318" y="3174111"/>
                </a:lnTo>
                <a:lnTo>
                  <a:pt x="3673502" y="3178222"/>
                </a:lnTo>
                <a:lnTo>
                  <a:pt x="3693686" y="3182278"/>
                </a:lnTo>
                <a:lnTo>
                  <a:pt x="3713870" y="3186279"/>
                </a:lnTo>
                <a:lnTo>
                  <a:pt x="3734054" y="3190228"/>
                </a:lnTo>
                <a:lnTo>
                  <a:pt x="3754238" y="3194125"/>
                </a:lnTo>
                <a:lnTo>
                  <a:pt x="3774423" y="3197969"/>
                </a:lnTo>
                <a:lnTo>
                  <a:pt x="3794607" y="3201762"/>
                </a:lnTo>
                <a:lnTo>
                  <a:pt x="3814791" y="3205505"/>
                </a:lnTo>
                <a:lnTo>
                  <a:pt x="3834975" y="3209199"/>
                </a:lnTo>
                <a:lnTo>
                  <a:pt x="3855159" y="3212843"/>
                </a:lnTo>
                <a:lnTo>
                  <a:pt x="3875343" y="3216439"/>
                </a:lnTo>
                <a:lnTo>
                  <a:pt x="3895527" y="3219987"/>
                </a:lnTo>
                <a:lnTo>
                  <a:pt x="3915711" y="3223488"/>
                </a:lnTo>
                <a:lnTo>
                  <a:pt x="3935895" y="3226942"/>
                </a:lnTo>
                <a:lnTo>
                  <a:pt x="3956079" y="3230350"/>
                </a:lnTo>
                <a:lnTo>
                  <a:pt x="3976263" y="3233713"/>
                </a:lnTo>
                <a:lnTo>
                  <a:pt x="3996447" y="3237032"/>
                </a:lnTo>
                <a:lnTo>
                  <a:pt x="4016631" y="3240306"/>
                </a:lnTo>
                <a:lnTo>
                  <a:pt x="4036816" y="3243537"/>
                </a:lnTo>
                <a:lnTo>
                  <a:pt x="4057000" y="3246725"/>
                </a:lnTo>
                <a:lnTo>
                  <a:pt x="4077184" y="3249870"/>
                </a:lnTo>
                <a:lnTo>
                  <a:pt x="4097368" y="3252974"/>
                </a:lnTo>
                <a:lnTo>
                  <a:pt x="4117552" y="3256037"/>
                </a:lnTo>
                <a:lnTo>
                  <a:pt x="4137736" y="3259058"/>
                </a:lnTo>
                <a:lnTo>
                  <a:pt x="4157920" y="3262040"/>
                </a:lnTo>
                <a:lnTo>
                  <a:pt x="4178104" y="3264982"/>
                </a:lnTo>
                <a:lnTo>
                  <a:pt x="4198288" y="3267885"/>
                </a:lnTo>
                <a:lnTo>
                  <a:pt x="4218472" y="3270749"/>
                </a:lnTo>
                <a:lnTo>
                  <a:pt x="4238656" y="3273575"/>
                </a:lnTo>
                <a:lnTo>
                  <a:pt x="4258840" y="3276364"/>
                </a:lnTo>
                <a:lnTo>
                  <a:pt x="4279025" y="3279116"/>
                </a:lnTo>
                <a:lnTo>
                  <a:pt x="4299209" y="3281831"/>
                </a:lnTo>
                <a:lnTo>
                  <a:pt x="4319393" y="3284510"/>
                </a:lnTo>
                <a:lnTo>
                  <a:pt x="4339577" y="3287153"/>
                </a:lnTo>
                <a:lnTo>
                  <a:pt x="4359761" y="3289761"/>
                </a:lnTo>
                <a:lnTo>
                  <a:pt x="4379945" y="3292335"/>
                </a:lnTo>
                <a:lnTo>
                  <a:pt x="4400129" y="3294875"/>
                </a:lnTo>
                <a:lnTo>
                  <a:pt x="4420313" y="3297380"/>
                </a:lnTo>
                <a:lnTo>
                  <a:pt x="4440497" y="3299853"/>
                </a:lnTo>
                <a:lnTo>
                  <a:pt x="4460681" y="3302292"/>
                </a:lnTo>
                <a:lnTo>
                  <a:pt x="4480865" y="3304699"/>
                </a:lnTo>
                <a:lnTo>
                  <a:pt x="4501049" y="3307074"/>
                </a:lnTo>
                <a:lnTo>
                  <a:pt x="4521233" y="3309418"/>
                </a:lnTo>
                <a:lnTo>
                  <a:pt x="4541418" y="3311730"/>
                </a:lnTo>
                <a:lnTo>
                  <a:pt x="4561602" y="3314012"/>
                </a:lnTo>
                <a:lnTo>
                  <a:pt x="4581786" y="3316263"/>
                </a:lnTo>
                <a:lnTo>
                  <a:pt x="4601970" y="3318485"/>
                </a:lnTo>
                <a:lnTo>
                  <a:pt x="4622154" y="3320677"/>
                </a:lnTo>
                <a:lnTo>
                  <a:pt x="4642338" y="3322839"/>
                </a:lnTo>
                <a:lnTo>
                  <a:pt x="4662522" y="3324973"/>
                </a:lnTo>
                <a:lnTo>
                  <a:pt x="4682706" y="3327079"/>
                </a:lnTo>
                <a:lnTo>
                  <a:pt x="4702890" y="3329157"/>
                </a:lnTo>
                <a:lnTo>
                  <a:pt x="4723074" y="3331207"/>
                </a:lnTo>
                <a:lnTo>
                  <a:pt x="4743258" y="3333230"/>
                </a:lnTo>
                <a:lnTo>
                  <a:pt x="4763442" y="3335226"/>
                </a:lnTo>
                <a:lnTo>
                  <a:pt x="4783627" y="3337195"/>
                </a:lnTo>
                <a:lnTo>
                  <a:pt x="4803811" y="3339138"/>
                </a:lnTo>
                <a:lnTo>
                  <a:pt x="4823995" y="3341056"/>
                </a:lnTo>
                <a:lnTo>
                  <a:pt x="4844179" y="3342948"/>
                </a:lnTo>
                <a:lnTo>
                  <a:pt x="4864363" y="3344815"/>
                </a:lnTo>
                <a:lnTo>
                  <a:pt x="4884547" y="3346657"/>
                </a:lnTo>
                <a:lnTo>
                  <a:pt x="4904731" y="3348474"/>
                </a:lnTo>
                <a:lnTo>
                  <a:pt x="4924915" y="3350268"/>
                </a:lnTo>
                <a:lnTo>
                  <a:pt x="4945099" y="3352037"/>
                </a:lnTo>
                <a:lnTo>
                  <a:pt x="4965283" y="3353783"/>
                </a:lnTo>
                <a:lnTo>
                  <a:pt x="4985467" y="3355506"/>
                </a:lnTo>
                <a:lnTo>
                  <a:pt x="5005651" y="3357206"/>
                </a:lnTo>
                <a:lnTo>
                  <a:pt x="5025835" y="3358883"/>
                </a:lnTo>
                <a:lnTo>
                  <a:pt x="5046020" y="3360538"/>
                </a:lnTo>
                <a:lnTo>
                  <a:pt x="5066204" y="3362171"/>
                </a:lnTo>
                <a:lnTo>
                  <a:pt x="5086388" y="3363783"/>
                </a:lnTo>
                <a:lnTo>
                  <a:pt x="5106572" y="3365373"/>
                </a:lnTo>
                <a:lnTo>
                  <a:pt x="5126756" y="3366942"/>
                </a:lnTo>
                <a:lnTo>
                  <a:pt x="5146940" y="3368490"/>
                </a:lnTo>
                <a:lnTo>
                  <a:pt x="5167124" y="3370017"/>
                </a:lnTo>
                <a:lnTo>
                  <a:pt x="5187308" y="3371524"/>
                </a:lnTo>
                <a:lnTo>
                  <a:pt x="5207492" y="3373011"/>
                </a:lnTo>
                <a:lnTo>
                  <a:pt x="5227676" y="3374478"/>
                </a:lnTo>
                <a:lnTo>
                  <a:pt x="5247860" y="3375926"/>
                </a:lnTo>
                <a:lnTo>
                  <a:pt x="5268044" y="3377355"/>
                </a:lnTo>
                <a:lnTo>
                  <a:pt x="5288229" y="3378764"/>
                </a:lnTo>
                <a:lnTo>
                  <a:pt x="5308413" y="3380155"/>
                </a:lnTo>
                <a:lnTo>
                  <a:pt x="5328597" y="3381528"/>
                </a:lnTo>
                <a:lnTo>
                  <a:pt x="5348781" y="3382882"/>
                </a:lnTo>
                <a:lnTo>
                  <a:pt x="5368965" y="3384218"/>
                </a:lnTo>
                <a:lnTo>
                  <a:pt x="5389149" y="3385536"/>
                </a:lnTo>
                <a:lnTo>
                  <a:pt x="5409333" y="3386837"/>
                </a:lnTo>
                <a:lnTo>
                  <a:pt x="5429517" y="3388121"/>
                </a:lnTo>
                <a:lnTo>
                  <a:pt x="5449701" y="3389387"/>
                </a:lnTo>
                <a:lnTo>
                  <a:pt x="5469885" y="3390637"/>
                </a:lnTo>
                <a:lnTo>
                  <a:pt x="5490069" y="3391870"/>
                </a:lnTo>
                <a:lnTo>
                  <a:pt x="5510253" y="3393087"/>
                </a:lnTo>
                <a:lnTo>
                  <a:pt x="5530437" y="3394287"/>
                </a:lnTo>
                <a:lnTo>
                  <a:pt x="5550622" y="3395472"/>
                </a:lnTo>
                <a:lnTo>
                  <a:pt x="5570806" y="3396641"/>
                </a:lnTo>
                <a:lnTo>
                  <a:pt x="5590990" y="3397794"/>
                </a:lnTo>
                <a:lnTo>
                  <a:pt x="5611174" y="3398932"/>
                </a:lnTo>
                <a:lnTo>
                  <a:pt x="5631358" y="3400055"/>
                </a:lnTo>
                <a:lnTo>
                  <a:pt x="5651542" y="3401163"/>
                </a:lnTo>
                <a:lnTo>
                  <a:pt x="5671726" y="3402256"/>
                </a:lnTo>
                <a:lnTo>
                  <a:pt x="5691910" y="3403335"/>
                </a:lnTo>
                <a:lnTo>
                  <a:pt x="5712094" y="3404399"/>
                </a:lnTo>
                <a:lnTo>
                  <a:pt x="5732278" y="3405449"/>
                </a:lnTo>
                <a:lnTo>
                  <a:pt x="5752462" y="3406486"/>
                </a:lnTo>
                <a:lnTo>
                  <a:pt x="5772646" y="3407508"/>
                </a:lnTo>
                <a:lnTo>
                  <a:pt x="5792831" y="3408517"/>
                </a:lnTo>
                <a:lnTo>
                  <a:pt x="5813015" y="3409512"/>
                </a:lnTo>
                <a:lnTo>
                  <a:pt x="5833199" y="3410495"/>
                </a:lnTo>
                <a:lnTo>
                  <a:pt x="5853383" y="3411464"/>
                </a:lnTo>
                <a:lnTo>
                  <a:pt x="5873567" y="3412420"/>
                </a:lnTo>
                <a:lnTo>
                  <a:pt x="5893751" y="3413364"/>
                </a:lnTo>
                <a:lnTo>
                  <a:pt x="5913935" y="3414295"/>
                </a:lnTo>
                <a:lnTo>
                  <a:pt x="5934119" y="3415214"/>
                </a:lnTo>
                <a:lnTo>
                  <a:pt x="5954303" y="3416120"/>
                </a:lnTo>
                <a:lnTo>
                  <a:pt x="5974487" y="3417015"/>
                </a:lnTo>
                <a:lnTo>
                  <a:pt x="5994671" y="3417897"/>
                </a:lnTo>
                <a:lnTo>
                  <a:pt x="6014855" y="3418768"/>
                </a:lnTo>
                <a:lnTo>
                  <a:pt x="6035040" y="3419627"/>
                </a:lnTo>
                <a:lnTo>
                  <a:pt x="6035040" y="3483429"/>
                </a:lnTo>
                <a:lnTo>
                  <a:pt x="6014855" y="3483429"/>
                </a:lnTo>
                <a:lnTo>
                  <a:pt x="5994671" y="3483429"/>
                </a:lnTo>
                <a:lnTo>
                  <a:pt x="5974487" y="3483429"/>
                </a:lnTo>
                <a:lnTo>
                  <a:pt x="5954303" y="3483429"/>
                </a:lnTo>
                <a:lnTo>
                  <a:pt x="5934119" y="3483429"/>
                </a:lnTo>
                <a:lnTo>
                  <a:pt x="5913935" y="3483429"/>
                </a:lnTo>
                <a:lnTo>
                  <a:pt x="5893751" y="3483429"/>
                </a:lnTo>
                <a:lnTo>
                  <a:pt x="5873567" y="3483429"/>
                </a:lnTo>
                <a:lnTo>
                  <a:pt x="5853383" y="3483429"/>
                </a:lnTo>
                <a:lnTo>
                  <a:pt x="5833199" y="3483429"/>
                </a:lnTo>
                <a:lnTo>
                  <a:pt x="5813015" y="3483429"/>
                </a:lnTo>
                <a:lnTo>
                  <a:pt x="5792831" y="3483429"/>
                </a:lnTo>
                <a:lnTo>
                  <a:pt x="5772646" y="3483429"/>
                </a:lnTo>
                <a:lnTo>
                  <a:pt x="5752462" y="3483429"/>
                </a:lnTo>
                <a:lnTo>
                  <a:pt x="5732278" y="3483429"/>
                </a:lnTo>
                <a:lnTo>
                  <a:pt x="5712094" y="3483429"/>
                </a:lnTo>
                <a:lnTo>
                  <a:pt x="5691910" y="3483429"/>
                </a:lnTo>
                <a:lnTo>
                  <a:pt x="5671726" y="3483429"/>
                </a:lnTo>
                <a:lnTo>
                  <a:pt x="5651542" y="3483429"/>
                </a:lnTo>
                <a:lnTo>
                  <a:pt x="5631358" y="3483429"/>
                </a:lnTo>
                <a:lnTo>
                  <a:pt x="5611174" y="3483429"/>
                </a:lnTo>
                <a:lnTo>
                  <a:pt x="5590990" y="3483429"/>
                </a:lnTo>
                <a:lnTo>
                  <a:pt x="5570806" y="3483429"/>
                </a:lnTo>
                <a:lnTo>
                  <a:pt x="5550622" y="3483429"/>
                </a:lnTo>
                <a:lnTo>
                  <a:pt x="5530437" y="3483429"/>
                </a:lnTo>
                <a:lnTo>
                  <a:pt x="5510253" y="3483429"/>
                </a:lnTo>
                <a:lnTo>
                  <a:pt x="5490069" y="3483429"/>
                </a:lnTo>
                <a:lnTo>
                  <a:pt x="5469885" y="3483429"/>
                </a:lnTo>
                <a:lnTo>
                  <a:pt x="5449701" y="3483429"/>
                </a:lnTo>
                <a:lnTo>
                  <a:pt x="5429517" y="3483429"/>
                </a:lnTo>
                <a:lnTo>
                  <a:pt x="5409333" y="3483429"/>
                </a:lnTo>
                <a:lnTo>
                  <a:pt x="5389149" y="3483429"/>
                </a:lnTo>
                <a:lnTo>
                  <a:pt x="5368965" y="3483429"/>
                </a:lnTo>
                <a:lnTo>
                  <a:pt x="5348781" y="3483429"/>
                </a:lnTo>
                <a:lnTo>
                  <a:pt x="5328597" y="3483429"/>
                </a:lnTo>
                <a:lnTo>
                  <a:pt x="5308413" y="3483429"/>
                </a:lnTo>
                <a:lnTo>
                  <a:pt x="5288229" y="3483429"/>
                </a:lnTo>
                <a:lnTo>
                  <a:pt x="5268044" y="3483429"/>
                </a:lnTo>
                <a:lnTo>
                  <a:pt x="5247860" y="3483429"/>
                </a:lnTo>
                <a:lnTo>
                  <a:pt x="5227676" y="3483429"/>
                </a:lnTo>
                <a:lnTo>
                  <a:pt x="5207492" y="3483429"/>
                </a:lnTo>
                <a:lnTo>
                  <a:pt x="5187308" y="3483429"/>
                </a:lnTo>
                <a:lnTo>
                  <a:pt x="5167124" y="3483429"/>
                </a:lnTo>
                <a:lnTo>
                  <a:pt x="5146940" y="3483429"/>
                </a:lnTo>
                <a:lnTo>
                  <a:pt x="5126756" y="3483429"/>
                </a:lnTo>
                <a:lnTo>
                  <a:pt x="5106572" y="3483429"/>
                </a:lnTo>
                <a:lnTo>
                  <a:pt x="5086388" y="3483429"/>
                </a:lnTo>
                <a:lnTo>
                  <a:pt x="5066204" y="3483429"/>
                </a:lnTo>
                <a:lnTo>
                  <a:pt x="5046020" y="3483429"/>
                </a:lnTo>
                <a:lnTo>
                  <a:pt x="5025835" y="3483429"/>
                </a:lnTo>
                <a:lnTo>
                  <a:pt x="5005651" y="3483429"/>
                </a:lnTo>
                <a:lnTo>
                  <a:pt x="4985467" y="3483429"/>
                </a:lnTo>
                <a:lnTo>
                  <a:pt x="4965283" y="3483429"/>
                </a:lnTo>
                <a:lnTo>
                  <a:pt x="4945099" y="3483429"/>
                </a:lnTo>
                <a:lnTo>
                  <a:pt x="4924915" y="3483429"/>
                </a:lnTo>
                <a:lnTo>
                  <a:pt x="4904731" y="3483429"/>
                </a:lnTo>
                <a:lnTo>
                  <a:pt x="4884547" y="3483429"/>
                </a:lnTo>
                <a:lnTo>
                  <a:pt x="4864363" y="3483429"/>
                </a:lnTo>
                <a:lnTo>
                  <a:pt x="4844179" y="3483429"/>
                </a:lnTo>
                <a:lnTo>
                  <a:pt x="4823995" y="3483429"/>
                </a:lnTo>
                <a:lnTo>
                  <a:pt x="4803811" y="3483429"/>
                </a:lnTo>
                <a:lnTo>
                  <a:pt x="4783627" y="3483429"/>
                </a:lnTo>
                <a:lnTo>
                  <a:pt x="4763442" y="3483429"/>
                </a:lnTo>
                <a:lnTo>
                  <a:pt x="4743258" y="3483429"/>
                </a:lnTo>
                <a:lnTo>
                  <a:pt x="4723074" y="3483429"/>
                </a:lnTo>
                <a:lnTo>
                  <a:pt x="4702890" y="3483429"/>
                </a:lnTo>
                <a:lnTo>
                  <a:pt x="4682706" y="3483429"/>
                </a:lnTo>
                <a:lnTo>
                  <a:pt x="4662522" y="3483429"/>
                </a:lnTo>
                <a:lnTo>
                  <a:pt x="4642338" y="3483429"/>
                </a:lnTo>
                <a:lnTo>
                  <a:pt x="4622154" y="3483429"/>
                </a:lnTo>
                <a:lnTo>
                  <a:pt x="4601970" y="3483429"/>
                </a:lnTo>
                <a:lnTo>
                  <a:pt x="4581786" y="3483429"/>
                </a:lnTo>
                <a:lnTo>
                  <a:pt x="4561602" y="3483429"/>
                </a:lnTo>
                <a:lnTo>
                  <a:pt x="4541418" y="3483429"/>
                </a:lnTo>
                <a:lnTo>
                  <a:pt x="4521233" y="3483429"/>
                </a:lnTo>
                <a:lnTo>
                  <a:pt x="4501049" y="3483429"/>
                </a:lnTo>
                <a:lnTo>
                  <a:pt x="4480865" y="3483429"/>
                </a:lnTo>
                <a:lnTo>
                  <a:pt x="4460681" y="3483429"/>
                </a:lnTo>
                <a:lnTo>
                  <a:pt x="4440497" y="3483429"/>
                </a:lnTo>
                <a:lnTo>
                  <a:pt x="4420313" y="3483429"/>
                </a:lnTo>
                <a:lnTo>
                  <a:pt x="4400129" y="3483429"/>
                </a:lnTo>
                <a:lnTo>
                  <a:pt x="4379945" y="3483429"/>
                </a:lnTo>
                <a:lnTo>
                  <a:pt x="4359761" y="3483429"/>
                </a:lnTo>
                <a:lnTo>
                  <a:pt x="4339577" y="3483429"/>
                </a:lnTo>
                <a:lnTo>
                  <a:pt x="4319393" y="3483429"/>
                </a:lnTo>
                <a:lnTo>
                  <a:pt x="4299209" y="3483429"/>
                </a:lnTo>
                <a:lnTo>
                  <a:pt x="4279025" y="3483429"/>
                </a:lnTo>
                <a:lnTo>
                  <a:pt x="4258840" y="3483429"/>
                </a:lnTo>
                <a:lnTo>
                  <a:pt x="4238656" y="3483429"/>
                </a:lnTo>
                <a:lnTo>
                  <a:pt x="4218472" y="3483429"/>
                </a:lnTo>
                <a:lnTo>
                  <a:pt x="4198288" y="3483429"/>
                </a:lnTo>
                <a:lnTo>
                  <a:pt x="4178104" y="3483429"/>
                </a:lnTo>
                <a:lnTo>
                  <a:pt x="4157920" y="3483429"/>
                </a:lnTo>
                <a:lnTo>
                  <a:pt x="4137736" y="3483429"/>
                </a:lnTo>
                <a:lnTo>
                  <a:pt x="4117552" y="3483429"/>
                </a:lnTo>
                <a:lnTo>
                  <a:pt x="4097368" y="3483429"/>
                </a:lnTo>
                <a:lnTo>
                  <a:pt x="4077184" y="3483429"/>
                </a:lnTo>
                <a:lnTo>
                  <a:pt x="4057000" y="3483429"/>
                </a:lnTo>
                <a:lnTo>
                  <a:pt x="4036816" y="3483429"/>
                </a:lnTo>
                <a:lnTo>
                  <a:pt x="4016631" y="3483429"/>
                </a:lnTo>
                <a:lnTo>
                  <a:pt x="3996447" y="3483429"/>
                </a:lnTo>
                <a:lnTo>
                  <a:pt x="3976263" y="3483429"/>
                </a:lnTo>
                <a:lnTo>
                  <a:pt x="3956079" y="3483429"/>
                </a:lnTo>
                <a:lnTo>
                  <a:pt x="3935895" y="3483429"/>
                </a:lnTo>
                <a:lnTo>
                  <a:pt x="3915711" y="3483429"/>
                </a:lnTo>
                <a:lnTo>
                  <a:pt x="3895527" y="3483429"/>
                </a:lnTo>
                <a:lnTo>
                  <a:pt x="3875343" y="3483429"/>
                </a:lnTo>
                <a:lnTo>
                  <a:pt x="3855159" y="3483429"/>
                </a:lnTo>
                <a:lnTo>
                  <a:pt x="3834975" y="3483429"/>
                </a:lnTo>
                <a:lnTo>
                  <a:pt x="3814791" y="3483429"/>
                </a:lnTo>
                <a:lnTo>
                  <a:pt x="3794607" y="3483429"/>
                </a:lnTo>
                <a:lnTo>
                  <a:pt x="3774423" y="3483429"/>
                </a:lnTo>
                <a:lnTo>
                  <a:pt x="3754238" y="3483429"/>
                </a:lnTo>
                <a:lnTo>
                  <a:pt x="3734054" y="3483429"/>
                </a:lnTo>
                <a:lnTo>
                  <a:pt x="3713870" y="3483429"/>
                </a:lnTo>
                <a:lnTo>
                  <a:pt x="3693686" y="3483429"/>
                </a:lnTo>
                <a:lnTo>
                  <a:pt x="3673502" y="3483429"/>
                </a:lnTo>
                <a:lnTo>
                  <a:pt x="3653318" y="3483429"/>
                </a:lnTo>
                <a:lnTo>
                  <a:pt x="3633134" y="3483429"/>
                </a:lnTo>
                <a:lnTo>
                  <a:pt x="3612950" y="3483429"/>
                </a:lnTo>
                <a:lnTo>
                  <a:pt x="3592766" y="3483429"/>
                </a:lnTo>
                <a:lnTo>
                  <a:pt x="3572582" y="3483429"/>
                </a:lnTo>
                <a:lnTo>
                  <a:pt x="3552398" y="3483429"/>
                </a:lnTo>
                <a:lnTo>
                  <a:pt x="3532214" y="3483429"/>
                </a:lnTo>
                <a:lnTo>
                  <a:pt x="3512029" y="3483429"/>
                </a:lnTo>
                <a:lnTo>
                  <a:pt x="3491845" y="3483429"/>
                </a:lnTo>
                <a:lnTo>
                  <a:pt x="3471661" y="3483429"/>
                </a:lnTo>
                <a:lnTo>
                  <a:pt x="3451477" y="3483429"/>
                </a:lnTo>
                <a:lnTo>
                  <a:pt x="3431293" y="3483429"/>
                </a:lnTo>
                <a:lnTo>
                  <a:pt x="3411109" y="3483429"/>
                </a:lnTo>
                <a:lnTo>
                  <a:pt x="3390925" y="3483429"/>
                </a:lnTo>
                <a:lnTo>
                  <a:pt x="3370741" y="3483429"/>
                </a:lnTo>
                <a:lnTo>
                  <a:pt x="3350557" y="3483429"/>
                </a:lnTo>
                <a:lnTo>
                  <a:pt x="3330373" y="3483429"/>
                </a:lnTo>
                <a:lnTo>
                  <a:pt x="3310189" y="3483429"/>
                </a:lnTo>
                <a:lnTo>
                  <a:pt x="3290005" y="3483429"/>
                </a:lnTo>
                <a:lnTo>
                  <a:pt x="3269821" y="3483429"/>
                </a:lnTo>
                <a:lnTo>
                  <a:pt x="3249636" y="3483429"/>
                </a:lnTo>
                <a:lnTo>
                  <a:pt x="3229452" y="3483429"/>
                </a:lnTo>
                <a:lnTo>
                  <a:pt x="3209268" y="3483429"/>
                </a:lnTo>
                <a:lnTo>
                  <a:pt x="3189084" y="3483429"/>
                </a:lnTo>
                <a:lnTo>
                  <a:pt x="3168900" y="3483429"/>
                </a:lnTo>
                <a:lnTo>
                  <a:pt x="3148716" y="3483429"/>
                </a:lnTo>
                <a:lnTo>
                  <a:pt x="3128532" y="3483429"/>
                </a:lnTo>
                <a:lnTo>
                  <a:pt x="3108348" y="3483429"/>
                </a:lnTo>
                <a:lnTo>
                  <a:pt x="3088164" y="3483429"/>
                </a:lnTo>
                <a:lnTo>
                  <a:pt x="3067980" y="3483429"/>
                </a:lnTo>
                <a:lnTo>
                  <a:pt x="3047796" y="3483429"/>
                </a:lnTo>
                <a:lnTo>
                  <a:pt x="3027612" y="3483429"/>
                </a:lnTo>
                <a:lnTo>
                  <a:pt x="3007427" y="3483429"/>
                </a:lnTo>
                <a:lnTo>
                  <a:pt x="2987243" y="3483429"/>
                </a:lnTo>
                <a:lnTo>
                  <a:pt x="2967059" y="3483429"/>
                </a:lnTo>
                <a:lnTo>
                  <a:pt x="2946875" y="3483429"/>
                </a:lnTo>
                <a:lnTo>
                  <a:pt x="2926691" y="3483429"/>
                </a:lnTo>
                <a:lnTo>
                  <a:pt x="2906507" y="3483429"/>
                </a:lnTo>
                <a:lnTo>
                  <a:pt x="2886323" y="3483429"/>
                </a:lnTo>
                <a:lnTo>
                  <a:pt x="2866139" y="3483429"/>
                </a:lnTo>
                <a:lnTo>
                  <a:pt x="2845955" y="3483429"/>
                </a:lnTo>
                <a:lnTo>
                  <a:pt x="2825771" y="3483429"/>
                </a:lnTo>
                <a:lnTo>
                  <a:pt x="2805587" y="3483429"/>
                </a:lnTo>
                <a:lnTo>
                  <a:pt x="2785403" y="3483429"/>
                </a:lnTo>
                <a:lnTo>
                  <a:pt x="2765218" y="3483429"/>
                </a:lnTo>
                <a:lnTo>
                  <a:pt x="2745034" y="3483429"/>
                </a:lnTo>
                <a:lnTo>
                  <a:pt x="2724850" y="3483429"/>
                </a:lnTo>
                <a:lnTo>
                  <a:pt x="2704666" y="3483429"/>
                </a:lnTo>
                <a:lnTo>
                  <a:pt x="2684482" y="3483429"/>
                </a:lnTo>
                <a:lnTo>
                  <a:pt x="2664298" y="3483429"/>
                </a:lnTo>
                <a:lnTo>
                  <a:pt x="2644114" y="3483429"/>
                </a:lnTo>
                <a:lnTo>
                  <a:pt x="2623930" y="3483429"/>
                </a:lnTo>
                <a:lnTo>
                  <a:pt x="2603746" y="3483429"/>
                </a:lnTo>
                <a:lnTo>
                  <a:pt x="2583562" y="3483429"/>
                </a:lnTo>
                <a:lnTo>
                  <a:pt x="2563378" y="3483429"/>
                </a:lnTo>
                <a:lnTo>
                  <a:pt x="2543194" y="3483429"/>
                </a:lnTo>
                <a:lnTo>
                  <a:pt x="2523010" y="3483429"/>
                </a:lnTo>
                <a:lnTo>
                  <a:pt x="2502825" y="3483429"/>
                </a:lnTo>
                <a:lnTo>
                  <a:pt x="2482641" y="3483429"/>
                </a:lnTo>
                <a:lnTo>
                  <a:pt x="2462457" y="3483429"/>
                </a:lnTo>
                <a:lnTo>
                  <a:pt x="2442273" y="3483429"/>
                </a:lnTo>
                <a:lnTo>
                  <a:pt x="2422089" y="3483429"/>
                </a:lnTo>
                <a:lnTo>
                  <a:pt x="2401905" y="3483429"/>
                </a:lnTo>
                <a:lnTo>
                  <a:pt x="2381721" y="3483429"/>
                </a:lnTo>
                <a:lnTo>
                  <a:pt x="2361537" y="3483429"/>
                </a:lnTo>
                <a:lnTo>
                  <a:pt x="2341353" y="3483429"/>
                </a:lnTo>
                <a:lnTo>
                  <a:pt x="2321169" y="3483429"/>
                </a:lnTo>
                <a:lnTo>
                  <a:pt x="2300985" y="3483429"/>
                </a:lnTo>
                <a:lnTo>
                  <a:pt x="2280801" y="3483429"/>
                </a:lnTo>
                <a:lnTo>
                  <a:pt x="2260616" y="3483429"/>
                </a:lnTo>
                <a:lnTo>
                  <a:pt x="2240432" y="3483429"/>
                </a:lnTo>
                <a:lnTo>
                  <a:pt x="2220248" y="3483429"/>
                </a:lnTo>
                <a:lnTo>
                  <a:pt x="2200064" y="3483429"/>
                </a:lnTo>
                <a:lnTo>
                  <a:pt x="2179880" y="3483429"/>
                </a:lnTo>
                <a:lnTo>
                  <a:pt x="2159696" y="3483429"/>
                </a:lnTo>
                <a:lnTo>
                  <a:pt x="2139512" y="3483429"/>
                </a:lnTo>
                <a:lnTo>
                  <a:pt x="2119328" y="3483429"/>
                </a:lnTo>
                <a:lnTo>
                  <a:pt x="2099144" y="3483429"/>
                </a:lnTo>
                <a:lnTo>
                  <a:pt x="2078960" y="3483429"/>
                </a:lnTo>
                <a:lnTo>
                  <a:pt x="2058776" y="3483429"/>
                </a:lnTo>
                <a:lnTo>
                  <a:pt x="2038592" y="3483429"/>
                </a:lnTo>
                <a:lnTo>
                  <a:pt x="2018408" y="3483429"/>
                </a:lnTo>
                <a:lnTo>
                  <a:pt x="1998223" y="3483429"/>
                </a:lnTo>
                <a:lnTo>
                  <a:pt x="1978039" y="3483429"/>
                </a:lnTo>
                <a:lnTo>
                  <a:pt x="1957855" y="3483429"/>
                </a:lnTo>
                <a:lnTo>
                  <a:pt x="1937671" y="3483429"/>
                </a:lnTo>
                <a:lnTo>
                  <a:pt x="1917487" y="3483429"/>
                </a:lnTo>
                <a:lnTo>
                  <a:pt x="1897303" y="3483429"/>
                </a:lnTo>
                <a:lnTo>
                  <a:pt x="1877119" y="3483429"/>
                </a:lnTo>
                <a:lnTo>
                  <a:pt x="1856935" y="3483429"/>
                </a:lnTo>
                <a:lnTo>
                  <a:pt x="1836751" y="3483429"/>
                </a:lnTo>
                <a:lnTo>
                  <a:pt x="1816567" y="3483429"/>
                </a:lnTo>
                <a:lnTo>
                  <a:pt x="1796383" y="3483429"/>
                </a:lnTo>
                <a:lnTo>
                  <a:pt x="1776199" y="3483429"/>
                </a:lnTo>
                <a:lnTo>
                  <a:pt x="1756014" y="3483429"/>
                </a:lnTo>
                <a:lnTo>
                  <a:pt x="1735830" y="3483429"/>
                </a:lnTo>
                <a:lnTo>
                  <a:pt x="1715646" y="3483429"/>
                </a:lnTo>
                <a:lnTo>
                  <a:pt x="1695462" y="3483429"/>
                </a:lnTo>
                <a:lnTo>
                  <a:pt x="1675278" y="3483429"/>
                </a:lnTo>
                <a:lnTo>
                  <a:pt x="1655094" y="3483429"/>
                </a:lnTo>
                <a:lnTo>
                  <a:pt x="1634910" y="3483429"/>
                </a:lnTo>
                <a:lnTo>
                  <a:pt x="1614726" y="3483429"/>
                </a:lnTo>
                <a:lnTo>
                  <a:pt x="1594542" y="3483429"/>
                </a:lnTo>
                <a:lnTo>
                  <a:pt x="1574358" y="3483429"/>
                </a:lnTo>
                <a:lnTo>
                  <a:pt x="1554174" y="3483429"/>
                </a:lnTo>
                <a:lnTo>
                  <a:pt x="1533990" y="3483429"/>
                </a:lnTo>
                <a:lnTo>
                  <a:pt x="1513806" y="3483429"/>
                </a:lnTo>
                <a:lnTo>
                  <a:pt x="1493621" y="3483429"/>
                </a:lnTo>
                <a:lnTo>
                  <a:pt x="1473437" y="3483429"/>
                </a:lnTo>
                <a:lnTo>
                  <a:pt x="1453253" y="3483429"/>
                </a:lnTo>
                <a:lnTo>
                  <a:pt x="1433069" y="3483429"/>
                </a:lnTo>
                <a:lnTo>
                  <a:pt x="1412885" y="3483429"/>
                </a:lnTo>
                <a:lnTo>
                  <a:pt x="1392701" y="3483429"/>
                </a:lnTo>
                <a:lnTo>
                  <a:pt x="1372517" y="3483429"/>
                </a:lnTo>
                <a:lnTo>
                  <a:pt x="1352333" y="3483429"/>
                </a:lnTo>
                <a:lnTo>
                  <a:pt x="1332149" y="3483429"/>
                </a:lnTo>
                <a:lnTo>
                  <a:pt x="1311965" y="3483429"/>
                </a:lnTo>
                <a:lnTo>
                  <a:pt x="1291781" y="3483429"/>
                </a:lnTo>
                <a:lnTo>
                  <a:pt x="1271597" y="3483429"/>
                </a:lnTo>
                <a:lnTo>
                  <a:pt x="1251412" y="3483429"/>
                </a:lnTo>
                <a:lnTo>
                  <a:pt x="1231228" y="3483429"/>
                </a:lnTo>
                <a:lnTo>
                  <a:pt x="1211044" y="3483429"/>
                </a:lnTo>
                <a:lnTo>
                  <a:pt x="1190860" y="3483429"/>
                </a:lnTo>
                <a:lnTo>
                  <a:pt x="1170676" y="3483429"/>
                </a:lnTo>
                <a:lnTo>
                  <a:pt x="1150492" y="3483429"/>
                </a:lnTo>
                <a:lnTo>
                  <a:pt x="1130308" y="3483429"/>
                </a:lnTo>
                <a:lnTo>
                  <a:pt x="1110124" y="3483429"/>
                </a:lnTo>
                <a:lnTo>
                  <a:pt x="1089940" y="3483429"/>
                </a:lnTo>
                <a:lnTo>
                  <a:pt x="1069756" y="3483429"/>
                </a:lnTo>
                <a:lnTo>
                  <a:pt x="1049572" y="3483429"/>
                </a:lnTo>
                <a:lnTo>
                  <a:pt x="1029388" y="3483429"/>
                </a:lnTo>
                <a:lnTo>
                  <a:pt x="1009204" y="3483429"/>
                </a:lnTo>
                <a:lnTo>
                  <a:pt x="989019" y="3483429"/>
                </a:lnTo>
                <a:lnTo>
                  <a:pt x="968835" y="3483429"/>
                </a:lnTo>
                <a:lnTo>
                  <a:pt x="948651" y="3483429"/>
                </a:lnTo>
                <a:lnTo>
                  <a:pt x="928467" y="3483429"/>
                </a:lnTo>
                <a:lnTo>
                  <a:pt x="908283" y="3483429"/>
                </a:lnTo>
                <a:lnTo>
                  <a:pt x="888099" y="3483429"/>
                </a:lnTo>
                <a:lnTo>
                  <a:pt x="867915" y="3483429"/>
                </a:lnTo>
                <a:lnTo>
                  <a:pt x="847731" y="3483429"/>
                </a:lnTo>
                <a:lnTo>
                  <a:pt x="827547" y="3483429"/>
                </a:lnTo>
                <a:lnTo>
                  <a:pt x="807363" y="3483429"/>
                </a:lnTo>
                <a:lnTo>
                  <a:pt x="787179" y="3483429"/>
                </a:lnTo>
                <a:lnTo>
                  <a:pt x="766995" y="3483429"/>
                </a:lnTo>
                <a:lnTo>
                  <a:pt x="746810" y="3483429"/>
                </a:lnTo>
                <a:lnTo>
                  <a:pt x="726626" y="3483429"/>
                </a:lnTo>
                <a:lnTo>
                  <a:pt x="706442" y="3483429"/>
                </a:lnTo>
                <a:lnTo>
                  <a:pt x="686258" y="3483429"/>
                </a:lnTo>
                <a:lnTo>
                  <a:pt x="666074" y="3483429"/>
                </a:lnTo>
                <a:lnTo>
                  <a:pt x="645890" y="3483429"/>
                </a:lnTo>
                <a:lnTo>
                  <a:pt x="625706" y="3483429"/>
                </a:lnTo>
                <a:lnTo>
                  <a:pt x="605522" y="3483429"/>
                </a:lnTo>
                <a:lnTo>
                  <a:pt x="585338" y="3483429"/>
                </a:lnTo>
                <a:lnTo>
                  <a:pt x="565154" y="3483429"/>
                </a:lnTo>
                <a:lnTo>
                  <a:pt x="544970" y="3483429"/>
                </a:lnTo>
                <a:lnTo>
                  <a:pt x="524786" y="3483429"/>
                </a:lnTo>
                <a:lnTo>
                  <a:pt x="504602" y="3483429"/>
                </a:lnTo>
                <a:lnTo>
                  <a:pt x="484417" y="3483429"/>
                </a:lnTo>
                <a:lnTo>
                  <a:pt x="464233" y="3483429"/>
                </a:lnTo>
                <a:lnTo>
                  <a:pt x="444049" y="3483429"/>
                </a:lnTo>
                <a:lnTo>
                  <a:pt x="423865" y="3483429"/>
                </a:lnTo>
                <a:lnTo>
                  <a:pt x="403681" y="3483429"/>
                </a:lnTo>
                <a:lnTo>
                  <a:pt x="383497" y="3483429"/>
                </a:lnTo>
                <a:lnTo>
                  <a:pt x="363313" y="3483429"/>
                </a:lnTo>
                <a:lnTo>
                  <a:pt x="343129" y="3483429"/>
                </a:lnTo>
                <a:lnTo>
                  <a:pt x="322945" y="3483429"/>
                </a:lnTo>
                <a:lnTo>
                  <a:pt x="302761" y="3483429"/>
                </a:lnTo>
                <a:lnTo>
                  <a:pt x="282577" y="3483429"/>
                </a:lnTo>
                <a:lnTo>
                  <a:pt x="262393" y="3483429"/>
                </a:lnTo>
                <a:lnTo>
                  <a:pt x="242208" y="3483429"/>
                </a:lnTo>
                <a:lnTo>
                  <a:pt x="222024" y="3483429"/>
                </a:lnTo>
                <a:lnTo>
                  <a:pt x="201840" y="3483429"/>
                </a:lnTo>
                <a:lnTo>
                  <a:pt x="181656" y="3483429"/>
                </a:lnTo>
                <a:lnTo>
                  <a:pt x="161472" y="3483429"/>
                </a:lnTo>
                <a:lnTo>
                  <a:pt x="141288" y="3483429"/>
                </a:lnTo>
                <a:lnTo>
                  <a:pt x="121104" y="3483429"/>
                </a:lnTo>
                <a:lnTo>
                  <a:pt x="100920" y="3483429"/>
                </a:lnTo>
                <a:lnTo>
                  <a:pt x="80736" y="3483429"/>
                </a:lnTo>
                <a:lnTo>
                  <a:pt x="60552" y="3483429"/>
                </a:lnTo>
                <a:lnTo>
                  <a:pt x="40368" y="3483429"/>
                </a:lnTo>
                <a:lnTo>
                  <a:pt x="20184" y="3483429"/>
                </a:lnTo>
                <a:lnTo>
                  <a:pt x="0" y="3483429"/>
                </a:lnTo>
                <a:close/>
              </a:path>
            </a:pathLst>
          </a:custGeom>
          <a:solidFill>
            <a:srgbClr val="F2B880">
              <a:alpha val="18000"/>
            </a:srgbClr>
          </a:solidFill>
          <a:ln w="10160">
            <a:solidFill>
              <a:srgbClr val="F2B880">
                <a:alpha val="18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C2-E05 ellipse 50" descr="sci-ppt:o050"/>
          <p:cNvSpPr/>
          <p:nvPr/>
        </p:nvSpPr>
        <p:spPr>
          <a:xfrm>
            <a:off x="7013448" y="3674566"/>
            <a:ext cx="146304" cy="146304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3" name="C2-E05 line 51" descr="sci-ppt:o051"/>
          <p:cNvCxnSpPr/>
          <p:nvPr/>
        </p:nvCxnSpPr>
        <p:spPr>
          <a:xfrm>
            <a:off x="7086600" y="1371600"/>
            <a:ext cx="0" cy="3657600"/>
          </a:xfrm>
          <a:prstGeom prst="line">
            <a:avLst/>
          </a:prstGeom>
          <a:ln w="16510">
            <a:solidFill>
              <a:srgbClr val="F2B880"/>
            </a:solidFill>
            <a:prstDash val="dash"/>
          </a:ln>
          <a:effectLst/>
        </p:spPr>
      </p:cxnSp>
      <p:sp>
        <p:nvSpPr>
          <p:cNvPr id="54" name="C2-E05 text 52" descr="sci-ppt:o052"/>
          <p:cNvSpPr txBox="1"/>
          <p:nvPr/>
        </p:nvSpPr>
        <p:spPr>
          <a:xfrm>
            <a:off x="7223760" y="3244798"/>
            <a:ext cx="329184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1/μₐ = 5 µm: I = Iᵢₙ/e = 0.37 Iᵢₙ</a:t>
            </a:r>
          </a:p>
        </p:txBody>
      </p:sp>
      <p:sp>
        <p:nvSpPr>
          <p:cNvPr id="55" name="C2-E05 text 53" descr="sci-ppt:o053"/>
          <p:cNvSpPr txBox="1"/>
          <p:nvPr/>
        </p:nvSpPr>
        <p:spPr>
          <a:xfrm>
            <a:off x="8366760" y="2325188"/>
            <a:ext cx="2743200" cy="44856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8EDBD4"/>
                </a:solidFill>
                <a:latin typeface="Arial"/>
              </a:rPr>
              <a:t>I(z) = Iᵢₙ e^(−μₐ z)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8EDBD4"/>
                </a:solidFill>
                <a:latin typeface="Arial"/>
              </a:rPr>
              <a:t>μₐ = 2×10⁵ m⁻¹</a:t>
            </a:r>
          </a:p>
        </p:txBody>
      </p:sp>
      <p:sp>
        <p:nvSpPr>
          <p:cNvPr id="56" name="C2-E05 text 54" descr="sci-ppt:o054"/>
          <p:cNvSpPr txBox="1"/>
          <p:nvPr/>
        </p:nvSpPr>
        <p:spPr>
          <a:xfrm>
            <a:off x="5577840" y="5733288"/>
            <a:ext cx="6035040" cy="44856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Heat deposition follows the same curve: most of it lands within a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few 1/μₐ of the surface.</a:t>
            </a:r>
          </a:p>
        </p:txBody>
      </p:sp>
      <p:sp>
        <p:nvSpPr>
          <p:cNvPr id="57" name="C2-E05 text 55" descr="sci-ppt:o055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Beer–Lambert decay of Eq. C2-E05 with the teaching absorption coefficient.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