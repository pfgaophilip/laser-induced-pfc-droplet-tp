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6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C2-E16 | Physical-variable diagram</a:t>
            </a:r>
          </a:p>
        </p:txBody>
      </p:sp>
      <p:sp>
        <p:nvSpPr>
          <p:cNvPr id="3" name="ellipse2" descr="sci-ppt:C2-E16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6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6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16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16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16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16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16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16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6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6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6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6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6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6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6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6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6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6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6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6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6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6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6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6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6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6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6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6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6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6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6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6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6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6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6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6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6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6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6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6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6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16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16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16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16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16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16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16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16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W_*: free-energy maximum</a:t>
            </a:r>
          </a:p>
        </p:txBody>
      </p:sp>
      <p:sp>
        <p:nvSpPr>
          <p:cNvPr id="53" name="text52" descr="sci-ppt:C2-E16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σ_vp³: strong tension dependence</a:t>
            </a:r>
          </a:p>
        </p:txBody>
      </p:sp>
      <p:sp>
        <p:nvSpPr>
          <p:cNvPr id="54" name="text53" descr="sci-ppt:C2-E16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geometry</a:t>
            </a:r>
          </a:p>
        </p:txBody>
      </p:sp>
      <p:sp>
        <p:nvSpPr>
          <p:cNvPr id="55" name="text54" descr="sci-ppt:C2-E16-05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r_*: critical radius</a:t>
            </a:r>
          </a:p>
        </p:txBody>
      </p:sp>
      <p:sp>
        <p:nvSpPr>
          <p:cNvPr id="56" name="text55" descr="sci-ppt:C2-E16-055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Δp_n²: driving-pressure dependence</a:t>
            </a:r>
          </a:p>
        </p:txBody>
      </p:sp>
      <p:sp>
        <p:nvSpPr>
          <p:cNvPr id="57" name="text56" descr="sci-ppt:C2-E16-056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Surface energy and displaced-volume contribution evaluated at r_*</a:t>
            </a:r>
          </a:p>
        </p:txBody>
      </p:sp>
      <p:sp>
        <p:nvSpPr>
          <p:cNvPr id="58" name="text57" descr="sci-ppt:C2-E16-057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positive driving pressure still leaves a finite barrier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