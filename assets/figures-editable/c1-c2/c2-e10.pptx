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C2-E10 · Declared-input thermal calculation</a:t>
            </a:r>
          </a:p>
        </p:txBody>
      </p:sp>
      <p:cxnSp>
        <p:nvCxnSpPr>
          <p:cNvPr id="3" name="C2-E10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0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0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0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0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2-E10 line 6" descr="sci-ppt:o006"/>
          <p:cNvCxnSpPr/>
          <p:nvPr/>
        </p:nvCxnSpPr>
        <p:spPr>
          <a:xfrm>
            <a:off x="188975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0 line 7" descr="sci-ppt:o007"/>
          <p:cNvCxnSpPr/>
          <p:nvPr/>
        </p:nvCxnSpPr>
        <p:spPr>
          <a:xfrm>
            <a:off x="188975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0 text 8" descr="sci-ppt:o008"/>
          <p:cNvSpPr txBox="1"/>
          <p:nvPr/>
        </p:nvSpPr>
        <p:spPr>
          <a:xfrm>
            <a:off x="143255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2-E10 line 9" descr="sci-ppt:o009"/>
          <p:cNvCxnSpPr/>
          <p:nvPr/>
        </p:nvCxnSpPr>
        <p:spPr>
          <a:xfrm>
            <a:off x="28651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0 line 10" descr="sci-ppt:o010"/>
          <p:cNvCxnSpPr/>
          <p:nvPr/>
        </p:nvCxnSpPr>
        <p:spPr>
          <a:xfrm>
            <a:off x="28651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0 text 11" descr="sci-ppt:o011"/>
          <p:cNvSpPr txBox="1"/>
          <p:nvPr/>
        </p:nvSpPr>
        <p:spPr>
          <a:xfrm>
            <a:off x="24079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2-E10 line 12" descr="sci-ppt:o012"/>
          <p:cNvCxnSpPr/>
          <p:nvPr/>
        </p:nvCxnSpPr>
        <p:spPr>
          <a:xfrm>
            <a:off x="38404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0 line 13" descr="sci-ppt:o013"/>
          <p:cNvCxnSpPr/>
          <p:nvPr/>
        </p:nvCxnSpPr>
        <p:spPr>
          <a:xfrm>
            <a:off x="38404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0 text 14" descr="sci-ppt:o014"/>
          <p:cNvSpPr txBox="1"/>
          <p:nvPr/>
        </p:nvSpPr>
        <p:spPr>
          <a:xfrm>
            <a:off x="33832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2-E10 line 15" descr="sci-ppt:o015"/>
          <p:cNvCxnSpPr/>
          <p:nvPr/>
        </p:nvCxnSpPr>
        <p:spPr>
          <a:xfrm>
            <a:off x="48158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0 line 16" descr="sci-ppt:o016"/>
          <p:cNvCxnSpPr/>
          <p:nvPr/>
        </p:nvCxnSpPr>
        <p:spPr>
          <a:xfrm>
            <a:off x="48158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0 text 17" descr="sci-ppt:o017"/>
          <p:cNvSpPr txBox="1"/>
          <p:nvPr/>
        </p:nvSpPr>
        <p:spPr>
          <a:xfrm>
            <a:off x="43586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0" name="C2-E10 line 18" descr="sci-ppt:o018"/>
          <p:cNvCxnSpPr/>
          <p:nvPr/>
        </p:nvCxnSpPr>
        <p:spPr>
          <a:xfrm>
            <a:off x="57912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0 line 19" descr="sci-ppt:o019"/>
          <p:cNvCxnSpPr/>
          <p:nvPr/>
        </p:nvCxnSpPr>
        <p:spPr>
          <a:xfrm>
            <a:off x="57912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10 text 20" descr="sci-ppt:o020"/>
          <p:cNvSpPr txBox="1"/>
          <p:nvPr/>
        </p:nvSpPr>
        <p:spPr>
          <a:xfrm>
            <a:off x="53340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3" name="C2-E10 line 21" descr="sci-ppt:o021"/>
          <p:cNvCxnSpPr/>
          <p:nvPr/>
        </p:nvCxnSpPr>
        <p:spPr>
          <a:xfrm>
            <a:off x="67665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10 line 22" descr="sci-ppt:o022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10 text 23" descr="sci-ppt:o023"/>
          <p:cNvSpPr txBox="1"/>
          <p:nvPr/>
        </p:nvSpPr>
        <p:spPr>
          <a:xfrm>
            <a:off x="63093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cxnSp>
        <p:nvCxnSpPr>
          <p:cNvPr id="26" name="C2-E10 line 24" descr="sci-ppt:o024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10 line 25" descr="sci-ppt:o025"/>
          <p:cNvCxnSpPr/>
          <p:nvPr/>
        </p:nvCxnSpPr>
        <p:spPr>
          <a:xfrm>
            <a:off x="85039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2-E10 line 26" descr="sci-ppt:o026"/>
          <p:cNvCxnSpPr/>
          <p:nvPr/>
        </p:nvCxnSpPr>
        <p:spPr>
          <a:xfrm>
            <a:off x="914400" y="4158342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2-E10 text 27" descr="sci-ppt:o027"/>
          <p:cNvSpPr txBox="1"/>
          <p:nvPr/>
        </p:nvSpPr>
        <p:spPr>
          <a:xfrm>
            <a:off x="4572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30" name="C2-E10 line 28" descr="sci-ppt:o028"/>
          <p:cNvCxnSpPr/>
          <p:nvPr/>
        </p:nvCxnSpPr>
        <p:spPr>
          <a:xfrm>
            <a:off x="85039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2-E10 line 29" descr="sci-ppt:o029"/>
          <p:cNvCxnSpPr/>
          <p:nvPr/>
        </p:nvCxnSpPr>
        <p:spPr>
          <a:xfrm>
            <a:off x="914400" y="3287485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2-E10 text 30" descr="sci-ppt:o030"/>
          <p:cNvSpPr txBox="1"/>
          <p:nvPr/>
        </p:nvSpPr>
        <p:spPr>
          <a:xfrm>
            <a:off x="4572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33" name="C2-E10 line 31" descr="sci-ppt:o031"/>
          <p:cNvCxnSpPr/>
          <p:nvPr/>
        </p:nvCxnSpPr>
        <p:spPr>
          <a:xfrm>
            <a:off x="85039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2-E10 line 32" descr="sci-ppt:o032"/>
          <p:cNvCxnSpPr/>
          <p:nvPr/>
        </p:nvCxnSpPr>
        <p:spPr>
          <a:xfrm>
            <a:off x="914400" y="2416628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2-E10 text 33" descr="sci-ppt:o033"/>
          <p:cNvSpPr txBox="1"/>
          <p:nvPr/>
        </p:nvSpPr>
        <p:spPr>
          <a:xfrm>
            <a:off x="4572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36" name="C2-E10 line 34" descr="sci-ppt:o034"/>
          <p:cNvCxnSpPr/>
          <p:nvPr/>
        </p:nvCxnSpPr>
        <p:spPr>
          <a:xfrm>
            <a:off x="85039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2-E10 line 35" descr="sci-ppt:o035"/>
          <p:cNvCxnSpPr/>
          <p:nvPr/>
        </p:nvCxnSpPr>
        <p:spPr>
          <a:xfrm>
            <a:off x="914400" y="1545771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2-E10 text 36" descr="sci-ppt:o036"/>
          <p:cNvSpPr txBox="1"/>
          <p:nvPr/>
        </p:nvSpPr>
        <p:spPr>
          <a:xfrm>
            <a:off x="4572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39" name="C2-E10 text 37" descr="sci-ppt:o037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depth into the droplet  z  (µm)</a:t>
            </a:r>
          </a:p>
        </p:txBody>
      </p:sp>
      <p:sp>
        <p:nvSpPr>
          <p:cNvPr id="40" name="C2-E10 text 38" descr="sci-ppt:o038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− T₀ (relative to surface)</a:t>
            </a:r>
          </a:p>
        </p:txBody>
      </p:sp>
      <p:sp>
        <p:nvSpPr>
          <p:cNvPr id="41" name="C2-E10 polygon 39" descr="sci-ppt:o039"/>
          <p:cNvSpPr/>
          <p:nvPr/>
        </p:nvSpPr>
        <p:spPr>
          <a:xfrm>
            <a:off x="914400" y="1545771"/>
            <a:ext cx="5852160" cy="3483429"/>
          </a:xfrm>
          <a:custGeom>
            <a:avLst/>
            <a:gdLst/>
            <a:ahLst/>
            <a:cxnLst/>
            <a:rect l="l" t="t" r="r" b="b"/>
            <a:pathLst>
              <a:path w="5852160" h="3483429">
                <a:moveTo>
                  <a:pt x="0" y="0"/>
                </a:moveTo>
                <a:lnTo>
                  <a:pt x="39144" y="2821327"/>
                </a:lnTo>
                <a:lnTo>
                  <a:pt x="78289" y="3452865"/>
                </a:lnTo>
                <a:lnTo>
                  <a:pt x="117434" y="3483134"/>
                </a:lnTo>
                <a:lnTo>
                  <a:pt x="156579" y="3483428"/>
                </a:lnTo>
                <a:lnTo>
                  <a:pt x="195724" y="3483428"/>
                </a:lnTo>
                <a:lnTo>
                  <a:pt x="234869" y="3483428"/>
                </a:lnTo>
                <a:lnTo>
                  <a:pt x="274014" y="3483429"/>
                </a:lnTo>
                <a:lnTo>
                  <a:pt x="313159" y="3483429"/>
                </a:lnTo>
                <a:lnTo>
                  <a:pt x="352303" y="3483429"/>
                </a:lnTo>
                <a:lnTo>
                  <a:pt x="391448" y="3483429"/>
                </a:lnTo>
                <a:lnTo>
                  <a:pt x="430593" y="3483429"/>
                </a:lnTo>
                <a:lnTo>
                  <a:pt x="469738" y="3483429"/>
                </a:lnTo>
                <a:lnTo>
                  <a:pt x="508883" y="3483429"/>
                </a:lnTo>
                <a:lnTo>
                  <a:pt x="548028" y="3483429"/>
                </a:lnTo>
                <a:lnTo>
                  <a:pt x="587173" y="3483429"/>
                </a:lnTo>
                <a:lnTo>
                  <a:pt x="626318" y="3483429"/>
                </a:lnTo>
                <a:lnTo>
                  <a:pt x="665463" y="3483429"/>
                </a:lnTo>
                <a:lnTo>
                  <a:pt x="704607" y="3483429"/>
                </a:lnTo>
                <a:lnTo>
                  <a:pt x="743752" y="3483429"/>
                </a:lnTo>
                <a:lnTo>
                  <a:pt x="782897" y="3483429"/>
                </a:lnTo>
                <a:lnTo>
                  <a:pt x="822042" y="3483429"/>
                </a:lnTo>
                <a:lnTo>
                  <a:pt x="861187" y="3483429"/>
                </a:lnTo>
                <a:lnTo>
                  <a:pt x="900332" y="3483429"/>
                </a:lnTo>
                <a:lnTo>
                  <a:pt x="939477" y="3483429"/>
                </a:lnTo>
                <a:lnTo>
                  <a:pt x="978622" y="3483429"/>
                </a:lnTo>
                <a:lnTo>
                  <a:pt x="1017766" y="3483429"/>
                </a:lnTo>
                <a:lnTo>
                  <a:pt x="1056911" y="3483429"/>
                </a:lnTo>
                <a:lnTo>
                  <a:pt x="1096056" y="3483429"/>
                </a:lnTo>
                <a:lnTo>
                  <a:pt x="1135201" y="3483429"/>
                </a:lnTo>
                <a:lnTo>
                  <a:pt x="1174346" y="3483429"/>
                </a:lnTo>
                <a:lnTo>
                  <a:pt x="1213491" y="3483429"/>
                </a:lnTo>
                <a:lnTo>
                  <a:pt x="1252636" y="3483429"/>
                </a:lnTo>
                <a:lnTo>
                  <a:pt x="1291781" y="3483429"/>
                </a:lnTo>
                <a:lnTo>
                  <a:pt x="1330926" y="3483429"/>
                </a:lnTo>
                <a:lnTo>
                  <a:pt x="1370070" y="3483429"/>
                </a:lnTo>
                <a:lnTo>
                  <a:pt x="1409215" y="3483429"/>
                </a:lnTo>
                <a:lnTo>
                  <a:pt x="1448360" y="3483429"/>
                </a:lnTo>
                <a:lnTo>
                  <a:pt x="1487505" y="3483429"/>
                </a:lnTo>
                <a:lnTo>
                  <a:pt x="1526650" y="3483429"/>
                </a:lnTo>
                <a:lnTo>
                  <a:pt x="1565795" y="3483429"/>
                </a:lnTo>
                <a:lnTo>
                  <a:pt x="1604940" y="3483429"/>
                </a:lnTo>
                <a:lnTo>
                  <a:pt x="1644085" y="3483429"/>
                </a:lnTo>
                <a:lnTo>
                  <a:pt x="1683229" y="3483429"/>
                </a:lnTo>
                <a:lnTo>
                  <a:pt x="1722374" y="3483429"/>
                </a:lnTo>
                <a:lnTo>
                  <a:pt x="1761519" y="3483429"/>
                </a:lnTo>
                <a:lnTo>
                  <a:pt x="1800664" y="3483429"/>
                </a:lnTo>
                <a:lnTo>
                  <a:pt x="1839809" y="3483429"/>
                </a:lnTo>
                <a:lnTo>
                  <a:pt x="1878954" y="3483429"/>
                </a:lnTo>
                <a:lnTo>
                  <a:pt x="1918099" y="3483429"/>
                </a:lnTo>
                <a:lnTo>
                  <a:pt x="1957244" y="3483429"/>
                </a:lnTo>
                <a:lnTo>
                  <a:pt x="1996389" y="3483429"/>
                </a:lnTo>
                <a:lnTo>
                  <a:pt x="2035533" y="3483429"/>
                </a:lnTo>
                <a:lnTo>
                  <a:pt x="2074678" y="3483429"/>
                </a:lnTo>
                <a:lnTo>
                  <a:pt x="2113823" y="3483429"/>
                </a:lnTo>
                <a:lnTo>
                  <a:pt x="2152968" y="3483429"/>
                </a:lnTo>
                <a:lnTo>
                  <a:pt x="2192113" y="3483429"/>
                </a:lnTo>
                <a:lnTo>
                  <a:pt x="2231258" y="3483429"/>
                </a:lnTo>
                <a:lnTo>
                  <a:pt x="2270403" y="3483429"/>
                </a:lnTo>
                <a:lnTo>
                  <a:pt x="2309548" y="3483429"/>
                </a:lnTo>
                <a:lnTo>
                  <a:pt x="2348692" y="3483429"/>
                </a:lnTo>
                <a:lnTo>
                  <a:pt x="2387837" y="3483429"/>
                </a:lnTo>
                <a:lnTo>
                  <a:pt x="2426982" y="3483429"/>
                </a:lnTo>
                <a:lnTo>
                  <a:pt x="2466127" y="3483429"/>
                </a:lnTo>
                <a:lnTo>
                  <a:pt x="2505272" y="3483429"/>
                </a:lnTo>
                <a:lnTo>
                  <a:pt x="2544417" y="3483429"/>
                </a:lnTo>
                <a:lnTo>
                  <a:pt x="2583562" y="3483429"/>
                </a:lnTo>
                <a:lnTo>
                  <a:pt x="2622707" y="3483429"/>
                </a:lnTo>
                <a:lnTo>
                  <a:pt x="2661852" y="3483429"/>
                </a:lnTo>
                <a:lnTo>
                  <a:pt x="2700996" y="3483429"/>
                </a:lnTo>
                <a:lnTo>
                  <a:pt x="2740141" y="3483429"/>
                </a:lnTo>
                <a:lnTo>
                  <a:pt x="2779286" y="3483429"/>
                </a:lnTo>
                <a:lnTo>
                  <a:pt x="2818431" y="3483429"/>
                </a:lnTo>
                <a:lnTo>
                  <a:pt x="2857576" y="3483429"/>
                </a:lnTo>
                <a:lnTo>
                  <a:pt x="2896721" y="3483429"/>
                </a:lnTo>
                <a:lnTo>
                  <a:pt x="2935866" y="3483429"/>
                </a:lnTo>
                <a:lnTo>
                  <a:pt x="2975011" y="3483429"/>
                </a:lnTo>
                <a:lnTo>
                  <a:pt x="3014155" y="3483429"/>
                </a:lnTo>
                <a:lnTo>
                  <a:pt x="3053300" y="3483429"/>
                </a:lnTo>
                <a:lnTo>
                  <a:pt x="3092445" y="3483429"/>
                </a:lnTo>
                <a:lnTo>
                  <a:pt x="3131590" y="3483429"/>
                </a:lnTo>
                <a:lnTo>
                  <a:pt x="3170735" y="3483429"/>
                </a:lnTo>
                <a:lnTo>
                  <a:pt x="3209880" y="3483429"/>
                </a:lnTo>
                <a:lnTo>
                  <a:pt x="3249025" y="3483429"/>
                </a:lnTo>
                <a:lnTo>
                  <a:pt x="3288170" y="3483429"/>
                </a:lnTo>
                <a:lnTo>
                  <a:pt x="3327315" y="3483429"/>
                </a:lnTo>
                <a:lnTo>
                  <a:pt x="3366459" y="3483429"/>
                </a:lnTo>
                <a:lnTo>
                  <a:pt x="3405604" y="3483429"/>
                </a:lnTo>
                <a:lnTo>
                  <a:pt x="3444749" y="3483429"/>
                </a:lnTo>
                <a:lnTo>
                  <a:pt x="3483894" y="3483429"/>
                </a:lnTo>
                <a:lnTo>
                  <a:pt x="3523039" y="3483429"/>
                </a:lnTo>
                <a:lnTo>
                  <a:pt x="3562184" y="3483429"/>
                </a:lnTo>
                <a:lnTo>
                  <a:pt x="3601329" y="3483429"/>
                </a:lnTo>
                <a:lnTo>
                  <a:pt x="3640474" y="3483429"/>
                </a:lnTo>
                <a:lnTo>
                  <a:pt x="3679618" y="3483429"/>
                </a:lnTo>
                <a:lnTo>
                  <a:pt x="3718763" y="3483429"/>
                </a:lnTo>
                <a:lnTo>
                  <a:pt x="3757908" y="3483429"/>
                </a:lnTo>
                <a:lnTo>
                  <a:pt x="3797053" y="3483429"/>
                </a:lnTo>
                <a:lnTo>
                  <a:pt x="3836198" y="3483429"/>
                </a:lnTo>
                <a:lnTo>
                  <a:pt x="3875343" y="3483429"/>
                </a:lnTo>
                <a:lnTo>
                  <a:pt x="3914488" y="3483429"/>
                </a:lnTo>
                <a:lnTo>
                  <a:pt x="3953633" y="3483429"/>
                </a:lnTo>
                <a:lnTo>
                  <a:pt x="3992778" y="3483429"/>
                </a:lnTo>
                <a:lnTo>
                  <a:pt x="4031922" y="3483429"/>
                </a:lnTo>
                <a:lnTo>
                  <a:pt x="4071067" y="3483429"/>
                </a:lnTo>
                <a:lnTo>
                  <a:pt x="4110212" y="3483429"/>
                </a:lnTo>
                <a:lnTo>
                  <a:pt x="4149357" y="3483429"/>
                </a:lnTo>
                <a:lnTo>
                  <a:pt x="4188502" y="3483429"/>
                </a:lnTo>
                <a:lnTo>
                  <a:pt x="4227647" y="3483429"/>
                </a:lnTo>
                <a:lnTo>
                  <a:pt x="4266792" y="3483429"/>
                </a:lnTo>
                <a:lnTo>
                  <a:pt x="4305937" y="3483429"/>
                </a:lnTo>
                <a:lnTo>
                  <a:pt x="4345082" y="3483429"/>
                </a:lnTo>
                <a:lnTo>
                  <a:pt x="4384226" y="3483429"/>
                </a:lnTo>
                <a:lnTo>
                  <a:pt x="4423371" y="3483429"/>
                </a:lnTo>
                <a:lnTo>
                  <a:pt x="4462516" y="3483429"/>
                </a:lnTo>
                <a:lnTo>
                  <a:pt x="4501661" y="3483429"/>
                </a:lnTo>
                <a:lnTo>
                  <a:pt x="4540806" y="3483429"/>
                </a:lnTo>
                <a:lnTo>
                  <a:pt x="4579951" y="3483429"/>
                </a:lnTo>
                <a:lnTo>
                  <a:pt x="4619096" y="3483429"/>
                </a:lnTo>
                <a:lnTo>
                  <a:pt x="4658241" y="3483429"/>
                </a:lnTo>
                <a:lnTo>
                  <a:pt x="4697385" y="3483429"/>
                </a:lnTo>
                <a:lnTo>
                  <a:pt x="4736530" y="3483429"/>
                </a:lnTo>
                <a:lnTo>
                  <a:pt x="4775675" y="3483429"/>
                </a:lnTo>
                <a:lnTo>
                  <a:pt x="4814820" y="3483429"/>
                </a:lnTo>
                <a:lnTo>
                  <a:pt x="4853965" y="3483429"/>
                </a:lnTo>
                <a:lnTo>
                  <a:pt x="4893110" y="3483429"/>
                </a:lnTo>
                <a:lnTo>
                  <a:pt x="4932255" y="3483429"/>
                </a:lnTo>
                <a:lnTo>
                  <a:pt x="4971400" y="3483429"/>
                </a:lnTo>
                <a:lnTo>
                  <a:pt x="5010545" y="3483429"/>
                </a:lnTo>
                <a:lnTo>
                  <a:pt x="5049689" y="3483429"/>
                </a:lnTo>
                <a:lnTo>
                  <a:pt x="5088834" y="3483429"/>
                </a:lnTo>
                <a:lnTo>
                  <a:pt x="5127979" y="3483429"/>
                </a:lnTo>
                <a:lnTo>
                  <a:pt x="5167124" y="3483429"/>
                </a:lnTo>
                <a:lnTo>
                  <a:pt x="5206269" y="3483429"/>
                </a:lnTo>
                <a:lnTo>
                  <a:pt x="5245414" y="3483429"/>
                </a:lnTo>
                <a:lnTo>
                  <a:pt x="5284559" y="3483429"/>
                </a:lnTo>
                <a:lnTo>
                  <a:pt x="5323704" y="3483429"/>
                </a:lnTo>
                <a:lnTo>
                  <a:pt x="5362848" y="3483429"/>
                </a:lnTo>
                <a:lnTo>
                  <a:pt x="5401993" y="3483429"/>
                </a:lnTo>
                <a:lnTo>
                  <a:pt x="5441138" y="3483429"/>
                </a:lnTo>
                <a:lnTo>
                  <a:pt x="5480283" y="3483429"/>
                </a:lnTo>
                <a:lnTo>
                  <a:pt x="5519428" y="3483429"/>
                </a:lnTo>
                <a:lnTo>
                  <a:pt x="5558573" y="3483429"/>
                </a:lnTo>
                <a:lnTo>
                  <a:pt x="5597718" y="3483429"/>
                </a:lnTo>
                <a:lnTo>
                  <a:pt x="5636863" y="3483429"/>
                </a:lnTo>
                <a:lnTo>
                  <a:pt x="5676008" y="3483429"/>
                </a:lnTo>
                <a:lnTo>
                  <a:pt x="5715152" y="3483429"/>
                </a:lnTo>
                <a:lnTo>
                  <a:pt x="5754297" y="3483429"/>
                </a:lnTo>
                <a:lnTo>
                  <a:pt x="5793442" y="3483429"/>
                </a:lnTo>
                <a:lnTo>
                  <a:pt x="5832587" y="3483429"/>
                </a:lnTo>
                <a:lnTo>
                  <a:pt x="5852160" y="348342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10 polygon 40" descr="sci-ppt:o040"/>
          <p:cNvSpPr/>
          <p:nvPr/>
        </p:nvSpPr>
        <p:spPr>
          <a:xfrm>
            <a:off x="914400" y="1545771"/>
            <a:ext cx="5852160" cy="3483429"/>
          </a:xfrm>
          <a:custGeom>
            <a:avLst/>
            <a:gdLst/>
            <a:ahLst/>
            <a:cxnLst/>
            <a:rect l="l" t="t" r="r" b="b"/>
            <a:pathLst>
              <a:path w="5852160" h="3483429">
                <a:moveTo>
                  <a:pt x="0" y="0"/>
                </a:moveTo>
                <a:lnTo>
                  <a:pt x="39144" y="363160"/>
                </a:lnTo>
                <a:lnTo>
                  <a:pt x="78289" y="720147"/>
                </a:lnTo>
                <a:lnTo>
                  <a:pt x="117434" y="1065099"/>
                </a:lnTo>
                <a:lnTo>
                  <a:pt x="156579" y="1392756"/>
                </a:lnTo>
                <a:lnTo>
                  <a:pt x="195724" y="1698694"/>
                </a:lnTo>
                <a:lnTo>
                  <a:pt x="234869" y="1979498"/>
                </a:lnTo>
                <a:lnTo>
                  <a:pt x="274014" y="2232849"/>
                </a:lnTo>
                <a:lnTo>
                  <a:pt x="313159" y="2457546"/>
                </a:lnTo>
                <a:lnTo>
                  <a:pt x="352303" y="2653443"/>
                </a:lnTo>
                <a:lnTo>
                  <a:pt x="391448" y="2821327"/>
                </a:lnTo>
                <a:lnTo>
                  <a:pt x="430593" y="2962757"/>
                </a:lnTo>
                <a:lnTo>
                  <a:pt x="469738" y="3079878"/>
                </a:lnTo>
                <a:lnTo>
                  <a:pt x="508883" y="3175218"/>
                </a:lnTo>
                <a:lnTo>
                  <a:pt x="548028" y="3251509"/>
                </a:lnTo>
                <a:lnTo>
                  <a:pt x="587173" y="3311519"/>
                </a:lnTo>
                <a:lnTo>
                  <a:pt x="626318" y="3357920"/>
                </a:lnTo>
                <a:lnTo>
                  <a:pt x="665463" y="3393188"/>
                </a:lnTo>
                <a:lnTo>
                  <a:pt x="704607" y="3419539"/>
                </a:lnTo>
                <a:lnTo>
                  <a:pt x="743752" y="3438892"/>
                </a:lnTo>
                <a:lnTo>
                  <a:pt x="782897" y="3452865"/>
                </a:lnTo>
                <a:lnTo>
                  <a:pt x="822042" y="3462781"/>
                </a:lnTo>
                <a:lnTo>
                  <a:pt x="861187" y="3469699"/>
                </a:lnTo>
                <a:lnTo>
                  <a:pt x="900332" y="3474443"/>
                </a:lnTo>
                <a:lnTo>
                  <a:pt x="939477" y="3477641"/>
                </a:lnTo>
                <a:lnTo>
                  <a:pt x="978622" y="3479760"/>
                </a:lnTo>
                <a:lnTo>
                  <a:pt x="1017766" y="3481140"/>
                </a:lnTo>
                <a:lnTo>
                  <a:pt x="1056911" y="3482024"/>
                </a:lnTo>
                <a:lnTo>
                  <a:pt x="1096056" y="3482580"/>
                </a:lnTo>
                <a:lnTo>
                  <a:pt x="1135201" y="3482925"/>
                </a:lnTo>
                <a:lnTo>
                  <a:pt x="1174346" y="3483134"/>
                </a:lnTo>
                <a:lnTo>
                  <a:pt x="1213491" y="3483259"/>
                </a:lnTo>
                <a:lnTo>
                  <a:pt x="1252636" y="3483333"/>
                </a:lnTo>
                <a:lnTo>
                  <a:pt x="1291781" y="3483375"/>
                </a:lnTo>
                <a:lnTo>
                  <a:pt x="1330926" y="3483399"/>
                </a:lnTo>
                <a:lnTo>
                  <a:pt x="1370070" y="3483413"/>
                </a:lnTo>
                <a:lnTo>
                  <a:pt x="1409215" y="3483420"/>
                </a:lnTo>
                <a:lnTo>
                  <a:pt x="1448360" y="3483424"/>
                </a:lnTo>
                <a:lnTo>
                  <a:pt x="1487505" y="3483426"/>
                </a:lnTo>
                <a:lnTo>
                  <a:pt x="1526650" y="3483427"/>
                </a:lnTo>
                <a:lnTo>
                  <a:pt x="1565795" y="3483428"/>
                </a:lnTo>
                <a:lnTo>
                  <a:pt x="1604940" y="3483428"/>
                </a:lnTo>
                <a:lnTo>
                  <a:pt x="1644085" y="3483428"/>
                </a:lnTo>
                <a:lnTo>
                  <a:pt x="1683229" y="3483428"/>
                </a:lnTo>
                <a:lnTo>
                  <a:pt x="1722374" y="3483428"/>
                </a:lnTo>
                <a:lnTo>
                  <a:pt x="1761519" y="3483428"/>
                </a:lnTo>
                <a:lnTo>
                  <a:pt x="1800664" y="3483428"/>
                </a:lnTo>
                <a:lnTo>
                  <a:pt x="1839809" y="3483428"/>
                </a:lnTo>
                <a:lnTo>
                  <a:pt x="1878954" y="3483428"/>
                </a:lnTo>
                <a:lnTo>
                  <a:pt x="1918099" y="3483428"/>
                </a:lnTo>
                <a:lnTo>
                  <a:pt x="1957244" y="3483428"/>
                </a:lnTo>
                <a:lnTo>
                  <a:pt x="1996389" y="3483428"/>
                </a:lnTo>
                <a:lnTo>
                  <a:pt x="2035533" y="3483428"/>
                </a:lnTo>
                <a:lnTo>
                  <a:pt x="2074678" y="3483428"/>
                </a:lnTo>
                <a:lnTo>
                  <a:pt x="2113823" y="3483428"/>
                </a:lnTo>
                <a:lnTo>
                  <a:pt x="2152968" y="3483428"/>
                </a:lnTo>
                <a:lnTo>
                  <a:pt x="2192113" y="3483428"/>
                </a:lnTo>
                <a:lnTo>
                  <a:pt x="2231258" y="3483428"/>
                </a:lnTo>
                <a:lnTo>
                  <a:pt x="2270403" y="3483428"/>
                </a:lnTo>
                <a:lnTo>
                  <a:pt x="2309548" y="3483428"/>
                </a:lnTo>
                <a:lnTo>
                  <a:pt x="2348692" y="3483428"/>
                </a:lnTo>
                <a:lnTo>
                  <a:pt x="2387837" y="3483428"/>
                </a:lnTo>
                <a:lnTo>
                  <a:pt x="2426982" y="3483428"/>
                </a:lnTo>
                <a:lnTo>
                  <a:pt x="2466127" y="3483428"/>
                </a:lnTo>
                <a:lnTo>
                  <a:pt x="2505272" y="3483429"/>
                </a:lnTo>
                <a:lnTo>
                  <a:pt x="2544417" y="3483429"/>
                </a:lnTo>
                <a:lnTo>
                  <a:pt x="2583562" y="3483429"/>
                </a:lnTo>
                <a:lnTo>
                  <a:pt x="2622707" y="3483429"/>
                </a:lnTo>
                <a:lnTo>
                  <a:pt x="2661852" y="3483429"/>
                </a:lnTo>
                <a:lnTo>
                  <a:pt x="2700996" y="3483429"/>
                </a:lnTo>
                <a:lnTo>
                  <a:pt x="2740141" y="3483429"/>
                </a:lnTo>
                <a:lnTo>
                  <a:pt x="2779286" y="3483429"/>
                </a:lnTo>
                <a:lnTo>
                  <a:pt x="2818431" y="3483429"/>
                </a:lnTo>
                <a:lnTo>
                  <a:pt x="2857576" y="3483429"/>
                </a:lnTo>
                <a:lnTo>
                  <a:pt x="2896721" y="3483429"/>
                </a:lnTo>
                <a:lnTo>
                  <a:pt x="2935866" y="3483429"/>
                </a:lnTo>
                <a:lnTo>
                  <a:pt x="2975011" y="3483429"/>
                </a:lnTo>
                <a:lnTo>
                  <a:pt x="3014155" y="3483429"/>
                </a:lnTo>
                <a:lnTo>
                  <a:pt x="3053300" y="3483429"/>
                </a:lnTo>
                <a:lnTo>
                  <a:pt x="3092445" y="3483429"/>
                </a:lnTo>
                <a:lnTo>
                  <a:pt x="3131590" y="3483429"/>
                </a:lnTo>
                <a:lnTo>
                  <a:pt x="3170735" y="3483429"/>
                </a:lnTo>
                <a:lnTo>
                  <a:pt x="3209880" y="3483429"/>
                </a:lnTo>
                <a:lnTo>
                  <a:pt x="3249025" y="3483429"/>
                </a:lnTo>
                <a:lnTo>
                  <a:pt x="3288170" y="3483429"/>
                </a:lnTo>
                <a:lnTo>
                  <a:pt x="3327315" y="3483429"/>
                </a:lnTo>
                <a:lnTo>
                  <a:pt x="3366459" y="3483429"/>
                </a:lnTo>
                <a:lnTo>
                  <a:pt x="3405604" y="3483429"/>
                </a:lnTo>
                <a:lnTo>
                  <a:pt x="3444749" y="3483429"/>
                </a:lnTo>
                <a:lnTo>
                  <a:pt x="3483894" y="3483429"/>
                </a:lnTo>
                <a:lnTo>
                  <a:pt x="3523039" y="3483429"/>
                </a:lnTo>
                <a:lnTo>
                  <a:pt x="3562184" y="3483429"/>
                </a:lnTo>
                <a:lnTo>
                  <a:pt x="3601329" y="3483429"/>
                </a:lnTo>
                <a:lnTo>
                  <a:pt x="3640474" y="3483429"/>
                </a:lnTo>
                <a:lnTo>
                  <a:pt x="3679618" y="3483429"/>
                </a:lnTo>
                <a:lnTo>
                  <a:pt x="3718763" y="3483429"/>
                </a:lnTo>
                <a:lnTo>
                  <a:pt x="3757908" y="3483429"/>
                </a:lnTo>
                <a:lnTo>
                  <a:pt x="3797053" y="3483429"/>
                </a:lnTo>
                <a:lnTo>
                  <a:pt x="3836198" y="3483429"/>
                </a:lnTo>
                <a:lnTo>
                  <a:pt x="3875343" y="3483429"/>
                </a:lnTo>
                <a:lnTo>
                  <a:pt x="3914488" y="3483429"/>
                </a:lnTo>
                <a:lnTo>
                  <a:pt x="3953633" y="3483429"/>
                </a:lnTo>
                <a:lnTo>
                  <a:pt x="3992778" y="3483429"/>
                </a:lnTo>
                <a:lnTo>
                  <a:pt x="4031922" y="3483429"/>
                </a:lnTo>
                <a:lnTo>
                  <a:pt x="4071067" y="3483429"/>
                </a:lnTo>
                <a:lnTo>
                  <a:pt x="4110212" y="3483429"/>
                </a:lnTo>
                <a:lnTo>
                  <a:pt x="4149357" y="3483429"/>
                </a:lnTo>
                <a:lnTo>
                  <a:pt x="4188502" y="3483429"/>
                </a:lnTo>
                <a:lnTo>
                  <a:pt x="4227647" y="3483429"/>
                </a:lnTo>
                <a:lnTo>
                  <a:pt x="4266792" y="3483429"/>
                </a:lnTo>
                <a:lnTo>
                  <a:pt x="4305937" y="3483429"/>
                </a:lnTo>
                <a:lnTo>
                  <a:pt x="4345082" y="3483429"/>
                </a:lnTo>
                <a:lnTo>
                  <a:pt x="4384226" y="3483429"/>
                </a:lnTo>
                <a:lnTo>
                  <a:pt x="4423371" y="3483429"/>
                </a:lnTo>
                <a:lnTo>
                  <a:pt x="4462516" y="3483429"/>
                </a:lnTo>
                <a:lnTo>
                  <a:pt x="4501661" y="3483429"/>
                </a:lnTo>
                <a:lnTo>
                  <a:pt x="4540806" y="3483429"/>
                </a:lnTo>
                <a:lnTo>
                  <a:pt x="4579951" y="3483429"/>
                </a:lnTo>
                <a:lnTo>
                  <a:pt x="4619096" y="3483429"/>
                </a:lnTo>
                <a:lnTo>
                  <a:pt x="4658241" y="3483429"/>
                </a:lnTo>
                <a:lnTo>
                  <a:pt x="4697385" y="3483429"/>
                </a:lnTo>
                <a:lnTo>
                  <a:pt x="4736530" y="3483429"/>
                </a:lnTo>
                <a:lnTo>
                  <a:pt x="4775675" y="3483429"/>
                </a:lnTo>
                <a:lnTo>
                  <a:pt x="4814820" y="3483429"/>
                </a:lnTo>
                <a:lnTo>
                  <a:pt x="4853965" y="3483429"/>
                </a:lnTo>
                <a:lnTo>
                  <a:pt x="4893110" y="3483429"/>
                </a:lnTo>
                <a:lnTo>
                  <a:pt x="4932255" y="3483429"/>
                </a:lnTo>
                <a:lnTo>
                  <a:pt x="4971400" y="3483429"/>
                </a:lnTo>
                <a:lnTo>
                  <a:pt x="5010545" y="3483429"/>
                </a:lnTo>
                <a:lnTo>
                  <a:pt x="5049689" y="3483429"/>
                </a:lnTo>
                <a:lnTo>
                  <a:pt x="5088834" y="3483429"/>
                </a:lnTo>
                <a:lnTo>
                  <a:pt x="5127979" y="3483429"/>
                </a:lnTo>
                <a:lnTo>
                  <a:pt x="5167124" y="3483429"/>
                </a:lnTo>
                <a:lnTo>
                  <a:pt x="5206269" y="3483429"/>
                </a:lnTo>
                <a:lnTo>
                  <a:pt x="5245414" y="3483429"/>
                </a:lnTo>
                <a:lnTo>
                  <a:pt x="5284559" y="3483429"/>
                </a:lnTo>
                <a:lnTo>
                  <a:pt x="5323704" y="3483429"/>
                </a:lnTo>
                <a:lnTo>
                  <a:pt x="5362848" y="3483429"/>
                </a:lnTo>
                <a:lnTo>
                  <a:pt x="5401993" y="3483429"/>
                </a:lnTo>
                <a:lnTo>
                  <a:pt x="5441138" y="3483429"/>
                </a:lnTo>
                <a:lnTo>
                  <a:pt x="5480283" y="3483429"/>
                </a:lnTo>
                <a:lnTo>
                  <a:pt x="5519428" y="3483429"/>
                </a:lnTo>
                <a:lnTo>
                  <a:pt x="5558573" y="3483429"/>
                </a:lnTo>
                <a:lnTo>
                  <a:pt x="5597718" y="3483429"/>
                </a:lnTo>
                <a:lnTo>
                  <a:pt x="5636863" y="3483429"/>
                </a:lnTo>
                <a:lnTo>
                  <a:pt x="5676008" y="3483429"/>
                </a:lnTo>
                <a:lnTo>
                  <a:pt x="5715152" y="3483429"/>
                </a:lnTo>
                <a:lnTo>
                  <a:pt x="5754297" y="3483429"/>
                </a:lnTo>
                <a:lnTo>
                  <a:pt x="5793442" y="3483429"/>
                </a:lnTo>
                <a:lnTo>
                  <a:pt x="5832587" y="3483429"/>
                </a:lnTo>
                <a:lnTo>
                  <a:pt x="5852160" y="3483429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10 polygon 41" descr="sci-ppt:o041"/>
          <p:cNvSpPr/>
          <p:nvPr/>
        </p:nvSpPr>
        <p:spPr>
          <a:xfrm>
            <a:off x="914400" y="1545771"/>
            <a:ext cx="5852160" cy="3308863"/>
          </a:xfrm>
          <a:custGeom>
            <a:avLst/>
            <a:gdLst/>
            <a:ahLst/>
            <a:cxnLst/>
            <a:rect l="l" t="t" r="r" b="b"/>
            <a:pathLst>
              <a:path w="5852160" h="3308863">
                <a:moveTo>
                  <a:pt x="0" y="0"/>
                </a:moveTo>
                <a:lnTo>
                  <a:pt x="39144" y="36419"/>
                </a:lnTo>
                <a:lnTo>
                  <a:pt x="78289" y="72832"/>
                </a:lnTo>
                <a:lnTo>
                  <a:pt x="117434" y="109232"/>
                </a:lnTo>
                <a:lnTo>
                  <a:pt x="156579" y="145613"/>
                </a:lnTo>
                <a:lnTo>
                  <a:pt x="195724" y="181970"/>
                </a:lnTo>
                <a:lnTo>
                  <a:pt x="234869" y="218295"/>
                </a:lnTo>
                <a:lnTo>
                  <a:pt x="274014" y="254583"/>
                </a:lnTo>
                <a:lnTo>
                  <a:pt x="313159" y="290827"/>
                </a:lnTo>
                <a:lnTo>
                  <a:pt x="352303" y="327022"/>
                </a:lnTo>
                <a:lnTo>
                  <a:pt x="391448" y="363160"/>
                </a:lnTo>
                <a:lnTo>
                  <a:pt x="430593" y="399237"/>
                </a:lnTo>
                <a:lnTo>
                  <a:pt x="469738" y="435245"/>
                </a:lnTo>
                <a:lnTo>
                  <a:pt x="508883" y="471180"/>
                </a:lnTo>
                <a:lnTo>
                  <a:pt x="548028" y="507034"/>
                </a:lnTo>
                <a:lnTo>
                  <a:pt x="587173" y="542802"/>
                </a:lnTo>
                <a:lnTo>
                  <a:pt x="626318" y="578479"/>
                </a:lnTo>
                <a:lnTo>
                  <a:pt x="665463" y="614057"/>
                </a:lnTo>
                <a:lnTo>
                  <a:pt x="704607" y="649532"/>
                </a:lnTo>
                <a:lnTo>
                  <a:pt x="743752" y="684897"/>
                </a:lnTo>
                <a:lnTo>
                  <a:pt x="782897" y="720147"/>
                </a:lnTo>
                <a:lnTo>
                  <a:pt x="822042" y="755276"/>
                </a:lnTo>
                <a:lnTo>
                  <a:pt x="861187" y="790279"/>
                </a:lnTo>
                <a:lnTo>
                  <a:pt x="900332" y="825149"/>
                </a:lnTo>
                <a:lnTo>
                  <a:pt x="939477" y="859883"/>
                </a:lnTo>
                <a:lnTo>
                  <a:pt x="978622" y="894473"/>
                </a:lnTo>
                <a:lnTo>
                  <a:pt x="1017766" y="928915"/>
                </a:lnTo>
                <a:lnTo>
                  <a:pt x="1056911" y="963204"/>
                </a:lnTo>
                <a:lnTo>
                  <a:pt x="1096056" y="997334"/>
                </a:lnTo>
                <a:lnTo>
                  <a:pt x="1135201" y="1031301"/>
                </a:lnTo>
                <a:lnTo>
                  <a:pt x="1174346" y="1065099"/>
                </a:lnTo>
                <a:lnTo>
                  <a:pt x="1213491" y="1098723"/>
                </a:lnTo>
                <a:lnTo>
                  <a:pt x="1252636" y="1132169"/>
                </a:lnTo>
                <a:lnTo>
                  <a:pt x="1291781" y="1165431"/>
                </a:lnTo>
                <a:lnTo>
                  <a:pt x="1330926" y="1198506"/>
                </a:lnTo>
                <a:lnTo>
                  <a:pt x="1370070" y="1231388"/>
                </a:lnTo>
                <a:lnTo>
                  <a:pt x="1409215" y="1264073"/>
                </a:lnTo>
                <a:lnTo>
                  <a:pt x="1448360" y="1296556"/>
                </a:lnTo>
                <a:lnTo>
                  <a:pt x="1487505" y="1328834"/>
                </a:lnTo>
                <a:lnTo>
                  <a:pt x="1526650" y="1360902"/>
                </a:lnTo>
                <a:lnTo>
                  <a:pt x="1565795" y="1392756"/>
                </a:lnTo>
                <a:lnTo>
                  <a:pt x="1604940" y="1424392"/>
                </a:lnTo>
                <a:lnTo>
                  <a:pt x="1644085" y="1455806"/>
                </a:lnTo>
                <a:lnTo>
                  <a:pt x="1683229" y="1486994"/>
                </a:lnTo>
                <a:lnTo>
                  <a:pt x="1722374" y="1517953"/>
                </a:lnTo>
                <a:lnTo>
                  <a:pt x="1761519" y="1548679"/>
                </a:lnTo>
                <a:lnTo>
                  <a:pt x="1800664" y="1579168"/>
                </a:lnTo>
                <a:lnTo>
                  <a:pt x="1839809" y="1609418"/>
                </a:lnTo>
                <a:lnTo>
                  <a:pt x="1878954" y="1639424"/>
                </a:lnTo>
                <a:lnTo>
                  <a:pt x="1918099" y="1669184"/>
                </a:lnTo>
                <a:lnTo>
                  <a:pt x="1957244" y="1698694"/>
                </a:lnTo>
                <a:lnTo>
                  <a:pt x="1996389" y="1727953"/>
                </a:lnTo>
                <a:lnTo>
                  <a:pt x="2035533" y="1756956"/>
                </a:lnTo>
                <a:lnTo>
                  <a:pt x="2074678" y="1785702"/>
                </a:lnTo>
                <a:lnTo>
                  <a:pt x="2113823" y="1814187"/>
                </a:lnTo>
                <a:lnTo>
                  <a:pt x="2152968" y="1842409"/>
                </a:lnTo>
                <a:lnTo>
                  <a:pt x="2192113" y="1870366"/>
                </a:lnTo>
                <a:lnTo>
                  <a:pt x="2231258" y="1898055"/>
                </a:lnTo>
                <a:lnTo>
                  <a:pt x="2270403" y="1925475"/>
                </a:lnTo>
                <a:lnTo>
                  <a:pt x="2309548" y="1952623"/>
                </a:lnTo>
                <a:lnTo>
                  <a:pt x="2348692" y="1979498"/>
                </a:lnTo>
                <a:lnTo>
                  <a:pt x="2387837" y="2006096"/>
                </a:lnTo>
                <a:lnTo>
                  <a:pt x="2426982" y="2032418"/>
                </a:lnTo>
                <a:lnTo>
                  <a:pt x="2466127" y="2058461"/>
                </a:lnTo>
                <a:lnTo>
                  <a:pt x="2505272" y="2084224"/>
                </a:lnTo>
                <a:lnTo>
                  <a:pt x="2544417" y="2109706"/>
                </a:lnTo>
                <a:lnTo>
                  <a:pt x="2583562" y="2134904"/>
                </a:lnTo>
                <a:lnTo>
                  <a:pt x="2622707" y="2159819"/>
                </a:lnTo>
                <a:lnTo>
                  <a:pt x="2661852" y="2184448"/>
                </a:lnTo>
                <a:lnTo>
                  <a:pt x="2700996" y="2208792"/>
                </a:lnTo>
                <a:lnTo>
                  <a:pt x="2740141" y="2232849"/>
                </a:lnTo>
                <a:lnTo>
                  <a:pt x="2779286" y="2256618"/>
                </a:lnTo>
                <a:lnTo>
                  <a:pt x="2818431" y="2280100"/>
                </a:lnTo>
                <a:lnTo>
                  <a:pt x="2857576" y="2303293"/>
                </a:lnTo>
                <a:lnTo>
                  <a:pt x="2896721" y="2326197"/>
                </a:lnTo>
                <a:lnTo>
                  <a:pt x="2935866" y="2348812"/>
                </a:lnTo>
                <a:lnTo>
                  <a:pt x="2975011" y="2371138"/>
                </a:lnTo>
                <a:lnTo>
                  <a:pt x="3014155" y="2393174"/>
                </a:lnTo>
                <a:lnTo>
                  <a:pt x="3053300" y="2414921"/>
                </a:lnTo>
                <a:lnTo>
                  <a:pt x="3092445" y="2436378"/>
                </a:lnTo>
                <a:lnTo>
                  <a:pt x="3131590" y="2457546"/>
                </a:lnTo>
                <a:lnTo>
                  <a:pt x="3170735" y="2478426"/>
                </a:lnTo>
                <a:lnTo>
                  <a:pt x="3209880" y="2499017"/>
                </a:lnTo>
                <a:lnTo>
                  <a:pt x="3249025" y="2519320"/>
                </a:lnTo>
                <a:lnTo>
                  <a:pt x="3288170" y="2539336"/>
                </a:lnTo>
                <a:lnTo>
                  <a:pt x="3327315" y="2559066"/>
                </a:lnTo>
                <a:lnTo>
                  <a:pt x="3366459" y="2578509"/>
                </a:lnTo>
                <a:lnTo>
                  <a:pt x="3405604" y="2597668"/>
                </a:lnTo>
                <a:lnTo>
                  <a:pt x="3444749" y="2616542"/>
                </a:lnTo>
                <a:lnTo>
                  <a:pt x="3483894" y="2635133"/>
                </a:lnTo>
                <a:lnTo>
                  <a:pt x="3523039" y="2653443"/>
                </a:lnTo>
                <a:lnTo>
                  <a:pt x="3562184" y="2671471"/>
                </a:lnTo>
                <a:lnTo>
                  <a:pt x="3601329" y="2689221"/>
                </a:lnTo>
                <a:lnTo>
                  <a:pt x="3640474" y="2706692"/>
                </a:lnTo>
                <a:lnTo>
                  <a:pt x="3679618" y="2723886"/>
                </a:lnTo>
                <a:lnTo>
                  <a:pt x="3718763" y="2740805"/>
                </a:lnTo>
                <a:lnTo>
                  <a:pt x="3757908" y="2757450"/>
                </a:lnTo>
                <a:lnTo>
                  <a:pt x="3797053" y="2773823"/>
                </a:lnTo>
                <a:lnTo>
                  <a:pt x="3836198" y="2789926"/>
                </a:lnTo>
                <a:lnTo>
                  <a:pt x="3875343" y="2805759"/>
                </a:lnTo>
                <a:lnTo>
                  <a:pt x="3914488" y="2821327"/>
                </a:lnTo>
                <a:lnTo>
                  <a:pt x="3953633" y="2836629"/>
                </a:lnTo>
                <a:lnTo>
                  <a:pt x="3992778" y="2851668"/>
                </a:lnTo>
                <a:lnTo>
                  <a:pt x="4031922" y="2866445"/>
                </a:lnTo>
                <a:lnTo>
                  <a:pt x="4071067" y="2880964"/>
                </a:lnTo>
                <a:lnTo>
                  <a:pt x="4110212" y="2895226"/>
                </a:lnTo>
                <a:lnTo>
                  <a:pt x="4149357" y="2909233"/>
                </a:lnTo>
                <a:lnTo>
                  <a:pt x="4188502" y="2922987"/>
                </a:lnTo>
                <a:lnTo>
                  <a:pt x="4227647" y="2936491"/>
                </a:lnTo>
                <a:lnTo>
                  <a:pt x="4266792" y="2949747"/>
                </a:lnTo>
                <a:lnTo>
                  <a:pt x="4305937" y="2962757"/>
                </a:lnTo>
                <a:lnTo>
                  <a:pt x="4345082" y="2975524"/>
                </a:lnTo>
                <a:lnTo>
                  <a:pt x="4384226" y="2988050"/>
                </a:lnTo>
                <a:lnTo>
                  <a:pt x="4423371" y="3000337"/>
                </a:lnTo>
                <a:lnTo>
                  <a:pt x="4462516" y="3012388"/>
                </a:lnTo>
                <a:lnTo>
                  <a:pt x="4501661" y="3024205"/>
                </a:lnTo>
                <a:lnTo>
                  <a:pt x="4540806" y="3035792"/>
                </a:lnTo>
                <a:lnTo>
                  <a:pt x="4579951" y="3047149"/>
                </a:lnTo>
                <a:lnTo>
                  <a:pt x="4619096" y="3058281"/>
                </a:lnTo>
                <a:lnTo>
                  <a:pt x="4658241" y="3069190"/>
                </a:lnTo>
                <a:lnTo>
                  <a:pt x="4697385" y="3079878"/>
                </a:lnTo>
                <a:lnTo>
                  <a:pt x="4736530" y="3090348"/>
                </a:lnTo>
                <a:lnTo>
                  <a:pt x="4775675" y="3100603"/>
                </a:lnTo>
                <a:lnTo>
                  <a:pt x="4814820" y="3110645"/>
                </a:lnTo>
                <a:lnTo>
                  <a:pt x="4853965" y="3120477"/>
                </a:lnTo>
                <a:lnTo>
                  <a:pt x="4893110" y="3130103"/>
                </a:lnTo>
                <a:lnTo>
                  <a:pt x="4932255" y="3139524"/>
                </a:lnTo>
                <a:lnTo>
                  <a:pt x="4971400" y="3148743"/>
                </a:lnTo>
                <a:lnTo>
                  <a:pt x="5010545" y="3157763"/>
                </a:lnTo>
                <a:lnTo>
                  <a:pt x="5049689" y="3166587"/>
                </a:lnTo>
                <a:lnTo>
                  <a:pt x="5088834" y="3175218"/>
                </a:lnTo>
                <a:lnTo>
                  <a:pt x="5127979" y="3183659"/>
                </a:lnTo>
                <a:lnTo>
                  <a:pt x="5167124" y="3191911"/>
                </a:lnTo>
                <a:lnTo>
                  <a:pt x="5206269" y="3199979"/>
                </a:lnTo>
                <a:lnTo>
                  <a:pt x="5245414" y="3207865"/>
                </a:lnTo>
                <a:lnTo>
                  <a:pt x="5284559" y="3215571"/>
                </a:lnTo>
                <a:lnTo>
                  <a:pt x="5323704" y="3223101"/>
                </a:lnTo>
                <a:lnTo>
                  <a:pt x="5362848" y="3230457"/>
                </a:lnTo>
                <a:lnTo>
                  <a:pt x="5401993" y="3237641"/>
                </a:lnTo>
                <a:lnTo>
                  <a:pt x="5441138" y="3244658"/>
                </a:lnTo>
                <a:lnTo>
                  <a:pt x="5480283" y="3251509"/>
                </a:lnTo>
                <a:lnTo>
                  <a:pt x="5519428" y="3258198"/>
                </a:lnTo>
                <a:lnTo>
                  <a:pt x="5558573" y="3264726"/>
                </a:lnTo>
                <a:lnTo>
                  <a:pt x="5597718" y="3271097"/>
                </a:lnTo>
                <a:lnTo>
                  <a:pt x="5636863" y="3277314"/>
                </a:lnTo>
                <a:lnTo>
                  <a:pt x="5676008" y="3283379"/>
                </a:lnTo>
                <a:lnTo>
                  <a:pt x="5715152" y="3289294"/>
                </a:lnTo>
                <a:lnTo>
                  <a:pt x="5754297" y="3295064"/>
                </a:lnTo>
                <a:lnTo>
                  <a:pt x="5793442" y="3300689"/>
                </a:lnTo>
                <a:lnTo>
                  <a:pt x="5832587" y="3306173"/>
                </a:lnTo>
                <a:lnTo>
                  <a:pt x="5852160" y="3308863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2-E10 line 42" descr="sci-ppt:o042"/>
          <p:cNvCxnSpPr/>
          <p:nvPr/>
        </p:nvCxnSpPr>
        <p:spPr>
          <a:xfrm>
            <a:off x="5791200" y="1371600"/>
            <a:ext cx="0" cy="365760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sp>
        <p:nvSpPr>
          <p:cNvPr id="45" name="C2-E10 text 43" descr="sci-ppt:o043"/>
          <p:cNvSpPr txBox="1"/>
          <p:nvPr/>
        </p:nvSpPr>
        <p:spPr>
          <a:xfrm>
            <a:off x="4328160" y="2242457"/>
            <a:ext cx="13716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PFC core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radius 5 µm</a:t>
            </a:r>
          </a:p>
        </p:txBody>
      </p:sp>
      <p:sp>
        <p:nvSpPr>
          <p:cNvPr id="46" name="C2-E10 text 44" descr="sci-ppt:o044"/>
          <p:cNvSpPr txBox="1"/>
          <p:nvPr/>
        </p:nvSpPr>
        <p:spPr>
          <a:xfrm>
            <a:off x="1065580" y="3021874"/>
            <a:ext cx="25603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at 10 ns only the outer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~22 nm is warm</a:t>
            </a:r>
          </a:p>
        </p:txBody>
      </p:sp>
      <p:sp>
        <p:nvSpPr>
          <p:cNvPr id="47" name="C2-E10 text 45" descr="sci-ppt:o045"/>
          <p:cNvSpPr txBox="1"/>
          <p:nvPr/>
        </p:nvSpPr>
        <p:spPr>
          <a:xfrm>
            <a:off x="1670304" y="4032068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1 µs: 0.2 µm</a:t>
            </a:r>
          </a:p>
        </p:txBody>
      </p:sp>
      <p:sp>
        <p:nvSpPr>
          <p:cNvPr id="48" name="C2-E10 text 46" descr="sci-ppt:o046"/>
          <p:cNvSpPr txBox="1"/>
          <p:nvPr/>
        </p:nvSpPr>
        <p:spPr>
          <a:xfrm>
            <a:off x="3425952" y="2778034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100 µs: 2 µm</a:t>
            </a:r>
          </a:p>
        </p:txBody>
      </p:sp>
      <p:sp>
        <p:nvSpPr>
          <p:cNvPr id="49" name="C2-E10 round_rect 47" descr="sci-ppt:o047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2-E10 text 48" descr="sci-ppt:o048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Declared numbers</a:t>
            </a:r>
          </a:p>
        </p:txBody>
      </p:sp>
      <p:sp>
        <p:nvSpPr>
          <p:cNvPr id="51" name="C2-E10 text 49" descr="sci-ppt:o049"/>
          <p:cNvSpPr txBox="1"/>
          <p:nvPr/>
        </p:nvSpPr>
        <p:spPr>
          <a:xfrm>
            <a:off x="7178040" y="182880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α = 0.050 / (1630 × 654)</a:t>
            </a:r>
          </a:p>
        </p:txBody>
      </p:sp>
      <p:sp>
        <p:nvSpPr>
          <p:cNvPr id="52" name="C2-E10 text 50" descr="sci-ppt:o050"/>
          <p:cNvSpPr txBox="1"/>
          <p:nvPr/>
        </p:nvSpPr>
        <p:spPr>
          <a:xfrm>
            <a:off x="7315200" y="2068195"/>
            <a:ext cx="4480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= 4.690×10⁻⁸ m²/s</a:t>
            </a:r>
          </a:p>
        </p:txBody>
      </p:sp>
      <p:sp>
        <p:nvSpPr>
          <p:cNvPr id="53" name="C2-E10 text 51" descr="sci-ppt:o051"/>
          <p:cNvSpPr txBox="1"/>
          <p:nvPr/>
        </p:nvSpPr>
        <p:spPr>
          <a:xfrm>
            <a:off x="7178040" y="2467991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tₜₕ ~ (5 µm)² / α</a:t>
            </a:r>
          </a:p>
        </p:txBody>
      </p:sp>
      <p:sp>
        <p:nvSpPr>
          <p:cNvPr id="54" name="C2-E10 text 52" descr="sci-ppt:o052"/>
          <p:cNvSpPr txBox="1"/>
          <p:nvPr/>
        </p:nvSpPr>
        <p:spPr>
          <a:xfrm>
            <a:off x="7315200" y="2707386"/>
            <a:ext cx="4480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= 5.33×10⁻⁴ s</a:t>
            </a:r>
          </a:p>
        </p:txBody>
      </p:sp>
      <p:sp>
        <p:nvSpPr>
          <p:cNvPr id="55" name="C2-E10 text 53" descr="sci-ppt:o053"/>
          <p:cNvSpPr txBox="1"/>
          <p:nvPr/>
        </p:nvSpPr>
        <p:spPr>
          <a:xfrm>
            <a:off x="7178040" y="3107182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δ_T ~ √(α × 10 ns)</a:t>
            </a:r>
          </a:p>
        </p:txBody>
      </p:sp>
      <p:sp>
        <p:nvSpPr>
          <p:cNvPr id="56" name="C2-E10 text 54" descr="sci-ppt:o054"/>
          <p:cNvSpPr txBox="1"/>
          <p:nvPr/>
        </p:nvSpPr>
        <p:spPr>
          <a:xfrm>
            <a:off x="7315200" y="3346577"/>
            <a:ext cx="4480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= 2.17×10⁻⁸ m</a:t>
            </a:r>
          </a:p>
        </p:txBody>
      </p:sp>
      <p:sp>
        <p:nvSpPr>
          <p:cNvPr id="57" name="C2-E10 text 55" descr="sci-ppt:o055"/>
          <p:cNvSpPr txBox="1"/>
          <p:nvPr/>
        </p:nvSpPr>
        <p:spPr>
          <a:xfrm>
            <a:off x="7178040" y="3837813"/>
            <a:ext cx="457200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 10 ns pulse heats a layer 230 times thinner than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droplet radius. Uniform temperature in a micron-scale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core is not implied by a short pulse.</a:t>
            </a:r>
          </a:p>
        </p:txBody>
      </p:sp>
      <p:sp>
        <p:nvSpPr>
          <p:cNvPr id="58" name="C2-E10 text 56" descr="sci-ppt:o056"/>
          <p:cNvSpPr txBox="1"/>
          <p:nvPr/>
        </p:nvSpPr>
        <p:spPr>
          <a:xfrm>
            <a:off x="914400" y="5733288"/>
            <a:ext cx="10972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Profiles: erfc(z / 2√(αt)), the conduction solution for a surface held at fixed temperature (scale illustration).</a:t>
            </a:r>
          </a:p>
        </p:txBody>
      </p:sp>
      <p:sp>
        <p:nvSpPr>
          <p:cNvPr id="59" name="C2-E10 text 57" descr="sci-ppt:o05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Numbers of Eq. C2-E10; profile shapes use the same α.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