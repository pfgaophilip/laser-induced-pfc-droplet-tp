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18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C2-E18 · Exact compound-mass ledger under the stated closed supply</a:t>
            </a:r>
          </a:p>
        </p:txBody>
      </p:sp>
      <p:cxnSp>
        <p:nvCxnSpPr>
          <p:cNvPr id="3" name="C2-E18 line 1" descr="sci-ppt:o001"/>
          <p:cNvCxnSpPr/>
          <p:nvPr/>
        </p:nvCxnSpPr>
        <p:spPr>
          <a:xfrm>
            <a:off x="914400" y="5029200"/>
            <a:ext cx="6400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2-E18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2-E18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2-E18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2-E18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2-E18 line 6" descr="sci-ppt:o006"/>
          <p:cNvCxnSpPr/>
          <p:nvPr/>
        </p:nvCxnSpPr>
        <p:spPr>
          <a:xfrm>
            <a:off x="25146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2-E18 line 7" descr="sci-ppt:o007"/>
          <p:cNvCxnSpPr/>
          <p:nvPr/>
        </p:nvCxnSpPr>
        <p:spPr>
          <a:xfrm>
            <a:off x="25146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2-E18 text 8" descr="sci-ppt:o008"/>
          <p:cNvSpPr txBox="1"/>
          <p:nvPr/>
        </p:nvSpPr>
        <p:spPr>
          <a:xfrm>
            <a:off x="20574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2-E18 line 9" descr="sci-ppt:o009"/>
          <p:cNvCxnSpPr/>
          <p:nvPr/>
        </p:nvCxnSpPr>
        <p:spPr>
          <a:xfrm>
            <a:off x="41148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2-E18 line 10" descr="sci-ppt:o010"/>
          <p:cNvCxnSpPr/>
          <p:nvPr/>
        </p:nvCxnSpPr>
        <p:spPr>
          <a:xfrm>
            <a:off x="41148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2-E18 text 11" descr="sci-ppt:o011"/>
          <p:cNvSpPr txBox="1"/>
          <p:nvPr/>
        </p:nvSpPr>
        <p:spPr>
          <a:xfrm>
            <a:off x="36576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C2-E18 line 12" descr="sci-ppt:o012"/>
          <p:cNvCxnSpPr/>
          <p:nvPr/>
        </p:nvCxnSpPr>
        <p:spPr>
          <a:xfrm>
            <a:off x="57150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2-E18 line 13" descr="sci-ppt:o013"/>
          <p:cNvCxnSpPr/>
          <p:nvPr/>
        </p:nvCxnSpPr>
        <p:spPr>
          <a:xfrm>
            <a:off x="57150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2-E18 text 14" descr="sci-ppt:o014"/>
          <p:cNvSpPr txBox="1"/>
          <p:nvPr/>
        </p:nvSpPr>
        <p:spPr>
          <a:xfrm>
            <a:off x="52578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7" name="C2-E18 line 15" descr="sci-ppt:o015"/>
          <p:cNvCxnSpPr/>
          <p:nvPr/>
        </p:nvCxnSpPr>
        <p:spPr>
          <a:xfrm>
            <a:off x="73152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2-E18 line 16" descr="sci-ppt:o016"/>
          <p:cNvCxnSpPr/>
          <p:nvPr/>
        </p:nvCxnSpPr>
        <p:spPr>
          <a:xfrm>
            <a:off x="73152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2-E18 text 17" descr="sci-ppt:o017"/>
          <p:cNvSpPr txBox="1"/>
          <p:nvPr/>
        </p:nvSpPr>
        <p:spPr>
          <a:xfrm>
            <a:off x="68580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0" name="C2-E18 line 18" descr="sci-ppt:o018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2-E18 line 19" descr="sci-ppt:o019"/>
          <p:cNvCxnSpPr/>
          <p:nvPr/>
        </p:nvCxnSpPr>
        <p:spPr>
          <a:xfrm>
            <a:off x="850392" y="423557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2-E18 line 20" descr="sci-ppt:o020"/>
          <p:cNvCxnSpPr/>
          <p:nvPr/>
        </p:nvCxnSpPr>
        <p:spPr>
          <a:xfrm>
            <a:off x="914400" y="4235573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2-E18 text 21" descr="sci-ppt:o021"/>
          <p:cNvSpPr txBox="1"/>
          <p:nvPr/>
        </p:nvSpPr>
        <p:spPr>
          <a:xfrm>
            <a:off x="45720" y="415327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</a:t>
            </a:r>
          </a:p>
        </p:txBody>
      </p:sp>
      <p:cxnSp>
        <p:nvCxnSpPr>
          <p:cNvPr id="24" name="C2-E18 line 22" descr="sci-ppt:o022"/>
          <p:cNvCxnSpPr/>
          <p:nvPr/>
        </p:nvCxnSpPr>
        <p:spPr>
          <a:xfrm>
            <a:off x="850392" y="3441946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2-E18 line 23" descr="sci-ppt:o023"/>
          <p:cNvCxnSpPr/>
          <p:nvPr/>
        </p:nvCxnSpPr>
        <p:spPr>
          <a:xfrm>
            <a:off x="914400" y="3441946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2-E18 text 24" descr="sci-ppt:o024"/>
          <p:cNvSpPr txBox="1"/>
          <p:nvPr/>
        </p:nvSpPr>
        <p:spPr>
          <a:xfrm>
            <a:off x="45720" y="3359650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0.4</a:t>
            </a:r>
          </a:p>
        </p:txBody>
      </p:sp>
      <p:cxnSp>
        <p:nvCxnSpPr>
          <p:cNvPr id="27" name="C2-E18 line 25" descr="sci-ppt:o025"/>
          <p:cNvCxnSpPr/>
          <p:nvPr/>
        </p:nvCxnSpPr>
        <p:spPr>
          <a:xfrm>
            <a:off x="850392" y="2648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2-E18 line 26" descr="sci-ppt:o026"/>
          <p:cNvCxnSpPr/>
          <p:nvPr/>
        </p:nvCxnSpPr>
        <p:spPr>
          <a:xfrm>
            <a:off x="914400" y="2648320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2-E18 text 27" descr="sci-ppt:o027"/>
          <p:cNvSpPr txBox="1"/>
          <p:nvPr/>
        </p:nvSpPr>
        <p:spPr>
          <a:xfrm>
            <a:off x="45720" y="256602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0.6</a:t>
            </a:r>
          </a:p>
        </p:txBody>
      </p:sp>
      <p:cxnSp>
        <p:nvCxnSpPr>
          <p:cNvPr id="30" name="C2-E18 line 28" descr="sci-ppt:o028"/>
          <p:cNvCxnSpPr/>
          <p:nvPr/>
        </p:nvCxnSpPr>
        <p:spPr>
          <a:xfrm>
            <a:off x="850392" y="185469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C2-E18 line 29" descr="sci-ppt:o029"/>
          <p:cNvCxnSpPr/>
          <p:nvPr/>
        </p:nvCxnSpPr>
        <p:spPr>
          <a:xfrm>
            <a:off x="914400" y="1854693"/>
            <a:ext cx="6400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C2-E18 text 30" descr="sci-ppt:o030"/>
          <p:cNvSpPr txBox="1"/>
          <p:nvPr/>
        </p:nvSpPr>
        <p:spPr>
          <a:xfrm>
            <a:off x="45720" y="177239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0.8</a:t>
            </a:r>
          </a:p>
        </p:txBody>
      </p:sp>
      <p:sp>
        <p:nvSpPr>
          <p:cNvPr id="33" name="C2-E18 text 31" descr="sci-ppt:o031"/>
          <p:cNvSpPr txBox="1"/>
          <p:nvPr/>
        </p:nvSpPr>
        <p:spPr>
          <a:xfrm>
            <a:off x="914400" y="5312664"/>
            <a:ext cx="6400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time  (arbitrary units)</a:t>
            </a:r>
          </a:p>
        </p:txBody>
      </p:sp>
      <p:sp>
        <p:nvSpPr>
          <p:cNvPr id="34" name="C2-E18 text 32" descr="sci-ppt:o032"/>
          <p:cNvSpPr txBox="1"/>
          <p:nvPr/>
        </p:nvSpPr>
        <p:spPr>
          <a:xfrm>
            <a:off x="365760" y="1024128"/>
            <a:ext cx="6400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PFC mass  (ng)</a:t>
            </a:r>
          </a:p>
        </p:txBody>
      </p:sp>
      <p:sp>
        <p:nvSpPr>
          <p:cNvPr id="35" name="C2-E18 polygon 33" descr="sci-ppt:o033"/>
          <p:cNvSpPr/>
          <p:nvPr/>
        </p:nvSpPr>
        <p:spPr>
          <a:xfrm>
            <a:off x="914400" y="1964451"/>
            <a:ext cx="6400800" cy="3064749"/>
          </a:xfrm>
          <a:custGeom>
            <a:avLst/>
            <a:gdLst/>
            <a:ahLst/>
            <a:cxnLst/>
            <a:rect l="l" t="t" r="r" b="b"/>
            <a:pathLst>
              <a:path w="6400800" h="3064749">
                <a:moveTo>
                  <a:pt x="0" y="0"/>
                </a:moveTo>
                <a:lnTo>
                  <a:pt x="16042" y="4431"/>
                </a:lnTo>
                <a:lnTo>
                  <a:pt x="32084" y="8985"/>
                </a:lnTo>
                <a:lnTo>
                  <a:pt x="48126" y="13663"/>
                </a:lnTo>
                <a:lnTo>
                  <a:pt x="64168" y="18469"/>
                </a:lnTo>
                <a:lnTo>
                  <a:pt x="80210" y="23406"/>
                </a:lnTo>
                <a:lnTo>
                  <a:pt x="96252" y="28477"/>
                </a:lnTo>
                <a:lnTo>
                  <a:pt x="112294" y="33685"/>
                </a:lnTo>
                <a:lnTo>
                  <a:pt x="128336" y="39033"/>
                </a:lnTo>
                <a:lnTo>
                  <a:pt x="144378" y="44525"/>
                </a:lnTo>
                <a:lnTo>
                  <a:pt x="160421" y="50164"/>
                </a:lnTo>
                <a:lnTo>
                  <a:pt x="176463" y="55953"/>
                </a:lnTo>
                <a:lnTo>
                  <a:pt x="192505" y="61896"/>
                </a:lnTo>
                <a:lnTo>
                  <a:pt x="208547" y="67996"/>
                </a:lnTo>
                <a:lnTo>
                  <a:pt x="224589" y="74255"/>
                </a:lnTo>
                <a:lnTo>
                  <a:pt x="240631" y="80679"/>
                </a:lnTo>
                <a:lnTo>
                  <a:pt x="256673" y="87270"/>
                </a:lnTo>
                <a:lnTo>
                  <a:pt x="272715" y="94032"/>
                </a:lnTo>
                <a:lnTo>
                  <a:pt x="288757" y="100968"/>
                </a:lnTo>
                <a:lnTo>
                  <a:pt x="304800" y="108083"/>
                </a:lnTo>
                <a:lnTo>
                  <a:pt x="320842" y="115379"/>
                </a:lnTo>
                <a:lnTo>
                  <a:pt x="336884" y="122860"/>
                </a:lnTo>
                <a:lnTo>
                  <a:pt x="352926" y="130529"/>
                </a:lnTo>
                <a:lnTo>
                  <a:pt x="368968" y="138392"/>
                </a:lnTo>
                <a:lnTo>
                  <a:pt x="385010" y="146450"/>
                </a:lnTo>
                <a:lnTo>
                  <a:pt x="401052" y="154708"/>
                </a:lnTo>
                <a:lnTo>
                  <a:pt x="417094" y="163170"/>
                </a:lnTo>
                <a:lnTo>
                  <a:pt x="433136" y="171838"/>
                </a:lnTo>
                <a:lnTo>
                  <a:pt x="449178" y="180717"/>
                </a:lnTo>
                <a:lnTo>
                  <a:pt x="465221" y="189811"/>
                </a:lnTo>
                <a:lnTo>
                  <a:pt x="481263" y="199122"/>
                </a:lnTo>
                <a:lnTo>
                  <a:pt x="497305" y="208655"/>
                </a:lnTo>
                <a:lnTo>
                  <a:pt x="513347" y="218412"/>
                </a:lnTo>
                <a:lnTo>
                  <a:pt x="529389" y="228398"/>
                </a:lnTo>
                <a:lnTo>
                  <a:pt x="545431" y="238616"/>
                </a:lnTo>
                <a:lnTo>
                  <a:pt x="561473" y="249069"/>
                </a:lnTo>
                <a:lnTo>
                  <a:pt x="577515" y="259761"/>
                </a:lnTo>
                <a:lnTo>
                  <a:pt x="593557" y="270694"/>
                </a:lnTo>
                <a:lnTo>
                  <a:pt x="609599" y="281872"/>
                </a:lnTo>
                <a:lnTo>
                  <a:pt x="625642" y="293299"/>
                </a:lnTo>
                <a:lnTo>
                  <a:pt x="641684" y="304976"/>
                </a:lnTo>
                <a:lnTo>
                  <a:pt x="657726" y="316908"/>
                </a:lnTo>
                <a:lnTo>
                  <a:pt x="673768" y="329097"/>
                </a:lnTo>
                <a:lnTo>
                  <a:pt x="689810" y="341545"/>
                </a:lnTo>
                <a:lnTo>
                  <a:pt x="705852" y="354255"/>
                </a:lnTo>
                <a:lnTo>
                  <a:pt x="721894" y="367229"/>
                </a:lnTo>
                <a:lnTo>
                  <a:pt x="737936" y="380471"/>
                </a:lnTo>
                <a:lnTo>
                  <a:pt x="753978" y="393981"/>
                </a:lnTo>
                <a:lnTo>
                  <a:pt x="770021" y="407762"/>
                </a:lnTo>
                <a:lnTo>
                  <a:pt x="786063" y="421817"/>
                </a:lnTo>
                <a:lnTo>
                  <a:pt x="802105" y="436145"/>
                </a:lnTo>
                <a:lnTo>
                  <a:pt x="818147" y="450749"/>
                </a:lnTo>
                <a:lnTo>
                  <a:pt x="834189" y="465631"/>
                </a:lnTo>
                <a:lnTo>
                  <a:pt x="850231" y="480790"/>
                </a:lnTo>
                <a:lnTo>
                  <a:pt x="866273" y="496229"/>
                </a:lnTo>
                <a:lnTo>
                  <a:pt x="882315" y="511947"/>
                </a:lnTo>
                <a:lnTo>
                  <a:pt x="898357" y="527944"/>
                </a:lnTo>
                <a:lnTo>
                  <a:pt x="914400" y="544222"/>
                </a:lnTo>
                <a:lnTo>
                  <a:pt x="930442" y="560780"/>
                </a:lnTo>
                <a:lnTo>
                  <a:pt x="946484" y="577617"/>
                </a:lnTo>
                <a:lnTo>
                  <a:pt x="962526" y="594733"/>
                </a:lnTo>
                <a:lnTo>
                  <a:pt x="978568" y="612127"/>
                </a:lnTo>
                <a:lnTo>
                  <a:pt x="994610" y="629798"/>
                </a:lnTo>
                <a:lnTo>
                  <a:pt x="1010652" y="647743"/>
                </a:lnTo>
                <a:lnTo>
                  <a:pt x="1026694" y="665962"/>
                </a:lnTo>
                <a:lnTo>
                  <a:pt x="1042736" y="684452"/>
                </a:lnTo>
                <a:lnTo>
                  <a:pt x="1058778" y="703210"/>
                </a:lnTo>
                <a:lnTo>
                  <a:pt x="1074821" y="722235"/>
                </a:lnTo>
                <a:lnTo>
                  <a:pt x="1090863" y="741522"/>
                </a:lnTo>
                <a:lnTo>
                  <a:pt x="1106905" y="761068"/>
                </a:lnTo>
                <a:lnTo>
                  <a:pt x="1122947" y="780871"/>
                </a:lnTo>
                <a:lnTo>
                  <a:pt x="1138989" y="800924"/>
                </a:lnTo>
                <a:lnTo>
                  <a:pt x="1155031" y="821225"/>
                </a:lnTo>
                <a:lnTo>
                  <a:pt x="1171073" y="841769"/>
                </a:lnTo>
                <a:lnTo>
                  <a:pt x="1187115" y="862549"/>
                </a:lnTo>
                <a:lnTo>
                  <a:pt x="1203157" y="883561"/>
                </a:lnTo>
                <a:lnTo>
                  <a:pt x="1219199" y="904800"/>
                </a:lnTo>
                <a:lnTo>
                  <a:pt x="1235242" y="926258"/>
                </a:lnTo>
                <a:lnTo>
                  <a:pt x="1251284" y="947931"/>
                </a:lnTo>
                <a:lnTo>
                  <a:pt x="1267326" y="969810"/>
                </a:lnTo>
                <a:lnTo>
                  <a:pt x="1283368" y="991888"/>
                </a:lnTo>
                <a:lnTo>
                  <a:pt x="1299410" y="1014160"/>
                </a:lnTo>
                <a:lnTo>
                  <a:pt x="1315452" y="1036615"/>
                </a:lnTo>
                <a:lnTo>
                  <a:pt x="1331494" y="1059248"/>
                </a:lnTo>
                <a:lnTo>
                  <a:pt x="1347536" y="1082049"/>
                </a:lnTo>
                <a:lnTo>
                  <a:pt x="1363578" y="1105011"/>
                </a:lnTo>
                <a:lnTo>
                  <a:pt x="1379621" y="1128123"/>
                </a:lnTo>
                <a:lnTo>
                  <a:pt x="1395663" y="1151378"/>
                </a:lnTo>
                <a:lnTo>
                  <a:pt x="1411705" y="1174765"/>
                </a:lnTo>
                <a:lnTo>
                  <a:pt x="1427747" y="1198276"/>
                </a:lnTo>
                <a:lnTo>
                  <a:pt x="1443789" y="1221900"/>
                </a:lnTo>
                <a:lnTo>
                  <a:pt x="1459831" y="1245628"/>
                </a:lnTo>
                <a:lnTo>
                  <a:pt x="1475873" y="1269450"/>
                </a:lnTo>
                <a:lnTo>
                  <a:pt x="1491915" y="1293355"/>
                </a:lnTo>
                <a:lnTo>
                  <a:pt x="1507957" y="1317332"/>
                </a:lnTo>
                <a:lnTo>
                  <a:pt x="1524000" y="1341372"/>
                </a:lnTo>
                <a:lnTo>
                  <a:pt x="1540042" y="1365464"/>
                </a:lnTo>
                <a:lnTo>
                  <a:pt x="1556084" y="1389596"/>
                </a:lnTo>
                <a:lnTo>
                  <a:pt x="1572126" y="1413758"/>
                </a:lnTo>
                <a:lnTo>
                  <a:pt x="1588168" y="1437940"/>
                </a:lnTo>
                <a:lnTo>
                  <a:pt x="1604210" y="1462129"/>
                </a:lnTo>
                <a:lnTo>
                  <a:pt x="1620252" y="1486316"/>
                </a:lnTo>
                <a:lnTo>
                  <a:pt x="1636294" y="1510490"/>
                </a:lnTo>
                <a:lnTo>
                  <a:pt x="1652336" y="1534638"/>
                </a:lnTo>
                <a:lnTo>
                  <a:pt x="1668378" y="1558752"/>
                </a:lnTo>
                <a:lnTo>
                  <a:pt x="1684421" y="1582819"/>
                </a:lnTo>
                <a:lnTo>
                  <a:pt x="1700463" y="1606829"/>
                </a:lnTo>
                <a:lnTo>
                  <a:pt x="1716505" y="1630771"/>
                </a:lnTo>
                <a:lnTo>
                  <a:pt x="1732547" y="1654636"/>
                </a:lnTo>
                <a:lnTo>
                  <a:pt x="1748589" y="1678412"/>
                </a:lnTo>
                <a:lnTo>
                  <a:pt x="1764631" y="1702089"/>
                </a:lnTo>
                <a:lnTo>
                  <a:pt x="1780673" y="1725658"/>
                </a:lnTo>
                <a:lnTo>
                  <a:pt x="1796715" y="1749108"/>
                </a:lnTo>
                <a:lnTo>
                  <a:pt x="1812757" y="1772430"/>
                </a:lnTo>
                <a:lnTo>
                  <a:pt x="1828800" y="1795615"/>
                </a:lnTo>
                <a:lnTo>
                  <a:pt x="1844842" y="1818653"/>
                </a:lnTo>
                <a:lnTo>
                  <a:pt x="1860884" y="1841535"/>
                </a:lnTo>
                <a:lnTo>
                  <a:pt x="1876926" y="1864253"/>
                </a:lnTo>
                <a:lnTo>
                  <a:pt x="1892968" y="1886799"/>
                </a:lnTo>
                <a:lnTo>
                  <a:pt x="1909010" y="1909163"/>
                </a:lnTo>
                <a:lnTo>
                  <a:pt x="1925052" y="1931339"/>
                </a:lnTo>
                <a:lnTo>
                  <a:pt x="1941094" y="1953319"/>
                </a:lnTo>
                <a:lnTo>
                  <a:pt x="1957136" y="1975095"/>
                </a:lnTo>
                <a:lnTo>
                  <a:pt x="1973178" y="1996662"/>
                </a:lnTo>
                <a:lnTo>
                  <a:pt x="1989221" y="2018011"/>
                </a:lnTo>
                <a:lnTo>
                  <a:pt x="2005263" y="2039137"/>
                </a:lnTo>
                <a:lnTo>
                  <a:pt x="2021305" y="2060034"/>
                </a:lnTo>
                <a:lnTo>
                  <a:pt x="2037347" y="2080697"/>
                </a:lnTo>
                <a:lnTo>
                  <a:pt x="2053389" y="2101119"/>
                </a:lnTo>
                <a:lnTo>
                  <a:pt x="2069431" y="2121297"/>
                </a:lnTo>
                <a:lnTo>
                  <a:pt x="2085473" y="2141226"/>
                </a:lnTo>
                <a:lnTo>
                  <a:pt x="2101515" y="2160901"/>
                </a:lnTo>
                <a:lnTo>
                  <a:pt x="2117557" y="2180318"/>
                </a:lnTo>
                <a:lnTo>
                  <a:pt x="2133599" y="2199474"/>
                </a:lnTo>
                <a:lnTo>
                  <a:pt x="2149642" y="2218366"/>
                </a:lnTo>
                <a:lnTo>
                  <a:pt x="2165684" y="2236991"/>
                </a:lnTo>
                <a:lnTo>
                  <a:pt x="2181726" y="2255345"/>
                </a:lnTo>
                <a:lnTo>
                  <a:pt x="2197768" y="2273428"/>
                </a:lnTo>
                <a:lnTo>
                  <a:pt x="2213810" y="2291236"/>
                </a:lnTo>
                <a:lnTo>
                  <a:pt x="2229852" y="2308768"/>
                </a:lnTo>
                <a:lnTo>
                  <a:pt x="2245894" y="2326023"/>
                </a:lnTo>
                <a:lnTo>
                  <a:pt x="2261936" y="2343000"/>
                </a:lnTo>
                <a:lnTo>
                  <a:pt x="2277978" y="2359697"/>
                </a:lnTo>
                <a:lnTo>
                  <a:pt x="2294021" y="2376115"/>
                </a:lnTo>
                <a:lnTo>
                  <a:pt x="2310063" y="2392253"/>
                </a:lnTo>
                <a:lnTo>
                  <a:pt x="2326105" y="2408111"/>
                </a:lnTo>
                <a:lnTo>
                  <a:pt x="2342147" y="2423689"/>
                </a:lnTo>
                <a:lnTo>
                  <a:pt x="2358189" y="2438988"/>
                </a:lnTo>
                <a:lnTo>
                  <a:pt x="2374231" y="2454008"/>
                </a:lnTo>
                <a:lnTo>
                  <a:pt x="2390273" y="2468751"/>
                </a:lnTo>
                <a:lnTo>
                  <a:pt x="2406315" y="2483217"/>
                </a:lnTo>
                <a:lnTo>
                  <a:pt x="2422357" y="2497408"/>
                </a:lnTo>
                <a:lnTo>
                  <a:pt x="2438400" y="2511326"/>
                </a:lnTo>
                <a:lnTo>
                  <a:pt x="2454442" y="2524972"/>
                </a:lnTo>
                <a:lnTo>
                  <a:pt x="2470484" y="2538347"/>
                </a:lnTo>
                <a:lnTo>
                  <a:pt x="2486526" y="2551455"/>
                </a:lnTo>
                <a:lnTo>
                  <a:pt x="2502568" y="2564297"/>
                </a:lnTo>
                <a:lnTo>
                  <a:pt x="2518610" y="2576876"/>
                </a:lnTo>
                <a:lnTo>
                  <a:pt x="2534652" y="2589194"/>
                </a:lnTo>
                <a:lnTo>
                  <a:pt x="2550694" y="2601253"/>
                </a:lnTo>
                <a:lnTo>
                  <a:pt x="2566736" y="2613058"/>
                </a:lnTo>
                <a:lnTo>
                  <a:pt x="2582778" y="2624609"/>
                </a:lnTo>
                <a:lnTo>
                  <a:pt x="2598821" y="2635911"/>
                </a:lnTo>
                <a:lnTo>
                  <a:pt x="2614863" y="2646967"/>
                </a:lnTo>
                <a:lnTo>
                  <a:pt x="2630905" y="2657779"/>
                </a:lnTo>
                <a:lnTo>
                  <a:pt x="2646947" y="2668351"/>
                </a:lnTo>
                <a:lnTo>
                  <a:pt x="2662989" y="2678686"/>
                </a:lnTo>
                <a:lnTo>
                  <a:pt x="2679031" y="2688787"/>
                </a:lnTo>
                <a:lnTo>
                  <a:pt x="2695073" y="2698659"/>
                </a:lnTo>
                <a:lnTo>
                  <a:pt x="2711115" y="2708303"/>
                </a:lnTo>
                <a:lnTo>
                  <a:pt x="2727157" y="2717725"/>
                </a:lnTo>
                <a:lnTo>
                  <a:pt x="2743200" y="2726927"/>
                </a:lnTo>
                <a:lnTo>
                  <a:pt x="2759242" y="2735912"/>
                </a:lnTo>
                <a:lnTo>
                  <a:pt x="2775284" y="2744686"/>
                </a:lnTo>
                <a:lnTo>
                  <a:pt x="2791326" y="2753250"/>
                </a:lnTo>
                <a:lnTo>
                  <a:pt x="2807368" y="2761610"/>
                </a:lnTo>
                <a:lnTo>
                  <a:pt x="2823410" y="2769767"/>
                </a:lnTo>
                <a:lnTo>
                  <a:pt x="2839452" y="2777727"/>
                </a:lnTo>
                <a:lnTo>
                  <a:pt x="2855494" y="2785493"/>
                </a:lnTo>
                <a:lnTo>
                  <a:pt x="2871536" y="2793068"/>
                </a:lnTo>
                <a:lnTo>
                  <a:pt x="2887578" y="2800456"/>
                </a:lnTo>
                <a:lnTo>
                  <a:pt x="2903621" y="2807661"/>
                </a:lnTo>
                <a:lnTo>
                  <a:pt x="2919663" y="2814685"/>
                </a:lnTo>
                <a:lnTo>
                  <a:pt x="2935705" y="2821534"/>
                </a:lnTo>
                <a:lnTo>
                  <a:pt x="2951747" y="2828210"/>
                </a:lnTo>
                <a:lnTo>
                  <a:pt x="2967789" y="2834717"/>
                </a:lnTo>
                <a:lnTo>
                  <a:pt x="2983831" y="2841058"/>
                </a:lnTo>
                <a:lnTo>
                  <a:pt x="2999873" y="2847238"/>
                </a:lnTo>
                <a:lnTo>
                  <a:pt x="3015915" y="2853258"/>
                </a:lnTo>
                <a:lnTo>
                  <a:pt x="3031957" y="2859124"/>
                </a:lnTo>
                <a:lnTo>
                  <a:pt x="3047999" y="2864837"/>
                </a:lnTo>
                <a:lnTo>
                  <a:pt x="3064042" y="2870403"/>
                </a:lnTo>
                <a:lnTo>
                  <a:pt x="3080084" y="2875822"/>
                </a:lnTo>
                <a:lnTo>
                  <a:pt x="3096126" y="2881100"/>
                </a:lnTo>
                <a:lnTo>
                  <a:pt x="3112168" y="2886239"/>
                </a:lnTo>
                <a:lnTo>
                  <a:pt x="3128210" y="2891243"/>
                </a:lnTo>
                <a:lnTo>
                  <a:pt x="3144252" y="2896114"/>
                </a:lnTo>
                <a:lnTo>
                  <a:pt x="3160294" y="2900856"/>
                </a:lnTo>
                <a:lnTo>
                  <a:pt x="3176336" y="2905471"/>
                </a:lnTo>
                <a:lnTo>
                  <a:pt x="3192378" y="2909963"/>
                </a:lnTo>
                <a:lnTo>
                  <a:pt x="3208421" y="2914335"/>
                </a:lnTo>
                <a:lnTo>
                  <a:pt x="3224463" y="2918588"/>
                </a:lnTo>
                <a:lnTo>
                  <a:pt x="3240505" y="2922728"/>
                </a:lnTo>
                <a:lnTo>
                  <a:pt x="3256547" y="2926755"/>
                </a:lnTo>
                <a:lnTo>
                  <a:pt x="3272589" y="2930673"/>
                </a:lnTo>
                <a:lnTo>
                  <a:pt x="3288631" y="2934484"/>
                </a:lnTo>
                <a:lnTo>
                  <a:pt x="3304673" y="2938192"/>
                </a:lnTo>
                <a:lnTo>
                  <a:pt x="3320715" y="2941798"/>
                </a:lnTo>
                <a:lnTo>
                  <a:pt x="3336757" y="2945306"/>
                </a:lnTo>
                <a:lnTo>
                  <a:pt x="3352799" y="2948717"/>
                </a:lnTo>
                <a:lnTo>
                  <a:pt x="3368842" y="2952034"/>
                </a:lnTo>
                <a:lnTo>
                  <a:pt x="3384884" y="2955260"/>
                </a:lnTo>
                <a:lnTo>
                  <a:pt x="3400926" y="2958397"/>
                </a:lnTo>
                <a:lnTo>
                  <a:pt x="3416968" y="2961446"/>
                </a:lnTo>
                <a:lnTo>
                  <a:pt x="3433010" y="2964411"/>
                </a:lnTo>
                <a:lnTo>
                  <a:pt x="3449052" y="2967294"/>
                </a:lnTo>
                <a:lnTo>
                  <a:pt x="3465094" y="2970097"/>
                </a:lnTo>
                <a:lnTo>
                  <a:pt x="3481136" y="2972821"/>
                </a:lnTo>
                <a:lnTo>
                  <a:pt x="3497178" y="2975469"/>
                </a:lnTo>
                <a:lnTo>
                  <a:pt x="3513221" y="2978043"/>
                </a:lnTo>
                <a:lnTo>
                  <a:pt x="3529263" y="2980544"/>
                </a:lnTo>
                <a:lnTo>
                  <a:pt x="3545305" y="2982976"/>
                </a:lnTo>
                <a:lnTo>
                  <a:pt x="3561347" y="2985338"/>
                </a:lnTo>
                <a:lnTo>
                  <a:pt x="3577389" y="2987635"/>
                </a:lnTo>
                <a:lnTo>
                  <a:pt x="3593431" y="2989866"/>
                </a:lnTo>
                <a:lnTo>
                  <a:pt x="3609473" y="2992035"/>
                </a:lnTo>
                <a:lnTo>
                  <a:pt x="3625515" y="2994142"/>
                </a:lnTo>
                <a:lnTo>
                  <a:pt x="3641557" y="2996189"/>
                </a:lnTo>
                <a:lnTo>
                  <a:pt x="3657600" y="2998178"/>
                </a:lnTo>
                <a:lnTo>
                  <a:pt x="3673642" y="3000111"/>
                </a:lnTo>
                <a:lnTo>
                  <a:pt x="3689684" y="3001989"/>
                </a:lnTo>
                <a:lnTo>
                  <a:pt x="3705726" y="3003813"/>
                </a:lnTo>
                <a:lnTo>
                  <a:pt x="3721768" y="3005585"/>
                </a:lnTo>
                <a:lnTo>
                  <a:pt x="3737810" y="3007307"/>
                </a:lnTo>
                <a:lnTo>
                  <a:pt x="3753852" y="3008979"/>
                </a:lnTo>
                <a:lnTo>
                  <a:pt x="3769894" y="3010603"/>
                </a:lnTo>
                <a:lnTo>
                  <a:pt x="3785936" y="3012181"/>
                </a:lnTo>
                <a:lnTo>
                  <a:pt x="3801978" y="3013714"/>
                </a:lnTo>
                <a:lnTo>
                  <a:pt x="3818021" y="3015203"/>
                </a:lnTo>
                <a:lnTo>
                  <a:pt x="3834063" y="3016649"/>
                </a:lnTo>
                <a:lnTo>
                  <a:pt x="3850105" y="3018053"/>
                </a:lnTo>
                <a:lnTo>
                  <a:pt x="3866147" y="3019417"/>
                </a:lnTo>
                <a:lnTo>
                  <a:pt x="3882189" y="3020742"/>
                </a:lnTo>
                <a:lnTo>
                  <a:pt x="3898231" y="3022028"/>
                </a:lnTo>
                <a:lnTo>
                  <a:pt x="3914273" y="3023278"/>
                </a:lnTo>
                <a:lnTo>
                  <a:pt x="3930315" y="3024491"/>
                </a:lnTo>
                <a:lnTo>
                  <a:pt x="3946357" y="3025669"/>
                </a:lnTo>
                <a:lnTo>
                  <a:pt x="3962400" y="3026813"/>
                </a:lnTo>
                <a:lnTo>
                  <a:pt x="3978442" y="3027924"/>
                </a:lnTo>
                <a:lnTo>
                  <a:pt x="3994484" y="3029003"/>
                </a:lnTo>
                <a:lnTo>
                  <a:pt x="4010526" y="3030051"/>
                </a:lnTo>
                <a:lnTo>
                  <a:pt x="4026568" y="3031068"/>
                </a:lnTo>
                <a:lnTo>
                  <a:pt x="4042610" y="3032056"/>
                </a:lnTo>
                <a:lnTo>
                  <a:pt x="4058652" y="3033015"/>
                </a:lnTo>
                <a:lnTo>
                  <a:pt x="4074694" y="3033946"/>
                </a:lnTo>
                <a:lnTo>
                  <a:pt x="4090736" y="3034850"/>
                </a:lnTo>
                <a:lnTo>
                  <a:pt x="4106778" y="3035728"/>
                </a:lnTo>
                <a:lnTo>
                  <a:pt x="4122821" y="3036580"/>
                </a:lnTo>
                <a:lnTo>
                  <a:pt x="4138863" y="3037408"/>
                </a:lnTo>
                <a:lnTo>
                  <a:pt x="4154905" y="3038211"/>
                </a:lnTo>
                <a:lnTo>
                  <a:pt x="4170947" y="3038991"/>
                </a:lnTo>
                <a:lnTo>
                  <a:pt x="4186989" y="3039748"/>
                </a:lnTo>
                <a:lnTo>
                  <a:pt x="4203031" y="3040483"/>
                </a:lnTo>
                <a:lnTo>
                  <a:pt x="4219073" y="3041197"/>
                </a:lnTo>
                <a:lnTo>
                  <a:pt x="4235115" y="3041890"/>
                </a:lnTo>
                <a:lnTo>
                  <a:pt x="4251157" y="3042562"/>
                </a:lnTo>
                <a:lnTo>
                  <a:pt x="4267199" y="3043215"/>
                </a:lnTo>
                <a:lnTo>
                  <a:pt x="4283242" y="3043849"/>
                </a:lnTo>
                <a:lnTo>
                  <a:pt x="4299284" y="3044464"/>
                </a:lnTo>
                <a:lnTo>
                  <a:pt x="4315326" y="3045062"/>
                </a:lnTo>
                <a:lnTo>
                  <a:pt x="4331368" y="3045642"/>
                </a:lnTo>
                <a:lnTo>
                  <a:pt x="4347410" y="3046204"/>
                </a:lnTo>
                <a:lnTo>
                  <a:pt x="4363452" y="3046751"/>
                </a:lnTo>
                <a:lnTo>
                  <a:pt x="4379494" y="3047281"/>
                </a:lnTo>
                <a:lnTo>
                  <a:pt x="4395536" y="3047796"/>
                </a:lnTo>
                <a:lnTo>
                  <a:pt x="4411578" y="3048296"/>
                </a:lnTo>
                <a:lnTo>
                  <a:pt x="4427621" y="3048781"/>
                </a:lnTo>
                <a:lnTo>
                  <a:pt x="4443663" y="3049251"/>
                </a:lnTo>
                <a:lnTo>
                  <a:pt x="4459705" y="3049708"/>
                </a:lnTo>
                <a:lnTo>
                  <a:pt x="4475747" y="3050152"/>
                </a:lnTo>
                <a:lnTo>
                  <a:pt x="4491789" y="3050583"/>
                </a:lnTo>
                <a:lnTo>
                  <a:pt x="4507831" y="3051000"/>
                </a:lnTo>
                <a:lnTo>
                  <a:pt x="4523873" y="3051406"/>
                </a:lnTo>
                <a:lnTo>
                  <a:pt x="4539915" y="3051800"/>
                </a:lnTo>
                <a:lnTo>
                  <a:pt x="4555957" y="3052182"/>
                </a:lnTo>
                <a:lnTo>
                  <a:pt x="4571999" y="3052553"/>
                </a:lnTo>
                <a:lnTo>
                  <a:pt x="4588042" y="3052913"/>
                </a:lnTo>
                <a:lnTo>
                  <a:pt x="4604084" y="3053262"/>
                </a:lnTo>
                <a:lnTo>
                  <a:pt x="4620126" y="3053601"/>
                </a:lnTo>
                <a:lnTo>
                  <a:pt x="4636168" y="3053931"/>
                </a:lnTo>
                <a:lnTo>
                  <a:pt x="4652210" y="3054250"/>
                </a:lnTo>
                <a:lnTo>
                  <a:pt x="4668252" y="3054560"/>
                </a:lnTo>
                <a:lnTo>
                  <a:pt x="4684294" y="3054861"/>
                </a:lnTo>
                <a:lnTo>
                  <a:pt x="4700336" y="3055153"/>
                </a:lnTo>
                <a:lnTo>
                  <a:pt x="4716378" y="3055436"/>
                </a:lnTo>
                <a:lnTo>
                  <a:pt x="4732421" y="3055712"/>
                </a:lnTo>
                <a:lnTo>
                  <a:pt x="4748463" y="3055979"/>
                </a:lnTo>
                <a:lnTo>
                  <a:pt x="4764505" y="3056238"/>
                </a:lnTo>
                <a:lnTo>
                  <a:pt x="4780547" y="3056489"/>
                </a:lnTo>
                <a:lnTo>
                  <a:pt x="4796589" y="3056733"/>
                </a:lnTo>
                <a:lnTo>
                  <a:pt x="4812631" y="3056970"/>
                </a:lnTo>
                <a:lnTo>
                  <a:pt x="4828673" y="3057200"/>
                </a:lnTo>
                <a:lnTo>
                  <a:pt x="4844715" y="3057423"/>
                </a:lnTo>
                <a:lnTo>
                  <a:pt x="4860757" y="3057640"/>
                </a:lnTo>
                <a:lnTo>
                  <a:pt x="4876800" y="3057850"/>
                </a:lnTo>
                <a:lnTo>
                  <a:pt x="4892842" y="3058054"/>
                </a:lnTo>
                <a:lnTo>
                  <a:pt x="4908884" y="3058252"/>
                </a:lnTo>
                <a:lnTo>
                  <a:pt x="4924926" y="3058444"/>
                </a:lnTo>
                <a:lnTo>
                  <a:pt x="4940968" y="3058630"/>
                </a:lnTo>
                <a:lnTo>
                  <a:pt x="4957010" y="3058811"/>
                </a:lnTo>
                <a:lnTo>
                  <a:pt x="4973052" y="3058987"/>
                </a:lnTo>
                <a:lnTo>
                  <a:pt x="4989094" y="3059157"/>
                </a:lnTo>
                <a:lnTo>
                  <a:pt x="5005136" y="3059323"/>
                </a:lnTo>
                <a:lnTo>
                  <a:pt x="5021178" y="3059483"/>
                </a:lnTo>
                <a:lnTo>
                  <a:pt x="5037221" y="3059639"/>
                </a:lnTo>
                <a:lnTo>
                  <a:pt x="5053263" y="3059790"/>
                </a:lnTo>
                <a:lnTo>
                  <a:pt x="5069305" y="3059937"/>
                </a:lnTo>
                <a:lnTo>
                  <a:pt x="5085347" y="3060079"/>
                </a:lnTo>
                <a:lnTo>
                  <a:pt x="5101389" y="3060217"/>
                </a:lnTo>
                <a:lnTo>
                  <a:pt x="5117431" y="3060351"/>
                </a:lnTo>
                <a:lnTo>
                  <a:pt x="5133473" y="3060481"/>
                </a:lnTo>
                <a:lnTo>
                  <a:pt x="5149515" y="3060608"/>
                </a:lnTo>
                <a:lnTo>
                  <a:pt x="5165557" y="3060730"/>
                </a:lnTo>
                <a:lnTo>
                  <a:pt x="5181600" y="3060849"/>
                </a:lnTo>
                <a:lnTo>
                  <a:pt x="5197642" y="3060965"/>
                </a:lnTo>
                <a:lnTo>
                  <a:pt x="5213684" y="3061077"/>
                </a:lnTo>
                <a:lnTo>
                  <a:pt x="5229726" y="3061185"/>
                </a:lnTo>
                <a:lnTo>
                  <a:pt x="5245768" y="3061291"/>
                </a:lnTo>
                <a:lnTo>
                  <a:pt x="5261810" y="3061393"/>
                </a:lnTo>
                <a:lnTo>
                  <a:pt x="5277852" y="3061492"/>
                </a:lnTo>
                <a:lnTo>
                  <a:pt x="5293894" y="3061589"/>
                </a:lnTo>
                <a:lnTo>
                  <a:pt x="5309936" y="3061682"/>
                </a:lnTo>
                <a:lnTo>
                  <a:pt x="5325978" y="3061773"/>
                </a:lnTo>
                <a:lnTo>
                  <a:pt x="5342021" y="3061861"/>
                </a:lnTo>
                <a:lnTo>
                  <a:pt x="5358063" y="3061947"/>
                </a:lnTo>
                <a:lnTo>
                  <a:pt x="5374105" y="3062029"/>
                </a:lnTo>
                <a:lnTo>
                  <a:pt x="5390147" y="3062110"/>
                </a:lnTo>
                <a:lnTo>
                  <a:pt x="5406189" y="3062188"/>
                </a:lnTo>
                <a:lnTo>
                  <a:pt x="5422231" y="3062264"/>
                </a:lnTo>
                <a:lnTo>
                  <a:pt x="5438273" y="3062337"/>
                </a:lnTo>
                <a:lnTo>
                  <a:pt x="5454315" y="3062409"/>
                </a:lnTo>
                <a:lnTo>
                  <a:pt x="5470357" y="3062478"/>
                </a:lnTo>
                <a:lnTo>
                  <a:pt x="5486400" y="3062545"/>
                </a:lnTo>
                <a:lnTo>
                  <a:pt x="5502442" y="3062611"/>
                </a:lnTo>
                <a:lnTo>
                  <a:pt x="5518484" y="3062674"/>
                </a:lnTo>
                <a:lnTo>
                  <a:pt x="5534526" y="3062735"/>
                </a:lnTo>
                <a:lnTo>
                  <a:pt x="5550568" y="3062795"/>
                </a:lnTo>
                <a:lnTo>
                  <a:pt x="5566610" y="3062853"/>
                </a:lnTo>
                <a:lnTo>
                  <a:pt x="5582652" y="3062909"/>
                </a:lnTo>
                <a:lnTo>
                  <a:pt x="5598694" y="3062963"/>
                </a:lnTo>
                <a:lnTo>
                  <a:pt x="5614736" y="3063016"/>
                </a:lnTo>
                <a:lnTo>
                  <a:pt x="5630778" y="3063067"/>
                </a:lnTo>
                <a:lnTo>
                  <a:pt x="5646821" y="3063117"/>
                </a:lnTo>
                <a:lnTo>
                  <a:pt x="5662863" y="3063166"/>
                </a:lnTo>
                <a:lnTo>
                  <a:pt x="5678905" y="3063212"/>
                </a:lnTo>
                <a:lnTo>
                  <a:pt x="5694947" y="3063258"/>
                </a:lnTo>
                <a:lnTo>
                  <a:pt x="5710989" y="3063302"/>
                </a:lnTo>
                <a:lnTo>
                  <a:pt x="5727031" y="3063345"/>
                </a:lnTo>
                <a:lnTo>
                  <a:pt x="5743073" y="3063386"/>
                </a:lnTo>
                <a:lnTo>
                  <a:pt x="5759115" y="3063427"/>
                </a:lnTo>
                <a:lnTo>
                  <a:pt x="5775157" y="3063466"/>
                </a:lnTo>
                <a:lnTo>
                  <a:pt x="5791199" y="3063504"/>
                </a:lnTo>
                <a:lnTo>
                  <a:pt x="5807242" y="3063541"/>
                </a:lnTo>
                <a:lnTo>
                  <a:pt x="5823284" y="3063577"/>
                </a:lnTo>
                <a:lnTo>
                  <a:pt x="5839326" y="3063611"/>
                </a:lnTo>
                <a:lnTo>
                  <a:pt x="5855368" y="3063645"/>
                </a:lnTo>
                <a:lnTo>
                  <a:pt x="5871410" y="3063678"/>
                </a:lnTo>
                <a:lnTo>
                  <a:pt x="5887452" y="3063709"/>
                </a:lnTo>
                <a:lnTo>
                  <a:pt x="5903494" y="3063740"/>
                </a:lnTo>
                <a:lnTo>
                  <a:pt x="5919536" y="3063770"/>
                </a:lnTo>
                <a:lnTo>
                  <a:pt x="5935578" y="3063799"/>
                </a:lnTo>
                <a:lnTo>
                  <a:pt x="5951621" y="3063827"/>
                </a:lnTo>
                <a:lnTo>
                  <a:pt x="5967663" y="3063854"/>
                </a:lnTo>
                <a:lnTo>
                  <a:pt x="5983705" y="3063881"/>
                </a:lnTo>
                <a:lnTo>
                  <a:pt x="5999747" y="3063907"/>
                </a:lnTo>
                <a:lnTo>
                  <a:pt x="6015789" y="3063932"/>
                </a:lnTo>
                <a:lnTo>
                  <a:pt x="6031831" y="3063956"/>
                </a:lnTo>
                <a:lnTo>
                  <a:pt x="6047873" y="3063979"/>
                </a:lnTo>
                <a:lnTo>
                  <a:pt x="6063915" y="3064002"/>
                </a:lnTo>
                <a:lnTo>
                  <a:pt x="6079957" y="3064024"/>
                </a:lnTo>
                <a:lnTo>
                  <a:pt x="6095999" y="3064046"/>
                </a:lnTo>
                <a:lnTo>
                  <a:pt x="6112042" y="3064066"/>
                </a:lnTo>
                <a:lnTo>
                  <a:pt x="6128084" y="3064087"/>
                </a:lnTo>
                <a:lnTo>
                  <a:pt x="6144126" y="3064106"/>
                </a:lnTo>
                <a:lnTo>
                  <a:pt x="6160168" y="3064125"/>
                </a:lnTo>
                <a:lnTo>
                  <a:pt x="6176210" y="3064144"/>
                </a:lnTo>
                <a:lnTo>
                  <a:pt x="6192252" y="3064162"/>
                </a:lnTo>
                <a:lnTo>
                  <a:pt x="6208294" y="3064179"/>
                </a:lnTo>
                <a:lnTo>
                  <a:pt x="6224336" y="3064196"/>
                </a:lnTo>
                <a:lnTo>
                  <a:pt x="6240378" y="3064212"/>
                </a:lnTo>
                <a:lnTo>
                  <a:pt x="6256421" y="3064228"/>
                </a:lnTo>
                <a:lnTo>
                  <a:pt x="6272463" y="3064244"/>
                </a:lnTo>
                <a:lnTo>
                  <a:pt x="6288505" y="3064258"/>
                </a:lnTo>
                <a:lnTo>
                  <a:pt x="6304547" y="3064273"/>
                </a:lnTo>
                <a:lnTo>
                  <a:pt x="6320589" y="3064287"/>
                </a:lnTo>
                <a:lnTo>
                  <a:pt x="6336631" y="3064301"/>
                </a:lnTo>
                <a:lnTo>
                  <a:pt x="6352673" y="3064314"/>
                </a:lnTo>
                <a:lnTo>
                  <a:pt x="6368715" y="3064327"/>
                </a:lnTo>
                <a:lnTo>
                  <a:pt x="6384757" y="3064339"/>
                </a:lnTo>
                <a:lnTo>
                  <a:pt x="6400800" y="3064351"/>
                </a:lnTo>
                <a:lnTo>
                  <a:pt x="6400800" y="3064749"/>
                </a:lnTo>
                <a:lnTo>
                  <a:pt x="6384757" y="3064749"/>
                </a:lnTo>
                <a:lnTo>
                  <a:pt x="6368715" y="3064749"/>
                </a:lnTo>
                <a:lnTo>
                  <a:pt x="6352673" y="3064749"/>
                </a:lnTo>
                <a:lnTo>
                  <a:pt x="6336631" y="3064749"/>
                </a:lnTo>
                <a:lnTo>
                  <a:pt x="6320589" y="3064749"/>
                </a:lnTo>
                <a:lnTo>
                  <a:pt x="6304547" y="3064749"/>
                </a:lnTo>
                <a:lnTo>
                  <a:pt x="6288505" y="3064749"/>
                </a:lnTo>
                <a:lnTo>
                  <a:pt x="6272463" y="3064749"/>
                </a:lnTo>
                <a:lnTo>
                  <a:pt x="6256421" y="3064749"/>
                </a:lnTo>
                <a:lnTo>
                  <a:pt x="6240378" y="3064749"/>
                </a:lnTo>
                <a:lnTo>
                  <a:pt x="6224336" y="3064749"/>
                </a:lnTo>
                <a:lnTo>
                  <a:pt x="6208294" y="3064749"/>
                </a:lnTo>
                <a:lnTo>
                  <a:pt x="6192252" y="3064749"/>
                </a:lnTo>
                <a:lnTo>
                  <a:pt x="6176210" y="3064749"/>
                </a:lnTo>
                <a:lnTo>
                  <a:pt x="6160168" y="3064749"/>
                </a:lnTo>
                <a:lnTo>
                  <a:pt x="6144126" y="3064749"/>
                </a:lnTo>
                <a:lnTo>
                  <a:pt x="6128084" y="3064749"/>
                </a:lnTo>
                <a:lnTo>
                  <a:pt x="6112042" y="3064749"/>
                </a:lnTo>
                <a:lnTo>
                  <a:pt x="6095999" y="3064749"/>
                </a:lnTo>
                <a:lnTo>
                  <a:pt x="6079957" y="3064749"/>
                </a:lnTo>
                <a:lnTo>
                  <a:pt x="6063915" y="3064749"/>
                </a:lnTo>
                <a:lnTo>
                  <a:pt x="6047873" y="3064749"/>
                </a:lnTo>
                <a:lnTo>
                  <a:pt x="6031831" y="3064749"/>
                </a:lnTo>
                <a:lnTo>
                  <a:pt x="6015789" y="3064749"/>
                </a:lnTo>
                <a:lnTo>
                  <a:pt x="5999747" y="3064749"/>
                </a:lnTo>
                <a:lnTo>
                  <a:pt x="5983705" y="3064749"/>
                </a:lnTo>
                <a:lnTo>
                  <a:pt x="5967663" y="3064749"/>
                </a:lnTo>
                <a:lnTo>
                  <a:pt x="5951621" y="3064749"/>
                </a:lnTo>
                <a:lnTo>
                  <a:pt x="5935578" y="3064749"/>
                </a:lnTo>
                <a:lnTo>
                  <a:pt x="5919536" y="3064749"/>
                </a:lnTo>
                <a:lnTo>
                  <a:pt x="5903494" y="3064749"/>
                </a:lnTo>
                <a:lnTo>
                  <a:pt x="5887452" y="3064749"/>
                </a:lnTo>
                <a:lnTo>
                  <a:pt x="5871410" y="3064749"/>
                </a:lnTo>
                <a:lnTo>
                  <a:pt x="5855368" y="3064749"/>
                </a:lnTo>
                <a:lnTo>
                  <a:pt x="5839326" y="3064749"/>
                </a:lnTo>
                <a:lnTo>
                  <a:pt x="5823284" y="3064749"/>
                </a:lnTo>
                <a:lnTo>
                  <a:pt x="5807242" y="3064749"/>
                </a:lnTo>
                <a:lnTo>
                  <a:pt x="5791199" y="3064749"/>
                </a:lnTo>
                <a:lnTo>
                  <a:pt x="5775157" y="3064749"/>
                </a:lnTo>
                <a:lnTo>
                  <a:pt x="5759115" y="3064749"/>
                </a:lnTo>
                <a:lnTo>
                  <a:pt x="5743073" y="3064749"/>
                </a:lnTo>
                <a:lnTo>
                  <a:pt x="5727031" y="3064749"/>
                </a:lnTo>
                <a:lnTo>
                  <a:pt x="5710989" y="3064749"/>
                </a:lnTo>
                <a:lnTo>
                  <a:pt x="5694947" y="3064749"/>
                </a:lnTo>
                <a:lnTo>
                  <a:pt x="5678905" y="3064749"/>
                </a:lnTo>
                <a:lnTo>
                  <a:pt x="5662863" y="3064749"/>
                </a:lnTo>
                <a:lnTo>
                  <a:pt x="5646821" y="3064749"/>
                </a:lnTo>
                <a:lnTo>
                  <a:pt x="5630778" y="3064749"/>
                </a:lnTo>
                <a:lnTo>
                  <a:pt x="5614736" y="3064749"/>
                </a:lnTo>
                <a:lnTo>
                  <a:pt x="5598694" y="3064749"/>
                </a:lnTo>
                <a:lnTo>
                  <a:pt x="5582652" y="3064749"/>
                </a:lnTo>
                <a:lnTo>
                  <a:pt x="5566610" y="3064749"/>
                </a:lnTo>
                <a:lnTo>
                  <a:pt x="5550568" y="3064749"/>
                </a:lnTo>
                <a:lnTo>
                  <a:pt x="5534526" y="3064749"/>
                </a:lnTo>
                <a:lnTo>
                  <a:pt x="5518484" y="3064749"/>
                </a:lnTo>
                <a:lnTo>
                  <a:pt x="5502442" y="3064749"/>
                </a:lnTo>
                <a:lnTo>
                  <a:pt x="5486400" y="3064749"/>
                </a:lnTo>
                <a:lnTo>
                  <a:pt x="5470357" y="3064749"/>
                </a:lnTo>
                <a:lnTo>
                  <a:pt x="5454315" y="3064749"/>
                </a:lnTo>
                <a:lnTo>
                  <a:pt x="5438273" y="3064749"/>
                </a:lnTo>
                <a:lnTo>
                  <a:pt x="5422231" y="3064749"/>
                </a:lnTo>
                <a:lnTo>
                  <a:pt x="5406189" y="3064749"/>
                </a:lnTo>
                <a:lnTo>
                  <a:pt x="5390147" y="3064749"/>
                </a:lnTo>
                <a:lnTo>
                  <a:pt x="5374105" y="3064749"/>
                </a:lnTo>
                <a:lnTo>
                  <a:pt x="5358063" y="3064749"/>
                </a:lnTo>
                <a:lnTo>
                  <a:pt x="5342021" y="3064749"/>
                </a:lnTo>
                <a:lnTo>
                  <a:pt x="5325978" y="3064749"/>
                </a:lnTo>
                <a:lnTo>
                  <a:pt x="5309936" y="3064749"/>
                </a:lnTo>
                <a:lnTo>
                  <a:pt x="5293894" y="3064749"/>
                </a:lnTo>
                <a:lnTo>
                  <a:pt x="5277852" y="3064749"/>
                </a:lnTo>
                <a:lnTo>
                  <a:pt x="5261810" y="3064749"/>
                </a:lnTo>
                <a:lnTo>
                  <a:pt x="5245768" y="3064749"/>
                </a:lnTo>
                <a:lnTo>
                  <a:pt x="5229726" y="3064749"/>
                </a:lnTo>
                <a:lnTo>
                  <a:pt x="5213684" y="3064749"/>
                </a:lnTo>
                <a:lnTo>
                  <a:pt x="5197642" y="3064749"/>
                </a:lnTo>
                <a:lnTo>
                  <a:pt x="5181600" y="3064749"/>
                </a:lnTo>
                <a:lnTo>
                  <a:pt x="5165557" y="3064749"/>
                </a:lnTo>
                <a:lnTo>
                  <a:pt x="5149515" y="3064749"/>
                </a:lnTo>
                <a:lnTo>
                  <a:pt x="5133473" y="3064749"/>
                </a:lnTo>
                <a:lnTo>
                  <a:pt x="5117431" y="3064749"/>
                </a:lnTo>
                <a:lnTo>
                  <a:pt x="5101389" y="3064749"/>
                </a:lnTo>
                <a:lnTo>
                  <a:pt x="5085347" y="3064749"/>
                </a:lnTo>
                <a:lnTo>
                  <a:pt x="5069305" y="3064749"/>
                </a:lnTo>
                <a:lnTo>
                  <a:pt x="5053263" y="3064749"/>
                </a:lnTo>
                <a:lnTo>
                  <a:pt x="5037221" y="3064749"/>
                </a:lnTo>
                <a:lnTo>
                  <a:pt x="5021178" y="3064749"/>
                </a:lnTo>
                <a:lnTo>
                  <a:pt x="5005136" y="3064749"/>
                </a:lnTo>
                <a:lnTo>
                  <a:pt x="4989094" y="3064749"/>
                </a:lnTo>
                <a:lnTo>
                  <a:pt x="4973052" y="3064749"/>
                </a:lnTo>
                <a:lnTo>
                  <a:pt x="4957010" y="3064749"/>
                </a:lnTo>
                <a:lnTo>
                  <a:pt x="4940968" y="3064749"/>
                </a:lnTo>
                <a:lnTo>
                  <a:pt x="4924926" y="3064749"/>
                </a:lnTo>
                <a:lnTo>
                  <a:pt x="4908884" y="3064749"/>
                </a:lnTo>
                <a:lnTo>
                  <a:pt x="4892842" y="3064749"/>
                </a:lnTo>
                <a:lnTo>
                  <a:pt x="4876800" y="3064749"/>
                </a:lnTo>
                <a:lnTo>
                  <a:pt x="4860757" y="3064749"/>
                </a:lnTo>
                <a:lnTo>
                  <a:pt x="4844715" y="3064749"/>
                </a:lnTo>
                <a:lnTo>
                  <a:pt x="4828673" y="3064749"/>
                </a:lnTo>
                <a:lnTo>
                  <a:pt x="4812631" y="3064749"/>
                </a:lnTo>
                <a:lnTo>
                  <a:pt x="4796589" y="3064749"/>
                </a:lnTo>
                <a:lnTo>
                  <a:pt x="4780547" y="3064749"/>
                </a:lnTo>
                <a:lnTo>
                  <a:pt x="4764505" y="3064749"/>
                </a:lnTo>
                <a:lnTo>
                  <a:pt x="4748463" y="3064749"/>
                </a:lnTo>
                <a:lnTo>
                  <a:pt x="4732421" y="3064749"/>
                </a:lnTo>
                <a:lnTo>
                  <a:pt x="4716378" y="3064749"/>
                </a:lnTo>
                <a:lnTo>
                  <a:pt x="4700336" y="3064749"/>
                </a:lnTo>
                <a:lnTo>
                  <a:pt x="4684294" y="3064749"/>
                </a:lnTo>
                <a:lnTo>
                  <a:pt x="4668252" y="3064749"/>
                </a:lnTo>
                <a:lnTo>
                  <a:pt x="4652210" y="3064749"/>
                </a:lnTo>
                <a:lnTo>
                  <a:pt x="4636168" y="3064749"/>
                </a:lnTo>
                <a:lnTo>
                  <a:pt x="4620126" y="3064749"/>
                </a:lnTo>
                <a:lnTo>
                  <a:pt x="4604084" y="3064749"/>
                </a:lnTo>
                <a:lnTo>
                  <a:pt x="4588042" y="3064749"/>
                </a:lnTo>
                <a:lnTo>
                  <a:pt x="4571999" y="3064749"/>
                </a:lnTo>
                <a:lnTo>
                  <a:pt x="4555957" y="3064749"/>
                </a:lnTo>
                <a:lnTo>
                  <a:pt x="4539915" y="3064749"/>
                </a:lnTo>
                <a:lnTo>
                  <a:pt x="4523873" y="3064749"/>
                </a:lnTo>
                <a:lnTo>
                  <a:pt x="4507831" y="3064749"/>
                </a:lnTo>
                <a:lnTo>
                  <a:pt x="4491789" y="3064749"/>
                </a:lnTo>
                <a:lnTo>
                  <a:pt x="4475747" y="3064749"/>
                </a:lnTo>
                <a:lnTo>
                  <a:pt x="4459705" y="3064749"/>
                </a:lnTo>
                <a:lnTo>
                  <a:pt x="4443663" y="3064749"/>
                </a:lnTo>
                <a:lnTo>
                  <a:pt x="4427621" y="3064749"/>
                </a:lnTo>
                <a:lnTo>
                  <a:pt x="4411578" y="3064749"/>
                </a:lnTo>
                <a:lnTo>
                  <a:pt x="4395536" y="3064749"/>
                </a:lnTo>
                <a:lnTo>
                  <a:pt x="4379494" y="3064749"/>
                </a:lnTo>
                <a:lnTo>
                  <a:pt x="4363452" y="3064749"/>
                </a:lnTo>
                <a:lnTo>
                  <a:pt x="4347410" y="3064749"/>
                </a:lnTo>
                <a:lnTo>
                  <a:pt x="4331368" y="3064749"/>
                </a:lnTo>
                <a:lnTo>
                  <a:pt x="4315326" y="3064749"/>
                </a:lnTo>
                <a:lnTo>
                  <a:pt x="4299284" y="3064749"/>
                </a:lnTo>
                <a:lnTo>
                  <a:pt x="4283242" y="3064749"/>
                </a:lnTo>
                <a:lnTo>
                  <a:pt x="4267199" y="3064749"/>
                </a:lnTo>
                <a:lnTo>
                  <a:pt x="4251157" y="3064749"/>
                </a:lnTo>
                <a:lnTo>
                  <a:pt x="4235115" y="3064749"/>
                </a:lnTo>
                <a:lnTo>
                  <a:pt x="4219073" y="3064749"/>
                </a:lnTo>
                <a:lnTo>
                  <a:pt x="4203031" y="3064749"/>
                </a:lnTo>
                <a:lnTo>
                  <a:pt x="4186989" y="3064749"/>
                </a:lnTo>
                <a:lnTo>
                  <a:pt x="4170947" y="3064749"/>
                </a:lnTo>
                <a:lnTo>
                  <a:pt x="4154905" y="3064749"/>
                </a:lnTo>
                <a:lnTo>
                  <a:pt x="4138863" y="3064749"/>
                </a:lnTo>
                <a:lnTo>
                  <a:pt x="4122821" y="3064749"/>
                </a:lnTo>
                <a:lnTo>
                  <a:pt x="4106778" y="3064749"/>
                </a:lnTo>
                <a:lnTo>
                  <a:pt x="4090736" y="3064749"/>
                </a:lnTo>
                <a:lnTo>
                  <a:pt x="4074694" y="3064749"/>
                </a:lnTo>
                <a:lnTo>
                  <a:pt x="4058652" y="3064749"/>
                </a:lnTo>
                <a:lnTo>
                  <a:pt x="4042610" y="3064749"/>
                </a:lnTo>
                <a:lnTo>
                  <a:pt x="4026568" y="3064749"/>
                </a:lnTo>
                <a:lnTo>
                  <a:pt x="4010526" y="3064749"/>
                </a:lnTo>
                <a:lnTo>
                  <a:pt x="3994484" y="3064749"/>
                </a:lnTo>
                <a:lnTo>
                  <a:pt x="3978442" y="3064749"/>
                </a:lnTo>
                <a:lnTo>
                  <a:pt x="3962400" y="3064749"/>
                </a:lnTo>
                <a:lnTo>
                  <a:pt x="3946357" y="3064749"/>
                </a:lnTo>
                <a:lnTo>
                  <a:pt x="3930315" y="3064749"/>
                </a:lnTo>
                <a:lnTo>
                  <a:pt x="3914273" y="3064749"/>
                </a:lnTo>
                <a:lnTo>
                  <a:pt x="3898231" y="3064749"/>
                </a:lnTo>
                <a:lnTo>
                  <a:pt x="3882189" y="3064749"/>
                </a:lnTo>
                <a:lnTo>
                  <a:pt x="3866147" y="3064749"/>
                </a:lnTo>
                <a:lnTo>
                  <a:pt x="3850105" y="3064749"/>
                </a:lnTo>
                <a:lnTo>
                  <a:pt x="3834063" y="3064749"/>
                </a:lnTo>
                <a:lnTo>
                  <a:pt x="3818021" y="3064749"/>
                </a:lnTo>
                <a:lnTo>
                  <a:pt x="3801978" y="3064749"/>
                </a:lnTo>
                <a:lnTo>
                  <a:pt x="3785936" y="3064749"/>
                </a:lnTo>
                <a:lnTo>
                  <a:pt x="3769894" y="3064749"/>
                </a:lnTo>
                <a:lnTo>
                  <a:pt x="3753852" y="3064749"/>
                </a:lnTo>
                <a:lnTo>
                  <a:pt x="3737810" y="3064749"/>
                </a:lnTo>
                <a:lnTo>
                  <a:pt x="3721768" y="3064749"/>
                </a:lnTo>
                <a:lnTo>
                  <a:pt x="3705726" y="3064749"/>
                </a:lnTo>
                <a:lnTo>
                  <a:pt x="3689684" y="3064749"/>
                </a:lnTo>
                <a:lnTo>
                  <a:pt x="3673642" y="3064749"/>
                </a:lnTo>
                <a:lnTo>
                  <a:pt x="3657600" y="3064749"/>
                </a:lnTo>
                <a:lnTo>
                  <a:pt x="3641557" y="3064749"/>
                </a:lnTo>
                <a:lnTo>
                  <a:pt x="3625515" y="3064749"/>
                </a:lnTo>
                <a:lnTo>
                  <a:pt x="3609473" y="3064749"/>
                </a:lnTo>
                <a:lnTo>
                  <a:pt x="3593431" y="3064749"/>
                </a:lnTo>
                <a:lnTo>
                  <a:pt x="3577389" y="3064749"/>
                </a:lnTo>
                <a:lnTo>
                  <a:pt x="3561347" y="3064749"/>
                </a:lnTo>
                <a:lnTo>
                  <a:pt x="3545305" y="3064749"/>
                </a:lnTo>
                <a:lnTo>
                  <a:pt x="3529263" y="3064749"/>
                </a:lnTo>
                <a:lnTo>
                  <a:pt x="3513221" y="3064749"/>
                </a:lnTo>
                <a:lnTo>
                  <a:pt x="3497178" y="3064749"/>
                </a:lnTo>
                <a:lnTo>
                  <a:pt x="3481136" y="3064749"/>
                </a:lnTo>
                <a:lnTo>
                  <a:pt x="3465094" y="3064749"/>
                </a:lnTo>
                <a:lnTo>
                  <a:pt x="3449052" y="3064749"/>
                </a:lnTo>
                <a:lnTo>
                  <a:pt x="3433010" y="3064749"/>
                </a:lnTo>
                <a:lnTo>
                  <a:pt x="3416968" y="3064749"/>
                </a:lnTo>
                <a:lnTo>
                  <a:pt x="3400926" y="3064749"/>
                </a:lnTo>
                <a:lnTo>
                  <a:pt x="3384884" y="3064749"/>
                </a:lnTo>
                <a:lnTo>
                  <a:pt x="3368842" y="3064749"/>
                </a:lnTo>
                <a:lnTo>
                  <a:pt x="3352799" y="3064749"/>
                </a:lnTo>
                <a:lnTo>
                  <a:pt x="3336757" y="3064749"/>
                </a:lnTo>
                <a:lnTo>
                  <a:pt x="3320715" y="3064749"/>
                </a:lnTo>
                <a:lnTo>
                  <a:pt x="3304673" y="3064749"/>
                </a:lnTo>
                <a:lnTo>
                  <a:pt x="3288631" y="3064749"/>
                </a:lnTo>
                <a:lnTo>
                  <a:pt x="3272589" y="3064749"/>
                </a:lnTo>
                <a:lnTo>
                  <a:pt x="3256547" y="3064749"/>
                </a:lnTo>
                <a:lnTo>
                  <a:pt x="3240505" y="3064749"/>
                </a:lnTo>
                <a:lnTo>
                  <a:pt x="3224463" y="3064749"/>
                </a:lnTo>
                <a:lnTo>
                  <a:pt x="3208421" y="3064749"/>
                </a:lnTo>
                <a:lnTo>
                  <a:pt x="3192378" y="3064749"/>
                </a:lnTo>
                <a:lnTo>
                  <a:pt x="3176336" y="3064749"/>
                </a:lnTo>
                <a:lnTo>
                  <a:pt x="3160294" y="3064749"/>
                </a:lnTo>
                <a:lnTo>
                  <a:pt x="3144252" y="3064749"/>
                </a:lnTo>
                <a:lnTo>
                  <a:pt x="3128210" y="3064749"/>
                </a:lnTo>
                <a:lnTo>
                  <a:pt x="3112168" y="3064749"/>
                </a:lnTo>
                <a:lnTo>
                  <a:pt x="3096126" y="3064749"/>
                </a:lnTo>
                <a:lnTo>
                  <a:pt x="3080084" y="3064749"/>
                </a:lnTo>
                <a:lnTo>
                  <a:pt x="3064042" y="3064749"/>
                </a:lnTo>
                <a:lnTo>
                  <a:pt x="3047999" y="3064749"/>
                </a:lnTo>
                <a:lnTo>
                  <a:pt x="3031957" y="3064749"/>
                </a:lnTo>
                <a:lnTo>
                  <a:pt x="3015915" y="3064749"/>
                </a:lnTo>
                <a:lnTo>
                  <a:pt x="2999873" y="3064749"/>
                </a:lnTo>
                <a:lnTo>
                  <a:pt x="2983831" y="3064749"/>
                </a:lnTo>
                <a:lnTo>
                  <a:pt x="2967789" y="3064749"/>
                </a:lnTo>
                <a:lnTo>
                  <a:pt x="2951747" y="3064749"/>
                </a:lnTo>
                <a:lnTo>
                  <a:pt x="2935705" y="3064749"/>
                </a:lnTo>
                <a:lnTo>
                  <a:pt x="2919663" y="3064749"/>
                </a:lnTo>
                <a:lnTo>
                  <a:pt x="2903621" y="3064749"/>
                </a:lnTo>
                <a:lnTo>
                  <a:pt x="2887578" y="3064749"/>
                </a:lnTo>
                <a:lnTo>
                  <a:pt x="2871536" y="3064749"/>
                </a:lnTo>
                <a:lnTo>
                  <a:pt x="2855494" y="3064749"/>
                </a:lnTo>
                <a:lnTo>
                  <a:pt x="2839452" y="3064749"/>
                </a:lnTo>
                <a:lnTo>
                  <a:pt x="2823410" y="3064749"/>
                </a:lnTo>
                <a:lnTo>
                  <a:pt x="2807368" y="3064749"/>
                </a:lnTo>
                <a:lnTo>
                  <a:pt x="2791326" y="3064749"/>
                </a:lnTo>
                <a:lnTo>
                  <a:pt x="2775284" y="3064749"/>
                </a:lnTo>
                <a:lnTo>
                  <a:pt x="2759242" y="3064749"/>
                </a:lnTo>
                <a:lnTo>
                  <a:pt x="2743200" y="3064749"/>
                </a:lnTo>
                <a:lnTo>
                  <a:pt x="2727157" y="3064749"/>
                </a:lnTo>
                <a:lnTo>
                  <a:pt x="2711115" y="3064749"/>
                </a:lnTo>
                <a:lnTo>
                  <a:pt x="2695073" y="3064749"/>
                </a:lnTo>
                <a:lnTo>
                  <a:pt x="2679031" y="3064749"/>
                </a:lnTo>
                <a:lnTo>
                  <a:pt x="2662989" y="3064749"/>
                </a:lnTo>
                <a:lnTo>
                  <a:pt x="2646947" y="3064749"/>
                </a:lnTo>
                <a:lnTo>
                  <a:pt x="2630905" y="3064749"/>
                </a:lnTo>
                <a:lnTo>
                  <a:pt x="2614863" y="3064749"/>
                </a:lnTo>
                <a:lnTo>
                  <a:pt x="2598821" y="3064749"/>
                </a:lnTo>
                <a:lnTo>
                  <a:pt x="2582778" y="3064749"/>
                </a:lnTo>
                <a:lnTo>
                  <a:pt x="2566736" y="3064749"/>
                </a:lnTo>
                <a:lnTo>
                  <a:pt x="2550694" y="3064749"/>
                </a:lnTo>
                <a:lnTo>
                  <a:pt x="2534652" y="3064749"/>
                </a:lnTo>
                <a:lnTo>
                  <a:pt x="2518610" y="3064749"/>
                </a:lnTo>
                <a:lnTo>
                  <a:pt x="2502568" y="3064749"/>
                </a:lnTo>
                <a:lnTo>
                  <a:pt x="2486526" y="3064749"/>
                </a:lnTo>
                <a:lnTo>
                  <a:pt x="2470484" y="3064749"/>
                </a:lnTo>
                <a:lnTo>
                  <a:pt x="2454442" y="3064749"/>
                </a:lnTo>
                <a:lnTo>
                  <a:pt x="2438400" y="3064749"/>
                </a:lnTo>
                <a:lnTo>
                  <a:pt x="2422357" y="3064749"/>
                </a:lnTo>
                <a:lnTo>
                  <a:pt x="2406315" y="3064749"/>
                </a:lnTo>
                <a:lnTo>
                  <a:pt x="2390273" y="3064749"/>
                </a:lnTo>
                <a:lnTo>
                  <a:pt x="2374231" y="3064749"/>
                </a:lnTo>
                <a:lnTo>
                  <a:pt x="2358189" y="3064749"/>
                </a:lnTo>
                <a:lnTo>
                  <a:pt x="2342147" y="3064749"/>
                </a:lnTo>
                <a:lnTo>
                  <a:pt x="2326105" y="3064749"/>
                </a:lnTo>
                <a:lnTo>
                  <a:pt x="2310063" y="3064749"/>
                </a:lnTo>
                <a:lnTo>
                  <a:pt x="2294021" y="3064749"/>
                </a:lnTo>
                <a:lnTo>
                  <a:pt x="2277978" y="3064749"/>
                </a:lnTo>
                <a:lnTo>
                  <a:pt x="2261936" y="3064749"/>
                </a:lnTo>
                <a:lnTo>
                  <a:pt x="2245894" y="3064749"/>
                </a:lnTo>
                <a:lnTo>
                  <a:pt x="2229852" y="3064749"/>
                </a:lnTo>
                <a:lnTo>
                  <a:pt x="2213810" y="3064749"/>
                </a:lnTo>
                <a:lnTo>
                  <a:pt x="2197768" y="3064749"/>
                </a:lnTo>
                <a:lnTo>
                  <a:pt x="2181726" y="3064749"/>
                </a:lnTo>
                <a:lnTo>
                  <a:pt x="2165684" y="3064749"/>
                </a:lnTo>
                <a:lnTo>
                  <a:pt x="2149642" y="3064749"/>
                </a:lnTo>
                <a:lnTo>
                  <a:pt x="2133599" y="3064749"/>
                </a:lnTo>
                <a:lnTo>
                  <a:pt x="2117557" y="3064749"/>
                </a:lnTo>
                <a:lnTo>
                  <a:pt x="2101515" y="3064749"/>
                </a:lnTo>
                <a:lnTo>
                  <a:pt x="2085473" y="3064749"/>
                </a:lnTo>
                <a:lnTo>
                  <a:pt x="2069431" y="3064749"/>
                </a:lnTo>
                <a:lnTo>
                  <a:pt x="2053389" y="3064749"/>
                </a:lnTo>
                <a:lnTo>
                  <a:pt x="2037347" y="3064749"/>
                </a:lnTo>
                <a:lnTo>
                  <a:pt x="2021305" y="3064749"/>
                </a:lnTo>
                <a:lnTo>
                  <a:pt x="2005263" y="3064749"/>
                </a:lnTo>
                <a:lnTo>
                  <a:pt x="1989221" y="3064749"/>
                </a:lnTo>
                <a:lnTo>
                  <a:pt x="1973178" y="3064749"/>
                </a:lnTo>
                <a:lnTo>
                  <a:pt x="1957136" y="3064749"/>
                </a:lnTo>
                <a:lnTo>
                  <a:pt x="1941094" y="3064749"/>
                </a:lnTo>
                <a:lnTo>
                  <a:pt x="1925052" y="3064749"/>
                </a:lnTo>
                <a:lnTo>
                  <a:pt x="1909010" y="3064749"/>
                </a:lnTo>
                <a:lnTo>
                  <a:pt x="1892968" y="3064749"/>
                </a:lnTo>
                <a:lnTo>
                  <a:pt x="1876926" y="3064749"/>
                </a:lnTo>
                <a:lnTo>
                  <a:pt x="1860884" y="3064749"/>
                </a:lnTo>
                <a:lnTo>
                  <a:pt x="1844842" y="3064749"/>
                </a:lnTo>
                <a:lnTo>
                  <a:pt x="1828800" y="3064749"/>
                </a:lnTo>
                <a:lnTo>
                  <a:pt x="1812757" y="3064749"/>
                </a:lnTo>
                <a:lnTo>
                  <a:pt x="1796715" y="3064749"/>
                </a:lnTo>
                <a:lnTo>
                  <a:pt x="1780673" y="3064749"/>
                </a:lnTo>
                <a:lnTo>
                  <a:pt x="1764631" y="3064749"/>
                </a:lnTo>
                <a:lnTo>
                  <a:pt x="1748589" y="3064749"/>
                </a:lnTo>
                <a:lnTo>
                  <a:pt x="1732547" y="3064749"/>
                </a:lnTo>
                <a:lnTo>
                  <a:pt x="1716505" y="3064749"/>
                </a:lnTo>
                <a:lnTo>
                  <a:pt x="1700463" y="3064749"/>
                </a:lnTo>
                <a:lnTo>
                  <a:pt x="1684421" y="3064749"/>
                </a:lnTo>
                <a:lnTo>
                  <a:pt x="1668378" y="3064749"/>
                </a:lnTo>
                <a:lnTo>
                  <a:pt x="1652336" y="3064749"/>
                </a:lnTo>
                <a:lnTo>
                  <a:pt x="1636294" y="3064749"/>
                </a:lnTo>
                <a:lnTo>
                  <a:pt x="1620252" y="3064749"/>
                </a:lnTo>
                <a:lnTo>
                  <a:pt x="1604210" y="3064749"/>
                </a:lnTo>
                <a:lnTo>
                  <a:pt x="1588168" y="3064749"/>
                </a:lnTo>
                <a:lnTo>
                  <a:pt x="1572126" y="3064749"/>
                </a:lnTo>
                <a:lnTo>
                  <a:pt x="1556084" y="3064749"/>
                </a:lnTo>
                <a:lnTo>
                  <a:pt x="1540042" y="3064749"/>
                </a:lnTo>
                <a:lnTo>
                  <a:pt x="1524000" y="3064749"/>
                </a:lnTo>
                <a:lnTo>
                  <a:pt x="1507957" y="3064749"/>
                </a:lnTo>
                <a:lnTo>
                  <a:pt x="1491915" y="3064749"/>
                </a:lnTo>
                <a:lnTo>
                  <a:pt x="1475873" y="3064749"/>
                </a:lnTo>
                <a:lnTo>
                  <a:pt x="1459831" y="3064749"/>
                </a:lnTo>
                <a:lnTo>
                  <a:pt x="1443789" y="3064749"/>
                </a:lnTo>
                <a:lnTo>
                  <a:pt x="1427747" y="3064749"/>
                </a:lnTo>
                <a:lnTo>
                  <a:pt x="1411705" y="3064749"/>
                </a:lnTo>
                <a:lnTo>
                  <a:pt x="1395663" y="3064749"/>
                </a:lnTo>
                <a:lnTo>
                  <a:pt x="1379621" y="3064749"/>
                </a:lnTo>
                <a:lnTo>
                  <a:pt x="1363578" y="3064749"/>
                </a:lnTo>
                <a:lnTo>
                  <a:pt x="1347536" y="3064749"/>
                </a:lnTo>
                <a:lnTo>
                  <a:pt x="1331494" y="3064749"/>
                </a:lnTo>
                <a:lnTo>
                  <a:pt x="1315452" y="3064749"/>
                </a:lnTo>
                <a:lnTo>
                  <a:pt x="1299410" y="3064749"/>
                </a:lnTo>
                <a:lnTo>
                  <a:pt x="1283368" y="3064749"/>
                </a:lnTo>
                <a:lnTo>
                  <a:pt x="1267326" y="3064749"/>
                </a:lnTo>
                <a:lnTo>
                  <a:pt x="1251284" y="3064749"/>
                </a:lnTo>
                <a:lnTo>
                  <a:pt x="1235242" y="3064749"/>
                </a:lnTo>
                <a:lnTo>
                  <a:pt x="1219199" y="3064749"/>
                </a:lnTo>
                <a:lnTo>
                  <a:pt x="1203157" y="3064749"/>
                </a:lnTo>
                <a:lnTo>
                  <a:pt x="1187115" y="3064749"/>
                </a:lnTo>
                <a:lnTo>
                  <a:pt x="1171073" y="3064749"/>
                </a:lnTo>
                <a:lnTo>
                  <a:pt x="1155031" y="3064749"/>
                </a:lnTo>
                <a:lnTo>
                  <a:pt x="1138989" y="3064749"/>
                </a:lnTo>
                <a:lnTo>
                  <a:pt x="1122947" y="3064749"/>
                </a:lnTo>
                <a:lnTo>
                  <a:pt x="1106905" y="3064749"/>
                </a:lnTo>
                <a:lnTo>
                  <a:pt x="1090863" y="3064749"/>
                </a:lnTo>
                <a:lnTo>
                  <a:pt x="1074821" y="3064749"/>
                </a:lnTo>
                <a:lnTo>
                  <a:pt x="1058778" y="3064749"/>
                </a:lnTo>
                <a:lnTo>
                  <a:pt x="1042736" y="3064749"/>
                </a:lnTo>
                <a:lnTo>
                  <a:pt x="1026694" y="3064749"/>
                </a:lnTo>
                <a:lnTo>
                  <a:pt x="1010652" y="3064749"/>
                </a:lnTo>
                <a:lnTo>
                  <a:pt x="994610" y="3064749"/>
                </a:lnTo>
                <a:lnTo>
                  <a:pt x="978568" y="3064749"/>
                </a:lnTo>
                <a:lnTo>
                  <a:pt x="962526" y="3064749"/>
                </a:lnTo>
                <a:lnTo>
                  <a:pt x="946484" y="3064749"/>
                </a:lnTo>
                <a:lnTo>
                  <a:pt x="930442" y="3064749"/>
                </a:lnTo>
                <a:lnTo>
                  <a:pt x="914400" y="3064749"/>
                </a:lnTo>
                <a:lnTo>
                  <a:pt x="898357" y="3064749"/>
                </a:lnTo>
                <a:lnTo>
                  <a:pt x="882315" y="3064749"/>
                </a:lnTo>
                <a:lnTo>
                  <a:pt x="866273" y="3064749"/>
                </a:lnTo>
                <a:lnTo>
                  <a:pt x="850231" y="3064749"/>
                </a:lnTo>
                <a:lnTo>
                  <a:pt x="834189" y="3064749"/>
                </a:lnTo>
                <a:lnTo>
                  <a:pt x="818147" y="3064749"/>
                </a:lnTo>
                <a:lnTo>
                  <a:pt x="802105" y="3064749"/>
                </a:lnTo>
                <a:lnTo>
                  <a:pt x="786063" y="3064749"/>
                </a:lnTo>
                <a:lnTo>
                  <a:pt x="770021" y="3064749"/>
                </a:lnTo>
                <a:lnTo>
                  <a:pt x="753978" y="3064749"/>
                </a:lnTo>
                <a:lnTo>
                  <a:pt x="737936" y="3064749"/>
                </a:lnTo>
                <a:lnTo>
                  <a:pt x="721894" y="3064749"/>
                </a:lnTo>
                <a:lnTo>
                  <a:pt x="705852" y="3064749"/>
                </a:lnTo>
                <a:lnTo>
                  <a:pt x="689810" y="3064749"/>
                </a:lnTo>
                <a:lnTo>
                  <a:pt x="673768" y="3064749"/>
                </a:lnTo>
                <a:lnTo>
                  <a:pt x="657726" y="3064749"/>
                </a:lnTo>
                <a:lnTo>
                  <a:pt x="641684" y="3064749"/>
                </a:lnTo>
                <a:lnTo>
                  <a:pt x="625642" y="3064749"/>
                </a:lnTo>
                <a:lnTo>
                  <a:pt x="609599" y="3064749"/>
                </a:lnTo>
                <a:lnTo>
                  <a:pt x="593557" y="3064749"/>
                </a:lnTo>
                <a:lnTo>
                  <a:pt x="577515" y="3064749"/>
                </a:lnTo>
                <a:lnTo>
                  <a:pt x="561473" y="3064749"/>
                </a:lnTo>
                <a:lnTo>
                  <a:pt x="545431" y="3064749"/>
                </a:lnTo>
                <a:lnTo>
                  <a:pt x="529389" y="3064749"/>
                </a:lnTo>
                <a:lnTo>
                  <a:pt x="513347" y="3064749"/>
                </a:lnTo>
                <a:lnTo>
                  <a:pt x="497305" y="3064749"/>
                </a:lnTo>
                <a:lnTo>
                  <a:pt x="481263" y="3064749"/>
                </a:lnTo>
                <a:lnTo>
                  <a:pt x="465221" y="3064749"/>
                </a:lnTo>
                <a:lnTo>
                  <a:pt x="449178" y="3064749"/>
                </a:lnTo>
                <a:lnTo>
                  <a:pt x="433136" y="3064749"/>
                </a:lnTo>
                <a:lnTo>
                  <a:pt x="417094" y="3064749"/>
                </a:lnTo>
                <a:lnTo>
                  <a:pt x="401052" y="3064749"/>
                </a:lnTo>
                <a:lnTo>
                  <a:pt x="385010" y="3064749"/>
                </a:lnTo>
                <a:lnTo>
                  <a:pt x="368968" y="3064749"/>
                </a:lnTo>
                <a:lnTo>
                  <a:pt x="352926" y="3064749"/>
                </a:lnTo>
                <a:lnTo>
                  <a:pt x="336884" y="3064749"/>
                </a:lnTo>
                <a:lnTo>
                  <a:pt x="320842" y="3064749"/>
                </a:lnTo>
                <a:lnTo>
                  <a:pt x="304800" y="3064749"/>
                </a:lnTo>
                <a:lnTo>
                  <a:pt x="288757" y="3064749"/>
                </a:lnTo>
                <a:lnTo>
                  <a:pt x="272715" y="3064749"/>
                </a:lnTo>
                <a:lnTo>
                  <a:pt x="256673" y="3064749"/>
                </a:lnTo>
                <a:lnTo>
                  <a:pt x="240631" y="3064749"/>
                </a:lnTo>
                <a:lnTo>
                  <a:pt x="224589" y="3064749"/>
                </a:lnTo>
                <a:lnTo>
                  <a:pt x="208547" y="3064749"/>
                </a:lnTo>
                <a:lnTo>
                  <a:pt x="192505" y="3064749"/>
                </a:lnTo>
                <a:lnTo>
                  <a:pt x="176463" y="3064749"/>
                </a:lnTo>
                <a:lnTo>
                  <a:pt x="160421" y="3064749"/>
                </a:lnTo>
                <a:lnTo>
                  <a:pt x="144378" y="3064749"/>
                </a:lnTo>
                <a:lnTo>
                  <a:pt x="128336" y="3064749"/>
                </a:lnTo>
                <a:lnTo>
                  <a:pt x="112294" y="3064749"/>
                </a:lnTo>
                <a:lnTo>
                  <a:pt x="96252" y="3064749"/>
                </a:lnTo>
                <a:lnTo>
                  <a:pt x="80210" y="3064749"/>
                </a:lnTo>
                <a:lnTo>
                  <a:pt x="64168" y="3064749"/>
                </a:lnTo>
                <a:lnTo>
                  <a:pt x="48126" y="3064749"/>
                </a:lnTo>
                <a:lnTo>
                  <a:pt x="32084" y="3064749"/>
                </a:lnTo>
                <a:lnTo>
                  <a:pt x="16042" y="3064749"/>
                </a:lnTo>
                <a:lnTo>
                  <a:pt x="0" y="3064749"/>
                </a:lnTo>
                <a:close/>
              </a:path>
            </a:pathLst>
          </a:custGeom>
          <a:solidFill>
            <a:srgbClr val="7FC8F8">
              <a:alpha val="55000"/>
            </a:srgbClr>
          </a:solidFill>
          <a:ln w="10160">
            <a:solidFill>
              <a:srgbClr val="7FC8F8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C2-E18 polygon 34" descr="sci-ppt:o034"/>
          <p:cNvSpPr/>
          <p:nvPr/>
        </p:nvSpPr>
        <p:spPr>
          <a:xfrm>
            <a:off x="914400" y="1642533"/>
            <a:ext cx="6400800" cy="3386269"/>
          </a:xfrm>
          <a:custGeom>
            <a:avLst/>
            <a:gdLst/>
            <a:ahLst/>
            <a:cxnLst/>
            <a:rect l="l" t="t" r="r" b="b"/>
            <a:pathLst>
              <a:path w="6400800" h="3386269">
                <a:moveTo>
                  <a:pt x="0" y="0"/>
                </a:moveTo>
                <a:lnTo>
                  <a:pt x="16042" y="261"/>
                </a:lnTo>
                <a:lnTo>
                  <a:pt x="32084" y="527"/>
                </a:lnTo>
                <a:lnTo>
                  <a:pt x="48126" y="799"/>
                </a:lnTo>
                <a:lnTo>
                  <a:pt x="64168" y="1077"/>
                </a:lnTo>
                <a:lnTo>
                  <a:pt x="80210" y="1362"/>
                </a:lnTo>
                <a:lnTo>
                  <a:pt x="96252" y="1653"/>
                </a:lnTo>
                <a:lnTo>
                  <a:pt x="112294" y="1950"/>
                </a:lnTo>
                <a:lnTo>
                  <a:pt x="128336" y="2255"/>
                </a:lnTo>
                <a:lnTo>
                  <a:pt x="144378" y="2567"/>
                </a:lnTo>
                <a:lnTo>
                  <a:pt x="160421" y="2886"/>
                </a:lnTo>
                <a:lnTo>
                  <a:pt x="176463" y="3214"/>
                </a:lnTo>
                <a:lnTo>
                  <a:pt x="192505" y="3549"/>
                </a:lnTo>
                <a:lnTo>
                  <a:pt x="208547" y="3894"/>
                </a:lnTo>
                <a:lnTo>
                  <a:pt x="224589" y="4246"/>
                </a:lnTo>
                <a:lnTo>
                  <a:pt x="240631" y="4608"/>
                </a:lnTo>
                <a:lnTo>
                  <a:pt x="256673" y="4980"/>
                </a:lnTo>
                <a:lnTo>
                  <a:pt x="272715" y="5361"/>
                </a:lnTo>
                <a:lnTo>
                  <a:pt x="288757" y="5752"/>
                </a:lnTo>
                <a:lnTo>
                  <a:pt x="304800" y="6153"/>
                </a:lnTo>
                <a:lnTo>
                  <a:pt x="320842" y="6566"/>
                </a:lnTo>
                <a:lnTo>
                  <a:pt x="336884" y="6989"/>
                </a:lnTo>
                <a:lnTo>
                  <a:pt x="352926" y="7424"/>
                </a:lnTo>
                <a:lnTo>
                  <a:pt x="368968" y="7870"/>
                </a:lnTo>
                <a:lnTo>
                  <a:pt x="385010" y="8329"/>
                </a:lnTo>
                <a:lnTo>
                  <a:pt x="401052" y="8801"/>
                </a:lnTo>
                <a:lnTo>
                  <a:pt x="417094" y="9285"/>
                </a:lnTo>
                <a:lnTo>
                  <a:pt x="433136" y="9783"/>
                </a:lnTo>
                <a:lnTo>
                  <a:pt x="449178" y="10294"/>
                </a:lnTo>
                <a:lnTo>
                  <a:pt x="465221" y="10819"/>
                </a:lnTo>
                <a:lnTo>
                  <a:pt x="481263" y="11359"/>
                </a:lnTo>
                <a:lnTo>
                  <a:pt x="497305" y="11914"/>
                </a:lnTo>
                <a:lnTo>
                  <a:pt x="513347" y="12484"/>
                </a:lnTo>
                <a:lnTo>
                  <a:pt x="529389" y="13070"/>
                </a:lnTo>
                <a:lnTo>
                  <a:pt x="545431" y="13672"/>
                </a:lnTo>
                <a:lnTo>
                  <a:pt x="561473" y="14291"/>
                </a:lnTo>
                <a:lnTo>
                  <a:pt x="577515" y="14927"/>
                </a:lnTo>
                <a:lnTo>
                  <a:pt x="593557" y="15579"/>
                </a:lnTo>
                <a:lnTo>
                  <a:pt x="609599" y="16250"/>
                </a:lnTo>
                <a:lnTo>
                  <a:pt x="625642" y="16939"/>
                </a:lnTo>
                <a:lnTo>
                  <a:pt x="641684" y="17647"/>
                </a:lnTo>
                <a:lnTo>
                  <a:pt x="657726" y="18374"/>
                </a:lnTo>
                <a:lnTo>
                  <a:pt x="673768" y="19120"/>
                </a:lnTo>
                <a:lnTo>
                  <a:pt x="689810" y="19886"/>
                </a:lnTo>
                <a:lnTo>
                  <a:pt x="705852" y="20672"/>
                </a:lnTo>
                <a:lnTo>
                  <a:pt x="721894" y="21480"/>
                </a:lnTo>
                <a:lnTo>
                  <a:pt x="737936" y="22308"/>
                </a:lnTo>
                <a:lnTo>
                  <a:pt x="753978" y="23158"/>
                </a:lnTo>
                <a:lnTo>
                  <a:pt x="770021" y="24030"/>
                </a:lnTo>
                <a:lnTo>
                  <a:pt x="786063" y="24924"/>
                </a:lnTo>
                <a:lnTo>
                  <a:pt x="802105" y="25841"/>
                </a:lnTo>
                <a:lnTo>
                  <a:pt x="818147" y="26781"/>
                </a:lnTo>
                <a:lnTo>
                  <a:pt x="834189" y="27744"/>
                </a:lnTo>
                <a:lnTo>
                  <a:pt x="850231" y="28732"/>
                </a:lnTo>
                <a:lnTo>
                  <a:pt x="866273" y="29743"/>
                </a:lnTo>
                <a:lnTo>
                  <a:pt x="882315" y="30779"/>
                </a:lnTo>
                <a:lnTo>
                  <a:pt x="898357" y="31840"/>
                </a:lnTo>
                <a:lnTo>
                  <a:pt x="914400" y="32926"/>
                </a:lnTo>
                <a:lnTo>
                  <a:pt x="930442" y="34037"/>
                </a:lnTo>
                <a:lnTo>
                  <a:pt x="946484" y="35175"/>
                </a:lnTo>
                <a:lnTo>
                  <a:pt x="962526" y="36338"/>
                </a:lnTo>
                <a:lnTo>
                  <a:pt x="978568" y="37527"/>
                </a:lnTo>
                <a:lnTo>
                  <a:pt x="994610" y="38743"/>
                </a:lnTo>
                <a:lnTo>
                  <a:pt x="1010652" y="39986"/>
                </a:lnTo>
                <a:lnTo>
                  <a:pt x="1026694" y="41256"/>
                </a:lnTo>
                <a:lnTo>
                  <a:pt x="1042736" y="42552"/>
                </a:lnTo>
                <a:lnTo>
                  <a:pt x="1058778" y="43876"/>
                </a:lnTo>
                <a:lnTo>
                  <a:pt x="1074821" y="45227"/>
                </a:lnTo>
                <a:lnTo>
                  <a:pt x="1090863" y="46606"/>
                </a:lnTo>
                <a:lnTo>
                  <a:pt x="1106905" y="48012"/>
                </a:lnTo>
                <a:lnTo>
                  <a:pt x="1122947" y="49446"/>
                </a:lnTo>
                <a:lnTo>
                  <a:pt x="1138989" y="50907"/>
                </a:lnTo>
                <a:lnTo>
                  <a:pt x="1155031" y="52396"/>
                </a:lnTo>
                <a:lnTo>
                  <a:pt x="1171073" y="53913"/>
                </a:lnTo>
                <a:lnTo>
                  <a:pt x="1187115" y="55457"/>
                </a:lnTo>
                <a:lnTo>
                  <a:pt x="1203157" y="57028"/>
                </a:lnTo>
                <a:lnTo>
                  <a:pt x="1219199" y="58627"/>
                </a:lnTo>
                <a:lnTo>
                  <a:pt x="1235242" y="60253"/>
                </a:lnTo>
                <a:lnTo>
                  <a:pt x="1251284" y="61906"/>
                </a:lnTo>
                <a:lnTo>
                  <a:pt x="1267326" y="63585"/>
                </a:lnTo>
                <a:lnTo>
                  <a:pt x="1283368" y="65291"/>
                </a:lnTo>
                <a:lnTo>
                  <a:pt x="1299410" y="67024"/>
                </a:lnTo>
                <a:lnTo>
                  <a:pt x="1315452" y="68782"/>
                </a:lnTo>
                <a:lnTo>
                  <a:pt x="1331494" y="70566"/>
                </a:lnTo>
                <a:lnTo>
                  <a:pt x="1347536" y="72376"/>
                </a:lnTo>
                <a:lnTo>
                  <a:pt x="1363578" y="74210"/>
                </a:lnTo>
                <a:lnTo>
                  <a:pt x="1379621" y="76069"/>
                </a:lnTo>
                <a:lnTo>
                  <a:pt x="1395663" y="77952"/>
                </a:lnTo>
                <a:lnTo>
                  <a:pt x="1411705" y="79858"/>
                </a:lnTo>
                <a:lnTo>
                  <a:pt x="1427747" y="81787"/>
                </a:lnTo>
                <a:lnTo>
                  <a:pt x="1443789" y="83739"/>
                </a:lnTo>
                <a:lnTo>
                  <a:pt x="1459831" y="85713"/>
                </a:lnTo>
                <a:lnTo>
                  <a:pt x="1475873" y="87708"/>
                </a:lnTo>
                <a:lnTo>
                  <a:pt x="1491915" y="89723"/>
                </a:lnTo>
                <a:lnTo>
                  <a:pt x="1507957" y="91759"/>
                </a:lnTo>
                <a:lnTo>
                  <a:pt x="1524000" y="93814"/>
                </a:lnTo>
                <a:lnTo>
                  <a:pt x="1540042" y="95888"/>
                </a:lnTo>
                <a:lnTo>
                  <a:pt x="1556084" y="97979"/>
                </a:lnTo>
                <a:lnTo>
                  <a:pt x="1572126" y="100088"/>
                </a:lnTo>
                <a:lnTo>
                  <a:pt x="1588168" y="102213"/>
                </a:lnTo>
                <a:lnTo>
                  <a:pt x="1604210" y="104354"/>
                </a:lnTo>
                <a:lnTo>
                  <a:pt x="1620252" y="106509"/>
                </a:lnTo>
                <a:lnTo>
                  <a:pt x="1636294" y="108679"/>
                </a:lnTo>
                <a:lnTo>
                  <a:pt x="1652336" y="110862"/>
                </a:lnTo>
                <a:lnTo>
                  <a:pt x="1668378" y="113057"/>
                </a:lnTo>
                <a:lnTo>
                  <a:pt x="1684421" y="115263"/>
                </a:lnTo>
                <a:lnTo>
                  <a:pt x="1700463" y="117481"/>
                </a:lnTo>
                <a:lnTo>
                  <a:pt x="1716505" y="119708"/>
                </a:lnTo>
                <a:lnTo>
                  <a:pt x="1732547" y="121943"/>
                </a:lnTo>
                <a:lnTo>
                  <a:pt x="1748589" y="124187"/>
                </a:lnTo>
                <a:lnTo>
                  <a:pt x="1764631" y="126438"/>
                </a:lnTo>
                <a:lnTo>
                  <a:pt x="1780673" y="128695"/>
                </a:lnTo>
                <a:lnTo>
                  <a:pt x="1796715" y="130957"/>
                </a:lnTo>
                <a:lnTo>
                  <a:pt x="1812757" y="133224"/>
                </a:lnTo>
                <a:lnTo>
                  <a:pt x="1828800" y="135494"/>
                </a:lnTo>
                <a:lnTo>
                  <a:pt x="1844842" y="137767"/>
                </a:lnTo>
                <a:lnTo>
                  <a:pt x="1860884" y="140041"/>
                </a:lnTo>
                <a:lnTo>
                  <a:pt x="1876926" y="142317"/>
                </a:lnTo>
                <a:lnTo>
                  <a:pt x="1892968" y="144592"/>
                </a:lnTo>
                <a:lnTo>
                  <a:pt x="1909010" y="146867"/>
                </a:lnTo>
                <a:lnTo>
                  <a:pt x="1925052" y="149140"/>
                </a:lnTo>
                <a:lnTo>
                  <a:pt x="1941094" y="151410"/>
                </a:lnTo>
                <a:lnTo>
                  <a:pt x="1957136" y="153677"/>
                </a:lnTo>
                <a:lnTo>
                  <a:pt x="1973178" y="155940"/>
                </a:lnTo>
                <a:lnTo>
                  <a:pt x="1989221" y="158198"/>
                </a:lnTo>
                <a:lnTo>
                  <a:pt x="2005263" y="160450"/>
                </a:lnTo>
                <a:lnTo>
                  <a:pt x="2021305" y="162696"/>
                </a:lnTo>
                <a:lnTo>
                  <a:pt x="2037347" y="164935"/>
                </a:lnTo>
                <a:lnTo>
                  <a:pt x="2053389" y="167165"/>
                </a:lnTo>
                <a:lnTo>
                  <a:pt x="2069431" y="169388"/>
                </a:lnTo>
                <a:lnTo>
                  <a:pt x="2085473" y="171601"/>
                </a:lnTo>
                <a:lnTo>
                  <a:pt x="2101515" y="173804"/>
                </a:lnTo>
                <a:lnTo>
                  <a:pt x="2117557" y="175996"/>
                </a:lnTo>
                <a:lnTo>
                  <a:pt x="2133599" y="178178"/>
                </a:lnTo>
                <a:lnTo>
                  <a:pt x="2149642" y="180348"/>
                </a:lnTo>
                <a:lnTo>
                  <a:pt x="2165684" y="182505"/>
                </a:lnTo>
                <a:lnTo>
                  <a:pt x="2181726" y="184650"/>
                </a:lnTo>
                <a:lnTo>
                  <a:pt x="2197768" y="186781"/>
                </a:lnTo>
                <a:lnTo>
                  <a:pt x="2213810" y="188899"/>
                </a:lnTo>
                <a:lnTo>
                  <a:pt x="2229852" y="191003"/>
                </a:lnTo>
                <a:lnTo>
                  <a:pt x="2245894" y="193091"/>
                </a:lnTo>
                <a:lnTo>
                  <a:pt x="2261936" y="195165"/>
                </a:lnTo>
                <a:lnTo>
                  <a:pt x="2277978" y="197223"/>
                </a:lnTo>
                <a:lnTo>
                  <a:pt x="2294021" y="199266"/>
                </a:lnTo>
                <a:lnTo>
                  <a:pt x="2310063" y="201292"/>
                </a:lnTo>
                <a:lnTo>
                  <a:pt x="2326105" y="203301"/>
                </a:lnTo>
                <a:lnTo>
                  <a:pt x="2342147" y="205294"/>
                </a:lnTo>
                <a:lnTo>
                  <a:pt x="2358189" y="207270"/>
                </a:lnTo>
                <a:lnTo>
                  <a:pt x="2374231" y="209228"/>
                </a:lnTo>
                <a:lnTo>
                  <a:pt x="2390273" y="211169"/>
                </a:lnTo>
                <a:lnTo>
                  <a:pt x="2406315" y="213092"/>
                </a:lnTo>
                <a:lnTo>
                  <a:pt x="2422357" y="214997"/>
                </a:lnTo>
                <a:lnTo>
                  <a:pt x="2438400" y="216884"/>
                </a:lnTo>
                <a:lnTo>
                  <a:pt x="2454442" y="218752"/>
                </a:lnTo>
                <a:lnTo>
                  <a:pt x="2470484" y="220602"/>
                </a:lnTo>
                <a:lnTo>
                  <a:pt x="2486526" y="222434"/>
                </a:lnTo>
                <a:lnTo>
                  <a:pt x="2502568" y="224247"/>
                </a:lnTo>
                <a:lnTo>
                  <a:pt x="2518610" y="226041"/>
                </a:lnTo>
                <a:lnTo>
                  <a:pt x="2534652" y="227816"/>
                </a:lnTo>
                <a:lnTo>
                  <a:pt x="2550694" y="229573"/>
                </a:lnTo>
                <a:lnTo>
                  <a:pt x="2566736" y="231311"/>
                </a:lnTo>
                <a:lnTo>
                  <a:pt x="2582778" y="233029"/>
                </a:lnTo>
                <a:lnTo>
                  <a:pt x="2598821" y="234729"/>
                </a:lnTo>
                <a:lnTo>
                  <a:pt x="2614863" y="236410"/>
                </a:lnTo>
                <a:lnTo>
                  <a:pt x="2630905" y="238073"/>
                </a:lnTo>
                <a:lnTo>
                  <a:pt x="2646947" y="239716"/>
                </a:lnTo>
                <a:lnTo>
                  <a:pt x="2662989" y="241341"/>
                </a:lnTo>
                <a:lnTo>
                  <a:pt x="2679031" y="242947"/>
                </a:lnTo>
                <a:lnTo>
                  <a:pt x="2695073" y="244534"/>
                </a:lnTo>
                <a:lnTo>
                  <a:pt x="2711115" y="246103"/>
                </a:lnTo>
                <a:lnTo>
                  <a:pt x="2727157" y="247653"/>
                </a:lnTo>
                <a:lnTo>
                  <a:pt x="2743200" y="249186"/>
                </a:lnTo>
                <a:lnTo>
                  <a:pt x="2759242" y="250700"/>
                </a:lnTo>
                <a:lnTo>
                  <a:pt x="2775284" y="252195"/>
                </a:lnTo>
                <a:lnTo>
                  <a:pt x="2791326" y="253673"/>
                </a:lnTo>
                <a:lnTo>
                  <a:pt x="2807368" y="255133"/>
                </a:lnTo>
                <a:lnTo>
                  <a:pt x="2823410" y="256575"/>
                </a:lnTo>
                <a:lnTo>
                  <a:pt x="2839452" y="258000"/>
                </a:lnTo>
                <a:lnTo>
                  <a:pt x="2855494" y="259408"/>
                </a:lnTo>
                <a:lnTo>
                  <a:pt x="2871536" y="260798"/>
                </a:lnTo>
                <a:lnTo>
                  <a:pt x="2887578" y="262171"/>
                </a:lnTo>
                <a:lnTo>
                  <a:pt x="2903621" y="263527"/>
                </a:lnTo>
                <a:lnTo>
                  <a:pt x="2919663" y="264866"/>
                </a:lnTo>
                <a:lnTo>
                  <a:pt x="2935705" y="266189"/>
                </a:lnTo>
                <a:lnTo>
                  <a:pt x="2951747" y="267496"/>
                </a:lnTo>
                <a:lnTo>
                  <a:pt x="2967789" y="268786"/>
                </a:lnTo>
                <a:lnTo>
                  <a:pt x="2983831" y="270060"/>
                </a:lnTo>
                <a:lnTo>
                  <a:pt x="2999873" y="271318"/>
                </a:lnTo>
                <a:lnTo>
                  <a:pt x="3015915" y="272561"/>
                </a:lnTo>
                <a:lnTo>
                  <a:pt x="3031957" y="273788"/>
                </a:lnTo>
                <a:lnTo>
                  <a:pt x="3047999" y="275000"/>
                </a:lnTo>
                <a:lnTo>
                  <a:pt x="3064042" y="276197"/>
                </a:lnTo>
                <a:lnTo>
                  <a:pt x="3080084" y="277379"/>
                </a:lnTo>
                <a:lnTo>
                  <a:pt x="3096126" y="278547"/>
                </a:lnTo>
                <a:lnTo>
                  <a:pt x="3112168" y="279700"/>
                </a:lnTo>
                <a:lnTo>
                  <a:pt x="3128210" y="280838"/>
                </a:lnTo>
                <a:lnTo>
                  <a:pt x="3144252" y="281963"/>
                </a:lnTo>
                <a:lnTo>
                  <a:pt x="3160294" y="283073"/>
                </a:lnTo>
                <a:lnTo>
                  <a:pt x="3176336" y="284170"/>
                </a:lnTo>
                <a:lnTo>
                  <a:pt x="3192378" y="285254"/>
                </a:lnTo>
                <a:lnTo>
                  <a:pt x="3208421" y="293398"/>
                </a:lnTo>
                <a:lnTo>
                  <a:pt x="3224463" y="308501"/>
                </a:lnTo>
                <a:lnTo>
                  <a:pt x="3240505" y="323450"/>
                </a:lnTo>
                <a:lnTo>
                  <a:pt x="3256547" y="338248"/>
                </a:lnTo>
                <a:lnTo>
                  <a:pt x="3272589" y="352894"/>
                </a:lnTo>
                <a:lnTo>
                  <a:pt x="3288631" y="367388"/>
                </a:lnTo>
                <a:lnTo>
                  <a:pt x="3304673" y="381732"/>
                </a:lnTo>
                <a:lnTo>
                  <a:pt x="3320715" y="395925"/>
                </a:lnTo>
                <a:lnTo>
                  <a:pt x="3336757" y="409968"/>
                </a:lnTo>
                <a:lnTo>
                  <a:pt x="3352799" y="423862"/>
                </a:lnTo>
                <a:lnTo>
                  <a:pt x="3368842" y="437608"/>
                </a:lnTo>
                <a:lnTo>
                  <a:pt x="3384884" y="451205"/>
                </a:lnTo>
                <a:lnTo>
                  <a:pt x="3400926" y="464656"/>
                </a:lnTo>
                <a:lnTo>
                  <a:pt x="3416968" y="477960"/>
                </a:lnTo>
                <a:lnTo>
                  <a:pt x="3433010" y="491119"/>
                </a:lnTo>
                <a:lnTo>
                  <a:pt x="3449052" y="504133"/>
                </a:lnTo>
                <a:lnTo>
                  <a:pt x="3465094" y="517004"/>
                </a:lnTo>
                <a:lnTo>
                  <a:pt x="3481136" y="529731"/>
                </a:lnTo>
                <a:lnTo>
                  <a:pt x="3497178" y="542317"/>
                </a:lnTo>
                <a:lnTo>
                  <a:pt x="3513221" y="554762"/>
                </a:lnTo>
                <a:lnTo>
                  <a:pt x="3529263" y="567067"/>
                </a:lnTo>
                <a:lnTo>
                  <a:pt x="3545305" y="579233"/>
                </a:lnTo>
                <a:lnTo>
                  <a:pt x="3561347" y="591261"/>
                </a:lnTo>
                <a:lnTo>
                  <a:pt x="3577389" y="603152"/>
                </a:lnTo>
                <a:lnTo>
                  <a:pt x="3593431" y="614908"/>
                </a:lnTo>
                <a:lnTo>
                  <a:pt x="3609473" y="626529"/>
                </a:lnTo>
                <a:lnTo>
                  <a:pt x="3625515" y="638017"/>
                </a:lnTo>
                <a:lnTo>
                  <a:pt x="3641557" y="649372"/>
                </a:lnTo>
                <a:lnTo>
                  <a:pt x="3657600" y="660596"/>
                </a:lnTo>
                <a:lnTo>
                  <a:pt x="3673642" y="671690"/>
                </a:lnTo>
                <a:lnTo>
                  <a:pt x="3689684" y="682655"/>
                </a:lnTo>
                <a:lnTo>
                  <a:pt x="3705726" y="693492"/>
                </a:lnTo>
                <a:lnTo>
                  <a:pt x="3721768" y="704203"/>
                </a:lnTo>
                <a:lnTo>
                  <a:pt x="3737810" y="714788"/>
                </a:lnTo>
                <a:lnTo>
                  <a:pt x="3753852" y="725249"/>
                </a:lnTo>
                <a:lnTo>
                  <a:pt x="3769894" y="735587"/>
                </a:lnTo>
                <a:lnTo>
                  <a:pt x="3785936" y="745803"/>
                </a:lnTo>
                <a:lnTo>
                  <a:pt x="3801978" y="755899"/>
                </a:lnTo>
                <a:lnTo>
                  <a:pt x="3818021" y="765875"/>
                </a:lnTo>
                <a:lnTo>
                  <a:pt x="3834063" y="775733"/>
                </a:lnTo>
                <a:lnTo>
                  <a:pt x="3850105" y="785474"/>
                </a:lnTo>
                <a:lnTo>
                  <a:pt x="3866147" y="795098"/>
                </a:lnTo>
                <a:lnTo>
                  <a:pt x="3882189" y="804609"/>
                </a:lnTo>
                <a:lnTo>
                  <a:pt x="3898231" y="814006"/>
                </a:lnTo>
                <a:lnTo>
                  <a:pt x="3914273" y="823290"/>
                </a:lnTo>
                <a:lnTo>
                  <a:pt x="3930315" y="832463"/>
                </a:lnTo>
                <a:lnTo>
                  <a:pt x="3946357" y="841527"/>
                </a:lnTo>
                <a:lnTo>
                  <a:pt x="3962400" y="850482"/>
                </a:lnTo>
                <a:lnTo>
                  <a:pt x="3978442" y="859329"/>
                </a:lnTo>
                <a:lnTo>
                  <a:pt x="3994484" y="868070"/>
                </a:lnTo>
                <a:lnTo>
                  <a:pt x="4010526" y="876706"/>
                </a:lnTo>
                <a:lnTo>
                  <a:pt x="4026568" y="885237"/>
                </a:lnTo>
                <a:lnTo>
                  <a:pt x="4042610" y="893666"/>
                </a:lnTo>
                <a:lnTo>
                  <a:pt x="4058652" y="901993"/>
                </a:lnTo>
                <a:lnTo>
                  <a:pt x="4074694" y="910219"/>
                </a:lnTo>
                <a:lnTo>
                  <a:pt x="4090736" y="918346"/>
                </a:lnTo>
                <a:lnTo>
                  <a:pt x="4106778" y="926375"/>
                </a:lnTo>
                <a:lnTo>
                  <a:pt x="4122821" y="934306"/>
                </a:lnTo>
                <a:lnTo>
                  <a:pt x="4138863" y="942141"/>
                </a:lnTo>
                <a:lnTo>
                  <a:pt x="4154905" y="949882"/>
                </a:lnTo>
                <a:lnTo>
                  <a:pt x="4170947" y="957528"/>
                </a:lnTo>
                <a:lnTo>
                  <a:pt x="4186989" y="965081"/>
                </a:lnTo>
                <a:lnTo>
                  <a:pt x="4203031" y="972543"/>
                </a:lnTo>
                <a:lnTo>
                  <a:pt x="4219073" y="979914"/>
                </a:lnTo>
                <a:lnTo>
                  <a:pt x="4235115" y="987196"/>
                </a:lnTo>
                <a:lnTo>
                  <a:pt x="4251157" y="994389"/>
                </a:lnTo>
                <a:lnTo>
                  <a:pt x="4267199" y="1001494"/>
                </a:lnTo>
                <a:lnTo>
                  <a:pt x="4283242" y="1008513"/>
                </a:lnTo>
                <a:lnTo>
                  <a:pt x="4299284" y="1015446"/>
                </a:lnTo>
                <a:lnTo>
                  <a:pt x="4315326" y="1022295"/>
                </a:lnTo>
                <a:lnTo>
                  <a:pt x="4331368" y="1029061"/>
                </a:lnTo>
                <a:lnTo>
                  <a:pt x="4347410" y="1035744"/>
                </a:lnTo>
                <a:lnTo>
                  <a:pt x="4363452" y="1042346"/>
                </a:lnTo>
                <a:lnTo>
                  <a:pt x="4379494" y="1048867"/>
                </a:lnTo>
                <a:lnTo>
                  <a:pt x="4395536" y="1055309"/>
                </a:lnTo>
                <a:lnTo>
                  <a:pt x="4411578" y="1061672"/>
                </a:lnTo>
                <a:lnTo>
                  <a:pt x="4427621" y="1067957"/>
                </a:lnTo>
                <a:lnTo>
                  <a:pt x="4443663" y="1074166"/>
                </a:lnTo>
                <a:lnTo>
                  <a:pt x="4459705" y="1080299"/>
                </a:lnTo>
                <a:lnTo>
                  <a:pt x="4475747" y="1086357"/>
                </a:lnTo>
                <a:lnTo>
                  <a:pt x="4491789" y="1092342"/>
                </a:lnTo>
                <a:lnTo>
                  <a:pt x="4507831" y="1098253"/>
                </a:lnTo>
                <a:lnTo>
                  <a:pt x="4523873" y="1104092"/>
                </a:lnTo>
                <a:lnTo>
                  <a:pt x="4539915" y="1109860"/>
                </a:lnTo>
                <a:lnTo>
                  <a:pt x="4555957" y="1115558"/>
                </a:lnTo>
                <a:lnTo>
                  <a:pt x="4571999" y="1121186"/>
                </a:lnTo>
                <a:lnTo>
                  <a:pt x="4588042" y="1126746"/>
                </a:lnTo>
                <a:lnTo>
                  <a:pt x="4604084" y="1132237"/>
                </a:lnTo>
                <a:lnTo>
                  <a:pt x="4620126" y="1137662"/>
                </a:lnTo>
                <a:lnTo>
                  <a:pt x="4636168" y="1143020"/>
                </a:lnTo>
                <a:lnTo>
                  <a:pt x="4652210" y="1148314"/>
                </a:lnTo>
                <a:lnTo>
                  <a:pt x="4668252" y="1153542"/>
                </a:lnTo>
                <a:lnTo>
                  <a:pt x="4684294" y="1158707"/>
                </a:lnTo>
                <a:lnTo>
                  <a:pt x="4700336" y="1163809"/>
                </a:lnTo>
                <a:lnTo>
                  <a:pt x="4716378" y="1168849"/>
                </a:lnTo>
                <a:lnTo>
                  <a:pt x="4732421" y="1173827"/>
                </a:lnTo>
                <a:lnTo>
                  <a:pt x="4748463" y="1178745"/>
                </a:lnTo>
                <a:lnTo>
                  <a:pt x="4764505" y="1183602"/>
                </a:lnTo>
                <a:lnTo>
                  <a:pt x="4780547" y="1188401"/>
                </a:lnTo>
                <a:lnTo>
                  <a:pt x="4796589" y="1193141"/>
                </a:lnTo>
                <a:lnTo>
                  <a:pt x="4812631" y="1197824"/>
                </a:lnTo>
                <a:lnTo>
                  <a:pt x="4828673" y="1202449"/>
                </a:lnTo>
                <a:lnTo>
                  <a:pt x="4844715" y="1207018"/>
                </a:lnTo>
                <a:lnTo>
                  <a:pt x="4860757" y="1211532"/>
                </a:lnTo>
                <a:lnTo>
                  <a:pt x="4876800" y="1215991"/>
                </a:lnTo>
                <a:lnTo>
                  <a:pt x="4892842" y="1220395"/>
                </a:lnTo>
                <a:lnTo>
                  <a:pt x="4908884" y="1224746"/>
                </a:lnTo>
                <a:lnTo>
                  <a:pt x="4924926" y="1229044"/>
                </a:lnTo>
                <a:lnTo>
                  <a:pt x="4940968" y="1233290"/>
                </a:lnTo>
                <a:lnTo>
                  <a:pt x="4957010" y="1237484"/>
                </a:lnTo>
                <a:lnTo>
                  <a:pt x="4973052" y="1241627"/>
                </a:lnTo>
                <a:lnTo>
                  <a:pt x="4989094" y="1245720"/>
                </a:lnTo>
                <a:lnTo>
                  <a:pt x="5005136" y="1249764"/>
                </a:lnTo>
                <a:lnTo>
                  <a:pt x="5021178" y="1253758"/>
                </a:lnTo>
                <a:lnTo>
                  <a:pt x="5037221" y="1257704"/>
                </a:lnTo>
                <a:lnTo>
                  <a:pt x="5053263" y="1261602"/>
                </a:lnTo>
                <a:lnTo>
                  <a:pt x="5069305" y="1265452"/>
                </a:lnTo>
                <a:lnTo>
                  <a:pt x="5085347" y="1269256"/>
                </a:lnTo>
                <a:lnTo>
                  <a:pt x="5101389" y="1273014"/>
                </a:lnTo>
                <a:lnTo>
                  <a:pt x="5117431" y="1276727"/>
                </a:lnTo>
                <a:lnTo>
                  <a:pt x="5133473" y="1280394"/>
                </a:lnTo>
                <a:lnTo>
                  <a:pt x="5149515" y="1284018"/>
                </a:lnTo>
                <a:lnTo>
                  <a:pt x="5165557" y="1287597"/>
                </a:lnTo>
                <a:lnTo>
                  <a:pt x="5181600" y="1291133"/>
                </a:lnTo>
                <a:lnTo>
                  <a:pt x="5197642" y="1294626"/>
                </a:lnTo>
                <a:lnTo>
                  <a:pt x="5213684" y="1298077"/>
                </a:lnTo>
                <a:lnTo>
                  <a:pt x="5229726" y="1301487"/>
                </a:lnTo>
                <a:lnTo>
                  <a:pt x="5245768" y="1304855"/>
                </a:lnTo>
                <a:lnTo>
                  <a:pt x="5261810" y="1308182"/>
                </a:lnTo>
                <a:lnTo>
                  <a:pt x="5277852" y="1311470"/>
                </a:lnTo>
                <a:lnTo>
                  <a:pt x="5293894" y="1314717"/>
                </a:lnTo>
                <a:lnTo>
                  <a:pt x="5309936" y="1317926"/>
                </a:lnTo>
                <a:lnTo>
                  <a:pt x="5325978" y="1321096"/>
                </a:lnTo>
                <a:lnTo>
                  <a:pt x="5342021" y="1324227"/>
                </a:lnTo>
                <a:lnTo>
                  <a:pt x="5358063" y="1327321"/>
                </a:lnTo>
                <a:lnTo>
                  <a:pt x="5374105" y="1330378"/>
                </a:lnTo>
                <a:lnTo>
                  <a:pt x="5390147" y="1333398"/>
                </a:lnTo>
                <a:lnTo>
                  <a:pt x="5406189" y="1336381"/>
                </a:lnTo>
                <a:lnTo>
                  <a:pt x="5422231" y="1339329"/>
                </a:lnTo>
                <a:lnTo>
                  <a:pt x="5438273" y="1342241"/>
                </a:lnTo>
                <a:lnTo>
                  <a:pt x="5454315" y="1345118"/>
                </a:lnTo>
                <a:lnTo>
                  <a:pt x="5470357" y="1347961"/>
                </a:lnTo>
                <a:lnTo>
                  <a:pt x="5486400" y="1350769"/>
                </a:lnTo>
                <a:lnTo>
                  <a:pt x="5502442" y="1353544"/>
                </a:lnTo>
                <a:lnTo>
                  <a:pt x="5518484" y="1356285"/>
                </a:lnTo>
                <a:lnTo>
                  <a:pt x="5534526" y="1358994"/>
                </a:lnTo>
                <a:lnTo>
                  <a:pt x="5550568" y="1361670"/>
                </a:lnTo>
                <a:lnTo>
                  <a:pt x="5566610" y="1364314"/>
                </a:lnTo>
                <a:lnTo>
                  <a:pt x="5582652" y="1366926"/>
                </a:lnTo>
                <a:lnTo>
                  <a:pt x="5598694" y="1369507"/>
                </a:lnTo>
                <a:lnTo>
                  <a:pt x="5614736" y="1372057"/>
                </a:lnTo>
                <a:lnTo>
                  <a:pt x="5630778" y="1374576"/>
                </a:lnTo>
                <a:lnTo>
                  <a:pt x="5646821" y="1377066"/>
                </a:lnTo>
                <a:lnTo>
                  <a:pt x="5662863" y="1379525"/>
                </a:lnTo>
                <a:lnTo>
                  <a:pt x="5678905" y="1381956"/>
                </a:lnTo>
                <a:lnTo>
                  <a:pt x="5694947" y="1384357"/>
                </a:lnTo>
                <a:lnTo>
                  <a:pt x="5710989" y="1386729"/>
                </a:lnTo>
                <a:lnTo>
                  <a:pt x="5727031" y="1389073"/>
                </a:lnTo>
                <a:lnTo>
                  <a:pt x="5743073" y="1391390"/>
                </a:lnTo>
                <a:lnTo>
                  <a:pt x="5759115" y="1393678"/>
                </a:lnTo>
                <a:lnTo>
                  <a:pt x="5775157" y="1395939"/>
                </a:lnTo>
                <a:lnTo>
                  <a:pt x="5791199" y="1398174"/>
                </a:lnTo>
                <a:lnTo>
                  <a:pt x="5807242" y="1400381"/>
                </a:lnTo>
                <a:lnTo>
                  <a:pt x="5823284" y="1402562"/>
                </a:lnTo>
                <a:lnTo>
                  <a:pt x="5839326" y="1404718"/>
                </a:lnTo>
                <a:lnTo>
                  <a:pt x="5855368" y="1406847"/>
                </a:lnTo>
                <a:lnTo>
                  <a:pt x="5871410" y="1408952"/>
                </a:lnTo>
                <a:lnTo>
                  <a:pt x="5887452" y="1411031"/>
                </a:lnTo>
                <a:lnTo>
                  <a:pt x="5903494" y="1413086"/>
                </a:lnTo>
                <a:lnTo>
                  <a:pt x="5919536" y="1415116"/>
                </a:lnTo>
                <a:lnTo>
                  <a:pt x="5935578" y="1417122"/>
                </a:lnTo>
                <a:lnTo>
                  <a:pt x="5951621" y="1419104"/>
                </a:lnTo>
                <a:lnTo>
                  <a:pt x="5967663" y="1421063"/>
                </a:lnTo>
                <a:lnTo>
                  <a:pt x="5983705" y="1422998"/>
                </a:lnTo>
                <a:lnTo>
                  <a:pt x="5999747" y="1424911"/>
                </a:lnTo>
                <a:lnTo>
                  <a:pt x="6015789" y="1426800"/>
                </a:lnTo>
                <a:lnTo>
                  <a:pt x="6031831" y="1428668"/>
                </a:lnTo>
                <a:lnTo>
                  <a:pt x="6047873" y="1430513"/>
                </a:lnTo>
                <a:lnTo>
                  <a:pt x="6063915" y="1432337"/>
                </a:lnTo>
                <a:lnTo>
                  <a:pt x="6079957" y="1434138"/>
                </a:lnTo>
                <a:lnTo>
                  <a:pt x="6095999" y="1435919"/>
                </a:lnTo>
                <a:lnTo>
                  <a:pt x="6112042" y="1437678"/>
                </a:lnTo>
                <a:lnTo>
                  <a:pt x="6128084" y="1439417"/>
                </a:lnTo>
                <a:lnTo>
                  <a:pt x="6144126" y="1441135"/>
                </a:lnTo>
                <a:lnTo>
                  <a:pt x="6160168" y="1442833"/>
                </a:lnTo>
                <a:lnTo>
                  <a:pt x="6176210" y="1444511"/>
                </a:lnTo>
                <a:lnTo>
                  <a:pt x="6192252" y="1446168"/>
                </a:lnTo>
                <a:lnTo>
                  <a:pt x="6208294" y="1447807"/>
                </a:lnTo>
                <a:lnTo>
                  <a:pt x="6224336" y="1449426"/>
                </a:lnTo>
                <a:lnTo>
                  <a:pt x="6240378" y="1451026"/>
                </a:lnTo>
                <a:lnTo>
                  <a:pt x="6256421" y="1452607"/>
                </a:lnTo>
                <a:lnTo>
                  <a:pt x="6272463" y="1454169"/>
                </a:lnTo>
                <a:lnTo>
                  <a:pt x="6288505" y="1455713"/>
                </a:lnTo>
                <a:lnTo>
                  <a:pt x="6304547" y="1457239"/>
                </a:lnTo>
                <a:lnTo>
                  <a:pt x="6320589" y="1458747"/>
                </a:lnTo>
                <a:lnTo>
                  <a:pt x="6336631" y="1460237"/>
                </a:lnTo>
                <a:lnTo>
                  <a:pt x="6352673" y="1461710"/>
                </a:lnTo>
                <a:lnTo>
                  <a:pt x="6368715" y="1463165"/>
                </a:lnTo>
                <a:lnTo>
                  <a:pt x="6384757" y="1464604"/>
                </a:lnTo>
                <a:lnTo>
                  <a:pt x="6400800" y="1466025"/>
                </a:lnTo>
                <a:lnTo>
                  <a:pt x="6400800" y="3386269"/>
                </a:lnTo>
                <a:lnTo>
                  <a:pt x="6384757" y="3386257"/>
                </a:lnTo>
                <a:lnTo>
                  <a:pt x="6368715" y="3386245"/>
                </a:lnTo>
                <a:lnTo>
                  <a:pt x="6352673" y="3386232"/>
                </a:lnTo>
                <a:lnTo>
                  <a:pt x="6336631" y="3386219"/>
                </a:lnTo>
                <a:lnTo>
                  <a:pt x="6320589" y="3386205"/>
                </a:lnTo>
                <a:lnTo>
                  <a:pt x="6304547" y="3386191"/>
                </a:lnTo>
                <a:lnTo>
                  <a:pt x="6288505" y="3386176"/>
                </a:lnTo>
                <a:lnTo>
                  <a:pt x="6272463" y="3386162"/>
                </a:lnTo>
                <a:lnTo>
                  <a:pt x="6256421" y="3386146"/>
                </a:lnTo>
                <a:lnTo>
                  <a:pt x="6240378" y="3386130"/>
                </a:lnTo>
                <a:lnTo>
                  <a:pt x="6224336" y="3386114"/>
                </a:lnTo>
                <a:lnTo>
                  <a:pt x="6208294" y="3386097"/>
                </a:lnTo>
                <a:lnTo>
                  <a:pt x="6192252" y="3386080"/>
                </a:lnTo>
                <a:lnTo>
                  <a:pt x="6176210" y="3386062"/>
                </a:lnTo>
                <a:lnTo>
                  <a:pt x="6160168" y="3386043"/>
                </a:lnTo>
                <a:lnTo>
                  <a:pt x="6144126" y="3386024"/>
                </a:lnTo>
                <a:lnTo>
                  <a:pt x="6128084" y="3386005"/>
                </a:lnTo>
                <a:lnTo>
                  <a:pt x="6112042" y="3385984"/>
                </a:lnTo>
                <a:lnTo>
                  <a:pt x="6095999" y="3385964"/>
                </a:lnTo>
                <a:lnTo>
                  <a:pt x="6079957" y="3385942"/>
                </a:lnTo>
                <a:lnTo>
                  <a:pt x="6063915" y="3385920"/>
                </a:lnTo>
                <a:lnTo>
                  <a:pt x="6047873" y="3385897"/>
                </a:lnTo>
                <a:lnTo>
                  <a:pt x="6031831" y="3385874"/>
                </a:lnTo>
                <a:lnTo>
                  <a:pt x="6015789" y="3385850"/>
                </a:lnTo>
                <a:lnTo>
                  <a:pt x="5999747" y="3385825"/>
                </a:lnTo>
                <a:lnTo>
                  <a:pt x="5983705" y="3385799"/>
                </a:lnTo>
                <a:lnTo>
                  <a:pt x="5967663" y="3385772"/>
                </a:lnTo>
                <a:lnTo>
                  <a:pt x="5951621" y="3385745"/>
                </a:lnTo>
                <a:lnTo>
                  <a:pt x="5935578" y="3385717"/>
                </a:lnTo>
                <a:lnTo>
                  <a:pt x="5919536" y="3385688"/>
                </a:lnTo>
                <a:lnTo>
                  <a:pt x="5903494" y="3385658"/>
                </a:lnTo>
                <a:lnTo>
                  <a:pt x="5887452" y="3385627"/>
                </a:lnTo>
                <a:lnTo>
                  <a:pt x="5871410" y="3385596"/>
                </a:lnTo>
                <a:lnTo>
                  <a:pt x="5855368" y="3385563"/>
                </a:lnTo>
                <a:lnTo>
                  <a:pt x="5839326" y="3385529"/>
                </a:lnTo>
                <a:lnTo>
                  <a:pt x="5823284" y="3385495"/>
                </a:lnTo>
                <a:lnTo>
                  <a:pt x="5807242" y="3385459"/>
                </a:lnTo>
                <a:lnTo>
                  <a:pt x="5791199" y="3385422"/>
                </a:lnTo>
                <a:lnTo>
                  <a:pt x="5775157" y="3385384"/>
                </a:lnTo>
                <a:lnTo>
                  <a:pt x="5759115" y="3385345"/>
                </a:lnTo>
                <a:lnTo>
                  <a:pt x="5743073" y="3385304"/>
                </a:lnTo>
                <a:lnTo>
                  <a:pt x="5727031" y="3385263"/>
                </a:lnTo>
                <a:lnTo>
                  <a:pt x="5710989" y="3385220"/>
                </a:lnTo>
                <a:lnTo>
                  <a:pt x="5694947" y="3385176"/>
                </a:lnTo>
                <a:lnTo>
                  <a:pt x="5678905" y="3385130"/>
                </a:lnTo>
                <a:lnTo>
                  <a:pt x="5662863" y="3385084"/>
                </a:lnTo>
                <a:lnTo>
                  <a:pt x="5646821" y="3385035"/>
                </a:lnTo>
                <a:lnTo>
                  <a:pt x="5630778" y="3384985"/>
                </a:lnTo>
                <a:lnTo>
                  <a:pt x="5614736" y="3384934"/>
                </a:lnTo>
                <a:lnTo>
                  <a:pt x="5598694" y="3384881"/>
                </a:lnTo>
                <a:lnTo>
                  <a:pt x="5582652" y="3384827"/>
                </a:lnTo>
                <a:lnTo>
                  <a:pt x="5566610" y="3384771"/>
                </a:lnTo>
                <a:lnTo>
                  <a:pt x="5550568" y="3384713"/>
                </a:lnTo>
                <a:lnTo>
                  <a:pt x="5534526" y="3384653"/>
                </a:lnTo>
                <a:lnTo>
                  <a:pt x="5518484" y="3384592"/>
                </a:lnTo>
                <a:lnTo>
                  <a:pt x="5502442" y="3384529"/>
                </a:lnTo>
                <a:lnTo>
                  <a:pt x="5486400" y="3384463"/>
                </a:lnTo>
                <a:lnTo>
                  <a:pt x="5470357" y="3384396"/>
                </a:lnTo>
                <a:lnTo>
                  <a:pt x="5454315" y="3384327"/>
                </a:lnTo>
                <a:lnTo>
                  <a:pt x="5438273" y="3384255"/>
                </a:lnTo>
                <a:lnTo>
                  <a:pt x="5422231" y="3384182"/>
                </a:lnTo>
                <a:lnTo>
                  <a:pt x="5406189" y="3384106"/>
                </a:lnTo>
                <a:lnTo>
                  <a:pt x="5390147" y="3384028"/>
                </a:lnTo>
                <a:lnTo>
                  <a:pt x="5374105" y="3383947"/>
                </a:lnTo>
                <a:lnTo>
                  <a:pt x="5358063" y="3383865"/>
                </a:lnTo>
                <a:lnTo>
                  <a:pt x="5342021" y="3383779"/>
                </a:lnTo>
                <a:lnTo>
                  <a:pt x="5325978" y="3383691"/>
                </a:lnTo>
                <a:lnTo>
                  <a:pt x="5309936" y="3383600"/>
                </a:lnTo>
                <a:lnTo>
                  <a:pt x="5293894" y="3383507"/>
                </a:lnTo>
                <a:lnTo>
                  <a:pt x="5277852" y="3383410"/>
                </a:lnTo>
                <a:lnTo>
                  <a:pt x="5261810" y="3383311"/>
                </a:lnTo>
                <a:lnTo>
                  <a:pt x="5245768" y="3383209"/>
                </a:lnTo>
                <a:lnTo>
                  <a:pt x="5229726" y="3383103"/>
                </a:lnTo>
                <a:lnTo>
                  <a:pt x="5213684" y="3382995"/>
                </a:lnTo>
                <a:lnTo>
                  <a:pt x="5197642" y="3382883"/>
                </a:lnTo>
                <a:lnTo>
                  <a:pt x="5181600" y="3382767"/>
                </a:lnTo>
                <a:lnTo>
                  <a:pt x="5165557" y="3382648"/>
                </a:lnTo>
                <a:lnTo>
                  <a:pt x="5149515" y="3382526"/>
                </a:lnTo>
                <a:lnTo>
                  <a:pt x="5133473" y="3382399"/>
                </a:lnTo>
                <a:lnTo>
                  <a:pt x="5117431" y="3382269"/>
                </a:lnTo>
                <a:lnTo>
                  <a:pt x="5101389" y="3382135"/>
                </a:lnTo>
                <a:lnTo>
                  <a:pt x="5085347" y="3381997"/>
                </a:lnTo>
                <a:lnTo>
                  <a:pt x="5069305" y="3381855"/>
                </a:lnTo>
                <a:lnTo>
                  <a:pt x="5053263" y="3381708"/>
                </a:lnTo>
                <a:lnTo>
                  <a:pt x="5037221" y="3381557"/>
                </a:lnTo>
                <a:lnTo>
                  <a:pt x="5021178" y="3381401"/>
                </a:lnTo>
                <a:lnTo>
                  <a:pt x="5005136" y="3381241"/>
                </a:lnTo>
                <a:lnTo>
                  <a:pt x="4989094" y="3381075"/>
                </a:lnTo>
                <a:lnTo>
                  <a:pt x="4973052" y="3380905"/>
                </a:lnTo>
                <a:lnTo>
                  <a:pt x="4957010" y="3380729"/>
                </a:lnTo>
                <a:lnTo>
                  <a:pt x="4940968" y="3380548"/>
                </a:lnTo>
                <a:lnTo>
                  <a:pt x="4924926" y="3380362"/>
                </a:lnTo>
                <a:lnTo>
                  <a:pt x="4908884" y="3380170"/>
                </a:lnTo>
                <a:lnTo>
                  <a:pt x="4892842" y="3379972"/>
                </a:lnTo>
                <a:lnTo>
                  <a:pt x="4876800" y="3379768"/>
                </a:lnTo>
                <a:lnTo>
                  <a:pt x="4860757" y="3379558"/>
                </a:lnTo>
                <a:lnTo>
                  <a:pt x="4844715" y="3379341"/>
                </a:lnTo>
                <a:lnTo>
                  <a:pt x="4828673" y="3379118"/>
                </a:lnTo>
                <a:lnTo>
                  <a:pt x="4812631" y="3378888"/>
                </a:lnTo>
                <a:lnTo>
                  <a:pt x="4796589" y="3378651"/>
                </a:lnTo>
                <a:lnTo>
                  <a:pt x="4780547" y="3378407"/>
                </a:lnTo>
                <a:lnTo>
                  <a:pt x="4764505" y="3378156"/>
                </a:lnTo>
                <a:lnTo>
                  <a:pt x="4748463" y="3377897"/>
                </a:lnTo>
                <a:lnTo>
                  <a:pt x="4732421" y="3377630"/>
                </a:lnTo>
                <a:lnTo>
                  <a:pt x="4716378" y="3377354"/>
                </a:lnTo>
                <a:lnTo>
                  <a:pt x="4700336" y="3377071"/>
                </a:lnTo>
                <a:lnTo>
                  <a:pt x="4684294" y="3376779"/>
                </a:lnTo>
                <a:lnTo>
                  <a:pt x="4668252" y="3376478"/>
                </a:lnTo>
                <a:lnTo>
                  <a:pt x="4652210" y="3376168"/>
                </a:lnTo>
                <a:lnTo>
                  <a:pt x="4636168" y="3375849"/>
                </a:lnTo>
                <a:lnTo>
                  <a:pt x="4620126" y="3375519"/>
                </a:lnTo>
                <a:lnTo>
                  <a:pt x="4604084" y="3375180"/>
                </a:lnTo>
                <a:lnTo>
                  <a:pt x="4588042" y="3374831"/>
                </a:lnTo>
                <a:lnTo>
                  <a:pt x="4571999" y="3374471"/>
                </a:lnTo>
                <a:lnTo>
                  <a:pt x="4555957" y="3374100"/>
                </a:lnTo>
                <a:lnTo>
                  <a:pt x="4539915" y="3373718"/>
                </a:lnTo>
                <a:lnTo>
                  <a:pt x="4523873" y="3373324"/>
                </a:lnTo>
                <a:lnTo>
                  <a:pt x="4507831" y="3372918"/>
                </a:lnTo>
                <a:lnTo>
                  <a:pt x="4491789" y="3372501"/>
                </a:lnTo>
                <a:lnTo>
                  <a:pt x="4475747" y="3372070"/>
                </a:lnTo>
                <a:lnTo>
                  <a:pt x="4459705" y="3371626"/>
                </a:lnTo>
                <a:lnTo>
                  <a:pt x="4443663" y="3371169"/>
                </a:lnTo>
                <a:lnTo>
                  <a:pt x="4427621" y="3370699"/>
                </a:lnTo>
                <a:lnTo>
                  <a:pt x="4411578" y="3370214"/>
                </a:lnTo>
                <a:lnTo>
                  <a:pt x="4395536" y="3369714"/>
                </a:lnTo>
                <a:lnTo>
                  <a:pt x="4379494" y="3369199"/>
                </a:lnTo>
                <a:lnTo>
                  <a:pt x="4363452" y="3368669"/>
                </a:lnTo>
                <a:lnTo>
                  <a:pt x="4347410" y="3368122"/>
                </a:lnTo>
                <a:lnTo>
                  <a:pt x="4331368" y="3367560"/>
                </a:lnTo>
                <a:lnTo>
                  <a:pt x="4315326" y="3366980"/>
                </a:lnTo>
                <a:lnTo>
                  <a:pt x="4299284" y="3366382"/>
                </a:lnTo>
                <a:lnTo>
                  <a:pt x="4283242" y="3365767"/>
                </a:lnTo>
                <a:lnTo>
                  <a:pt x="4267199" y="3365133"/>
                </a:lnTo>
                <a:lnTo>
                  <a:pt x="4251157" y="3364480"/>
                </a:lnTo>
                <a:lnTo>
                  <a:pt x="4235115" y="3363808"/>
                </a:lnTo>
                <a:lnTo>
                  <a:pt x="4219073" y="3363115"/>
                </a:lnTo>
                <a:lnTo>
                  <a:pt x="4203031" y="3362401"/>
                </a:lnTo>
                <a:lnTo>
                  <a:pt x="4186989" y="3361666"/>
                </a:lnTo>
                <a:lnTo>
                  <a:pt x="4170947" y="3360909"/>
                </a:lnTo>
                <a:lnTo>
                  <a:pt x="4154905" y="3360129"/>
                </a:lnTo>
                <a:lnTo>
                  <a:pt x="4138863" y="3359326"/>
                </a:lnTo>
                <a:lnTo>
                  <a:pt x="4122821" y="3358498"/>
                </a:lnTo>
                <a:lnTo>
                  <a:pt x="4106778" y="3357646"/>
                </a:lnTo>
                <a:lnTo>
                  <a:pt x="4090736" y="3356768"/>
                </a:lnTo>
                <a:lnTo>
                  <a:pt x="4074694" y="3355864"/>
                </a:lnTo>
                <a:lnTo>
                  <a:pt x="4058652" y="3354933"/>
                </a:lnTo>
                <a:lnTo>
                  <a:pt x="4042610" y="3353974"/>
                </a:lnTo>
                <a:lnTo>
                  <a:pt x="4026568" y="3352986"/>
                </a:lnTo>
                <a:lnTo>
                  <a:pt x="4010526" y="3351969"/>
                </a:lnTo>
                <a:lnTo>
                  <a:pt x="3994484" y="3350921"/>
                </a:lnTo>
                <a:lnTo>
                  <a:pt x="3978442" y="3349842"/>
                </a:lnTo>
                <a:lnTo>
                  <a:pt x="3962400" y="3348731"/>
                </a:lnTo>
                <a:lnTo>
                  <a:pt x="3946357" y="3347587"/>
                </a:lnTo>
                <a:lnTo>
                  <a:pt x="3930315" y="3346409"/>
                </a:lnTo>
                <a:lnTo>
                  <a:pt x="3914273" y="3345196"/>
                </a:lnTo>
                <a:lnTo>
                  <a:pt x="3898231" y="3343946"/>
                </a:lnTo>
                <a:lnTo>
                  <a:pt x="3882189" y="3342660"/>
                </a:lnTo>
                <a:lnTo>
                  <a:pt x="3866147" y="3341335"/>
                </a:lnTo>
                <a:lnTo>
                  <a:pt x="3850105" y="3339971"/>
                </a:lnTo>
                <a:lnTo>
                  <a:pt x="3834063" y="3338567"/>
                </a:lnTo>
                <a:lnTo>
                  <a:pt x="3818021" y="3337121"/>
                </a:lnTo>
                <a:lnTo>
                  <a:pt x="3801978" y="3335632"/>
                </a:lnTo>
                <a:lnTo>
                  <a:pt x="3785936" y="3334099"/>
                </a:lnTo>
                <a:lnTo>
                  <a:pt x="3769894" y="3332521"/>
                </a:lnTo>
                <a:lnTo>
                  <a:pt x="3753852" y="3330897"/>
                </a:lnTo>
                <a:lnTo>
                  <a:pt x="3737810" y="3329225"/>
                </a:lnTo>
                <a:lnTo>
                  <a:pt x="3721768" y="3327503"/>
                </a:lnTo>
                <a:lnTo>
                  <a:pt x="3705726" y="3325731"/>
                </a:lnTo>
                <a:lnTo>
                  <a:pt x="3689684" y="3323907"/>
                </a:lnTo>
                <a:lnTo>
                  <a:pt x="3673642" y="3322029"/>
                </a:lnTo>
                <a:lnTo>
                  <a:pt x="3657600" y="3320096"/>
                </a:lnTo>
                <a:lnTo>
                  <a:pt x="3641557" y="3318107"/>
                </a:lnTo>
                <a:lnTo>
                  <a:pt x="3625515" y="3316060"/>
                </a:lnTo>
                <a:lnTo>
                  <a:pt x="3609473" y="3313953"/>
                </a:lnTo>
                <a:lnTo>
                  <a:pt x="3593431" y="3311784"/>
                </a:lnTo>
                <a:lnTo>
                  <a:pt x="3577389" y="3309553"/>
                </a:lnTo>
                <a:lnTo>
                  <a:pt x="3561347" y="3307256"/>
                </a:lnTo>
                <a:lnTo>
                  <a:pt x="3545305" y="3304894"/>
                </a:lnTo>
                <a:lnTo>
                  <a:pt x="3529263" y="3302462"/>
                </a:lnTo>
                <a:lnTo>
                  <a:pt x="3513221" y="3299961"/>
                </a:lnTo>
                <a:lnTo>
                  <a:pt x="3497178" y="3297387"/>
                </a:lnTo>
                <a:lnTo>
                  <a:pt x="3481136" y="3294739"/>
                </a:lnTo>
                <a:lnTo>
                  <a:pt x="3465094" y="3292015"/>
                </a:lnTo>
                <a:lnTo>
                  <a:pt x="3449052" y="3289212"/>
                </a:lnTo>
                <a:lnTo>
                  <a:pt x="3433010" y="3286329"/>
                </a:lnTo>
                <a:lnTo>
                  <a:pt x="3416968" y="3283364"/>
                </a:lnTo>
                <a:lnTo>
                  <a:pt x="3400926" y="3280315"/>
                </a:lnTo>
                <a:lnTo>
                  <a:pt x="3384884" y="3277178"/>
                </a:lnTo>
                <a:lnTo>
                  <a:pt x="3368842" y="3273952"/>
                </a:lnTo>
                <a:lnTo>
                  <a:pt x="3352799" y="3270635"/>
                </a:lnTo>
                <a:lnTo>
                  <a:pt x="3336757" y="3267224"/>
                </a:lnTo>
                <a:lnTo>
                  <a:pt x="3320715" y="3263716"/>
                </a:lnTo>
                <a:lnTo>
                  <a:pt x="3304673" y="3260110"/>
                </a:lnTo>
                <a:lnTo>
                  <a:pt x="3288631" y="3256402"/>
                </a:lnTo>
                <a:lnTo>
                  <a:pt x="3272589" y="3252591"/>
                </a:lnTo>
                <a:lnTo>
                  <a:pt x="3256547" y="3248673"/>
                </a:lnTo>
                <a:lnTo>
                  <a:pt x="3240505" y="3244646"/>
                </a:lnTo>
                <a:lnTo>
                  <a:pt x="3224463" y="3240506"/>
                </a:lnTo>
                <a:lnTo>
                  <a:pt x="3208421" y="3236253"/>
                </a:lnTo>
                <a:lnTo>
                  <a:pt x="3192378" y="3231881"/>
                </a:lnTo>
                <a:lnTo>
                  <a:pt x="3176336" y="3227389"/>
                </a:lnTo>
                <a:lnTo>
                  <a:pt x="3160294" y="3222774"/>
                </a:lnTo>
                <a:lnTo>
                  <a:pt x="3144252" y="3218032"/>
                </a:lnTo>
                <a:lnTo>
                  <a:pt x="3128210" y="3213161"/>
                </a:lnTo>
                <a:lnTo>
                  <a:pt x="3112168" y="3208157"/>
                </a:lnTo>
                <a:lnTo>
                  <a:pt x="3096126" y="3203018"/>
                </a:lnTo>
                <a:lnTo>
                  <a:pt x="3080084" y="3197740"/>
                </a:lnTo>
                <a:lnTo>
                  <a:pt x="3064042" y="3192321"/>
                </a:lnTo>
                <a:lnTo>
                  <a:pt x="3047999" y="3186755"/>
                </a:lnTo>
                <a:lnTo>
                  <a:pt x="3031957" y="3181042"/>
                </a:lnTo>
                <a:lnTo>
                  <a:pt x="3015915" y="3175176"/>
                </a:lnTo>
                <a:lnTo>
                  <a:pt x="2999873" y="3169156"/>
                </a:lnTo>
                <a:lnTo>
                  <a:pt x="2983831" y="3162976"/>
                </a:lnTo>
                <a:lnTo>
                  <a:pt x="2967789" y="3156635"/>
                </a:lnTo>
                <a:lnTo>
                  <a:pt x="2951747" y="3150128"/>
                </a:lnTo>
                <a:lnTo>
                  <a:pt x="2935705" y="3143452"/>
                </a:lnTo>
                <a:lnTo>
                  <a:pt x="2919663" y="3136603"/>
                </a:lnTo>
                <a:lnTo>
                  <a:pt x="2903621" y="3129579"/>
                </a:lnTo>
                <a:lnTo>
                  <a:pt x="2887578" y="3122374"/>
                </a:lnTo>
                <a:lnTo>
                  <a:pt x="2871536" y="3114986"/>
                </a:lnTo>
                <a:lnTo>
                  <a:pt x="2855494" y="3107411"/>
                </a:lnTo>
                <a:lnTo>
                  <a:pt x="2839452" y="3099645"/>
                </a:lnTo>
                <a:lnTo>
                  <a:pt x="2823410" y="3091685"/>
                </a:lnTo>
                <a:lnTo>
                  <a:pt x="2807368" y="3083528"/>
                </a:lnTo>
                <a:lnTo>
                  <a:pt x="2791326" y="3075168"/>
                </a:lnTo>
                <a:lnTo>
                  <a:pt x="2775284" y="3066604"/>
                </a:lnTo>
                <a:lnTo>
                  <a:pt x="2759242" y="3057830"/>
                </a:lnTo>
                <a:lnTo>
                  <a:pt x="2743200" y="3048845"/>
                </a:lnTo>
                <a:lnTo>
                  <a:pt x="2727157" y="3039643"/>
                </a:lnTo>
                <a:lnTo>
                  <a:pt x="2711115" y="3030221"/>
                </a:lnTo>
                <a:lnTo>
                  <a:pt x="2695073" y="3020577"/>
                </a:lnTo>
                <a:lnTo>
                  <a:pt x="2679031" y="3010705"/>
                </a:lnTo>
                <a:lnTo>
                  <a:pt x="2662989" y="3000604"/>
                </a:lnTo>
                <a:lnTo>
                  <a:pt x="2646947" y="2990269"/>
                </a:lnTo>
                <a:lnTo>
                  <a:pt x="2630905" y="2979697"/>
                </a:lnTo>
                <a:lnTo>
                  <a:pt x="2614863" y="2968885"/>
                </a:lnTo>
                <a:lnTo>
                  <a:pt x="2598821" y="2957829"/>
                </a:lnTo>
                <a:lnTo>
                  <a:pt x="2582778" y="2946527"/>
                </a:lnTo>
                <a:lnTo>
                  <a:pt x="2566736" y="2934976"/>
                </a:lnTo>
                <a:lnTo>
                  <a:pt x="2550694" y="2923171"/>
                </a:lnTo>
                <a:lnTo>
                  <a:pt x="2534652" y="2911112"/>
                </a:lnTo>
                <a:lnTo>
                  <a:pt x="2518610" y="2898794"/>
                </a:lnTo>
                <a:lnTo>
                  <a:pt x="2502568" y="2886215"/>
                </a:lnTo>
                <a:lnTo>
                  <a:pt x="2486526" y="2873373"/>
                </a:lnTo>
                <a:lnTo>
                  <a:pt x="2470484" y="2860265"/>
                </a:lnTo>
                <a:lnTo>
                  <a:pt x="2454442" y="2846890"/>
                </a:lnTo>
                <a:lnTo>
                  <a:pt x="2438400" y="2833244"/>
                </a:lnTo>
                <a:lnTo>
                  <a:pt x="2422357" y="2819326"/>
                </a:lnTo>
                <a:lnTo>
                  <a:pt x="2406315" y="2805135"/>
                </a:lnTo>
                <a:lnTo>
                  <a:pt x="2390273" y="2790669"/>
                </a:lnTo>
                <a:lnTo>
                  <a:pt x="2374231" y="2775926"/>
                </a:lnTo>
                <a:lnTo>
                  <a:pt x="2358189" y="2760906"/>
                </a:lnTo>
                <a:lnTo>
                  <a:pt x="2342147" y="2745607"/>
                </a:lnTo>
                <a:lnTo>
                  <a:pt x="2326105" y="2730029"/>
                </a:lnTo>
                <a:lnTo>
                  <a:pt x="2310063" y="2714171"/>
                </a:lnTo>
                <a:lnTo>
                  <a:pt x="2294021" y="2698033"/>
                </a:lnTo>
                <a:lnTo>
                  <a:pt x="2277978" y="2681615"/>
                </a:lnTo>
                <a:lnTo>
                  <a:pt x="2261936" y="2664918"/>
                </a:lnTo>
                <a:lnTo>
                  <a:pt x="2245894" y="2647941"/>
                </a:lnTo>
                <a:lnTo>
                  <a:pt x="2229852" y="2630686"/>
                </a:lnTo>
                <a:lnTo>
                  <a:pt x="2213810" y="2613154"/>
                </a:lnTo>
                <a:lnTo>
                  <a:pt x="2197768" y="2595346"/>
                </a:lnTo>
                <a:lnTo>
                  <a:pt x="2181726" y="2577263"/>
                </a:lnTo>
                <a:lnTo>
                  <a:pt x="2165684" y="2558909"/>
                </a:lnTo>
                <a:lnTo>
                  <a:pt x="2149642" y="2540284"/>
                </a:lnTo>
                <a:lnTo>
                  <a:pt x="2133599" y="2521392"/>
                </a:lnTo>
                <a:lnTo>
                  <a:pt x="2117557" y="2502236"/>
                </a:lnTo>
                <a:lnTo>
                  <a:pt x="2101515" y="2482819"/>
                </a:lnTo>
                <a:lnTo>
                  <a:pt x="2085473" y="2463144"/>
                </a:lnTo>
                <a:lnTo>
                  <a:pt x="2069431" y="2443215"/>
                </a:lnTo>
                <a:lnTo>
                  <a:pt x="2053389" y="2423037"/>
                </a:lnTo>
                <a:lnTo>
                  <a:pt x="2037347" y="2402615"/>
                </a:lnTo>
                <a:lnTo>
                  <a:pt x="2021305" y="2381952"/>
                </a:lnTo>
                <a:lnTo>
                  <a:pt x="2005263" y="2361055"/>
                </a:lnTo>
                <a:lnTo>
                  <a:pt x="1989221" y="2339929"/>
                </a:lnTo>
                <a:lnTo>
                  <a:pt x="1973178" y="2318580"/>
                </a:lnTo>
                <a:lnTo>
                  <a:pt x="1957136" y="2297013"/>
                </a:lnTo>
                <a:lnTo>
                  <a:pt x="1941094" y="2275237"/>
                </a:lnTo>
                <a:lnTo>
                  <a:pt x="1925052" y="2253257"/>
                </a:lnTo>
                <a:lnTo>
                  <a:pt x="1909010" y="2231081"/>
                </a:lnTo>
                <a:lnTo>
                  <a:pt x="1892968" y="2208717"/>
                </a:lnTo>
                <a:lnTo>
                  <a:pt x="1876926" y="2186171"/>
                </a:lnTo>
                <a:lnTo>
                  <a:pt x="1860884" y="2163453"/>
                </a:lnTo>
                <a:lnTo>
                  <a:pt x="1844842" y="2140571"/>
                </a:lnTo>
                <a:lnTo>
                  <a:pt x="1828800" y="2117533"/>
                </a:lnTo>
                <a:lnTo>
                  <a:pt x="1812757" y="2094348"/>
                </a:lnTo>
                <a:lnTo>
                  <a:pt x="1796715" y="2071026"/>
                </a:lnTo>
                <a:lnTo>
                  <a:pt x="1780673" y="2047576"/>
                </a:lnTo>
                <a:lnTo>
                  <a:pt x="1764631" y="2024007"/>
                </a:lnTo>
                <a:lnTo>
                  <a:pt x="1748589" y="2000330"/>
                </a:lnTo>
                <a:lnTo>
                  <a:pt x="1732547" y="1976554"/>
                </a:lnTo>
                <a:lnTo>
                  <a:pt x="1716505" y="1952689"/>
                </a:lnTo>
                <a:lnTo>
                  <a:pt x="1700463" y="1928747"/>
                </a:lnTo>
                <a:lnTo>
                  <a:pt x="1684421" y="1904737"/>
                </a:lnTo>
                <a:lnTo>
                  <a:pt x="1668378" y="1880670"/>
                </a:lnTo>
                <a:lnTo>
                  <a:pt x="1652336" y="1856556"/>
                </a:lnTo>
                <a:lnTo>
                  <a:pt x="1636294" y="1832408"/>
                </a:lnTo>
                <a:lnTo>
                  <a:pt x="1620252" y="1808234"/>
                </a:lnTo>
                <a:lnTo>
                  <a:pt x="1604210" y="1784047"/>
                </a:lnTo>
                <a:lnTo>
                  <a:pt x="1588168" y="1759858"/>
                </a:lnTo>
                <a:lnTo>
                  <a:pt x="1572126" y="1735676"/>
                </a:lnTo>
                <a:lnTo>
                  <a:pt x="1556084" y="1711514"/>
                </a:lnTo>
                <a:lnTo>
                  <a:pt x="1540042" y="1687382"/>
                </a:lnTo>
                <a:lnTo>
                  <a:pt x="1524000" y="1663290"/>
                </a:lnTo>
                <a:lnTo>
                  <a:pt x="1507957" y="1639250"/>
                </a:lnTo>
                <a:lnTo>
                  <a:pt x="1491915" y="1615273"/>
                </a:lnTo>
                <a:lnTo>
                  <a:pt x="1475873" y="1591368"/>
                </a:lnTo>
                <a:lnTo>
                  <a:pt x="1459831" y="1567546"/>
                </a:lnTo>
                <a:lnTo>
                  <a:pt x="1443789" y="1543818"/>
                </a:lnTo>
                <a:lnTo>
                  <a:pt x="1427747" y="1520194"/>
                </a:lnTo>
                <a:lnTo>
                  <a:pt x="1411705" y="1496683"/>
                </a:lnTo>
                <a:lnTo>
                  <a:pt x="1395663" y="1473296"/>
                </a:lnTo>
                <a:lnTo>
                  <a:pt x="1379621" y="1450041"/>
                </a:lnTo>
                <a:lnTo>
                  <a:pt x="1363578" y="1426929"/>
                </a:lnTo>
                <a:lnTo>
                  <a:pt x="1347536" y="1403967"/>
                </a:lnTo>
                <a:lnTo>
                  <a:pt x="1331494" y="1381166"/>
                </a:lnTo>
                <a:lnTo>
                  <a:pt x="1315452" y="1358533"/>
                </a:lnTo>
                <a:lnTo>
                  <a:pt x="1299410" y="1336078"/>
                </a:lnTo>
                <a:lnTo>
                  <a:pt x="1283368" y="1313806"/>
                </a:lnTo>
                <a:lnTo>
                  <a:pt x="1267326" y="1291728"/>
                </a:lnTo>
                <a:lnTo>
                  <a:pt x="1251284" y="1269849"/>
                </a:lnTo>
                <a:lnTo>
                  <a:pt x="1235242" y="1248176"/>
                </a:lnTo>
                <a:lnTo>
                  <a:pt x="1219199" y="1226718"/>
                </a:lnTo>
                <a:lnTo>
                  <a:pt x="1203157" y="1205479"/>
                </a:lnTo>
                <a:lnTo>
                  <a:pt x="1187115" y="1184467"/>
                </a:lnTo>
                <a:lnTo>
                  <a:pt x="1171073" y="1163687"/>
                </a:lnTo>
                <a:lnTo>
                  <a:pt x="1155031" y="1143143"/>
                </a:lnTo>
                <a:lnTo>
                  <a:pt x="1138989" y="1122842"/>
                </a:lnTo>
                <a:lnTo>
                  <a:pt x="1122947" y="1102789"/>
                </a:lnTo>
                <a:lnTo>
                  <a:pt x="1106905" y="1082986"/>
                </a:lnTo>
                <a:lnTo>
                  <a:pt x="1090863" y="1063440"/>
                </a:lnTo>
                <a:lnTo>
                  <a:pt x="1074821" y="1044153"/>
                </a:lnTo>
                <a:lnTo>
                  <a:pt x="1058778" y="1025128"/>
                </a:lnTo>
                <a:lnTo>
                  <a:pt x="1042736" y="1006370"/>
                </a:lnTo>
                <a:lnTo>
                  <a:pt x="1026694" y="987880"/>
                </a:lnTo>
                <a:lnTo>
                  <a:pt x="1010652" y="969661"/>
                </a:lnTo>
                <a:lnTo>
                  <a:pt x="994610" y="951716"/>
                </a:lnTo>
                <a:lnTo>
                  <a:pt x="978568" y="934045"/>
                </a:lnTo>
                <a:lnTo>
                  <a:pt x="962526" y="916651"/>
                </a:lnTo>
                <a:lnTo>
                  <a:pt x="946484" y="899535"/>
                </a:lnTo>
                <a:lnTo>
                  <a:pt x="930442" y="882698"/>
                </a:lnTo>
                <a:lnTo>
                  <a:pt x="914400" y="866140"/>
                </a:lnTo>
                <a:lnTo>
                  <a:pt x="898357" y="849862"/>
                </a:lnTo>
                <a:lnTo>
                  <a:pt x="882315" y="833865"/>
                </a:lnTo>
                <a:lnTo>
                  <a:pt x="866273" y="818147"/>
                </a:lnTo>
                <a:lnTo>
                  <a:pt x="850231" y="802708"/>
                </a:lnTo>
                <a:lnTo>
                  <a:pt x="834189" y="787549"/>
                </a:lnTo>
                <a:lnTo>
                  <a:pt x="818147" y="772667"/>
                </a:lnTo>
                <a:lnTo>
                  <a:pt x="802105" y="758063"/>
                </a:lnTo>
                <a:lnTo>
                  <a:pt x="786063" y="743735"/>
                </a:lnTo>
                <a:lnTo>
                  <a:pt x="770021" y="729680"/>
                </a:lnTo>
                <a:lnTo>
                  <a:pt x="753978" y="715899"/>
                </a:lnTo>
                <a:lnTo>
                  <a:pt x="737936" y="702389"/>
                </a:lnTo>
                <a:lnTo>
                  <a:pt x="721894" y="689147"/>
                </a:lnTo>
                <a:lnTo>
                  <a:pt x="705852" y="676173"/>
                </a:lnTo>
                <a:lnTo>
                  <a:pt x="689810" y="663463"/>
                </a:lnTo>
                <a:lnTo>
                  <a:pt x="673768" y="651015"/>
                </a:lnTo>
                <a:lnTo>
                  <a:pt x="657726" y="638826"/>
                </a:lnTo>
                <a:lnTo>
                  <a:pt x="641684" y="626894"/>
                </a:lnTo>
                <a:lnTo>
                  <a:pt x="625642" y="615217"/>
                </a:lnTo>
                <a:lnTo>
                  <a:pt x="609599" y="603790"/>
                </a:lnTo>
                <a:lnTo>
                  <a:pt x="593557" y="592612"/>
                </a:lnTo>
                <a:lnTo>
                  <a:pt x="577515" y="581679"/>
                </a:lnTo>
                <a:lnTo>
                  <a:pt x="561473" y="570987"/>
                </a:lnTo>
                <a:lnTo>
                  <a:pt x="545431" y="560534"/>
                </a:lnTo>
                <a:lnTo>
                  <a:pt x="529389" y="550316"/>
                </a:lnTo>
                <a:lnTo>
                  <a:pt x="513347" y="540330"/>
                </a:lnTo>
                <a:lnTo>
                  <a:pt x="497305" y="530573"/>
                </a:lnTo>
                <a:lnTo>
                  <a:pt x="481263" y="521040"/>
                </a:lnTo>
                <a:lnTo>
                  <a:pt x="465221" y="511729"/>
                </a:lnTo>
                <a:lnTo>
                  <a:pt x="449178" y="502635"/>
                </a:lnTo>
                <a:lnTo>
                  <a:pt x="433136" y="493756"/>
                </a:lnTo>
                <a:lnTo>
                  <a:pt x="417094" y="485088"/>
                </a:lnTo>
                <a:lnTo>
                  <a:pt x="401052" y="476626"/>
                </a:lnTo>
                <a:lnTo>
                  <a:pt x="385010" y="468368"/>
                </a:lnTo>
                <a:lnTo>
                  <a:pt x="368968" y="460310"/>
                </a:lnTo>
                <a:lnTo>
                  <a:pt x="352926" y="452447"/>
                </a:lnTo>
                <a:lnTo>
                  <a:pt x="336884" y="444778"/>
                </a:lnTo>
                <a:lnTo>
                  <a:pt x="320842" y="437297"/>
                </a:lnTo>
                <a:lnTo>
                  <a:pt x="304800" y="430001"/>
                </a:lnTo>
                <a:lnTo>
                  <a:pt x="288757" y="422886"/>
                </a:lnTo>
                <a:lnTo>
                  <a:pt x="272715" y="415950"/>
                </a:lnTo>
                <a:lnTo>
                  <a:pt x="256673" y="409188"/>
                </a:lnTo>
                <a:lnTo>
                  <a:pt x="240631" y="402597"/>
                </a:lnTo>
                <a:lnTo>
                  <a:pt x="224589" y="396173"/>
                </a:lnTo>
                <a:lnTo>
                  <a:pt x="208547" y="389914"/>
                </a:lnTo>
                <a:lnTo>
                  <a:pt x="192505" y="383814"/>
                </a:lnTo>
                <a:lnTo>
                  <a:pt x="176463" y="377871"/>
                </a:lnTo>
                <a:lnTo>
                  <a:pt x="160421" y="372082"/>
                </a:lnTo>
                <a:lnTo>
                  <a:pt x="144378" y="366443"/>
                </a:lnTo>
                <a:lnTo>
                  <a:pt x="128336" y="360951"/>
                </a:lnTo>
                <a:lnTo>
                  <a:pt x="112294" y="355603"/>
                </a:lnTo>
                <a:lnTo>
                  <a:pt x="96252" y="350395"/>
                </a:lnTo>
                <a:lnTo>
                  <a:pt x="80210" y="345324"/>
                </a:lnTo>
                <a:lnTo>
                  <a:pt x="64168" y="340387"/>
                </a:lnTo>
                <a:lnTo>
                  <a:pt x="48126" y="335581"/>
                </a:lnTo>
                <a:lnTo>
                  <a:pt x="32084" y="330903"/>
                </a:lnTo>
                <a:lnTo>
                  <a:pt x="16042" y="326349"/>
                </a:lnTo>
                <a:lnTo>
                  <a:pt x="0" y="321918"/>
                </a:lnTo>
                <a:close/>
              </a:path>
            </a:pathLst>
          </a:custGeom>
          <a:solidFill>
            <a:srgbClr val="8EDBD4">
              <a:alpha val="55000"/>
            </a:srgbClr>
          </a:solidFill>
          <a:ln w="10160">
            <a:solidFill>
              <a:srgbClr val="8EDBD4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2-E18 polygon 35" descr="sci-ppt:o035"/>
          <p:cNvSpPr/>
          <p:nvPr/>
        </p:nvSpPr>
        <p:spPr>
          <a:xfrm>
            <a:off x="914400" y="1642533"/>
            <a:ext cx="6400800" cy="1466025"/>
          </a:xfrm>
          <a:custGeom>
            <a:avLst/>
            <a:gdLst/>
            <a:ahLst/>
            <a:cxnLst/>
            <a:rect l="l" t="t" r="r" b="b"/>
            <a:pathLst>
              <a:path w="6400800" h="1466025">
                <a:moveTo>
                  <a:pt x="0" y="0"/>
                </a:moveTo>
                <a:lnTo>
                  <a:pt x="16042" y="0"/>
                </a:lnTo>
                <a:lnTo>
                  <a:pt x="32084" y="0"/>
                </a:lnTo>
                <a:lnTo>
                  <a:pt x="48126" y="0"/>
                </a:lnTo>
                <a:lnTo>
                  <a:pt x="64168" y="0"/>
                </a:lnTo>
                <a:lnTo>
                  <a:pt x="80210" y="0"/>
                </a:lnTo>
                <a:lnTo>
                  <a:pt x="96252" y="0"/>
                </a:lnTo>
                <a:lnTo>
                  <a:pt x="112294" y="0"/>
                </a:lnTo>
                <a:lnTo>
                  <a:pt x="128336" y="0"/>
                </a:lnTo>
                <a:lnTo>
                  <a:pt x="144378" y="0"/>
                </a:lnTo>
                <a:lnTo>
                  <a:pt x="160421" y="0"/>
                </a:lnTo>
                <a:lnTo>
                  <a:pt x="176463" y="0"/>
                </a:lnTo>
                <a:lnTo>
                  <a:pt x="192505" y="0"/>
                </a:lnTo>
                <a:lnTo>
                  <a:pt x="208547" y="0"/>
                </a:lnTo>
                <a:lnTo>
                  <a:pt x="224589" y="0"/>
                </a:lnTo>
                <a:lnTo>
                  <a:pt x="240631" y="0"/>
                </a:lnTo>
                <a:lnTo>
                  <a:pt x="256673" y="0"/>
                </a:lnTo>
                <a:lnTo>
                  <a:pt x="272715" y="0"/>
                </a:lnTo>
                <a:lnTo>
                  <a:pt x="288757" y="0"/>
                </a:lnTo>
                <a:lnTo>
                  <a:pt x="304800" y="0"/>
                </a:lnTo>
                <a:lnTo>
                  <a:pt x="320842" y="0"/>
                </a:lnTo>
                <a:lnTo>
                  <a:pt x="336884" y="0"/>
                </a:lnTo>
                <a:lnTo>
                  <a:pt x="352926" y="0"/>
                </a:lnTo>
                <a:lnTo>
                  <a:pt x="368968" y="0"/>
                </a:lnTo>
                <a:lnTo>
                  <a:pt x="385010" y="0"/>
                </a:lnTo>
                <a:lnTo>
                  <a:pt x="401052" y="0"/>
                </a:lnTo>
                <a:lnTo>
                  <a:pt x="417094" y="0"/>
                </a:lnTo>
                <a:lnTo>
                  <a:pt x="433136" y="0"/>
                </a:lnTo>
                <a:lnTo>
                  <a:pt x="449178" y="0"/>
                </a:lnTo>
                <a:lnTo>
                  <a:pt x="465221" y="0"/>
                </a:lnTo>
                <a:lnTo>
                  <a:pt x="481263" y="0"/>
                </a:lnTo>
                <a:lnTo>
                  <a:pt x="497305" y="0"/>
                </a:lnTo>
                <a:lnTo>
                  <a:pt x="513347" y="0"/>
                </a:lnTo>
                <a:lnTo>
                  <a:pt x="529389" y="0"/>
                </a:lnTo>
                <a:lnTo>
                  <a:pt x="545431" y="0"/>
                </a:lnTo>
                <a:lnTo>
                  <a:pt x="561473" y="0"/>
                </a:lnTo>
                <a:lnTo>
                  <a:pt x="577515" y="0"/>
                </a:lnTo>
                <a:lnTo>
                  <a:pt x="593557" y="0"/>
                </a:lnTo>
                <a:lnTo>
                  <a:pt x="609599" y="0"/>
                </a:lnTo>
                <a:lnTo>
                  <a:pt x="625642" y="0"/>
                </a:lnTo>
                <a:lnTo>
                  <a:pt x="641684" y="0"/>
                </a:lnTo>
                <a:lnTo>
                  <a:pt x="657726" y="0"/>
                </a:lnTo>
                <a:lnTo>
                  <a:pt x="673768" y="0"/>
                </a:lnTo>
                <a:lnTo>
                  <a:pt x="689810" y="0"/>
                </a:lnTo>
                <a:lnTo>
                  <a:pt x="705852" y="0"/>
                </a:lnTo>
                <a:lnTo>
                  <a:pt x="721894" y="0"/>
                </a:lnTo>
                <a:lnTo>
                  <a:pt x="737936" y="0"/>
                </a:lnTo>
                <a:lnTo>
                  <a:pt x="753978" y="0"/>
                </a:lnTo>
                <a:lnTo>
                  <a:pt x="770021" y="0"/>
                </a:lnTo>
                <a:lnTo>
                  <a:pt x="786063" y="0"/>
                </a:lnTo>
                <a:lnTo>
                  <a:pt x="802105" y="0"/>
                </a:lnTo>
                <a:lnTo>
                  <a:pt x="818147" y="0"/>
                </a:lnTo>
                <a:lnTo>
                  <a:pt x="834189" y="0"/>
                </a:lnTo>
                <a:lnTo>
                  <a:pt x="850231" y="0"/>
                </a:lnTo>
                <a:lnTo>
                  <a:pt x="866273" y="0"/>
                </a:lnTo>
                <a:lnTo>
                  <a:pt x="882315" y="0"/>
                </a:lnTo>
                <a:lnTo>
                  <a:pt x="898357" y="0"/>
                </a:lnTo>
                <a:lnTo>
                  <a:pt x="914400" y="0"/>
                </a:lnTo>
                <a:lnTo>
                  <a:pt x="930442" y="0"/>
                </a:lnTo>
                <a:lnTo>
                  <a:pt x="946484" y="0"/>
                </a:lnTo>
                <a:lnTo>
                  <a:pt x="962526" y="0"/>
                </a:lnTo>
                <a:lnTo>
                  <a:pt x="978568" y="0"/>
                </a:lnTo>
                <a:lnTo>
                  <a:pt x="994610" y="0"/>
                </a:lnTo>
                <a:lnTo>
                  <a:pt x="1010652" y="0"/>
                </a:lnTo>
                <a:lnTo>
                  <a:pt x="1026694" y="0"/>
                </a:lnTo>
                <a:lnTo>
                  <a:pt x="1042736" y="0"/>
                </a:lnTo>
                <a:lnTo>
                  <a:pt x="1058778" y="0"/>
                </a:lnTo>
                <a:lnTo>
                  <a:pt x="1074821" y="0"/>
                </a:lnTo>
                <a:lnTo>
                  <a:pt x="1090863" y="0"/>
                </a:lnTo>
                <a:lnTo>
                  <a:pt x="1106905" y="0"/>
                </a:lnTo>
                <a:lnTo>
                  <a:pt x="1122947" y="0"/>
                </a:lnTo>
                <a:lnTo>
                  <a:pt x="1138989" y="0"/>
                </a:lnTo>
                <a:lnTo>
                  <a:pt x="1155031" y="0"/>
                </a:lnTo>
                <a:lnTo>
                  <a:pt x="1171073" y="0"/>
                </a:lnTo>
                <a:lnTo>
                  <a:pt x="1187115" y="0"/>
                </a:lnTo>
                <a:lnTo>
                  <a:pt x="1203157" y="0"/>
                </a:lnTo>
                <a:lnTo>
                  <a:pt x="1219199" y="0"/>
                </a:lnTo>
                <a:lnTo>
                  <a:pt x="1235242" y="0"/>
                </a:lnTo>
                <a:lnTo>
                  <a:pt x="1251284" y="0"/>
                </a:lnTo>
                <a:lnTo>
                  <a:pt x="1267326" y="0"/>
                </a:lnTo>
                <a:lnTo>
                  <a:pt x="1283368" y="0"/>
                </a:lnTo>
                <a:lnTo>
                  <a:pt x="1299410" y="0"/>
                </a:lnTo>
                <a:lnTo>
                  <a:pt x="1315452" y="0"/>
                </a:lnTo>
                <a:lnTo>
                  <a:pt x="1331494" y="0"/>
                </a:lnTo>
                <a:lnTo>
                  <a:pt x="1347536" y="0"/>
                </a:lnTo>
                <a:lnTo>
                  <a:pt x="1363578" y="0"/>
                </a:lnTo>
                <a:lnTo>
                  <a:pt x="1379621" y="0"/>
                </a:lnTo>
                <a:lnTo>
                  <a:pt x="1395663" y="0"/>
                </a:lnTo>
                <a:lnTo>
                  <a:pt x="1411705" y="0"/>
                </a:lnTo>
                <a:lnTo>
                  <a:pt x="1427747" y="0"/>
                </a:lnTo>
                <a:lnTo>
                  <a:pt x="1443789" y="0"/>
                </a:lnTo>
                <a:lnTo>
                  <a:pt x="1459831" y="0"/>
                </a:lnTo>
                <a:lnTo>
                  <a:pt x="1475873" y="0"/>
                </a:lnTo>
                <a:lnTo>
                  <a:pt x="1491915" y="0"/>
                </a:lnTo>
                <a:lnTo>
                  <a:pt x="1507957" y="0"/>
                </a:lnTo>
                <a:lnTo>
                  <a:pt x="1524000" y="0"/>
                </a:lnTo>
                <a:lnTo>
                  <a:pt x="1540042" y="0"/>
                </a:lnTo>
                <a:lnTo>
                  <a:pt x="1556084" y="0"/>
                </a:lnTo>
                <a:lnTo>
                  <a:pt x="1572126" y="0"/>
                </a:lnTo>
                <a:lnTo>
                  <a:pt x="1588168" y="0"/>
                </a:lnTo>
                <a:lnTo>
                  <a:pt x="1604210" y="0"/>
                </a:lnTo>
                <a:lnTo>
                  <a:pt x="1620252" y="0"/>
                </a:lnTo>
                <a:lnTo>
                  <a:pt x="1636294" y="0"/>
                </a:lnTo>
                <a:lnTo>
                  <a:pt x="1652336" y="0"/>
                </a:lnTo>
                <a:lnTo>
                  <a:pt x="1668378" y="0"/>
                </a:lnTo>
                <a:lnTo>
                  <a:pt x="1684421" y="0"/>
                </a:lnTo>
                <a:lnTo>
                  <a:pt x="1700463" y="0"/>
                </a:lnTo>
                <a:lnTo>
                  <a:pt x="1716505" y="0"/>
                </a:lnTo>
                <a:lnTo>
                  <a:pt x="1732547" y="0"/>
                </a:lnTo>
                <a:lnTo>
                  <a:pt x="1748589" y="0"/>
                </a:lnTo>
                <a:lnTo>
                  <a:pt x="1764631" y="0"/>
                </a:lnTo>
                <a:lnTo>
                  <a:pt x="1780673" y="0"/>
                </a:lnTo>
                <a:lnTo>
                  <a:pt x="1796715" y="0"/>
                </a:lnTo>
                <a:lnTo>
                  <a:pt x="1812757" y="0"/>
                </a:lnTo>
                <a:lnTo>
                  <a:pt x="1828800" y="0"/>
                </a:lnTo>
                <a:lnTo>
                  <a:pt x="1844842" y="0"/>
                </a:lnTo>
                <a:lnTo>
                  <a:pt x="1860884" y="0"/>
                </a:lnTo>
                <a:lnTo>
                  <a:pt x="1876926" y="0"/>
                </a:lnTo>
                <a:lnTo>
                  <a:pt x="1892968" y="0"/>
                </a:lnTo>
                <a:lnTo>
                  <a:pt x="1909010" y="0"/>
                </a:lnTo>
                <a:lnTo>
                  <a:pt x="1925052" y="0"/>
                </a:lnTo>
                <a:lnTo>
                  <a:pt x="1941094" y="0"/>
                </a:lnTo>
                <a:lnTo>
                  <a:pt x="1957136" y="0"/>
                </a:lnTo>
                <a:lnTo>
                  <a:pt x="1973178" y="0"/>
                </a:lnTo>
                <a:lnTo>
                  <a:pt x="1989221" y="0"/>
                </a:lnTo>
                <a:lnTo>
                  <a:pt x="2005263" y="0"/>
                </a:lnTo>
                <a:lnTo>
                  <a:pt x="2021305" y="0"/>
                </a:lnTo>
                <a:lnTo>
                  <a:pt x="2037347" y="0"/>
                </a:lnTo>
                <a:lnTo>
                  <a:pt x="2053389" y="0"/>
                </a:lnTo>
                <a:lnTo>
                  <a:pt x="2069431" y="0"/>
                </a:lnTo>
                <a:lnTo>
                  <a:pt x="2085473" y="0"/>
                </a:lnTo>
                <a:lnTo>
                  <a:pt x="2101515" y="0"/>
                </a:lnTo>
                <a:lnTo>
                  <a:pt x="2117557" y="0"/>
                </a:lnTo>
                <a:lnTo>
                  <a:pt x="2133599" y="0"/>
                </a:lnTo>
                <a:lnTo>
                  <a:pt x="2149642" y="0"/>
                </a:lnTo>
                <a:lnTo>
                  <a:pt x="2165684" y="0"/>
                </a:lnTo>
                <a:lnTo>
                  <a:pt x="2181726" y="0"/>
                </a:lnTo>
                <a:lnTo>
                  <a:pt x="2197768" y="0"/>
                </a:lnTo>
                <a:lnTo>
                  <a:pt x="2213810" y="0"/>
                </a:lnTo>
                <a:lnTo>
                  <a:pt x="2229852" y="0"/>
                </a:lnTo>
                <a:lnTo>
                  <a:pt x="2245894" y="0"/>
                </a:lnTo>
                <a:lnTo>
                  <a:pt x="2261936" y="0"/>
                </a:lnTo>
                <a:lnTo>
                  <a:pt x="2277978" y="0"/>
                </a:lnTo>
                <a:lnTo>
                  <a:pt x="2294021" y="0"/>
                </a:lnTo>
                <a:lnTo>
                  <a:pt x="2310063" y="0"/>
                </a:lnTo>
                <a:lnTo>
                  <a:pt x="2326105" y="0"/>
                </a:lnTo>
                <a:lnTo>
                  <a:pt x="2342147" y="0"/>
                </a:lnTo>
                <a:lnTo>
                  <a:pt x="2358189" y="0"/>
                </a:lnTo>
                <a:lnTo>
                  <a:pt x="2374231" y="0"/>
                </a:lnTo>
                <a:lnTo>
                  <a:pt x="2390273" y="0"/>
                </a:lnTo>
                <a:lnTo>
                  <a:pt x="2406315" y="0"/>
                </a:lnTo>
                <a:lnTo>
                  <a:pt x="2422357" y="0"/>
                </a:lnTo>
                <a:lnTo>
                  <a:pt x="2438400" y="0"/>
                </a:lnTo>
                <a:lnTo>
                  <a:pt x="2454442" y="0"/>
                </a:lnTo>
                <a:lnTo>
                  <a:pt x="2470484" y="0"/>
                </a:lnTo>
                <a:lnTo>
                  <a:pt x="2486526" y="0"/>
                </a:lnTo>
                <a:lnTo>
                  <a:pt x="2502568" y="0"/>
                </a:lnTo>
                <a:lnTo>
                  <a:pt x="2518610" y="0"/>
                </a:lnTo>
                <a:lnTo>
                  <a:pt x="2534652" y="0"/>
                </a:lnTo>
                <a:lnTo>
                  <a:pt x="2550694" y="0"/>
                </a:lnTo>
                <a:lnTo>
                  <a:pt x="2566736" y="0"/>
                </a:lnTo>
                <a:lnTo>
                  <a:pt x="2582778" y="0"/>
                </a:lnTo>
                <a:lnTo>
                  <a:pt x="2598821" y="0"/>
                </a:lnTo>
                <a:lnTo>
                  <a:pt x="2614863" y="0"/>
                </a:lnTo>
                <a:lnTo>
                  <a:pt x="2630905" y="0"/>
                </a:lnTo>
                <a:lnTo>
                  <a:pt x="2646947" y="0"/>
                </a:lnTo>
                <a:lnTo>
                  <a:pt x="2662989" y="0"/>
                </a:lnTo>
                <a:lnTo>
                  <a:pt x="2679031" y="0"/>
                </a:lnTo>
                <a:lnTo>
                  <a:pt x="2695073" y="0"/>
                </a:lnTo>
                <a:lnTo>
                  <a:pt x="2711115" y="0"/>
                </a:lnTo>
                <a:lnTo>
                  <a:pt x="2727157" y="0"/>
                </a:lnTo>
                <a:lnTo>
                  <a:pt x="2743200" y="0"/>
                </a:lnTo>
                <a:lnTo>
                  <a:pt x="2759242" y="0"/>
                </a:lnTo>
                <a:lnTo>
                  <a:pt x="2775284" y="0"/>
                </a:lnTo>
                <a:lnTo>
                  <a:pt x="2791326" y="0"/>
                </a:lnTo>
                <a:lnTo>
                  <a:pt x="2807368" y="0"/>
                </a:lnTo>
                <a:lnTo>
                  <a:pt x="2823410" y="0"/>
                </a:lnTo>
                <a:lnTo>
                  <a:pt x="2839452" y="0"/>
                </a:lnTo>
                <a:lnTo>
                  <a:pt x="2855494" y="0"/>
                </a:lnTo>
                <a:lnTo>
                  <a:pt x="2871536" y="0"/>
                </a:lnTo>
                <a:lnTo>
                  <a:pt x="2887578" y="0"/>
                </a:lnTo>
                <a:lnTo>
                  <a:pt x="2903621" y="0"/>
                </a:lnTo>
                <a:lnTo>
                  <a:pt x="2919663" y="0"/>
                </a:lnTo>
                <a:lnTo>
                  <a:pt x="2935705" y="0"/>
                </a:lnTo>
                <a:lnTo>
                  <a:pt x="2951747" y="0"/>
                </a:lnTo>
                <a:lnTo>
                  <a:pt x="2967789" y="0"/>
                </a:lnTo>
                <a:lnTo>
                  <a:pt x="2983831" y="0"/>
                </a:lnTo>
                <a:lnTo>
                  <a:pt x="2999873" y="0"/>
                </a:lnTo>
                <a:lnTo>
                  <a:pt x="3015915" y="0"/>
                </a:lnTo>
                <a:lnTo>
                  <a:pt x="3031957" y="0"/>
                </a:lnTo>
                <a:lnTo>
                  <a:pt x="3047999" y="0"/>
                </a:lnTo>
                <a:lnTo>
                  <a:pt x="3064042" y="0"/>
                </a:lnTo>
                <a:lnTo>
                  <a:pt x="3080084" y="0"/>
                </a:lnTo>
                <a:lnTo>
                  <a:pt x="3096126" y="0"/>
                </a:lnTo>
                <a:lnTo>
                  <a:pt x="3112168" y="0"/>
                </a:lnTo>
                <a:lnTo>
                  <a:pt x="3128210" y="0"/>
                </a:lnTo>
                <a:lnTo>
                  <a:pt x="3144252" y="0"/>
                </a:lnTo>
                <a:lnTo>
                  <a:pt x="3160294" y="0"/>
                </a:lnTo>
                <a:lnTo>
                  <a:pt x="3176336" y="0"/>
                </a:lnTo>
                <a:lnTo>
                  <a:pt x="3192378" y="0"/>
                </a:lnTo>
                <a:lnTo>
                  <a:pt x="3208421" y="7075"/>
                </a:lnTo>
                <a:lnTo>
                  <a:pt x="3224463" y="21120"/>
                </a:lnTo>
                <a:lnTo>
                  <a:pt x="3240505" y="35026"/>
                </a:lnTo>
                <a:lnTo>
                  <a:pt x="3256547" y="48792"/>
                </a:lnTo>
                <a:lnTo>
                  <a:pt x="3272589" y="62419"/>
                </a:lnTo>
                <a:lnTo>
                  <a:pt x="3288631" y="75907"/>
                </a:lnTo>
                <a:lnTo>
                  <a:pt x="3304673" y="89257"/>
                </a:lnTo>
                <a:lnTo>
                  <a:pt x="3320715" y="102468"/>
                </a:lnTo>
                <a:lnTo>
                  <a:pt x="3336757" y="115541"/>
                </a:lnTo>
                <a:lnTo>
                  <a:pt x="3352799" y="128477"/>
                </a:lnTo>
                <a:lnTo>
                  <a:pt x="3368842" y="141276"/>
                </a:lnTo>
                <a:lnTo>
                  <a:pt x="3384884" y="153938"/>
                </a:lnTo>
                <a:lnTo>
                  <a:pt x="3400926" y="166464"/>
                </a:lnTo>
                <a:lnTo>
                  <a:pt x="3416968" y="178855"/>
                </a:lnTo>
                <a:lnTo>
                  <a:pt x="3433010" y="191111"/>
                </a:lnTo>
                <a:lnTo>
                  <a:pt x="3449052" y="203233"/>
                </a:lnTo>
                <a:lnTo>
                  <a:pt x="3465094" y="215221"/>
                </a:lnTo>
                <a:lnTo>
                  <a:pt x="3481136" y="227077"/>
                </a:lnTo>
                <a:lnTo>
                  <a:pt x="3497178" y="238802"/>
                </a:lnTo>
                <a:lnTo>
                  <a:pt x="3513221" y="250395"/>
                </a:lnTo>
                <a:lnTo>
                  <a:pt x="3529263" y="261859"/>
                </a:lnTo>
                <a:lnTo>
                  <a:pt x="3545305" y="273193"/>
                </a:lnTo>
                <a:lnTo>
                  <a:pt x="3561347" y="284398"/>
                </a:lnTo>
                <a:lnTo>
                  <a:pt x="3577389" y="295477"/>
                </a:lnTo>
                <a:lnTo>
                  <a:pt x="3593431" y="306429"/>
                </a:lnTo>
                <a:lnTo>
                  <a:pt x="3609473" y="317255"/>
                </a:lnTo>
                <a:lnTo>
                  <a:pt x="3625515" y="327957"/>
                </a:lnTo>
                <a:lnTo>
                  <a:pt x="3641557" y="338535"/>
                </a:lnTo>
                <a:lnTo>
                  <a:pt x="3657600" y="348990"/>
                </a:lnTo>
                <a:lnTo>
                  <a:pt x="3673642" y="359324"/>
                </a:lnTo>
                <a:lnTo>
                  <a:pt x="3689684" y="369538"/>
                </a:lnTo>
                <a:lnTo>
                  <a:pt x="3705726" y="379632"/>
                </a:lnTo>
                <a:lnTo>
                  <a:pt x="3721768" y="389607"/>
                </a:lnTo>
                <a:lnTo>
                  <a:pt x="3737810" y="399465"/>
                </a:lnTo>
                <a:lnTo>
                  <a:pt x="3753852" y="409207"/>
                </a:lnTo>
                <a:lnTo>
                  <a:pt x="3769894" y="418833"/>
                </a:lnTo>
                <a:lnTo>
                  <a:pt x="3785936" y="428345"/>
                </a:lnTo>
                <a:lnTo>
                  <a:pt x="3801978" y="437744"/>
                </a:lnTo>
                <a:lnTo>
                  <a:pt x="3818021" y="447031"/>
                </a:lnTo>
                <a:lnTo>
                  <a:pt x="3834063" y="456207"/>
                </a:lnTo>
                <a:lnTo>
                  <a:pt x="3850105" y="465273"/>
                </a:lnTo>
                <a:lnTo>
                  <a:pt x="3866147" y="474230"/>
                </a:lnTo>
                <a:lnTo>
                  <a:pt x="3882189" y="483079"/>
                </a:lnTo>
                <a:lnTo>
                  <a:pt x="3898231" y="491822"/>
                </a:lnTo>
                <a:lnTo>
                  <a:pt x="3914273" y="500459"/>
                </a:lnTo>
                <a:lnTo>
                  <a:pt x="3930315" y="508991"/>
                </a:lnTo>
                <a:lnTo>
                  <a:pt x="3946357" y="517421"/>
                </a:lnTo>
                <a:lnTo>
                  <a:pt x="3962400" y="525748"/>
                </a:lnTo>
                <a:lnTo>
                  <a:pt x="3978442" y="533973"/>
                </a:lnTo>
                <a:lnTo>
                  <a:pt x="3994484" y="542099"/>
                </a:lnTo>
                <a:lnTo>
                  <a:pt x="4010526" y="550125"/>
                </a:lnTo>
                <a:lnTo>
                  <a:pt x="4026568" y="558054"/>
                </a:lnTo>
                <a:lnTo>
                  <a:pt x="4042610" y="565885"/>
                </a:lnTo>
                <a:lnTo>
                  <a:pt x="4058652" y="573621"/>
                </a:lnTo>
                <a:lnTo>
                  <a:pt x="4074694" y="581261"/>
                </a:lnTo>
                <a:lnTo>
                  <a:pt x="4090736" y="588808"/>
                </a:lnTo>
                <a:lnTo>
                  <a:pt x="4106778" y="596262"/>
                </a:lnTo>
                <a:lnTo>
                  <a:pt x="4122821" y="603625"/>
                </a:lnTo>
                <a:lnTo>
                  <a:pt x="4138863" y="610897"/>
                </a:lnTo>
                <a:lnTo>
                  <a:pt x="4154905" y="618079"/>
                </a:lnTo>
                <a:lnTo>
                  <a:pt x="4170947" y="625172"/>
                </a:lnTo>
                <a:lnTo>
                  <a:pt x="4186989" y="632178"/>
                </a:lnTo>
                <a:lnTo>
                  <a:pt x="4203031" y="639097"/>
                </a:lnTo>
                <a:lnTo>
                  <a:pt x="4219073" y="645931"/>
                </a:lnTo>
                <a:lnTo>
                  <a:pt x="4235115" y="652680"/>
                </a:lnTo>
                <a:lnTo>
                  <a:pt x="4251157" y="659346"/>
                </a:lnTo>
                <a:lnTo>
                  <a:pt x="4267199" y="665928"/>
                </a:lnTo>
                <a:lnTo>
                  <a:pt x="4283242" y="672429"/>
                </a:lnTo>
                <a:lnTo>
                  <a:pt x="4299284" y="678849"/>
                </a:lnTo>
                <a:lnTo>
                  <a:pt x="4315326" y="685190"/>
                </a:lnTo>
                <a:lnTo>
                  <a:pt x="4331368" y="691452"/>
                </a:lnTo>
                <a:lnTo>
                  <a:pt x="4347410" y="697635"/>
                </a:lnTo>
                <a:lnTo>
                  <a:pt x="4363452" y="703742"/>
                </a:lnTo>
                <a:lnTo>
                  <a:pt x="4379494" y="709772"/>
                </a:lnTo>
                <a:lnTo>
                  <a:pt x="4395536" y="715728"/>
                </a:lnTo>
                <a:lnTo>
                  <a:pt x="4411578" y="721609"/>
                </a:lnTo>
                <a:lnTo>
                  <a:pt x="4427621" y="727417"/>
                </a:lnTo>
                <a:lnTo>
                  <a:pt x="4443663" y="733152"/>
                </a:lnTo>
                <a:lnTo>
                  <a:pt x="4459705" y="738816"/>
                </a:lnTo>
                <a:lnTo>
                  <a:pt x="4475747" y="744409"/>
                </a:lnTo>
                <a:lnTo>
                  <a:pt x="4491789" y="749932"/>
                </a:lnTo>
                <a:lnTo>
                  <a:pt x="4507831" y="755386"/>
                </a:lnTo>
                <a:lnTo>
                  <a:pt x="4523873" y="760771"/>
                </a:lnTo>
                <a:lnTo>
                  <a:pt x="4539915" y="766090"/>
                </a:lnTo>
                <a:lnTo>
                  <a:pt x="4555957" y="771342"/>
                </a:lnTo>
                <a:lnTo>
                  <a:pt x="4571999" y="776528"/>
                </a:lnTo>
                <a:lnTo>
                  <a:pt x="4588042" y="781649"/>
                </a:lnTo>
                <a:lnTo>
                  <a:pt x="4604084" y="786706"/>
                </a:lnTo>
                <a:lnTo>
                  <a:pt x="4620126" y="791699"/>
                </a:lnTo>
                <a:lnTo>
                  <a:pt x="4636168" y="796631"/>
                </a:lnTo>
                <a:lnTo>
                  <a:pt x="4652210" y="801500"/>
                </a:lnTo>
                <a:lnTo>
                  <a:pt x="4668252" y="806308"/>
                </a:lnTo>
                <a:lnTo>
                  <a:pt x="4684294" y="811056"/>
                </a:lnTo>
                <a:lnTo>
                  <a:pt x="4700336" y="815744"/>
                </a:lnTo>
                <a:lnTo>
                  <a:pt x="4716378" y="820374"/>
                </a:lnTo>
                <a:lnTo>
                  <a:pt x="4732421" y="824945"/>
                </a:lnTo>
                <a:lnTo>
                  <a:pt x="4748463" y="829460"/>
                </a:lnTo>
                <a:lnTo>
                  <a:pt x="4764505" y="833917"/>
                </a:lnTo>
                <a:lnTo>
                  <a:pt x="4780547" y="838319"/>
                </a:lnTo>
                <a:lnTo>
                  <a:pt x="4796589" y="842665"/>
                </a:lnTo>
                <a:lnTo>
                  <a:pt x="4812631" y="846957"/>
                </a:lnTo>
                <a:lnTo>
                  <a:pt x="4828673" y="851194"/>
                </a:lnTo>
                <a:lnTo>
                  <a:pt x="4844715" y="855379"/>
                </a:lnTo>
                <a:lnTo>
                  <a:pt x="4860757" y="859511"/>
                </a:lnTo>
                <a:lnTo>
                  <a:pt x="4876800" y="863591"/>
                </a:lnTo>
                <a:lnTo>
                  <a:pt x="4892842" y="867620"/>
                </a:lnTo>
                <a:lnTo>
                  <a:pt x="4908884" y="871599"/>
                </a:lnTo>
                <a:lnTo>
                  <a:pt x="4924926" y="875527"/>
                </a:lnTo>
                <a:lnTo>
                  <a:pt x="4940968" y="879406"/>
                </a:lnTo>
                <a:lnTo>
                  <a:pt x="4957010" y="883237"/>
                </a:lnTo>
                <a:lnTo>
                  <a:pt x="4973052" y="887019"/>
                </a:lnTo>
                <a:lnTo>
                  <a:pt x="4989094" y="890754"/>
                </a:lnTo>
                <a:lnTo>
                  <a:pt x="5005136" y="894441"/>
                </a:lnTo>
                <a:lnTo>
                  <a:pt x="5021178" y="898083"/>
                </a:lnTo>
                <a:lnTo>
                  <a:pt x="5037221" y="901679"/>
                </a:lnTo>
                <a:lnTo>
                  <a:pt x="5053263" y="905229"/>
                </a:lnTo>
                <a:lnTo>
                  <a:pt x="5069305" y="908735"/>
                </a:lnTo>
                <a:lnTo>
                  <a:pt x="5085347" y="912197"/>
                </a:lnTo>
                <a:lnTo>
                  <a:pt x="5101389" y="915616"/>
                </a:lnTo>
                <a:lnTo>
                  <a:pt x="5117431" y="918991"/>
                </a:lnTo>
                <a:lnTo>
                  <a:pt x="5133473" y="922324"/>
                </a:lnTo>
                <a:lnTo>
                  <a:pt x="5149515" y="925615"/>
                </a:lnTo>
                <a:lnTo>
                  <a:pt x="5165557" y="928865"/>
                </a:lnTo>
                <a:lnTo>
                  <a:pt x="5181600" y="932074"/>
                </a:lnTo>
                <a:lnTo>
                  <a:pt x="5197642" y="935243"/>
                </a:lnTo>
                <a:lnTo>
                  <a:pt x="5213684" y="938372"/>
                </a:lnTo>
                <a:lnTo>
                  <a:pt x="5229726" y="941462"/>
                </a:lnTo>
                <a:lnTo>
                  <a:pt x="5245768" y="944513"/>
                </a:lnTo>
                <a:lnTo>
                  <a:pt x="5261810" y="947525"/>
                </a:lnTo>
                <a:lnTo>
                  <a:pt x="5277852" y="950500"/>
                </a:lnTo>
                <a:lnTo>
                  <a:pt x="5293894" y="953437"/>
                </a:lnTo>
                <a:lnTo>
                  <a:pt x="5309936" y="956338"/>
                </a:lnTo>
                <a:lnTo>
                  <a:pt x="5325978" y="959202"/>
                </a:lnTo>
                <a:lnTo>
                  <a:pt x="5342021" y="962030"/>
                </a:lnTo>
                <a:lnTo>
                  <a:pt x="5358063" y="964823"/>
                </a:lnTo>
                <a:lnTo>
                  <a:pt x="5374105" y="967580"/>
                </a:lnTo>
                <a:lnTo>
                  <a:pt x="5390147" y="970303"/>
                </a:lnTo>
                <a:lnTo>
                  <a:pt x="5406189" y="972992"/>
                </a:lnTo>
                <a:lnTo>
                  <a:pt x="5422231" y="975647"/>
                </a:lnTo>
                <a:lnTo>
                  <a:pt x="5438273" y="978269"/>
                </a:lnTo>
                <a:lnTo>
                  <a:pt x="5454315" y="980857"/>
                </a:lnTo>
                <a:lnTo>
                  <a:pt x="5470357" y="983414"/>
                </a:lnTo>
                <a:lnTo>
                  <a:pt x="5486400" y="985938"/>
                </a:lnTo>
                <a:lnTo>
                  <a:pt x="5502442" y="988430"/>
                </a:lnTo>
                <a:lnTo>
                  <a:pt x="5518484" y="990892"/>
                </a:lnTo>
                <a:lnTo>
                  <a:pt x="5534526" y="993322"/>
                </a:lnTo>
                <a:lnTo>
                  <a:pt x="5550568" y="995722"/>
                </a:lnTo>
                <a:lnTo>
                  <a:pt x="5566610" y="998092"/>
                </a:lnTo>
                <a:lnTo>
                  <a:pt x="5582652" y="1000432"/>
                </a:lnTo>
                <a:lnTo>
                  <a:pt x="5598694" y="1002743"/>
                </a:lnTo>
                <a:lnTo>
                  <a:pt x="5614736" y="1005024"/>
                </a:lnTo>
                <a:lnTo>
                  <a:pt x="5630778" y="1007277"/>
                </a:lnTo>
                <a:lnTo>
                  <a:pt x="5646821" y="1009502"/>
                </a:lnTo>
                <a:lnTo>
                  <a:pt x="5662863" y="1011699"/>
                </a:lnTo>
                <a:lnTo>
                  <a:pt x="5678905" y="1013869"/>
                </a:lnTo>
                <a:lnTo>
                  <a:pt x="5694947" y="1016011"/>
                </a:lnTo>
                <a:lnTo>
                  <a:pt x="5710989" y="1018126"/>
                </a:lnTo>
                <a:lnTo>
                  <a:pt x="5727031" y="1020215"/>
                </a:lnTo>
                <a:lnTo>
                  <a:pt x="5743073" y="1022278"/>
                </a:lnTo>
                <a:lnTo>
                  <a:pt x="5759115" y="1024315"/>
                </a:lnTo>
                <a:lnTo>
                  <a:pt x="5775157" y="1026326"/>
                </a:lnTo>
                <a:lnTo>
                  <a:pt x="5791199" y="1028312"/>
                </a:lnTo>
                <a:lnTo>
                  <a:pt x="5807242" y="1030273"/>
                </a:lnTo>
                <a:lnTo>
                  <a:pt x="5823284" y="1032210"/>
                </a:lnTo>
                <a:lnTo>
                  <a:pt x="5839326" y="1034122"/>
                </a:lnTo>
                <a:lnTo>
                  <a:pt x="5855368" y="1036011"/>
                </a:lnTo>
                <a:lnTo>
                  <a:pt x="5871410" y="1037875"/>
                </a:lnTo>
                <a:lnTo>
                  <a:pt x="5887452" y="1039717"/>
                </a:lnTo>
                <a:lnTo>
                  <a:pt x="5903494" y="1041535"/>
                </a:lnTo>
                <a:lnTo>
                  <a:pt x="5919536" y="1043331"/>
                </a:lnTo>
                <a:lnTo>
                  <a:pt x="5935578" y="1045104"/>
                </a:lnTo>
                <a:lnTo>
                  <a:pt x="5951621" y="1046855"/>
                </a:lnTo>
                <a:lnTo>
                  <a:pt x="5967663" y="1048583"/>
                </a:lnTo>
                <a:lnTo>
                  <a:pt x="5983705" y="1050291"/>
                </a:lnTo>
                <a:lnTo>
                  <a:pt x="5999747" y="1051977"/>
                </a:lnTo>
                <a:lnTo>
                  <a:pt x="6015789" y="1053641"/>
                </a:lnTo>
                <a:lnTo>
                  <a:pt x="6031831" y="1055285"/>
                </a:lnTo>
                <a:lnTo>
                  <a:pt x="6047873" y="1056909"/>
                </a:lnTo>
                <a:lnTo>
                  <a:pt x="6063915" y="1058512"/>
                </a:lnTo>
                <a:lnTo>
                  <a:pt x="6079957" y="1060095"/>
                </a:lnTo>
                <a:lnTo>
                  <a:pt x="6095999" y="1061658"/>
                </a:lnTo>
                <a:lnTo>
                  <a:pt x="6112042" y="1063202"/>
                </a:lnTo>
                <a:lnTo>
                  <a:pt x="6128084" y="1064726"/>
                </a:lnTo>
                <a:lnTo>
                  <a:pt x="6144126" y="1066231"/>
                </a:lnTo>
                <a:lnTo>
                  <a:pt x="6160168" y="1067718"/>
                </a:lnTo>
                <a:lnTo>
                  <a:pt x="6176210" y="1069185"/>
                </a:lnTo>
                <a:lnTo>
                  <a:pt x="6192252" y="1070635"/>
                </a:lnTo>
                <a:lnTo>
                  <a:pt x="6208294" y="1072066"/>
                </a:lnTo>
                <a:lnTo>
                  <a:pt x="6224336" y="1073479"/>
                </a:lnTo>
                <a:lnTo>
                  <a:pt x="6240378" y="1074875"/>
                </a:lnTo>
                <a:lnTo>
                  <a:pt x="6256421" y="1076253"/>
                </a:lnTo>
                <a:lnTo>
                  <a:pt x="6272463" y="1077614"/>
                </a:lnTo>
                <a:lnTo>
                  <a:pt x="6288505" y="1078958"/>
                </a:lnTo>
                <a:lnTo>
                  <a:pt x="6304547" y="1080286"/>
                </a:lnTo>
                <a:lnTo>
                  <a:pt x="6320589" y="1081596"/>
                </a:lnTo>
                <a:lnTo>
                  <a:pt x="6336631" y="1082890"/>
                </a:lnTo>
                <a:lnTo>
                  <a:pt x="6352673" y="1084169"/>
                </a:lnTo>
                <a:lnTo>
                  <a:pt x="6368715" y="1085431"/>
                </a:lnTo>
                <a:lnTo>
                  <a:pt x="6384757" y="1086677"/>
                </a:lnTo>
                <a:lnTo>
                  <a:pt x="6400800" y="1087908"/>
                </a:lnTo>
                <a:lnTo>
                  <a:pt x="6400800" y="1466025"/>
                </a:lnTo>
                <a:lnTo>
                  <a:pt x="6384757" y="1464604"/>
                </a:lnTo>
                <a:lnTo>
                  <a:pt x="6368715" y="1463165"/>
                </a:lnTo>
                <a:lnTo>
                  <a:pt x="6352673" y="1461710"/>
                </a:lnTo>
                <a:lnTo>
                  <a:pt x="6336631" y="1460237"/>
                </a:lnTo>
                <a:lnTo>
                  <a:pt x="6320589" y="1458747"/>
                </a:lnTo>
                <a:lnTo>
                  <a:pt x="6304547" y="1457239"/>
                </a:lnTo>
                <a:lnTo>
                  <a:pt x="6288505" y="1455713"/>
                </a:lnTo>
                <a:lnTo>
                  <a:pt x="6272463" y="1454169"/>
                </a:lnTo>
                <a:lnTo>
                  <a:pt x="6256421" y="1452607"/>
                </a:lnTo>
                <a:lnTo>
                  <a:pt x="6240378" y="1451026"/>
                </a:lnTo>
                <a:lnTo>
                  <a:pt x="6224336" y="1449426"/>
                </a:lnTo>
                <a:lnTo>
                  <a:pt x="6208294" y="1447807"/>
                </a:lnTo>
                <a:lnTo>
                  <a:pt x="6192252" y="1446168"/>
                </a:lnTo>
                <a:lnTo>
                  <a:pt x="6176210" y="1444511"/>
                </a:lnTo>
                <a:lnTo>
                  <a:pt x="6160168" y="1442833"/>
                </a:lnTo>
                <a:lnTo>
                  <a:pt x="6144126" y="1441135"/>
                </a:lnTo>
                <a:lnTo>
                  <a:pt x="6128084" y="1439417"/>
                </a:lnTo>
                <a:lnTo>
                  <a:pt x="6112042" y="1437678"/>
                </a:lnTo>
                <a:lnTo>
                  <a:pt x="6095999" y="1435919"/>
                </a:lnTo>
                <a:lnTo>
                  <a:pt x="6079957" y="1434138"/>
                </a:lnTo>
                <a:lnTo>
                  <a:pt x="6063915" y="1432337"/>
                </a:lnTo>
                <a:lnTo>
                  <a:pt x="6047873" y="1430513"/>
                </a:lnTo>
                <a:lnTo>
                  <a:pt x="6031831" y="1428668"/>
                </a:lnTo>
                <a:lnTo>
                  <a:pt x="6015789" y="1426800"/>
                </a:lnTo>
                <a:lnTo>
                  <a:pt x="5999747" y="1424911"/>
                </a:lnTo>
                <a:lnTo>
                  <a:pt x="5983705" y="1422998"/>
                </a:lnTo>
                <a:lnTo>
                  <a:pt x="5967663" y="1421063"/>
                </a:lnTo>
                <a:lnTo>
                  <a:pt x="5951621" y="1419104"/>
                </a:lnTo>
                <a:lnTo>
                  <a:pt x="5935578" y="1417122"/>
                </a:lnTo>
                <a:lnTo>
                  <a:pt x="5919536" y="1415116"/>
                </a:lnTo>
                <a:lnTo>
                  <a:pt x="5903494" y="1413086"/>
                </a:lnTo>
                <a:lnTo>
                  <a:pt x="5887452" y="1411031"/>
                </a:lnTo>
                <a:lnTo>
                  <a:pt x="5871410" y="1408952"/>
                </a:lnTo>
                <a:lnTo>
                  <a:pt x="5855368" y="1406847"/>
                </a:lnTo>
                <a:lnTo>
                  <a:pt x="5839326" y="1404718"/>
                </a:lnTo>
                <a:lnTo>
                  <a:pt x="5823284" y="1402562"/>
                </a:lnTo>
                <a:lnTo>
                  <a:pt x="5807242" y="1400381"/>
                </a:lnTo>
                <a:lnTo>
                  <a:pt x="5791199" y="1398174"/>
                </a:lnTo>
                <a:lnTo>
                  <a:pt x="5775157" y="1395939"/>
                </a:lnTo>
                <a:lnTo>
                  <a:pt x="5759115" y="1393678"/>
                </a:lnTo>
                <a:lnTo>
                  <a:pt x="5743073" y="1391390"/>
                </a:lnTo>
                <a:lnTo>
                  <a:pt x="5727031" y="1389073"/>
                </a:lnTo>
                <a:lnTo>
                  <a:pt x="5710989" y="1386729"/>
                </a:lnTo>
                <a:lnTo>
                  <a:pt x="5694947" y="1384357"/>
                </a:lnTo>
                <a:lnTo>
                  <a:pt x="5678905" y="1381956"/>
                </a:lnTo>
                <a:lnTo>
                  <a:pt x="5662863" y="1379525"/>
                </a:lnTo>
                <a:lnTo>
                  <a:pt x="5646821" y="1377066"/>
                </a:lnTo>
                <a:lnTo>
                  <a:pt x="5630778" y="1374576"/>
                </a:lnTo>
                <a:lnTo>
                  <a:pt x="5614736" y="1372057"/>
                </a:lnTo>
                <a:lnTo>
                  <a:pt x="5598694" y="1369507"/>
                </a:lnTo>
                <a:lnTo>
                  <a:pt x="5582652" y="1366926"/>
                </a:lnTo>
                <a:lnTo>
                  <a:pt x="5566610" y="1364314"/>
                </a:lnTo>
                <a:lnTo>
                  <a:pt x="5550568" y="1361670"/>
                </a:lnTo>
                <a:lnTo>
                  <a:pt x="5534526" y="1358994"/>
                </a:lnTo>
                <a:lnTo>
                  <a:pt x="5518484" y="1356285"/>
                </a:lnTo>
                <a:lnTo>
                  <a:pt x="5502442" y="1353544"/>
                </a:lnTo>
                <a:lnTo>
                  <a:pt x="5486400" y="1350769"/>
                </a:lnTo>
                <a:lnTo>
                  <a:pt x="5470357" y="1347961"/>
                </a:lnTo>
                <a:lnTo>
                  <a:pt x="5454315" y="1345118"/>
                </a:lnTo>
                <a:lnTo>
                  <a:pt x="5438273" y="1342241"/>
                </a:lnTo>
                <a:lnTo>
                  <a:pt x="5422231" y="1339329"/>
                </a:lnTo>
                <a:lnTo>
                  <a:pt x="5406189" y="1336381"/>
                </a:lnTo>
                <a:lnTo>
                  <a:pt x="5390147" y="1333398"/>
                </a:lnTo>
                <a:lnTo>
                  <a:pt x="5374105" y="1330378"/>
                </a:lnTo>
                <a:lnTo>
                  <a:pt x="5358063" y="1327321"/>
                </a:lnTo>
                <a:lnTo>
                  <a:pt x="5342021" y="1324227"/>
                </a:lnTo>
                <a:lnTo>
                  <a:pt x="5325978" y="1321096"/>
                </a:lnTo>
                <a:lnTo>
                  <a:pt x="5309936" y="1317926"/>
                </a:lnTo>
                <a:lnTo>
                  <a:pt x="5293894" y="1314717"/>
                </a:lnTo>
                <a:lnTo>
                  <a:pt x="5277852" y="1311470"/>
                </a:lnTo>
                <a:lnTo>
                  <a:pt x="5261810" y="1308182"/>
                </a:lnTo>
                <a:lnTo>
                  <a:pt x="5245768" y="1304855"/>
                </a:lnTo>
                <a:lnTo>
                  <a:pt x="5229726" y="1301487"/>
                </a:lnTo>
                <a:lnTo>
                  <a:pt x="5213684" y="1298077"/>
                </a:lnTo>
                <a:lnTo>
                  <a:pt x="5197642" y="1294626"/>
                </a:lnTo>
                <a:lnTo>
                  <a:pt x="5181600" y="1291133"/>
                </a:lnTo>
                <a:lnTo>
                  <a:pt x="5165557" y="1287597"/>
                </a:lnTo>
                <a:lnTo>
                  <a:pt x="5149515" y="1284018"/>
                </a:lnTo>
                <a:lnTo>
                  <a:pt x="5133473" y="1280394"/>
                </a:lnTo>
                <a:lnTo>
                  <a:pt x="5117431" y="1276727"/>
                </a:lnTo>
                <a:lnTo>
                  <a:pt x="5101389" y="1273014"/>
                </a:lnTo>
                <a:lnTo>
                  <a:pt x="5085347" y="1269256"/>
                </a:lnTo>
                <a:lnTo>
                  <a:pt x="5069305" y="1265452"/>
                </a:lnTo>
                <a:lnTo>
                  <a:pt x="5053263" y="1261602"/>
                </a:lnTo>
                <a:lnTo>
                  <a:pt x="5037221" y="1257704"/>
                </a:lnTo>
                <a:lnTo>
                  <a:pt x="5021178" y="1253758"/>
                </a:lnTo>
                <a:lnTo>
                  <a:pt x="5005136" y="1249764"/>
                </a:lnTo>
                <a:lnTo>
                  <a:pt x="4989094" y="1245720"/>
                </a:lnTo>
                <a:lnTo>
                  <a:pt x="4973052" y="1241627"/>
                </a:lnTo>
                <a:lnTo>
                  <a:pt x="4957010" y="1237484"/>
                </a:lnTo>
                <a:lnTo>
                  <a:pt x="4940968" y="1233290"/>
                </a:lnTo>
                <a:lnTo>
                  <a:pt x="4924926" y="1229044"/>
                </a:lnTo>
                <a:lnTo>
                  <a:pt x="4908884" y="1224746"/>
                </a:lnTo>
                <a:lnTo>
                  <a:pt x="4892842" y="1220395"/>
                </a:lnTo>
                <a:lnTo>
                  <a:pt x="4876800" y="1215991"/>
                </a:lnTo>
                <a:lnTo>
                  <a:pt x="4860757" y="1211532"/>
                </a:lnTo>
                <a:lnTo>
                  <a:pt x="4844715" y="1207018"/>
                </a:lnTo>
                <a:lnTo>
                  <a:pt x="4828673" y="1202449"/>
                </a:lnTo>
                <a:lnTo>
                  <a:pt x="4812631" y="1197824"/>
                </a:lnTo>
                <a:lnTo>
                  <a:pt x="4796589" y="1193141"/>
                </a:lnTo>
                <a:lnTo>
                  <a:pt x="4780547" y="1188401"/>
                </a:lnTo>
                <a:lnTo>
                  <a:pt x="4764505" y="1183602"/>
                </a:lnTo>
                <a:lnTo>
                  <a:pt x="4748463" y="1178745"/>
                </a:lnTo>
                <a:lnTo>
                  <a:pt x="4732421" y="1173827"/>
                </a:lnTo>
                <a:lnTo>
                  <a:pt x="4716378" y="1168849"/>
                </a:lnTo>
                <a:lnTo>
                  <a:pt x="4700336" y="1163809"/>
                </a:lnTo>
                <a:lnTo>
                  <a:pt x="4684294" y="1158707"/>
                </a:lnTo>
                <a:lnTo>
                  <a:pt x="4668252" y="1153542"/>
                </a:lnTo>
                <a:lnTo>
                  <a:pt x="4652210" y="1148314"/>
                </a:lnTo>
                <a:lnTo>
                  <a:pt x="4636168" y="1143020"/>
                </a:lnTo>
                <a:lnTo>
                  <a:pt x="4620126" y="1137662"/>
                </a:lnTo>
                <a:lnTo>
                  <a:pt x="4604084" y="1132237"/>
                </a:lnTo>
                <a:lnTo>
                  <a:pt x="4588042" y="1126746"/>
                </a:lnTo>
                <a:lnTo>
                  <a:pt x="4571999" y="1121186"/>
                </a:lnTo>
                <a:lnTo>
                  <a:pt x="4555957" y="1115558"/>
                </a:lnTo>
                <a:lnTo>
                  <a:pt x="4539915" y="1109860"/>
                </a:lnTo>
                <a:lnTo>
                  <a:pt x="4523873" y="1104092"/>
                </a:lnTo>
                <a:lnTo>
                  <a:pt x="4507831" y="1098253"/>
                </a:lnTo>
                <a:lnTo>
                  <a:pt x="4491789" y="1092342"/>
                </a:lnTo>
                <a:lnTo>
                  <a:pt x="4475747" y="1086357"/>
                </a:lnTo>
                <a:lnTo>
                  <a:pt x="4459705" y="1080299"/>
                </a:lnTo>
                <a:lnTo>
                  <a:pt x="4443663" y="1074166"/>
                </a:lnTo>
                <a:lnTo>
                  <a:pt x="4427621" y="1067957"/>
                </a:lnTo>
                <a:lnTo>
                  <a:pt x="4411578" y="1061672"/>
                </a:lnTo>
                <a:lnTo>
                  <a:pt x="4395536" y="1055309"/>
                </a:lnTo>
                <a:lnTo>
                  <a:pt x="4379494" y="1048867"/>
                </a:lnTo>
                <a:lnTo>
                  <a:pt x="4363452" y="1042346"/>
                </a:lnTo>
                <a:lnTo>
                  <a:pt x="4347410" y="1035744"/>
                </a:lnTo>
                <a:lnTo>
                  <a:pt x="4331368" y="1029061"/>
                </a:lnTo>
                <a:lnTo>
                  <a:pt x="4315326" y="1022295"/>
                </a:lnTo>
                <a:lnTo>
                  <a:pt x="4299284" y="1015446"/>
                </a:lnTo>
                <a:lnTo>
                  <a:pt x="4283242" y="1008513"/>
                </a:lnTo>
                <a:lnTo>
                  <a:pt x="4267199" y="1001494"/>
                </a:lnTo>
                <a:lnTo>
                  <a:pt x="4251157" y="994389"/>
                </a:lnTo>
                <a:lnTo>
                  <a:pt x="4235115" y="987196"/>
                </a:lnTo>
                <a:lnTo>
                  <a:pt x="4219073" y="979914"/>
                </a:lnTo>
                <a:lnTo>
                  <a:pt x="4203031" y="972543"/>
                </a:lnTo>
                <a:lnTo>
                  <a:pt x="4186989" y="965081"/>
                </a:lnTo>
                <a:lnTo>
                  <a:pt x="4170947" y="957528"/>
                </a:lnTo>
                <a:lnTo>
                  <a:pt x="4154905" y="949882"/>
                </a:lnTo>
                <a:lnTo>
                  <a:pt x="4138863" y="942141"/>
                </a:lnTo>
                <a:lnTo>
                  <a:pt x="4122821" y="934306"/>
                </a:lnTo>
                <a:lnTo>
                  <a:pt x="4106778" y="926375"/>
                </a:lnTo>
                <a:lnTo>
                  <a:pt x="4090736" y="918346"/>
                </a:lnTo>
                <a:lnTo>
                  <a:pt x="4074694" y="910219"/>
                </a:lnTo>
                <a:lnTo>
                  <a:pt x="4058652" y="901993"/>
                </a:lnTo>
                <a:lnTo>
                  <a:pt x="4042610" y="893666"/>
                </a:lnTo>
                <a:lnTo>
                  <a:pt x="4026568" y="885237"/>
                </a:lnTo>
                <a:lnTo>
                  <a:pt x="4010526" y="876706"/>
                </a:lnTo>
                <a:lnTo>
                  <a:pt x="3994484" y="868070"/>
                </a:lnTo>
                <a:lnTo>
                  <a:pt x="3978442" y="859329"/>
                </a:lnTo>
                <a:lnTo>
                  <a:pt x="3962400" y="850482"/>
                </a:lnTo>
                <a:lnTo>
                  <a:pt x="3946357" y="841527"/>
                </a:lnTo>
                <a:lnTo>
                  <a:pt x="3930315" y="832463"/>
                </a:lnTo>
                <a:lnTo>
                  <a:pt x="3914273" y="823290"/>
                </a:lnTo>
                <a:lnTo>
                  <a:pt x="3898231" y="814006"/>
                </a:lnTo>
                <a:lnTo>
                  <a:pt x="3882189" y="804609"/>
                </a:lnTo>
                <a:lnTo>
                  <a:pt x="3866147" y="795098"/>
                </a:lnTo>
                <a:lnTo>
                  <a:pt x="3850105" y="785474"/>
                </a:lnTo>
                <a:lnTo>
                  <a:pt x="3834063" y="775733"/>
                </a:lnTo>
                <a:lnTo>
                  <a:pt x="3818021" y="765875"/>
                </a:lnTo>
                <a:lnTo>
                  <a:pt x="3801978" y="755899"/>
                </a:lnTo>
                <a:lnTo>
                  <a:pt x="3785936" y="745803"/>
                </a:lnTo>
                <a:lnTo>
                  <a:pt x="3769894" y="735587"/>
                </a:lnTo>
                <a:lnTo>
                  <a:pt x="3753852" y="725249"/>
                </a:lnTo>
                <a:lnTo>
                  <a:pt x="3737810" y="714788"/>
                </a:lnTo>
                <a:lnTo>
                  <a:pt x="3721768" y="704203"/>
                </a:lnTo>
                <a:lnTo>
                  <a:pt x="3705726" y="693492"/>
                </a:lnTo>
                <a:lnTo>
                  <a:pt x="3689684" y="682655"/>
                </a:lnTo>
                <a:lnTo>
                  <a:pt x="3673642" y="671690"/>
                </a:lnTo>
                <a:lnTo>
                  <a:pt x="3657600" y="660596"/>
                </a:lnTo>
                <a:lnTo>
                  <a:pt x="3641557" y="649372"/>
                </a:lnTo>
                <a:lnTo>
                  <a:pt x="3625515" y="638017"/>
                </a:lnTo>
                <a:lnTo>
                  <a:pt x="3609473" y="626529"/>
                </a:lnTo>
                <a:lnTo>
                  <a:pt x="3593431" y="614908"/>
                </a:lnTo>
                <a:lnTo>
                  <a:pt x="3577389" y="603152"/>
                </a:lnTo>
                <a:lnTo>
                  <a:pt x="3561347" y="591261"/>
                </a:lnTo>
                <a:lnTo>
                  <a:pt x="3545305" y="579233"/>
                </a:lnTo>
                <a:lnTo>
                  <a:pt x="3529263" y="567067"/>
                </a:lnTo>
                <a:lnTo>
                  <a:pt x="3513221" y="554762"/>
                </a:lnTo>
                <a:lnTo>
                  <a:pt x="3497178" y="542317"/>
                </a:lnTo>
                <a:lnTo>
                  <a:pt x="3481136" y="529731"/>
                </a:lnTo>
                <a:lnTo>
                  <a:pt x="3465094" y="517004"/>
                </a:lnTo>
                <a:lnTo>
                  <a:pt x="3449052" y="504133"/>
                </a:lnTo>
                <a:lnTo>
                  <a:pt x="3433010" y="491119"/>
                </a:lnTo>
                <a:lnTo>
                  <a:pt x="3416968" y="477960"/>
                </a:lnTo>
                <a:lnTo>
                  <a:pt x="3400926" y="464656"/>
                </a:lnTo>
                <a:lnTo>
                  <a:pt x="3384884" y="451205"/>
                </a:lnTo>
                <a:lnTo>
                  <a:pt x="3368842" y="437608"/>
                </a:lnTo>
                <a:lnTo>
                  <a:pt x="3352799" y="423862"/>
                </a:lnTo>
                <a:lnTo>
                  <a:pt x="3336757" y="409968"/>
                </a:lnTo>
                <a:lnTo>
                  <a:pt x="3320715" y="395925"/>
                </a:lnTo>
                <a:lnTo>
                  <a:pt x="3304673" y="381732"/>
                </a:lnTo>
                <a:lnTo>
                  <a:pt x="3288631" y="367388"/>
                </a:lnTo>
                <a:lnTo>
                  <a:pt x="3272589" y="352894"/>
                </a:lnTo>
                <a:lnTo>
                  <a:pt x="3256547" y="338248"/>
                </a:lnTo>
                <a:lnTo>
                  <a:pt x="3240505" y="323450"/>
                </a:lnTo>
                <a:lnTo>
                  <a:pt x="3224463" y="308501"/>
                </a:lnTo>
                <a:lnTo>
                  <a:pt x="3208421" y="293398"/>
                </a:lnTo>
                <a:lnTo>
                  <a:pt x="3192378" y="285254"/>
                </a:lnTo>
                <a:lnTo>
                  <a:pt x="3176336" y="284170"/>
                </a:lnTo>
                <a:lnTo>
                  <a:pt x="3160294" y="283073"/>
                </a:lnTo>
                <a:lnTo>
                  <a:pt x="3144252" y="281963"/>
                </a:lnTo>
                <a:lnTo>
                  <a:pt x="3128210" y="280838"/>
                </a:lnTo>
                <a:lnTo>
                  <a:pt x="3112168" y="279700"/>
                </a:lnTo>
                <a:lnTo>
                  <a:pt x="3096126" y="278547"/>
                </a:lnTo>
                <a:lnTo>
                  <a:pt x="3080084" y="277379"/>
                </a:lnTo>
                <a:lnTo>
                  <a:pt x="3064042" y="276197"/>
                </a:lnTo>
                <a:lnTo>
                  <a:pt x="3047999" y="275000"/>
                </a:lnTo>
                <a:lnTo>
                  <a:pt x="3031957" y="273788"/>
                </a:lnTo>
                <a:lnTo>
                  <a:pt x="3015915" y="272561"/>
                </a:lnTo>
                <a:lnTo>
                  <a:pt x="2999873" y="271318"/>
                </a:lnTo>
                <a:lnTo>
                  <a:pt x="2983831" y="270060"/>
                </a:lnTo>
                <a:lnTo>
                  <a:pt x="2967789" y="268786"/>
                </a:lnTo>
                <a:lnTo>
                  <a:pt x="2951747" y="267496"/>
                </a:lnTo>
                <a:lnTo>
                  <a:pt x="2935705" y="266189"/>
                </a:lnTo>
                <a:lnTo>
                  <a:pt x="2919663" y="264866"/>
                </a:lnTo>
                <a:lnTo>
                  <a:pt x="2903621" y="263527"/>
                </a:lnTo>
                <a:lnTo>
                  <a:pt x="2887578" y="262171"/>
                </a:lnTo>
                <a:lnTo>
                  <a:pt x="2871536" y="260798"/>
                </a:lnTo>
                <a:lnTo>
                  <a:pt x="2855494" y="259408"/>
                </a:lnTo>
                <a:lnTo>
                  <a:pt x="2839452" y="258000"/>
                </a:lnTo>
                <a:lnTo>
                  <a:pt x="2823410" y="256575"/>
                </a:lnTo>
                <a:lnTo>
                  <a:pt x="2807368" y="255133"/>
                </a:lnTo>
                <a:lnTo>
                  <a:pt x="2791326" y="253673"/>
                </a:lnTo>
                <a:lnTo>
                  <a:pt x="2775284" y="252195"/>
                </a:lnTo>
                <a:lnTo>
                  <a:pt x="2759242" y="250700"/>
                </a:lnTo>
                <a:lnTo>
                  <a:pt x="2743200" y="249186"/>
                </a:lnTo>
                <a:lnTo>
                  <a:pt x="2727157" y="247653"/>
                </a:lnTo>
                <a:lnTo>
                  <a:pt x="2711115" y="246103"/>
                </a:lnTo>
                <a:lnTo>
                  <a:pt x="2695073" y="244534"/>
                </a:lnTo>
                <a:lnTo>
                  <a:pt x="2679031" y="242947"/>
                </a:lnTo>
                <a:lnTo>
                  <a:pt x="2662989" y="241341"/>
                </a:lnTo>
                <a:lnTo>
                  <a:pt x="2646947" y="239716"/>
                </a:lnTo>
                <a:lnTo>
                  <a:pt x="2630905" y="238073"/>
                </a:lnTo>
                <a:lnTo>
                  <a:pt x="2614863" y="236410"/>
                </a:lnTo>
                <a:lnTo>
                  <a:pt x="2598821" y="234729"/>
                </a:lnTo>
                <a:lnTo>
                  <a:pt x="2582778" y="233029"/>
                </a:lnTo>
                <a:lnTo>
                  <a:pt x="2566736" y="231311"/>
                </a:lnTo>
                <a:lnTo>
                  <a:pt x="2550694" y="229573"/>
                </a:lnTo>
                <a:lnTo>
                  <a:pt x="2534652" y="227816"/>
                </a:lnTo>
                <a:lnTo>
                  <a:pt x="2518610" y="226041"/>
                </a:lnTo>
                <a:lnTo>
                  <a:pt x="2502568" y="224247"/>
                </a:lnTo>
                <a:lnTo>
                  <a:pt x="2486526" y="222434"/>
                </a:lnTo>
                <a:lnTo>
                  <a:pt x="2470484" y="220602"/>
                </a:lnTo>
                <a:lnTo>
                  <a:pt x="2454442" y="218752"/>
                </a:lnTo>
                <a:lnTo>
                  <a:pt x="2438400" y="216884"/>
                </a:lnTo>
                <a:lnTo>
                  <a:pt x="2422357" y="214997"/>
                </a:lnTo>
                <a:lnTo>
                  <a:pt x="2406315" y="213092"/>
                </a:lnTo>
                <a:lnTo>
                  <a:pt x="2390273" y="211169"/>
                </a:lnTo>
                <a:lnTo>
                  <a:pt x="2374231" y="209228"/>
                </a:lnTo>
                <a:lnTo>
                  <a:pt x="2358189" y="207270"/>
                </a:lnTo>
                <a:lnTo>
                  <a:pt x="2342147" y="205294"/>
                </a:lnTo>
                <a:lnTo>
                  <a:pt x="2326105" y="203301"/>
                </a:lnTo>
                <a:lnTo>
                  <a:pt x="2310063" y="201292"/>
                </a:lnTo>
                <a:lnTo>
                  <a:pt x="2294021" y="199266"/>
                </a:lnTo>
                <a:lnTo>
                  <a:pt x="2277978" y="197223"/>
                </a:lnTo>
                <a:lnTo>
                  <a:pt x="2261936" y="195165"/>
                </a:lnTo>
                <a:lnTo>
                  <a:pt x="2245894" y="193091"/>
                </a:lnTo>
                <a:lnTo>
                  <a:pt x="2229852" y="191003"/>
                </a:lnTo>
                <a:lnTo>
                  <a:pt x="2213810" y="188899"/>
                </a:lnTo>
                <a:lnTo>
                  <a:pt x="2197768" y="186781"/>
                </a:lnTo>
                <a:lnTo>
                  <a:pt x="2181726" y="184650"/>
                </a:lnTo>
                <a:lnTo>
                  <a:pt x="2165684" y="182505"/>
                </a:lnTo>
                <a:lnTo>
                  <a:pt x="2149642" y="180348"/>
                </a:lnTo>
                <a:lnTo>
                  <a:pt x="2133599" y="178178"/>
                </a:lnTo>
                <a:lnTo>
                  <a:pt x="2117557" y="175996"/>
                </a:lnTo>
                <a:lnTo>
                  <a:pt x="2101515" y="173804"/>
                </a:lnTo>
                <a:lnTo>
                  <a:pt x="2085473" y="171601"/>
                </a:lnTo>
                <a:lnTo>
                  <a:pt x="2069431" y="169388"/>
                </a:lnTo>
                <a:lnTo>
                  <a:pt x="2053389" y="167165"/>
                </a:lnTo>
                <a:lnTo>
                  <a:pt x="2037347" y="164935"/>
                </a:lnTo>
                <a:lnTo>
                  <a:pt x="2021305" y="162696"/>
                </a:lnTo>
                <a:lnTo>
                  <a:pt x="2005263" y="160450"/>
                </a:lnTo>
                <a:lnTo>
                  <a:pt x="1989221" y="158198"/>
                </a:lnTo>
                <a:lnTo>
                  <a:pt x="1973178" y="155940"/>
                </a:lnTo>
                <a:lnTo>
                  <a:pt x="1957136" y="153677"/>
                </a:lnTo>
                <a:lnTo>
                  <a:pt x="1941094" y="151410"/>
                </a:lnTo>
                <a:lnTo>
                  <a:pt x="1925052" y="149140"/>
                </a:lnTo>
                <a:lnTo>
                  <a:pt x="1909010" y="146867"/>
                </a:lnTo>
                <a:lnTo>
                  <a:pt x="1892968" y="144592"/>
                </a:lnTo>
                <a:lnTo>
                  <a:pt x="1876926" y="142317"/>
                </a:lnTo>
                <a:lnTo>
                  <a:pt x="1860884" y="140041"/>
                </a:lnTo>
                <a:lnTo>
                  <a:pt x="1844842" y="137767"/>
                </a:lnTo>
                <a:lnTo>
                  <a:pt x="1828800" y="135494"/>
                </a:lnTo>
                <a:lnTo>
                  <a:pt x="1812757" y="133224"/>
                </a:lnTo>
                <a:lnTo>
                  <a:pt x="1796715" y="130957"/>
                </a:lnTo>
                <a:lnTo>
                  <a:pt x="1780673" y="128695"/>
                </a:lnTo>
                <a:lnTo>
                  <a:pt x="1764631" y="126438"/>
                </a:lnTo>
                <a:lnTo>
                  <a:pt x="1748589" y="124187"/>
                </a:lnTo>
                <a:lnTo>
                  <a:pt x="1732547" y="121943"/>
                </a:lnTo>
                <a:lnTo>
                  <a:pt x="1716505" y="119708"/>
                </a:lnTo>
                <a:lnTo>
                  <a:pt x="1700463" y="117481"/>
                </a:lnTo>
                <a:lnTo>
                  <a:pt x="1684421" y="115263"/>
                </a:lnTo>
                <a:lnTo>
                  <a:pt x="1668378" y="113057"/>
                </a:lnTo>
                <a:lnTo>
                  <a:pt x="1652336" y="110862"/>
                </a:lnTo>
                <a:lnTo>
                  <a:pt x="1636294" y="108679"/>
                </a:lnTo>
                <a:lnTo>
                  <a:pt x="1620252" y="106509"/>
                </a:lnTo>
                <a:lnTo>
                  <a:pt x="1604210" y="104354"/>
                </a:lnTo>
                <a:lnTo>
                  <a:pt x="1588168" y="102213"/>
                </a:lnTo>
                <a:lnTo>
                  <a:pt x="1572126" y="100088"/>
                </a:lnTo>
                <a:lnTo>
                  <a:pt x="1556084" y="97979"/>
                </a:lnTo>
                <a:lnTo>
                  <a:pt x="1540042" y="95888"/>
                </a:lnTo>
                <a:lnTo>
                  <a:pt x="1524000" y="93814"/>
                </a:lnTo>
                <a:lnTo>
                  <a:pt x="1507957" y="91759"/>
                </a:lnTo>
                <a:lnTo>
                  <a:pt x="1491915" y="89723"/>
                </a:lnTo>
                <a:lnTo>
                  <a:pt x="1475873" y="87708"/>
                </a:lnTo>
                <a:lnTo>
                  <a:pt x="1459831" y="85713"/>
                </a:lnTo>
                <a:lnTo>
                  <a:pt x="1443789" y="83739"/>
                </a:lnTo>
                <a:lnTo>
                  <a:pt x="1427747" y="81787"/>
                </a:lnTo>
                <a:lnTo>
                  <a:pt x="1411705" y="79858"/>
                </a:lnTo>
                <a:lnTo>
                  <a:pt x="1395663" y="77952"/>
                </a:lnTo>
                <a:lnTo>
                  <a:pt x="1379621" y="76069"/>
                </a:lnTo>
                <a:lnTo>
                  <a:pt x="1363578" y="74210"/>
                </a:lnTo>
                <a:lnTo>
                  <a:pt x="1347536" y="72376"/>
                </a:lnTo>
                <a:lnTo>
                  <a:pt x="1331494" y="70566"/>
                </a:lnTo>
                <a:lnTo>
                  <a:pt x="1315452" y="68782"/>
                </a:lnTo>
                <a:lnTo>
                  <a:pt x="1299410" y="67024"/>
                </a:lnTo>
                <a:lnTo>
                  <a:pt x="1283368" y="65291"/>
                </a:lnTo>
                <a:lnTo>
                  <a:pt x="1267326" y="63585"/>
                </a:lnTo>
                <a:lnTo>
                  <a:pt x="1251284" y="61906"/>
                </a:lnTo>
                <a:lnTo>
                  <a:pt x="1235242" y="60253"/>
                </a:lnTo>
                <a:lnTo>
                  <a:pt x="1219199" y="58627"/>
                </a:lnTo>
                <a:lnTo>
                  <a:pt x="1203157" y="57028"/>
                </a:lnTo>
                <a:lnTo>
                  <a:pt x="1187115" y="55457"/>
                </a:lnTo>
                <a:lnTo>
                  <a:pt x="1171073" y="53913"/>
                </a:lnTo>
                <a:lnTo>
                  <a:pt x="1155031" y="52396"/>
                </a:lnTo>
                <a:lnTo>
                  <a:pt x="1138989" y="50907"/>
                </a:lnTo>
                <a:lnTo>
                  <a:pt x="1122947" y="49446"/>
                </a:lnTo>
                <a:lnTo>
                  <a:pt x="1106905" y="48012"/>
                </a:lnTo>
                <a:lnTo>
                  <a:pt x="1090863" y="46606"/>
                </a:lnTo>
                <a:lnTo>
                  <a:pt x="1074821" y="45227"/>
                </a:lnTo>
                <a:lnTo>
                  <a:pt x="1058778" y="43876"/>
                </a:lnTo>
                <a:lnTo>
                  <a:pt x="1042736" y="42552"/>
                </a:lnTo>
                <a:lnTo>
                  <a:pt x="1026694" y="41256"/>
                </a:lnTo>
                <a:lnTo>
                  <a:pt x="1010652" y="39986"/>
                </a:lnTo>
                <a:lnTo>
                  <a:pt x="994610" y="38743"/>
                </a:lnTo>
                <a:lnTo>
                  <a:pt x="978568" y="37527"/>
                </a:lnTo>
                <a:lnTo>
                  <a:pt x="962526" y="36338"/>
                </a:lnTo>
                <a:lnTo>
                  <a:pt x="946484" y="35175"/>
                </a:lnTo>
                <a:lnTo>
                  <a:pt x="930442" y="34037"/>
                </a:lnTo>
                <a:lnTo>
                  <a:pt x="914400" y="32926"/>
                </a:lnTo>
                <a:lnTo>
                  <a:pt x="898357" y="31840"/>
                </a:lnTo>
                <a:lnTo>
                  <a:pt x="882315" y="30779"/>
                </a:lnTo>
                <a:lnTo>
                  <a:pt x="866273" y="29743"/>
                </a:lnTo>
                <a:lnTo>
                  <a:pt x="850231" y="28732"/>
                </a:lnTo>
                <a:lnTo>
                  <a:pt x="834189" y="27744"/>
                </a:lnTo>
                <a:lnTo>
                  <a:pt x="818147" y="26781"/>
                </a:lnTo>
                <a:lnTo>
                  <a:pt x="802105" y="25841"/>
                </a:lnTo>
                <a:lnTo>
                  <a:pt x="786063" y="24924"/>
                </a:lnTo>
                <a:lnTo>
                  <a:pt x="770021" y="24030"/>
                </a:lnTo>
                <a:lnTo>
                  <a:pt x="753978" y="23158"/>
                </a:lnTo>
                <a:lnTo>
                  <a:pt x="737936" y="22308"/>
                </a:lnTo>
                <a:lnTo>
                  <a:pt x="721894" y="21480"/>
                </a:lnTo>
                <a:lnTo>
                  <a:pt x="705852" y="20672"/>
                </a:lnTo>
                <a:lnTo>
                  <a:pt x="689810" y="19886"/>
                </a:lnTo>
                <a:lnTo>
                  <a:pt x="673768" y="19120"/>
                </a:lnTo>
                <a:lnTo>
                  <a:pt x="657726" y="18374"/>
                </a:lnTo>
                <a:lnTo>
                  <a:pt x="641684" y="17647"/>
                </a:lnTo>
                <a:lnTo>
                  <a:pt x="625642" y="16939"/>
                </a:lnTo>
                <a:lnTo>
                  <a:pt x="609599" y="16250"/>
                </a:lnTo>
                <a:lnTo>
                  <a:pt x="593557" y="15579"/>
                </a:lnTo>
                <a:lnTo>
                  <a:pt x="577515" y="14927"/>
                </a:lnTo>
                <a:lnTo>
                  <a:pt x="561473" y="14291"/>
                </a:lnTo>
                <a:lnTo>
                  <a:pt x="545431" y="13672"/>
                </a:lnTo>
                <a:lnTo>
                  <a:pt x="529389" y="13070"/>
                </a:lnTo>
                <a:lnTo>
                  <a:pt x="513347" y="12484"/>
                </a:lnTo>
                <a:lnTo>
                  <a:pt x="497305" y="11914"/>
                </a:lnTo>
                <a:lnTo>
                  <a:pt x="481263" y="11359"/>
                </a:lnTo>
                <a:lnTo>
                  <a:pt x="465221" y="10819"/>
                </a:lnTo>
                <a:lnTo>
                  <a:pt x="449178" y="10294"/>
                </a:lnTo>
                <a:lnTo>
                  <a:pt x="433136" y="9783"/>
                </a:lnTo>
                <a:lnTo>
                  <a:pt x="417094" y="9285"/>
                </a:lnTo>
                <a:lnTo>
                  <a:pt x="401052" y="8801"/>
                </a:lnTo>
                <a:lnTo>
                  <a:pt x="385010" y="8329"/>
                </a:lnTo>
                <a:lnTo>
                  <a:pt x="368968" y="7870"/>
                </a:lnTo>
                <a:lnTo>
                  <a:pt x="352926" y="7424"/>
                </a:lnTo>
                <a:lnTo>
                  <a:pt x="336884" y="6989"/>
                </a:lnTo>
                <a:lnTo>
                  <a:pt x="320842" y="6566"/>
                </a:lnTo>
                <a:lnTo>
                  <a:pt x="304800" y="6153"/>
                </a:lnTo>
                <a:lnTo>
                  <a:pt x="288757" y="5752"/>
                </a:lnTo>
                <a:lnTo>
                  <a:pt x="272715" y="5361"/>
                </a:lnTo>
                <a:lnTo>
                  <a:pt x="256673" y="4980"/>
                </a:lnTo>
                <a:lnTo>
                  <a:pt x="240631" y="4608"/>
                </a:lnTo>
                <a:lnTo>
                  <a:pt x="224589" y="4246"/>
                </a:lnTo>
                <a:lnTo>
                  <a:pt x="208547" y="3894"/>
                </a:lnTo>
                <a:lnTo>
                  <a:pt x="192505" y="3549"/>
                </a:lnTo>
                <a:lnTo>
                  <a:pt x="176463" y="3214"/>
                </a:lnTo>
                <a:lnTo>
                  <a:pt x="160421" y="2886"/>
                </a:lnTo>
                <a:lnTo>
                  <a:pt x="144378" y="2567"/>
                </a:lnTo>
                <a:lnTo>
                  <a:pt x="128336" y="2255"/>
                </a:lnTo>
                <a:lnTo>
                  <a:pt x="112294" y="1950"/>
                </a:lnTo>
                <a:lnTo>
                  <a:pt x="96252" y="1653"/>
                </a:lnTo>
                <a:lnTo>
                  <a:pt x="80210" y="1362"/>
                </a:lnTo>
                <a:lnTo>
                  <a:pt x="64168" y="1077"/>
                </a:lnTo>
                <a:lnTo>
                  <a:pt x="48126" y="799"/>
                </a:lnTo>
                <a:lnTo>
                  <a:pt x="32084" y="527"/>
                </a:lnTo>
                <a:lnTo>
                  <a:pt x="16042" y="261"/>
                </a:lnTo>
                <a:lnTo>
                  <a:pt x="0" y="0"/>
                </a:lnTo>
                <a:close/>
              </a:path>
            </a:pathLst>
          </a:custGeom>
          <a:solidFill>
            <a:srgbClr val="F2B880">
              <a:alpha val="55000"/>
            </a:srgbClr>
          </a:solidFill>
          <a:ln w="10160">
            <a:solidFill>
              <a:srgbClr val="F2B880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2-E18 polygon 36" descr="sci-ppt:o036"/>
          <p:cNvSpPr/>
          <p:nvPr/>
        </p:nvSpPr>
        <p:spPr>
          <a:xfrm>
            <a:off x="914400" y="1642533"/>
            <a:ext cx="6400800" cy="1087908"/>
          </a:xfrm>
          <a:custGeom>
            <a:avLst/>
            <a:gdLst/>
            <a:ahLst/>
            <a:cxnLst/>
            <a:rect l="l" t="t" r="r" b="b"/>
            <a:pathLst>
              <a:path w="6400800" h="1087908">
                <a:moveTo>
                  <a:pt x="0" y="0"/>
                </a:moveTo>
                <a:lnTo>
                  <a:pt x="16042" y="0"/>
                </a:lnTo>
                <a:lnTo>
                  <a:pt x="32084" y="0"/>
                </a:lnTo>
                <a:lnTo>
                  <a:pt x="48126" y="0"/>
                </a:lnTo>
                <a:lnTo>
                  <a:pt x="64168" y="0"/>
                </a:lnTo>
                <a:lnTo>
                  <a:pt x="80210" y="0"/>
                </a:lnTo>
                <a:lnTo>
                  <a:pt x="96252" y="0"/>
                </a:lnTo>
                <a:lnTo>
                  <a:pt x="112294" y="0"/>
                </a:lnTo>
                <a:lnTo>
                  <a:pt x="128336" y="0"/>
                </a:lnTo>
                <a:lnTo>
                  <a:pt x="144378" y="0"/>
                </a:lnTo>
                <a:lnTo>
                  <a:pt x="160421" y="0"/>
                </a:lnTo>
                <a:lnTo>
                  <a:pt x="176463" y="0"/>
                </a:lnTo>
                <a:lnTo>
                  <a:pt x="192505" y="0"/>
                </a:lnTo>
                <a:lnTo>
                  <a:pt x="208547" y="0"/>
                </a:lnTo>
                <a:lnTo>
                  <a:pt x="224589" y="0"/>
                </a:lnTo>
                <a:lnTo>
                  <a:pt x="240631" y="0"/>
                </a:lnTo>
                <a:lnTo>
                  <a:pt x="256673" y="0"/>
                </a:lnTo>
                <a:lnTo>
                  <a:pt x="272715" y="0"/>
                </a:lnTo>
                <a:lnTo>
                  <a:pt x="288757" y="0"/>
                </a:lnTo>
                <a:lnTo>
                  <a:pt x="304800" y="0"/>
                </a:lnTo>
                <a:lnTo>
                  <a:pt x="320842" y="0"/>
                </a:lnTo>
                <a:lnTo>
                  <a:pt x="336884" y="0"/>
                </a:lnTo>
                <a:lnTo>
                  <a:pt x="352926" y="0"/>
                </a:lnTo>
                <a:lnTo>
                  <a:pt x="368968" y="0"/>
                </a:lnTo>
                <a:lnTo>
                  <a:pt x="385010" y="0"/>
                </a:lnTo>
                <a:lnTo>
                  <a:pt x="401052" y="0"/>
                </a:lnTo>
                <a:lnTo>
                  <a:pt x="417094" y="0"/>
                </a:lnTo>
                <a:lnTo>
                  <a:pt x="433136" y="0"/>
                </a:lnTo>
                <a:lnTo>
                  <a:pt x="449178" y="0"/>
                </a:lnTo>
                <a:lnTo>
                  <a:pt x="465221" y="0"/>
                </a:lnTo>
                <a:lnTo>
                  <a:pt x="481263" y="0"/>
                </a:lnTo>
                <a:lnTo>
                  <a:pt x="497305" y="0"/>
                </a:lnTo>
                <a:lnTo>
                  <a:pt x="513347" y="0"/>
                </a:lnTo>
                <a:lnTo>
                  <a:pt x="529389" y="0"/>
                </a:lnTo>
                <a:lnTo>
                  <a:pt x="545431" y="0"/>
                </a:lnTo>
                <a:lnTo>
                  <a:pt x="561473" y="0"/>
                </a:lnTo>
                <a:lnTo>
                  <a:pt x="577515" y="0"/>
                </a:lnTo>
                <a:lnTo>
                  <a:pt x="593557" y="0"/>
                </a:lnTo>
                <a:lnTo>
                  <a:pt x="609599" y="0"/>
                </a:lnTo>
                <a:lnTo>
                  <a:pt x="625642" y="0"/>
                </a:lnTo>
                <a:lnTo>
                  <a:pt x="641684" y="0"/>
                </a:lnTo>
                <a:lnTo>
                  <a:pt x="657726" y="0"/>
                </a:lnTo>
                <a:lnTo>
                  <a:pt x="673768" y="0"/>
                </a:lnTo>
                <a:lnTo>
                  <a:pt x="689810" y="0"/>
                </a:lnTo>
                <a:lnTo>
                  <a:pt x="705852" y="0"/>
                </a:lnTo>
                <a:lnTo>
                  <a:pt x="721894" y="0"/>
                </a:lnTo>
                <a:lnTo>
                  <a:pt x="737936" y="0"/>
                </a:lnTo>
                <a:lnTo>
                  <a:pt x="753978" y="0"/>
                </a:lnTo>
                <a:lnTo>
                  <a:pt x="770021" y="0"/>
                </a:lnTo>
                <a:lnTo>
                  <a:pt x="786063" y="0"/>
                </a:lnTo>
                <a:lnTo>
                  <a:pt x="802105" y="0"/>
                </a:lnTo>
                <a:lnTo>
                  <a:pt x="818147" y="0"/>
                </a:lnTo>
                <a:lnTo>
                  <a:pt x="834189" y="0"/>
                </a:lnTo>
                <a:lnTo>
                  <a:pt x="850231" y="0"/>
                </a:lnTo>
                <a:lnTo>
                  <a:pt x="866273" y="0"/>
                </a:lnTo>
                <a:lnTo>
                  <a:pt x="882315" y="0"/>
                </a:lnTo>
                <a:lnTo>
                  <a:pt x="898357" y="0"/>
                </a:lnTo>
                <a:lnTo>
                  <a:pt x="914400" y="0"/>
                </a:lnTo>
                <a:lnTo>
                  <a:pt x="930442" y="0"/>
                </a:lnTo>
                <a:lnTo>
                  <a:pt x="946484" y="0"/>
                </a:lnTo>
                <a:lnTo>
                  <a:pt x="962526" y="0"/>
                </a:lnTo>
                <a:lnTo>
                  <a:pt x="978568" y="0"/>
                </a:lnTo>
                <a:lnTo>
                  <a:pt x="994610" y="0"/>
                </a:lnTo>
                <a:lnTo>
                  <a:pt x="1010652" y="0"/>
                </a:lnTo>
                <a:lnTo>
                  <a:pt x="1026694" y="0"/>
                </a:lnTo>
                <a:lnTo>
                  <a:pt x="1042736" y="0"/>
                </a:lnTo>
                <a:lnTo>
                  <a:pt x="1058778" y="0"/>
                </a:lnTo>
                <a:lnTo>
                  <a:pt x="1074821" y="0"/>
                </a:lnTo>
                <a:lnTo>
                  <a:pt x="1090863" y="0"/>
                </a:lnTo>
                <a:lnTo>
                  <a:pt x="1106905" y="0"/>
                </a:lnTo>
                <a:lnTo>
                  <a:pt x="1122947" y="0"/>
                </a:lnTo>
                <a:lnTo>
                  <a:pt x="1138989" y="0"/>
                </a:lnTo>
                <a:lnTo>
                  <a:pt x="1155031" y="0"/>
                </a:lnTo>
                <a:lnTo>
                  <a:pt x="1171073" y="0"/>
                </a:lnTo>
                <a:lnTo>
                  <a:pt x="1187115" y="0"/>
                </a:lnTo>
                <a:lnTo>
                  <a:pt x="1203157" y="0"/>
                </a:lnTo>
                <a:lnTo>
                  <a:pt x="1219199" y="0"/>
                </a:lnTo>
                <a:lnTo>
                  <a:pt x="1235242" y="0"/>
                </a:lnTo>
                <a:lnTo>
                  <a:pt x="1251284" y="0"/>
                </a:lnTo>
                <a:lnTo>
                  <a:pt x="1267326" y="0"/>
                </a:lnTo>
                <a:lnTo>
                  <a:pt x="1283368" y="0"/>
                </a:lnTo>
                <a:lnTo>
                  <a:pt x="1299410" y="0"/>
                </a:lnTo>
                <a:lnTo>
                  <a:pt x="1315452" y="0"/>
                </a:lnTo>
                <a:lnTo>
                  <a:pt x="1331494" y="0"/>
                </a:lnTo>
                <a:lnTo>
                  <a:pt x="1347536" y="0"/>
                </a:lnTo>
                <a:lnTo>
                  <a:pt x="1363578" y="0"/>
                </a:lnTo>
                <a:lnTo>
                  <a:pt x="1379621" y="0"/>
                </a:lnTo>
                <a:lnTo>
                  <a:pt x="1395663" y="0"/>
                </a:lnTo>
                <a:lnTo>
                  <a:pt x="1411705" y="0"/>
                </a:lnTo>
                <a:lnTo>
                  <a:pt x="1427747" y="0"/>
                </a:lnTo>
                <a:lnTo>
                  <a:pt x="1443789" y="0"/>
                </a:lnTo>
                <a:lnTo>
                  <a:pt x="1459831" y="0"/>
                </a:lnTo>
                <a:lnTo>
                  <a:pt x="1475873" y="0"/>
                </a:lnTo>
                <a:lnTo>
                  <a:pt x="1491915" y="0"/>
                </a:lnTo>
                <a:lnTo>
                  <a:pt x="1507957" y="0"/>
                </a:lnTo>
                <a:lnTo>
                  <a:pt x="1524000" y="0"/>
                </a:lnTo>
                <a:lnTo>
                  <a:pt x="1540042" y="0"/>
                </a:lnTo>
                <a:lnTo>
                  <a:pt x="1556084" y="0"/>
                </a:lnTo>
                <a:lnTo>
                  <a:pt x="1572126" y="0"/>
                </a:lnTo>
                <a:lnTo>
                  <a:pt x="1588168" y="0"/>
                </a:lnTo>
                <a:lnTo>
                  <a:pt x="1604210" y="0"/>
                </a:lnTo>
                <a:lnTo>
                  <a:pt x="1620252" y="0"/>
                </a:lnTo>
                <a:lnTo>
                  <a:pt x="1636294" y="0"/>
                </a:lnTo>
                <a:lnTo>
                  <a:pt x="1652336" y="0"/>
                </a:lnTo>
                <a:lnTo>
                  <a:pt x="1668378" y="0"/>
                </a:lnTo>
                <a:lnTo>
                  <a:pt x="1684421" y="0"/>
                </a:lnTo>
                <a:lnTo>
                  <a:pt x="1700463" y="0"/>
                </a:lnTo>
                <a:lnTo>
                  <a:pt x="1716505" y="0"/>
                </a:lnTo>
                <a:lnTo>
                  <a:pt x="1732547" y="0"/>
                </a:lnTo>
                <a:lnTo>
                  <a:pt x="1748589" y="0"/>
                </a:lnTo>
                <a:lnTo>
                  <a:pt x="1764631" y="0"/>
                </a:lnTo>
                <a:lnTo>
                  <a:pt x="1780673" y="0"/>
                </a:lnTo>
                <a:lnTo>
                  <a:pt x="1796715" y="0"/>
                </a:lnTo>
                <a:lnTo>
                  <a:pt x="1812757" y="0"/>
                </a:lnTo>
                <a:lnTo>
                  <a:pt x="1828800" y="0"/>
                </a:lnTo>
                <a:lnTo>
                  <a:pt x="1844842" y="0"/>
                </a:lnTo>
                <a:lnTo>
                  <a:pt x="1860884" y="0"/>
                </a:lnTo>
                <a:lnTo>
                  <a:pt x="1876926" y="0"/>
                </a:lnTo>
                <a:lnTo>
                  <a:pt x="1892968" y="0"/>
                </a:lnTo>
                <a:lnTo>
                  <a:pt x="1909010" y="0"/>
                </a:lnTo>
                <a:lnTo>
                  <a:pt x="1925052" y="0"/>
                </a:lnTo>
                <a:lnTo>
                  <a:pt x="1941094" y="0"/>
                </a:lnTo>
                <a:lnTo>
                  <a:pt x="1957136" y="0"/>
                </a:lnTo>
                <a:lnTo>
                  <a:pt x="1973178" y="0"/>
                </a:lnTo>
                <a:lnTo>
                  <a:pt x="1989221" y="0"/>
                </a:lnTo>
                <a:lnTo>
                  <a:pt x="2005263" y="0"/>
                </a:lnTo>
                <a:lnTo>
                  <a:pt x="2021305" y="0"/>
                </a:lnTo>
                <a:lnTo>
                  <a:pt x="2037347" y="0"/>
                </a:lnTo>
                <a:lnTo>
                  <a:pt x="2053389" y="0"/>
                </a:lnTo>
                <a:lnTo>
                  <a:pt x="2069431" y="0"/>
                </a:lnTo>
                <a:lnTo>
                  <a:pt x="2085473" y="0"/>
                </a:lnTo>
                <a:lnTo>
                  <a:pt x="2101515" y="0"/>
                </a:lnTo>
                <a:lnTo>
                  <a:pt x="2117557" y="0"/>
                </a:lnTo>
                <a:lnTo>
                  <a:pt x="2133599" y="0"/>
                </a:lnTo>
                <a:lnTo>
                  <a:pt x="2149642" y="0"/>
                </a:lnTo>
                <a:lnTo>
                  <a:pt x="2165684" y="0"/>
                </a:lnTo>
                <a:lnTo>
                  <a:pt x="2181726" y="0"/>
                </a:lnTo>
                <a:lnTo>
                  <a:pt x="2197768" y="0"/>
                </a:lnTo>
                <a:lnTo>
                  <a:pt x="2213810" y="0"/>
                </a:lnTo>
                <a:lnTo>
                  <a:pt x="2229852" y="0"/>
                </a:lnTo>
                <a:lnTo>
                  <a:pt x="2245894" y="0"/>
                </a:lnTo>
                <a:lnTo>
                  <a:pt x="2261936" y="0"/>
                </a:lnTo>
                <a:lnTo>
                  <a:pt x="2277978" y="0"/>
                </a:lnTo>
                <a:lnTo>
                  <a:pt x="2294021" y="0"/>
                </a:lnTo>
                <a:lnTo>
                  <a:pt x="2310063" y="0"/>
                </a:lnTo>
                <a:lnTo>
                  <a:pt x="2326105" y="0"/>
                </a:lnTo>
                <a:lnTo>
                  <a:pt x="2342147" y="0"/>
                </a:lnTo>
                <a:lnTo>
                  <a:pt x="2358189" y="0"/>
                </a:lnTo>
                <a:lnTo>
                  <a:pt x="2374231" y="0"/>
                </a:lnTo>
                <a:lnTo>
                  <a:pt x="2390273" y="0"/>
                </a:lnTo>
                <a:lnTo>
                  <a:pt x="2406315" y="0"/>
                </a:lnTo>
                <a:lnTo>
                  <a:pt x="2422357" y="0"/>
                </a:lnTo>
                <a:lnTo>
                  <a:pt x="2438400" y="0"/>
                </a:lnTo>
                <a:lnTo>
                  <a:pt x="2454442" y="0"/>
                </a:lnTo>
                <a:lnTo>
                  <a:pt x="2470484" y="0"/>
                </a:lnTo>
                <a:lnTo>
                  <a:pt x="2486526" y="0"/>
                </a:lnTo>
                <a:lnTo>
                  <a:pt x="2502568" y="0"/>
                </a:lnTo>
                <a:lnTo>
                  <a:pt x="2518610" y="0"/>
                </a:lnTo>
                <a:lnTo>
                  <a:pt x="2534652" y="0"/>
                </a:lnTo>
                <a:lnTo>
                  <a:pt x="2550694" y="0"/>
                </a:lnTo>
                <a:lnTo>
                  <a:pt x="2566736" y="0"/>
                </a:lnTo>
                <a:lnTo>
                  <a:pt x="2582778" y="0"/>
                </a:lnTo>
                <a:lnTo>
                  <a:pt x="2598821" y="0"/>
                </a:lnTo>
                <a:lnTo>
                  <a:pt x="2614863" y="0"/>
                </a:lnTo>
                <a:lnTo>
                  <a:pt x="2630905" y="0"/>
                </a:lnTo>
                <a:lnTo>
                  <a:pt x="2646947" y="0"/>
                </a:lnTo>
                <a:lnTo>
                  <a:pt x="2662989" y="0"/>
                </a:lnTo>
                <a:lnTo>
                  <a:pt x="2679031" y="0"/>
                </a:lnTo>
                <a:lnTo>
                  <a:pt x="2695073" y="0"/>
                </a:lnTo>
                <a:lnTo>
                  <a:pt x="2711115" y="0"/>
                </a:lnTo>
                <a:lnTo>
                  <a:pt x="2727157" y="0"/>
                </a:lnTo>
                <a:lnTo>
                  <a:pt x="2743200" y="0"/>
                </a:lnTo>
                <a:lnTo>
                  <a:pt x="2759242" y="0"/>
                </a:lnTo>
                <a:lnTo>
                  <a:pt x="2775284" y="0"/>
                </a:lnTo>
                <a:lnTo>
                  <a:pt x="2791326" y="0"/>
                </a:lnTo>
                <a:lnTo>
                  <a:pt x="2807368" y="0"/>
                </a:lnTo>
                <a:lnTo>
                  <a:pt x="2823410" y="0"/>
                </a:lnTo>
                <a:lnTo>
                  <a:pt x="2839452" y="0"/>
                </a:lnTo>
                <a:lnTo>
                  <a:pt x="2855494" y="0"/>
                </a:lnTo>
                <a:lnTo>
                  <a:pt x="2871536" y="0"/>
                </a:lnTo>
                <a:lnTo>
                  <a:pt x="2887578" y="0"/>
                </a:lnTo>
                <a:lnTo>
                  <a:pt x="2903621" y="0"/>
                </a:lnTo>
                <a:lnTo>
                  <a:pt x="2919663" y="0"/>
                </a:lnTo>
                <a:lnTo>
                  <a:pt x="2935705" y="0"/>
                </a:lnTo>
                <a:lnTo>
                  <a:pt x="2951747" y="0"/>
                </a:lnTo>
                <a:lnTo>
                  <a:pt x="2967789" y="0"/>
                </a:lnTo>
                <a:lnTo>
                  <a:pt x="2983831" y="0"/>
                </a:lnTo>
                <a:lnTo>
                  <a:pt x="2999873" y="0"/>
                </a:lnTo>
                <a:lnTo>
                  <a:pt x="3015915" y="0"/>
                </a:lnTo>
                <a:lnTo>
                  <a:pt x="3031957" y="0"/>
                </a:lnTo>
                <a:lnTo>
                  <a:pt x="3047999" y="0"/>
                </a:lnTo>
                <a:lnTo>
                  <a:pt x="3064042" y="0"/>
                </a:lnTo>
                <a:lnTo>
                  <a:pt x="3080084" y="0"/>
                </a:lnTo>
                <a:lnTo>
                  <a:pt x="3096126" y="0"/>
                </a:lnTo>
                <a:lnTo>
                  <a:pt x="3112168" y="0"/>
                </a:lnTo>
                <a:lnTo>
                  <a:pt x="3128210" y="0"/>
                </a:lnTo>
                <a:lnTo>
                  <a:pt x="3144252" y="0"/>
                </a:lnTo>
                <a:lnTo>
                  <a:pt x="3160294" y="0"/>
                </a:lnTo>
                <a:lnTo>
                  <a:pt x="3176336" y="0"/>
                </a:lnTo>
                <a:lnTo>
                  <a:pt x="3192378" y="0"/>
                </a:lnTo>
                <a:lnTo>
                  <a:pt x="3208421" y="0"/>
                </a:lnTo>
                <a:lnTo>
                  <a:pt x="3224463" y="0"/>
                </a:lnTo>
                <a:lnTo>
                  <a:pt x="3240505" y="0"/>
                </a:lnTo>
                <a:lnTo>
                  <a:pt x="3256547" y="0"/>
                </a:lnTo>
                <a:lnTo>
                  <a:pt x="3272589" y="0"/>
                </a:lnTo>
                <a:lnTo>
                  <a:pt x="3288631" y="0"/>
                </a:lnTo>
                <a:lnTo>
                  <a:pt x="3304673" y="0"/>
                </a:lnTo>
                <a:lnTo>
                  <a:pt x="3320715" y="0"/>
                </a:lnTo>
                <a:lnTo>
                  <a:pt x="3336757" y="0"/>
                </a:lnTo>
                <a:lnTo>
                  <a:pt x="3352799" y="0"/>
                </a:lnTo>
                <a:lnTo>
                  <a:pt x="3368842" y="0"/>
                </a:lnTo>
                <a:lnTo>
                  <a:pt x="3384884" y="0"/>
                </a:lnTo>
                <a:lnTo>
                  <a:pt x="3400926" y="0"/>
                </a:lnTo>
                <a:lnTo>
                  <a:pt x="3416968" y="0"/>
                </a:lnTo>
                <a:lnTo>
                  <a:pt x="3433010" y="0"/>
                </a:lnTo>
                <a:lnTo>
                  <a:pt x="3449052" y="0"/>
                </a:lnTo>
                <a:lnTo>
                  <a:pt x="3465094" y="0"/>
                </a:lnTo>
                <a:lnTo>
                  <a:pt x="3481136" y="0"/>
                </a:lnTo>
                <a:lnTo>
                  <a:pt x="3497178" y="0"/>
                </a:lnTo>
                <a:lnTo>
                  <a:pt x="3513221" y="0"/>
                </a:lnTo>
                <a:lnTo>
                  <a:pt x="3529263" y="0"/>
                </a:lnTo>
                <a:lnTo>
                  <a:pt x="3545305" y="0"/>
                </a:lnTo>
                <a:lnTo>
                  <a:pt x="3561347" y="0"/>
                </a:lnTo>
                <a:lnTo>
                  <a:pt x="3577389" y="0"/>
                </a:lnTo>
                <a:lnTo>
                  <a:pt x="3593431" y="0"/>
                </a:lnTo>
                <a:lnTo>
                  <a:pt x="3609473" y="0"/>
                </a:lnTo>
                <a:lnTo>
                  <a:pt x="3625515" y="0"/>
                </a:lnTo>
                <a:lnTo>
                  <a:pt x="3641557" y="0"/>
                </a:lnTo>
                <a:lnTo>
                  <a:pt x="3657600" y="0"/>
                </a:lnTo>
                <a:lnTo>
                  <a:pt x="3673642" y="0"/>
                </a:lnTo>
                <a:lnTo>
                  <a:pt x="3689684" y="0"/>
                </a:lnTo>
                <a:lnTo>
                  <a:pt x="3705726" y="0"/>
                </a:lnTo>
                <a:lnTo>
                  <a:pt x="3721768" y="0"/>
                </a:lnTo>
                <a:lnTo>
                  <a:pt x="3737810" y="0"/>
                </a:lnTo>
                <a:lnTo>
                  <a:pt x="3753852" y="0"/>
                </a:lnTo>
                <a:lnTo>
                  <a:pt x="3769894" y="0"/>
                </a:lnTo>
                <a:lnTo>
                  <a:pt x="3785936" y="0"/>
                </a:lnTo>
                <a:lnTo>
                  <a:pt x="3801978" y="0"/>
                </a:lnTo>
                <a:lnTo>
                  <a:pt x="3818021" y="0"/>
                </a:lnTo>
                <a:lnTo>
                  <a:pt x="3834063" y="0"/>
                </a:lnTo>
                <a:lnTo>
                  <a:pt x="3850105" y="0"/>
                </a:lnTo>
                <a:lnTo>
                  <a:pt x="3866147" y="0"/>
                </a:lnTo>
                <a:lnTo>
                  <a:pt x="3882189" y="0"/>
                </a:lnTo>
                <a:lnTo>
                  <a:pt x="3898231" y="0"/>
                </a:lnTo>
                <a:lnTo>
                  <a:pt x="3914273" y="0"/>
                </a:lnTo>
                <a:lnTo>
                  <a:pt x="3930315" y="0"/>
                </a:lnTo>
                <a:lnTo>
                  <a:pt x="3946357" y="0"/>
                </a:lnTo>
                <a:lnTo>
                  <a:pt x="3962400" y="0"/>
                </a:lnTo>
                <a:lnTo>
                  <a:pt x="3978442" y="0"/>
                </a:lnTo>
                <a:lnTo>
                  <a:pt x="3994484" y="0"/>
                </a:lnTo>
                <a:lnTo>
                  <a:pt x="4010526" y="0"/>
                </a:lnTo>
                <a:lnTo>
                  <a:pt x="4026568" y="0"/>
                </a:lnTo>
                <a:lnTo>
                  <a:pt x="4042610" y="0"/>
                </a:lnTo>
                <a:lnTo>
                  <a:pt x="4058652" y="0"/>
                </a:lnTo>
                <a:lnTo>
                  <a:pt x="4074694" y="0"/>
                </a:lnTo>
                <a:lnTo>
                  <a:pt x="4090736" y="0"/>
                </a:lnTo>
                <a:lnTo>
                  <a:pt x="4106778" y="0"/>
                </a:lnTo>
                <a:lnTo>
                  <a:pt x="4122821" y="0"/>
                </a:lnTo>
                <a:lnTo>
                  <a:pt x="4138863" y="0"/>
                </a:lnTo>
                <a:lnTo>
                  <a:pt x="4154905" y="0"/>
                </a:lnTo>
                <a:lnTo>
                  <a:pt x="4170947" y="0"/>
                </a:lnTo>
                <a:lnTo>
                  <a:pt x="4186989" y="0"/>
                </a:lnTo>
                <a:lnTo>
                  <a:pt x="4203031" y="0"/>
                </a:lnTo>
                <a:lnTo>
                  <a:pt x="4219073" y="0"/>
                </a:lnTo>
                <a:lnTo>
                  <a:pt x="4235115" y="0"/>
                </a:lnTo>
                <a:lnTo>
                  <a:pt x="4251157" y="0"/>
                </a:lnTo>
                <a:lnTo>
                  <a:pt x="4267199" y="0"/>
                </a:lnTo>
                <a:lnTo>
                  <a:pt x="4283242" y="0"/>
                </a:lnTo>
                <a:lnTo>
                  <a:pt x="4299284" y="0"/>
                </a:lnTo>
                <a:lnTo>
                  <a:pt x="4315326" y="0"/>
                </a:lnTo>
                <a:lnTo>
                  <a:pt x="4331368" y="0"/>
                </a:lnTo>
                <a:lnTo>
                  <a:pt x="4347410" y="0"/>
                </a:lnTo>
                <a:lnTo>
                  <a:pt x="4363452" y="0"/>
                </a:lnTo>
                <a:lnTo>
                  <a:pt x="4379494" y="0"/>
                </a:lnTo>
                <a:lnTo>
                  <a:pt x="4395536" y="0"/>
                </a:lnTo>
                <a:lnTo>
                  <a:pt x="4411578" y="0"/>
                </a:lnTo>
                <a:lnTo>
                  <a:pt x="4427621" y="0"/>
                </a:lnTo>
                <a:lnTo>
                  <a:pt x="4443663" y="0"/>
                </a:lnTo>
                <a:lnTo>
                  <a:pt x="4459705" y="0"/>
                </a:lnTo>
                <a:lnTo>
                  <a:pt x="4475747" y="0"/>
                </a:lnTo>
                <a:lnTo>
                  <a:pt x="4491789" y="0"/>
                </a:lnTo>
                <a:lnTo>
                  <a:pt x="4507831" y="0"/>
                </a:lnTo>
                <a:lnTo>
                  <a:pt x="4523873" y="0"/>
                </a:lnTo>
                <a:lnTo>
                  <a:pt x="4539915" y="0"/>
                </a:lnTo>
                <a:lnTo>
                  <a:pt x="4555957" y="0"/>
                </a:lnTo>
                <a:lnTo>
                  <a:pt x="4571999" y="0"/>
                </a:lnTo>
                <a:lnTo>
                  <a:pt x="4588042" y="0"/>
                </a:lnTo>
                <a:lnTo>
                  <a:pt x="4604084" y="0"/>
                </a:lnTo>
                <a:lnTo>
                  <a:pt x="4620126" y="0"/>
                </a:lnTo>
                <a:lnTo>
                  <a:pt x="4636168" y="0"/>
                </a:lnTo>
                <a:lnTo>
                  <a:pt x="4652210" y="0"/>
                </a:lnTo>
                <a:lnTo>
                  <a:pt x="4668252" y="0"/>
                </a:lnTo>
                <a:lnTo>
                  <a:pt x="4684294" y="0"/>
                </a:lnTo>
                <a:lnTo>
                  <a:pt x="4700336" y="0"/>
                </a:lnTo>
                <a:lnTo>
                  <a:pt x="4716378" y="0"/>
                </a:lnTo>
                <a:lnTo>
                  <a:pt x="4732421" y="0"/>
                </a:lnTo>
                <a:lnTo>
                  <a:pt x="4748463" y="0"/>
                </a:lnTo>
                <a:lnTo>
                  <a:pt x="4764505" y="0"/>
                </a:lnTo>
                <a:lnTo>
                  <a:pt x="4780547" y="0"/>
                </a:lnTo>
                <a:lnTo>
                  <a:pt x="4796589" y="0"/>
                </a:lnTo>
                <a:lnTo>
                  <a:pt x="4812631" y="0"/>
                </a:lnTo>
                <a:lnTo>
                  <a:pt x="4828673" y="0"/>
                </a:lnTo>
                <a:lnTo>
                  <a:pt x="4844715" y="0"/>
                </a:lnTo>
                <a:lnTo>
                  <a:pt x="4860757" y="0"/>
                </a:lnTo>
                <a:lnTo>
                  <a:pt x="4876800" y="0"/>
                </a:lnTo>
                <a:lnTo>
                  <a:pt x="4892842" y="0"/>
                </a:lnTo>
                <a:lnTo>
                  <a:pt x="4908884" y="0"/>
                </a:lnTo>
                <a:lnTo>
                  <a:pt x="4924926" y="0"/>
                </a:lnTo>
                <a:lnTo>
                  <a:pt x="4940968" y="0"/>
                </a:lnTo>
                <a:lnTo>
                  <a:pt x="4957010" y="0"/>
                </a:lnTo>
                <a:lnTo>
                  <a:pt x="4973052" y="0"/>
                </a:lnTo>
                <a:lnTo>
                  <a:pt x="4989094" y="0"/>
                </a:lnTo>
                <a:lnTo>
                  <a:pt x="5005136" y="0"/>
                </a:lnTo>
                <a:lnTo>
                  <a:pt x="5021178" y="0"/>
                </a:lnTo>
                <a:lnTo>
                  <a:pt x="5037221" y="0"/>
                </a:lnTo>
                <a:lnTo>
                  <a:pt x="5053263" y="0"/>
                </a:lnTo>
                <a:lnTo>
                  <a:pt x="5069305" y="0"/>
                </a:lnTo>
                <a:lnTo>
                  <a:pt x="5085347" y="0"/>
                </a:lnTo>
                <a:lnTo>
                  <a:pt x="5101389" y="0"/>
                </a:lnTo>
                <a:lnTo>
                  <a:pt x="5117431" y="0"/>
                </a:lnTo>
                <a:lnTo>
                  <a:pt x="5133473" y="0"/>
                </a:lnTo>
                <a:lnTo>
                  <a:pt x="5149515" y="0"/>
                </a:lnTo>
                <a:lnTo>
                  <a:pt x="5165557" y="0"/>
                </a:lnTo>
                <a:lnTo>
                  <a:pt x="5181600" y="0"/>
                </a:lnTo>
                <a:lnTo>
                  <a:pt x="5197642" y="0"/>
                </a:lnTo>
                <a:lnTo>
                  <a:pt x="5213684" y="0"/>
                </a:lnTo>
                <a:lnTo>
                  <a:pt x="5229726" y="0"/>
                </a:lnTo>
                <a:lnTo>
                  <a:pt x="5245768" y="0"/>
                </a:lnTo>
                <a:lnTo>
                  <a:pt x="5261810" y="0"/>
                </a:lnTo>
                <a:lnTo>
                  <a:pt x="5277852" y="0"/>
                </a:lnTo>
                <a:lnTo>
                  <a:pt x="5293894" y="0"/>
                </a:lnTo>
                <a:lnTo>
                  <a:pt x="5309936" y="0"/>
                </a:lnTo>
                <a:lnTo>
                  <a:pt x="5325978" y="0"/>
                </a:lnTo>
                <a:lnTo>
                  <a:pt x="5342021" y="0"/>
                </a:lnTo>
                <a:lnTo>
                  <a:pt x="5358063" y="0"/>
                </a:lnTo>
                <a:lnTo>
                  <a:pt x="5374105" y="0"/>
                </a:lnTo>
                <a:lnTo>
                  <a:pt x="5390147" y="0"/>
                </a:lnTo>
                <a:lnTo>
                  <a:pt x="5406189" y="0"/>
                </a:lnTo>
                <a:lnTo>
                  <a:pt x="5422231" y="0"/>
                </a:lnTo>
                <a:lnTo>
                  <a:pt x="5438273" y="0"/>
                </a:lnTo>
                <a:lnTo>
                  <a:pt x="5454315" y="0"/>
                </a:lnTo>
                <a:lnTo>
                  <a:pt x="5470357" y="0"/>
                </a:lnTo>
                <a:lnTo>
                  <a:pt x="5486400" y="0"/>
                </a:lnTo>
                <a:lnTo>
                  <a:pt x="5502442" y="0"/>
                </a:lnTo>
                <a:lnTo>
                  <a:pt x="5518484" y="0"/>
                </a:lnTo>
                <a:lnTo>
                  <a:pt x="5534526" y="0"/>
                </a:lnTo>
                <a:lnTo>
                  <a:pt x="5550568" y="0"/>
                </a:lnTo>
                <a:lnTo>
                  <a:pt x="5566610" y="0"/>
                </a:lnTo>
                <a:lnTo>
                  <a:pt x="5582652" y="0"/>
                </a:lnTo>
                <a:lnTo>
                  <a:pt x="5598694" y="0"/>
                </a:lnTo>
                <a:lnTo>
                  <a:pt x="5614736" y="0"/>
                </a:lnTo>
                <a:lnTo>
                  <a:pt x="5630778" y="0"/>
                </a:lnTo>
                <a:lnTo>
                  <a:pt x="5646821" y="0"/>
                </a:lnTo>
                <a:lnTo>
                  <a:pt x="5662863" y="0"/>
                </a:lnTo>
                <a:lnTo>
                  <a:pt x="5678905" y="0"/>
                </a:lnTo>
                <a:lnTo>
                  <a:pt x="5694947" y="0"/>
                </a:lnTo>
                <a:lnTo>
                  <a:pt x="5710989" y="0"/>
                </a:lnTo>
                <a:lnTo>
                  <a:pt x="5727031" y="0"/>
                </a:lnTo>
                <a:lnTo>
                  <a:pt x="5743073" y="0"/>
                </a:lnTo>
                <a:lnTo>
                  <a:pt x="5759115" y="0"/>
                </a:lnTo>
                <a:lnTo>
                  <a:pt x="5775157" y="0"/>
                </a:lnTo>
                <a:lnTo>
                  <a:pt x="5791199" y="0"/>
                </a:lnTo>
                <a:lnTo>
                  <a:pt x="5807242" y="0"/>
                </a:lnTo>
                <a:lnTo>
                  <a:pt x="5823284" y="0"/>
                </a:lnTo>
                <a:lnTo>
                  <a:pt x="5839326" y="0"/>
                </a:lnTo>
                <a:lnTo>
                  <a:pt x="5855368" y="0"/>
                </a:lnTo>
                <a:lnTo>
                  <a:pt x="5871410" y="0"/>
                </a:lnTo>
                <a:lnTo>
                  <a:pt x="5887452" y="0"/>
                </a:lnTo>
                <a:lnTo>
                  <a:pt x="5903494" y="0"/>
                </a:lnTo>
                <a:lnTo>
                  <a:pt x="5919536" y="0"/>
                </a:lnTo>
                <a:lnTo>
                  <a:pt x="5935578" y="0"/>
                </a:lnTo>
                <a:lnTo>
                  <a:pt x="5951621" y="0"/>
                </a:lnTo>
                <a:lnTo>
                  <a:pt x="5967663" y="0"/>
                </a:lnTo>
                <a:lnTo>
                  <a:pt x="5983705" y="0"/>
                </a:lnTo>
                <a:lnTo>
                  <a:pt x="5999747" y="0"/>
                </a:lnTo>
                <a:lnTo>
                  <a:pt x="6015789" y="0"/>
                </a:lnTo>
                <a:lnTo>
                  <a:pt x="6031831" y="0"/>
                </a:lnTo>
                <a:lnTo>
                  <a:pt x="6047873" y="0"/>
                </a:lnTo>
                <a:lnTo>
                  <a:pt x="6063915" y="0"/>
                </a:lnTo>
                <a:lnTo>
                  <a:pt x="6079957" y="0"/>
                </a:lnTo>
                <a:lnTo>
                  <a:pt x="6095999" y="0"/>
                </a:lnTo>
                <a:lnTo>
                  <a:pt x="6112042" y="0"/>
                </a:lnTo>
                <a:lnTo>
                  <a:pt x="6128084" y="0"/>
                </a:lnTo>
                <a:lnTo>
                  <a:pt x="6144126" y="0"/>
                </a:lnTo>
                <a:lnTo>
                  <a:pt x="6160168" y="0"/>
                </a:lnTo>
                <a:lnTo>
                  <a:pt x="6176210" y="0"/>
                </a:lnTo>
                <a:lnTo>
                  <a:pt x="6192252" y="0"/>
                </a:lnTo>
                <a:lnTo>
                  <a:pt x="6208294" y="0"/>
                </a:lnTo>
                <a:lnTo>
                  <a:pt x="6224336" y="0"/>
                </a:lnTo>
                <a:lnTo>
                  <a:pt x="6240378" y="0"/>
                </a:lnTo>
                <a:lnTo>
                  <a:pt x="6256421" y="0"/>
                </a:lnTo>
                <a:lnTo>
                  <a:pt x="6272463" y="0"/>
                </a:lnTo>
                <a:lnTo>
                  <a:pt x="6288505" y="0"/>
                </a:lnTo>
                <a:lnTo>
                  <a:pt x="6304547" y="0"/>
                </a:lnTo>
                <a:lnTo>
                  <a:pt x="6320589" y="0"/>
                </a:lnTo>
                <a:lnTo>
                  <a:pt x="6336631" y="0"/>
                </a:lnTo>
                <a:lnTo>
                  <a:pt x="6352673" y="0"/>
                </a:lnTo>
                <a:lnTo>
                  <a:pt x="6368715" y="0"/>
                </a:lnTo>
                <a:lnTo>
                  <a:pt x="6384757" y="0"/>
                </a:lnTo>
                <a:lnTo>
                  <a:pt x="6400800" y="0"/>
                </a:lnTo>
                <a:lnTo>
                  <a:pt x="6400800" y="1087908"/>
                </a:lnTo>
                <a:lnTo>
                  <a:pt x="6384757" y="1086677"/>
                </a:lnTo>
                <a:lnTo>
                  <a:pt x="6368715" y="1085431"/>
                </a:lnTo>
                <a:lnTo>
                  <a:pt x="6352673" y="1084169"/>
                </a:lnTo>
                <a:lnTo>
                  <a:pt x="6336631" y="1082890"/>
                </a:lnTo>
                <a:lnTo>
                  <a:pt x="6320589" y="1081596"/>
                </a:lnTo>
                <a:lnTo>
                  <a:pt x="6304547" y="1080286"/>
                </a:lnTo>
                <a:lnTo>
                  <a:pt x="6288505" y="1078958"/>
                </a:lnTo>
                <a:lnTo>
                  <a:pt x="6272463" y="1077614"/>
                </a:lnTo>
                <a:lnTo>
                  <a:pt x="6256421" y="1076253"/>
                </a:lnTo>
                <a:lnTo>
                  <a:pt x="6240378" y="1074875"/>
                </a:lnTo>
                <a:lnTo>
                  <a:pt x="6224336" y="1073479"/>
                </a:lnTo>
                <a:lnTo>
                  <a:pt x="6208294" y="1072066"/>
                </a:lnTo>
                <a:lnTo>
                  <a:pt x="6192252" y="1070635"/>
                </a:lnTo>
                <a:lnTo>
                  <a:pt x="6176210" y="1069185"/>
                </a:lnTo>
                <a:lnTo>
                  <a:pt x="6160168" y="1067718"/>
                </a:lnTo>
                <a:lnTo>
                  <a:pt x="6144126" y="1066231"/>
                </a:lnTo>
                <a:lnTo>
                  <a:pt x="6128084" y="1064726"/>
                </a:lnTo>
                <a:lnTo>
                  <a:pt x="6112042" y="1063202"/>
                </a:lnTo>
                <a:lnTo>
                  <a:pt x="6095999" y="1061658"/>
                </a:lnTo>
                <a:lnTo>
                  <a:pt x="6079957" y="1060095"/>
                </a:lnTo>
                <a:lnTo>
                  <a:pt x="6063915" y="1058512"/>
                </a:lnTo>
                <a:lnTo>
                  <a:pt x="6047873" y="1056909"/>
                </a:lnTo>
                <a:lnTo>
                  <a:pt x="6031831" y="1055285"/>
                </a:lnTo>
                <a:lnTo>
                  <a:pt x="6015789" y="1053641"/>
                </a:lnTo>
                <a:lnTo>
                  <a:pt x="5999747" y="1051977"/>
                </a:lnTo>
                <a:lnTo>
                  <a:pt x="5983705" y="1050291"/>
                </a:lnTo>
                <a:lnTo>
                  <a:pt x="5967663" y="1048583"/>
                </a:lnTo>
                <a:lnTo>
                  <a:pt x="5951621" y="1046855"/>
                </a:lnTo>
                <a:lnTo>
                  <a:pt x="5935578" y="1045104"/>
                </a:lnTo>
                <a:lnTo>
                  <a:pt x="5919536" y="1043331"/>
                </a:lnTo>
                <a:lnTo>
                  <a:pt x="5903494" y="1041535"/>
                </a:lnTo>
                <a:lnTo>
                  <a:pt x="5887452" y="1039717"/>
                </a:lnTo>
                <a:lnTo>
                  <a:pt x="5871410" y="1037875"/>
                </a:lnTo>
                <a:lnTo>
                  <a:pt x="5855368" y="1036011"/>
                </a:lnTo>
                <a:lnTo>
                  <a:pt x="5839326" y="1034122"/>
                </a:lnTo>
                <a:lnTo>
                  <a:pt x="5823284" y="1032210"/>
                </a:lnTo>
                <a:lnTo>
                  <a:pt x="5807242" y="1030273"/>
                </a:lnTo>
                <a:lnTo>
                  <a:pt x="5791199" y="1028312"/>
                </a:lnTo>
                <a:lnTo>
                  <a:pt x="5775157" y="1026326"/>
                </a:lnTo>
                <a:lnTo>
                  <a:pt x="5759115" y="1024315"/>
                </a:lnTo>
                <a:lnTo>
                  <a:pt x="5743073" y="1022278"/>
                </a:lnTo>
                <a:lnTo>
                  <a:pt x="5727031" y="1020215"/>
                </a:lnTo>
                <a:lnTo>
                  <a:pt x="5710989" y="1018126"/>
                </a:lnTo>
                <a:lnTo>
                  <a:pt x="5694947" y="1016011"/>
                </a:lnTo>
                <a:lnTo>
                  <a:pt x="5678905" y="1013869"/>
                </a:lnTo>
                <a:lnTo>
                  <a:pt x="5662863" y="1011699"/>
                </a:lnTo>
                <a:lnTo>
                  <a:pt x="5646821" y="1009502"/>
                </a:lnTo>
                <a:lnTo>
                  <a:pt x="5630778" y="1007277"/>
                </a:lnTo>
                <a:lnTo>
                  <a:pt x="5614736" y="1005024"/>
                </a:lnTo>
                <a:lnTo>
                  <a:pt x="5598694" y="1002743"/>
                </a:lnTo>
                <a:lnTo>
                  <a:pt x="5582652" y="1000432"/>
                </a:lnTo>
                <a:lnTo>
                  <a:pt x="5566610" y="998092"/>
                </a:lnTo>
                <a:lnTo>
                  <a:pt x="5550568" y="995722"/>
                </a:lnTo>
                <a:lnTo>
                  <a:pt x="5534526" y="993322"/>
                </a:lnTo>
                <a:lnTo>
                  <a:pt x="5518484" y="990892"/>
                </a:lnTo>
                <a:lnTo>
                  <a:pt x="5502442" y="988430"/>
                </a:lnTo>
                <a:lnTo>
                  <a:pt x="5486400" y="985938"/>
                </a:lnTo>
                <a:lnTo>
                  <a:pt x="5470357" y="983414"/>
                </a:lnTo>
                <a:lnTo>
                  <a:pt x="5454315" y="980857"/>
                </a:lnTo>
                <a:lnTo>
                  <a:pt x="5438273" y="978269"/>
                </a:lnTo>
                <a:lnTo>
                  <a:pt x="5422231" y="975647"/>
                </a:lnTo>
                <a:lnTo>
                  <a:pt x="5406189" y="972992"/>
                </a:lnTo>
                <a:lnTo>
                  <a:pt x="5390147" y="970303"/>
                </a:lnTo>
                <a:lnTo>
                  <a:pt x="5374105" y="967580"/>
                </a:lnTo>
                <a:lnTo>
                  <a:pt x="5358063" y="964823"/>
                </a:lnTo>
                <a:lnTo>
                  <a:pt x="5342021" y="962030"/>
                </a:lnTo>
                <a:lnTo>
                  <a:pt x="5325978" y="959202"/>
                </a:lnTo>
                <a:lnTo>
                  <a:pt x="5309936" y="956338"/>
                </a:lnTo>
                <a:lnTo>
                  <a:pt x="5293894" y="953437"/>
                </a:lnTo>
                <a:lnTo>
                  <a:pt x="5277852" y="950500"/>
                </a:lnTo>
                <a:lnTo>
                  <a:pt x="5261810" y="947525"/>
                </a:lnTo>
                <a:lnTo>
                  <a:pt x="5245768" y="944513"/>
                </a:lnTo>
                <a:lnTo>
                  <a:pt x="5229726" y="941462"/>
                </a:lnTo>
                <a:lnTo>
                  <a:pt x="5213684" y="938372"/>
                </a:lnTo>
                <a:lnTo>
                  <a:pt x="5197642" y="935243"/>
                </a:lnTo>
                <a:lnTo>
                  <a:pt x="5181600" y="932074"/>
                </a:lnTo>
                <a:lnTo>
                  <a:pt x="5165557" y="928865"/>
                </a:lnTo>
                <a:lnTo>
                  <a:pt x="5149515" y="925615"/>
                </a:lnTo>
                <a:lnTo>
                  <a:pt x="5133473" y="922324"/>
                </a:lnTo>
                <a:lnTo>
                  <a:pt x="5117431" y="918991"/>
                </a:lnTo>
                <a:lnTo>
                  <a:pt x="5101389" y="915616"/>
                </a:lnTo>
                <a:lnTo>
                  <a:pt x="5085347" y="912197"/>
                </a:lnTo>
                <a:lnTo>
                  <a:pt x="5069305" y="908735"/>
                </a:lnTo>
                <a:lnTo>
                  <a:pt x="5053263" y="905229"/>
                </a:lnTo>
                <a:lnTo>
                  <a:pt x="5037221" y="901679"/>
                </a:lnTo>
                <a:lnTo>
                  <a:pt x="5021178" y="898083"/>
                </a:lnTo>
                <a:lnTo>
                  <a:pt x="5005136" y="894441"/>
                </a:lnTo>
                <a:lnTo>
                  <a:pt x="4989094" y="890754"/>
                </a:lnTo>
                <a:lnTo>
                  <a:pt x="4973052" y="887019"/>
                </a:lnTo>
                <a:lnTo>
                  <a:pt x="4957010" y="883237"/>
                </a:lnTo>
                <a:lnTo>
                  <a:pt x="4940968" y="879406"/>
                </a:lnTo>
                <a:lnTo>
                  <a:pt x="4924926" y="875527"/>
                </a:lnTo>
                <a:lnTo>
                  <a:pt x="4908884" y="871599"/>
                </a:lnTo>
                <a:lnTo>
                  <a:pt x="4892842" y="867620"/>
                </a:lnTo>
                <a:lnTo>
                  <a:pt x="4876800" y="863591"/>
                </a:lnTo>
                <a:lnTo>
                  <a:pt x="4860757" y="859511"/>
                </a:lnTo>
                <a:lnTo>
                  <a:pt x="4844715" y="855379"/>
                </a:lnTo>
                <a:lnTo>
                  <a:pt x="4828673" y="851194"/>
                </a:lnTo>
                <a:lnTo>
                  <a:pt x="4812631" y="846957"/>
                </a:lnTo>
                <a:lnTo>
                  <a:pt x="4796589" y="842665"/>
                </a:lnTo>
                <a:lnTo>
                  <a:pt x="4780547" y="838319"/>
                </a:lnTo>
                <a:lnTo>
                  <a:pt x="4764505" y="833917"/>
                </a:lnTo>
                <a:lnTo>
                  <a:pt x="4748463" y="829460"/>
                </a:lnTo>
                <a:lnTo>
                  <a:pt x="4732421" y="824945"/>
                </a:lnTo>
                <a:lnTo>
                  <a:pt x="4716378" y="820374"/>
                </a:lnTo>
                <a:lnTo>
                  <a:pt x="4700336" y="815744"/>
                </a:lnTo>
                <a:lnTo>
                  <a:pt x="4684294" y="811056"/>
                </a:lnTo>
                <a:lnTo>
                  <a:pt x="4668252" y="806308"/>
                </a:lnTo>
                <a:lnTo>
                  <a:pt x="4652210" y="801500"/>
                </a:lnTo>
                <a:lnTo>
                  <a:pt x="4636168" y="796631"/>
                </a:lnTo>
                <a:lnTo>
                  <a:pt x="4620126" y="791699"/>
                </a:lnTo>
                <a:lnTo>
                  <a:pt x="4604084" y="786706"/>
                </a:lnTo>
                <a:lnTo>
                  <a:pt x="4588042" y="781649"/>
                </a:lnTo>
                <a:lnTo>
                  <a:pt x="4571999" y="776528"/>
                </a:lnTo>
                <a:lnTo>
                  <a:pt x="4555957" y="771342"/>
                </a:lnTo>
                <a:lnTo>
                  <a:pt x="4539915" y="766090"/>
                </a:lnTo>
                <a:lnTo>
                  <a:pt x="4523873" y="760771"/>
                </a:lnTo>
                <a:lnTo>
                  <a:pt x="4507831" y="755386"/>
                </a:lnTo>
                <a:lnTo>
                  <a:pt x="4491789" y="749932"/>
                </a:lnTo>
                <a:lnTo>
                  <a:pt x="4475747" y="744409"/>
                </a:lnTo>
                <a:lnTo>
                  <a:pt x="4459705" y="738816"/>
                </a:lnTo>
                <a:lnTo>
                  <a:pt x="4443663" y="733152"/>
                </a:lnTo>
                <a:lnTo>
                  <a:pt x="4427621" y="727417"/>
                </a:lnTo>
                <a:lnTo>
                  <a:pt x="4411578" y="721609"/>
                </a:lnTo>
                <a:lnTo>
                  <a:pt x="4395536" y="715728"/>
                </a:lnTo>
                <a:lnTo>
                  <a:pt x="4379494" y="709772"/>
                </a:lnTo>
                <a:lnTo>
                  <a:pt x="4363452" y="703742"/>
                </a:lnTo>
                <a:lnTo>
                  <a:pt x="4347410" y="697635"/>
                </a:lnTo>
                <a:lnTo>
                  <a:pt x="4331368" y="691452"/>
                </a:lnTo>
                <a:lnTo>
                  <a:pt x="4315326" y="685190"/>
                </a:lnTo>
                <a:lnTo>
                  <a:pt x="4299284" y="678849"/>
                </a:lnTo>
                <a:lnTo>
                  <a:pt x="4283242" y="672429"/>
                </a:lnTo>
                <a:lnTo>
                  <a:pt x="4267199" y="665928"/>
                </a:lnTo>
                <a:lnTo>
                  <a:pt x="4251157" y="659346"/>
                </a:lnTo>
                <a:lnTo>
                  <a:pt x="4235115" y="652680"/>
                </a:lnTo>
                <a:lnTo>
                  <a:pt x="4219073" y="645931"/>
                </a:lnTo>
                <a:lnTo>
                  <a:pt x="4203031" y="639097"/>
                </a:lnTo>
                <a:lnTo>
                  <a:pt x="4186989" y="632178"/>
                </a:lnTo>
                <a:lnTo>
                  <a:pt x="4170947" y="625172"/>
                </a:lnTo>
                <a:lnTo>
                  <a:pt x="4154905" y="618079"/>
                </a:lnTo>
                <a:lnTo>
                  <a:pt x="4138863" y="610897"/>
                </a:lnTo>
                <a:lnTo>
                  <a:pt x="4122821" y="603625"/>
                </a:lnTo>
                <a:lnTo>
                  <a:pt x="4106778" y="596262"/>
                </a:lnTo>
                <a:lnTo>
                  <a:pt x="4090736" y="588808"/>
                </a:lnTo>
                <a:lnTo>
                  <a:pt x="4074694" y="581261"/>
                </a:lnTo>
                <a:lnTo>
                  <a:pt x="4058652" y="573621"/>
                </a:lnTo>
                <a:lnTo>
                  <a:pt x="4042610" y="565885"/>
                </a:lnTo>
                <a:lnTo>
                  <a:pt x="4026568" y="558054"/>
                </a:lnTo>
                <a:lnTo>
                  <a:pt x="4010526" y="550125"/>
                </a:lnTo>
                <a:lnTo>
                  <a:pt x="3994484" y="542099"/>
                </a:lnTo>
                <a:lnTo>
                  <a:pt x="3978442" y="533973"/>
                </a:lnTo>
                <a:lnTo>
                  <a:pt x="3962400" y="525748"/>
                </a:lnTo>
                <a:lnTo>
                  <a:pt x="3946357" y="517421"/>
                </a:lnTo>
                <a:lnTo>
                  <a:pt x="3930315" y="508991"/>
                </a:lnTo>
                <a:lnTo>
                  <a:pt x="3914273" y="500459"/>
                </a:lnTo>
                <a:lnTo>
                  <a:pt x="3898231" y="491822"/>
                </a:lnTo>
                <a:lnTo>
                  <a:pt x="3882189" y="483079"/>
                </a:lnTo>
                <a:lnTo>
                  <a:pt x="3866147" y="474230"/>
                </a:lnTo>
                <a:lnTo>
                  <a:pt x="3850105" y="465273"/>
                </a:lnTo>
                <a:lnTo>
                  <a:pt x="3834063" y="456207"/>
                </a:lnTo>
                <a:lnTo>
                  <a:pt x="3818021" y="447031"/>
                </a:lnTo>
                <a:lnTo>
                  <a:pt x="3801978" y="437744"/>
                </a:lnTo>
                <a:lnTo>
                  <a:pt x="3785936" y="428345"/>
                </a:lnTo>
                <a:lnTo>
                  <a:pt x="3769894" y="418833"/>
                </a:lnTo>
                <a:lnTo>
                  <a:pt x="3753852" y="409207"/>
                </a:lnTo>
                <a:lnTo>
                  <a:pt x="3737810" y="399465"/>
                </a:lnTo>
                <a:lnTo>
                  <a:pt x="3721768" y="389607"/>
                </a:lnTo>
                <a:lnTo>
                  <a:pt x="3705726" y="379632"/>
                </a:lnTo>
                <a:lnTo>
                  <a:pt x="3689684" y="369538"/>
                </a:lnTo>
                <a:lnTo>
                  <a:pt x="3673642" y="359324"/>
                </a:lnTo>
                <a:lnTo>
                  <a:pt x="3657600" y="348990"/>
                </a:lnTo>
                <a:lnTo>
                  <a:pt x="3641557" y="338535"/>
                </a:lnTo>
                <a:lnTo>
                  <a:pt x="3625515" y="327957"/>
                </a:lnTo>
                <a:lnTo>
                  <a:pt x="3609473" y="317255"/>
                </a:lnTo>
                <a:lnTo>
                  <a:pt x="3593431" y="306429"/>
                </a:lnTo>
                <a:lnTo>
                  <a:pt x="3577389" y="295477"/>
                </a:lnTo>
                <a:lnTo>
                  <a:pt x="3561347" y="284398"/>
                </a:lnTo>
                <a:lnTo>
                  <a:pt x="3545305" y="273193"/>
                </a:lnTo>
                <a:lnTo>
                  <a:pt x="3529263" y="261859"/>
                </a:lnTo>
                <a:lnTo>
                  <a:pt x="3513221" y="250395"/>
                </a:lnTo>
                <a:lnTo>
                  <a:pt x="3497178" y="238802"/>
                </a:lnTo>
                <a:lnTo>
                  <a:pt x="3481136" y="227077"/>
                </a:lnTo>
                <a:lnTo>
                  <a:pt x="3465094" y="215221"/>
                </a:lnTo>
                <a:lnTo>
                  <a:pt x="3449052" y="203233"/>
                </a:lnTo>
                <a:lnTo>
                  <a:pt x="3433010" y="191111"/>
                </a:lnTo>
                <a:lnTo>
                  <a:pt x="3416968" y="178855"/>
                </a:lnTo>
                <a:lnTo>
                  <a:pt x="3400926" y="166464"/>
                </a:lnTo>
                <a:lnTo>
                  <a:pt x="3384884" y="153938"/>
                </a:lnTo>
                <a:lnTo>
                  <a:pt x="3368842" y="141276"/>
                </a:lnTo>
                <a:lnTo>
                  <a:pt x="3352799" y="128477"/>
                </a:lnTo>
                <a:lnTo>
                  <a:pt x="3336757" y="115541"/>
                </a:lnTo>
                <a:lnTo>
                  <a:pt x="3320715" y="102468"/>
                </a:lnTo>
                <a:lnTo>
                  <a:pt x="3304673" y="89257"/>
                </a:lnTo>
                <a:lnTo>
                  <a:pt x="3288631" y="75907"/>
                </a:lnTo>
                <a:lnTo>
                  <a:pt x="3272589" y="62419"/>
                </a:lnTo>
                <a:lnTo>
                  <a:pt x="3256547" y="48792"/>
                </a:lnTo>
                <a:lnTo>
                  <a:pt x="3240505" y="35026"/>
                </a:lnTo>
                <a:lnTo>
                  <a:pt x="3224463" y="21120"/>
                </a:lnTo>
                <a:lnTo>
                  <a:pt x="3208421" y="7075"/>
                </a:lnTo>
                <a:lnTo>
                  <a:pt x="3192378" y="0"/>
                </a:lnTo>
                <a:lnTo>
                  <a:pt x="3176336" y="0"/>
                </a:lnTo>
                <a:lnTo>
                  <a:pt x="3160294" y="0"/>
                </a:lnTo>
                <a:lnTo>
                  <a:pt x="3144252" y="0"/>
                </a:lnTo>
                <a:lnTo>
                  <a:pt x="3128210" y="0"/>
                </a:lnTo>
                <a:lnTo>
                  <a:pt x="3112168" y="0"/>
                </a:lnTo>
                <a:lnTo>
                  <a:pt x="3096126" y="0"/>
                </a:lnTo>
                <a:lnTo>
                  <a:pt x="3080084" y="0"/>
                </a:lnTo>
                <a:lnTo>
                  <a:pt x="3064042" y="0"/>
                </a:lnTo>
                <a:lnTo>
                  <a:pt x="3047999" y="0"/>
                </a:lnTo>
                <a:lnTo>
                  <a:pt x="3031957" y="0"/>
                </a:lnTo>
                <a:lnTo>
                  <a:pt x="3015915" y="0"/>
                </a:lnTo>
                <a:lnTo>
                  <a:pt x="2999873" y="0"/>
                </a:lnTo>
                <a:lnTo>
                  <a:pt x="2983831" y="0"/>
                </a:lnTo>
                <a:lnTo>
                  <a:pt x="2967789" y="0"/>
                </a:lnTo>
                <a:lnTo>
                  <a:pt x="2951747" y="0"/>
                </a:lnTo>
                <a:lnTo>
                  <a:pt x="2935705" y="0"/>
                </a:lnTo>
                <a:lnTo>
                  <a:pt x="2919663" y="0"/>
                </a:lnTo>
                <a:lnTo>
                  <a:pt x="2903621" y="0"/>
                </a:lnTo>
                <a:lnTo>
                  <a:pt x="2887578" y="0"/>
                </a:lnTo>
                <a:lnTo>
                  <a:pt x="2871536" y="0"/>
                </a:lnTo>
                <a:lnTo>
                  <a:pt x="2855494" y="0"/>
                </a:lnTo>
                <a:lnTo>
                  <a:pt x="2839452" y="0"/>
                </a:lnTo>
                <a:lnTo>
                  <a:pt x="2823410" y="0"/>
                </a:lnTo>
                <a:lnTo>
                  <a:pt x="2807368" y="0"/>
                </a:lnTo>
                <a:lnTo>
                  <a:pt x="2791326" y="0"/>
                </a:lnTo>
                <a:lnTo>
                  <a:pt x="2775284" y="0"/>
                </a:lnTo>
                <a:lnTo>
                  <a:pt x="2759242" y="0"/>
                </a:lnTo>
                <a:lnTo>
                  <a:pt x="2743200" y="0"/>
                </a:lnTo>
                <a:lnTo>
                  <a:pt x="2727157" y="0"/>
                </a:lnTo>
                <a:lnTo>
                  <a:pt x="2711115" y="0"/>
                </a:lnTo>
                <a:lnTo>
                  <a:pt x="2695073" y="0"/>
                </a:lnTo>
                <a:lnTo>
                  <a:pt x="2679031" y="0"/>
                </a:lnTo>
                <a:lnTo>
                  <a:pt x="2662989" y="0"/>
                </a:lnTo>
                <a:lnTo>
                  <a:pt x="2646947" y="0"/>
                </a:lnTo>
                <a:lnTo>
                  <a:pt x="2630905" y="0"/>
                </a:lnTo>
                <a:lnTo>
                  <a:pt x="2614863" y="0"/>
                </a:lnTo>
                <a:lnTo>
                  <a:pt x="2598821" y="0"/>
                </a:lnTo>
                <a:lnTo>
                  <a:pt x="2582778" y="0"/>
                </a:lnTo>
                <a:lnTo>
                  <a:pt x="2566736" y="0"/>
                </a:lnTo>
                <a:lnTo>
                  <a:pt x="2550694" y="0"/>
                </a:lnTo>
                <a:lnTo>
                  <a:pt x="2534652" y="0"/>
                </a:lnTo>
                <a:lnTo>
                  <a:pt x="2518610" y="0"/>
                </a:lnTo>
                <a:lnTo>
                  <a:pt x="2502568" y="0"/>
                </a:lnTo>
                <a:lnTo>
                  <a:pt x="2486526" y="0"/>
                </a:lnTo>
                <a:lnTo>
                  <a:pt x="2470484" y="0"/>
                </a:lnTo>
                <a:lnTo>
                  <a:pt x="2454442" y="0"/>
                </a:lnTo>
                <a:lnTo>
                  <a:pt x="2438400" y="0"/>
                </a:lnTo>
                <a:lnTo>
                  <a:pt x="2422357" y="0"/>
                </a:lnTo>
                <a:lnTo>
                  <a:pt x="2406315" y="0"/>
                </a:lnTo>
                <a:lnTo>
                  <a:pt x="2390273" y="0"/>
                </a:lnTo>
                <a:lnTo>
                  <a:pt x="2374231" y="0"/>
                </a:lnTo>
                <a:lnTo>
                  <a:pt x="2358189" y="0"/>
                </a:lnTo>
                <a:lnTo>
                  <a:pt x="2342147" y="0"/>
                </a:lnTo>
                <a:lnTo>
                  <a:pt x="2326105" y="0"/>
                </a:lnTo>
                <a:lnTo>
                  <a:pt x="2310063" y="0"/>
                </a:lnTo>
                <a:lnTo>
                  <a:pt x="2294021" y="0"/>
                </a:lnTo>
                <a:lnTo>
                  <a:pt x="2277978" y="0"/>
                </a:lnTo>
                <a:lnTo>
                  <a:pt x="2261936" y="0"/>
                </a:lnTo>
                <a:lnTo>
                  <a:pt x="2245894" y="0"/>
                </a:lnTo>
                <a:lnTo>
                  <a:pt x="2229852" y="0"/>
                </a:lnTo>
                <a:lnTo>
                  <a:pt x="2213810" y="0"/>
                </a:lnTo>
                <a:lnTo>
                  <a:pt x="2197768" y="0"/>
                </a:lnTo>
                <a:lnTo>
                  <a:pt x="2181726" y="0"/>
                </a:lnTo>
                <a:lnTo>
                  <a:pt x="2165684" y="0"/>
                </a:lnTo>
                <a:lnTo>
                  <a:pt x="2149642" y="0"/>
                </a:lnTo>
                <a:lnTo>
                  <a:pt x="2133599" y="0"/>
                </a:lnTo>
                <a:lnTo>
                  <a:pt x="2117557" y="0"/>
                </a:lnTo>
                <a:lnTo>
                  <a:pt x="2101515" y="0"/>
                </a:lnTo>
                <a:lnTo>
                  <a:pt x="2085473" y="0"/>
                </a:lnTo>
                <a:lnTo>
                  <a:pt x="2069431" y="0"/>
                </a:lnTo>
                <a:lnTo>
                  <a:pt x="2053389" y="0"/>
                </a:lnTo>
                <a:lnTo>
                  <a:pt x="2037347" y="0"/>
                </a:lnTo>
                <a:lnTo>
                  <a:pt x="2021305" y="0"/>
                </a:lnTo>
                <a:lnTo>
                  <a:pt x="2005263" y="0"/>
                </a:lnTo>
                <a:lnTo>
                  <a:pt x="1989221" y="0"/>
                </a:lnTo>
                <a:lnTo>
                  <a:pt x="1973178" y="0"/>
                </a:lnTo>
                <a:lnTo>
                  <a:pt x="1957136" y="0"/>
                </a:lnTo>
                <a:lnTo>
                  <a:pt x="1941094" y="0"/>
                </a:lnTo>
                <a:lnTo>
                  <a:pt x="1925052" y="0"/>
                </a:lnTo>
                <a:lnTo>
                  <a:pt x="1909010" y="0"/>
                </a:lnTo>
                <a:lnTo>
                  <a:pt x="1892968" y="0"/>
                </a:lnTo>
                <a:lnTo>
                  <a:pt x="1876926" y="0"/>
                </a:lnTo>
                <a:lnTo>
                  <a:pt x="1860884" y="0"/>
                </a:lnTo>
                <a:lnTo>
                  <a:pt x="1844842" y="0"/>
                </a:lnTo>
                <a:lnTo>
                  <a:pt x="1828800" y="0"/>
                </a:lnTo>
                <a:lnTo>
                  <a:pt x="1812757" y="0"/>
                </a:lnTo>
                <a:lnTo>
                  <a:pt x="1796715" y="0"/>
                </a:lnTo>
                <a:lnTo>
                  <a:pt x="1780673" y="0"/>
                </a:lnTo>
                <a:lnTo>
                  <a:pt x="1764631" y="0"/>
                </a:lnTo>
                <a:lnTo>
                  <a:pt x="1748589" y="0"/>
                </a:lnTo>
                <a:lnTo>
                  <a:pt x="1732547" y="0"/>
                </a:lnTo>
                <a:lnTo>
                  <a:pt x="1716505" y="0"/>
                </a:lnTo>
                <a:lnTo>
                  <a:pt x="1700463" y="0"/>
                </a:lnTo>
                <a:lnTo>
                  <a:pt x="1684421" y="0"/>
                </a:lnTo>
                <a:lnTo>
                  <a:pt x="1668378" y="0"/>
                </a:lnTo>
                <a:lnTo>
                  <a:pt x="1652336" y="0"/>
                </a:lnTo>
                <a:lnTo>
                  <a:pt x="1636294" y="0"/>
                </a:lnTo>
                <a:lnTo>
                  <a:pt x="1620252" y="0"/>
                </a:lnTo>
                <a:lnTo>
                  <a:pt x="1604210" y="0"/>
                </a:lnTo>
                <a:lnTo>
                  <a:pt x="1588168" y="0"/>
                </a:lnTo>
                <a:lnTo>
                  <a:pt x="1572126" y="0"/>
                </a:lnTo>
                <a:lnTo>
                  <a:pt x="1556084" y="0"/>
                </a:lnTo>
                <a:lnTo>
                  <a:pt x="1540042" y="0"/>
                </a:lnTo>
                <a:lnTo>
                  <a:pt x="1524000" y="0"/>
                </a:lnTo>
                <a:lnTo>
                  <a:pt x="1507957" y="0"/>
                </a:lnTo>
                <a:lnTo>
                  <a:pt x="1491915" y="0"/>
                </a:lnTo>
                <a:lnTo>
                  <a:pt x="1475873" y="0"/>
                </a:lnTo>
                <a:lnTo>
                  <a:pt x="1459831" y="0"/>
                </a:lnTo>
                <a:lnTo>
                  <a:pt x="1443789" y="0"/>
                </a:lnTo>
                <a:lnTo>
                  <a:pt x="1427747" y="0"/>
                </a:lnTo>
                <a:lnTo>
                  <a:pt x="1411705" y="0"/>
                </a:lnTo>
                <a:lnTo>
                  <a:pt x="1395663" y="0"/>
                </a:lnTo>
                <a:lnTo>
                  <a:pt x="1379621" y="0"/>
                </a:lnTo>
                <a:lnTo>
                  <a:pt x="1363578" y="0"/>
                </a:lnTo>
                <a:lnTo>
                  <a:pt x="1347536" y="0"/>
                </a:lnTo>
                <a:lnTo>
                  <a:pt x="1331494" y="0"/>
                </a:lnTo>
                <a:lnTo>
                  <a:pt x="1315452" y="0"/>
                </a:lnTo>
                <a:lnTo>
                  <a:pt x="1299410" y="0"/>
                </a:lnTo>
                <a:lnTo>
                  <a:pt x="1283368" y="0"/>
                </a:lnTo>
                <a:lnTo>
                  <a:pt x="1267326" y="0"/>
                </a:lnTo>
                <a:lnTo>
                  <a:pt x="1251284" y="0"/>
                </a:lnTo>
                <a:lnTo>
                  <a:pt x="1235242" y="0"/>
                </a:lnTo>
                <a:lnTo>
                  <a:pt x="1219199" y="0"/>
                </a:lnTo>
                <a:lnTo>
                  <a:pt x="1203157" y="0"/>
                </a:lnTo>
                <a:lnTo>
                  <a:pt x="1187115" y="0"/>
                </a:lnTo>
                <a:lnTo>
                  <a:pt x="1171073" y="0"/>
                </a:lnTo>
                <a:lnTo>
                  <a:pt x="1155031" y="0"/>
                </a:lnTo>
                <a:lnTo>
                  <a:pt x="1138989" y="0"/>
                </a:lnTo>
                <a:lnTo>
                  <a:pt x="1122947" y="0"/>
                </a:lnTo>
                <a:lnTo>
                  <a:pt x="1106905" y="0"/>
                </a:lnTo>
                <a:lnTo>
                  <a:pt x="1090863" y="0"/>
                </a:lnTo>
                <a:lnTo>
                  <a:pt x="1074821" y="0"/>
                </a:lnTo>
                <a:lnTo>
                  <a:pt x="1058778" y="0"/>
                </a:lnTo>
                <a:lnTo>
                  <a:pt x="1042736" y="0"/>
                </a:lnTo>
                <a:lnTo>
                  <a:pt x="1026694" y="0"/>
                </a:lnTo>
                <a:lnTo>
                  <a:pt x="1010652" y="0"/>
                </a:lnTo>
                <a:lnTo>
                  <a:pt x="994610" y="0"/>
                </a:lnTo>
                <a:lnTo>
                  <a:pt x="978568" y="0"/>
                </a:lnTo>
                <a:lnTo>
                  <a:pt x="962526" y="0"/>
                </a:lnTo>
                <a:lnTo>
                  <a:pt x="946484" y="0"/>
                </a:lnTo>
                <a:lnTo>
                  <a:pt x="930442" y="0"/>
                </a:lnTo>
                <a:lnTo>
                  <a:pt x="914400" y="0"/>
                </a:lnTo>
                <a:lnTo>
                  <a:pt x="898357" y="0"/>
                </a:lnTo>
                <a:lnTo>
                  <a:pt x="882315" y="0"/>
                </a:lnTo>
                <a:lnTo>
                  <a:pt x="866273" y="0"/>
                </a:lnTo>
                <a:lnTo>
                  <a:pt x="850231" y="0"/>
                </a:lnTo>
                <a:lnTo>
                  <a:pt x="834189" y="0"/>
                </a:lnTo>
                <a:lnTo>
                  <a:pt x="818147" y="0"/>
                </a:lnTo>
                <a:lnTo>
                  <a:pt x="802105" y="0"/>
                </a:lnTo>
                <a:lnTo>
                  <a:pt x="786063" y="0"/>
                </a:lnTo>
                <a:lnTo>
                  <a:pt x="770021" y="0"/>
                </a:lnTo>
                <a:lnTo>
                  <a:pt x="753978" y="0"/>
                </a:lnTo>
                <a:lnTo>
                  <a:pt x="737936" y="0"/>
                </a:lnTo>
                <a:lnTo>
                  <a:pt x="721894" y="0"/>
                </a:lnTo>
                <a:lnTo>
                  <a:pt x="705852" y="0"/>
                </a:lnTo>
                <a:lnTo>
                  <a:pt x="689810" y="0"/>
                </a:lnTo>
                <a:lnTo>
                  <a:pt x="673768" y="0"/>
                </a:lnTo>
                <a:lnTo>
                  <a:pt x="657726" y="0"/>
                </a:lnTo>
                <a:lnTo>
                  <a:pt x="641684" y="0"/>
                </a:lnTo>
                <a:lnTo>
                  <a:pt x="625642" y="0"/>
                </a:lnTo>
                <a:lnTo>
                  <a:pt x="609599" y="0"/>
                </a:lnTo>
                <a:lnTo>
                  <a:pt x="593557" y="0"/>
                </a:lnTo>
                <a:lnTo>
                  <a:pt x="577515" y="0"/>
                </a:lnTo>
                <a:lnTo>
                  <a:pt x="561473" y="0"/>
                </a:lnTo>
                <a:lnTo>
                  <a:pt x="545431" y="0"/>
                </a:lnTo>
                <a:lnTo>
                  <a:pt x="529389" y="0"/>
                </a:lnTo>
                <a:lnTo>
                  <a:pt x="513347" y="0"/>
                </a:lnTo>
                <a:lnTo>
                  <a:pt x="497305" y="0"/>
                </a:lnTo>
                <a:lnTo>
                  <a:pt x="481263" y="0"/>
                </a:lnTo>
                <a:lnTo>
                  <a:pt x="465221" y="0"/>
                </a:lnTo>
                <a:lnTo>
                  <a:pt x="449178" y="0"/>
                </a:lnTo>
                <a:lnTo>
                  <a:pt x="433136" y="0"/>
                </a:lnTo>
                <a:lnTo>
                  <a:pt x="417094" y="0"/>
                </a:lnTo>
                <a:lnTo>
                  <a:pt x="401052" y="0"/>
                </a:lnTo>
                <a:lnTo>
                  <a:pt x="385010" y="0"/>
                </a:lnTo>
                <a:lnTo>
                  <a:pt x="368968" y="0"/>
                </a:lnTo>
                <a:lnTo>
                  <a:pt x="352926" y="0"/>
                </a:lnTo>
                <a:lnTo>
                  <a:pt x="336884" y="0"/>
                </a:lnTo>
                <a:lnTo>
                  <a:pt x="320842" y="0"/>
                </a:lnTo>
                <a:lnTo>
                  <a:pt x="304800" y="0"/>
                </a:lnTo>
                <a:lnTo>
                  <a:pt x="288757" y="0"/>
                </a:lnTo>
                <a:lnTo>
                  <a:pt x="272715" y="0"/>
                </a:lnTo>
                <a:lnTo>
                  <a:pt x="256673" y="0"/>
                </a:lnTo>
                <a:lnTo>
                  <a:pt x="240631" y="0"/>
                </a:lnTo>
                <a:lnTo>
                  <a:pt x="224589" y="0"/>
                </a:lnTo>
                <a:lnTo>
                  <a:pt x="208547" y="0"/>
                </a:lnTo>
                <a:lnTo>
                  <a:pt x="192505" y="0"/>
                </a:lnTo>
                <a:lnTo>
                  <a:pt x="176463" y="0"/>
                </a:lnTo>
                <a:lnTo>
                  <a:pt x="160421" y="0"/>
                </a:lnTo>
                <a:lnTo>
                  <a:pt x="144378" y="0"/>
                </a:lnTo>
                <a:lnTo>
                  <a:pt x="128336" y="0"/>
                </a:lnTo>
                <a:lnTo>
                  <a:pt x="112294" y="0"/>
                </a:lnTo>
                <a:lnTo>
                  <a:pt x="96252" y="0"/>
                </a:lnTo>
                <a:lnTo>
                  <a:pt x="80210" y="0"/>
                </a:lnTo>
                <a:lnTo>
                  <a:pt x="64168" y="0"/>
                </a:lnTo>
                <a:lnTo>
                  <a:pt x="48126" y="0"/>
                </a:lnTo>
                <a:lnTo>
                  <a:pt x="32084" y="0"/>
                </a:lnTo>
                <a:lnTo>
                  <a:pt x="160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28BA0">
              <a:alpha val="55000"/>
            </a:srgbClr>
          </a:solidFill>
          <a:ln w="10160">
            <a:solidFill>
              <a:srgbClr val="F28BA0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2-E18 line 37" descr="sci-ppt:o037"/>
          <p:cNvCxnSpPr/>
          <p:nvPr/>
        </p:nvCxnSpPr>
        <p:spPr>
          <a:xfrm>
            <a:off x="914400" y="1642533"/>
            <a:ext cx="6400800" cy="0"/>
          </a:xfrm>
          <a:prstGeom prst="line">
            <a:avLst/>
          </a:prstGeom>
          <a:ln w="16510">
            <a:solidFill>
              <a:srgbClr val="FFFFFF"/>
            </a:solidFill>
            <a:prstDash val="dash"/>
          </a:ln>
          <a:effectLst/>
        </p:spPr>
      </p:cxnSp>
      <p:sp>
        <p:nvSpPr>
          <p:cNvPr id="40" name="C2-E18 text 38" descr="sci-ppt:o038"/>
          <p:cNvSpPr txBox="1"/>
          <p:nvPr/>
        </p:nvSpPr>
        <p:spPr>
          <a:xfrm>
            <a:off x="1147572" y="1349925"/>
            <a:ext cx="36576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m_PFC,0 = 0.853 ng (never exceeded)</a:t>
            </a:r>
          </a:p>
        </p:txBody>
      </p:sp>
      <p:sp>
        <p:nvSpPr>
          <p:cNvPr id="41" name="C2-E18 round_rect 39" descr="sci-ppt:o039"/>
          <p:cNvSpPr/>
          <p:nvPr/>
        </p:nvSpPr>
        <p:spPr>
          <a:xfrm>
            <a:off x="7589520" y="1371600"/>
            <a:ext cx="425196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2-E18 text 40" descr="sci-ppt:o040"/>
          <p:cNvSpPr txBox="1"/>
          <p:nvPr/>
        </p:nvSpPr>
        <p:spPr>
          <a:xfrm>
            <a:off x="7699248" y="1426464"/>
            <a:ext cx="403250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Four compartments, one total</a:t>
            </a:r>
          </a:p>
        </p:txBody>
      </p:sp>
      <p:sp>
        <p:nvSpPr>
          <p:cNvPr id="43" name="C2-E18 rect 41" descr="sci-ppt:o041"/>
          <p:cNvSpPr/>
          <p:nvPr/>
        </p:nvSpPr>
        <p:spPr>
          <a:xfrm>
            <a:off x="7772400" y="1956816"/>
            <a:ext cx="274320" cy="201168"/>
          </a:xfrm>
          <a:prstGeom prst="rect">
            <a:avLst/>
          </a:prstGeom>
          <a:solidFill>
            <a:srgbClr val="7FC8F8"/>
          </a:solidFill>
          <a:ln w="12700">
            <a:solidFill>
              <a:srgbClr val="7FC8F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2-E18 text 42" descr="sci-ppt:o042"/>
          <p:cNvSpPr txBox="1"/>
          <p:nvPr/>
        </p:nvSpPr>
        <p:spPr>
          <a:xfrm>
            <a:off x="8156448" y="1920240"/>
            <a:ext cx="3566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mₗ  liquid PFC remaining</a:t>
            </a:r>
          </a:p>
        </p:txBody>
      </p:sp>
      <p:sp>
        <p:nvSpPr>
          <p:cNvPr id="45" name="C2-E18 rect 43" descr="sci-ppt:o043"/>
          <p:cNvSpPr/>
          <p:nvPr/>
        </p:nvSpPr>
        <p:spPr>
          <a:xfrm>
            <a:off x="7772400" y="2414016"/>
            <a:ext cx="274320" cy="201168"/>
          </a:xfrm>
          <a:prstGeom prst="rect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2-E18 text 44" descr="sci-ppt:o044"/>
          <p:cNvSpPr txBox="1"/>
          <p:nvPr/>
        </p:nvSpPr>
        <p:spPr>
          <a:xfrm>
            <a:off x="8156448" y="2377440"/>
            <a:ext cx="3566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mᵥ  vapor inside the domain</a:t>
            </a:r>
          </a:p>
        </p:txBody>
      </p:sp>
      <p:sp>
        <p:nvSpPr>
          <p:cNvPr id="47" name="C2-E18 rect 45" descr="sci-ppt:o045"/>
          <p:cNvSpPr/>
          <p:nvPr/>
        </p:nvSpPr>
        <p:spPr>
          <a:xfrm>
            <a:off x="7772400" y="2871216"/>
            <a:ext cx="274320" cy="201168"/>
          </a:xfrm>
          <a:prstGeom prst="rect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2-E18 text 46" descr="sci-ppt:o046"/>
          <p:cNvSpPr txBox="1"/>
          <p:nvPr/>
        </p:nvSpPr>
        <p:spPr>
          <a:xfrm>
            <a:off x="8156448" y="2834640"/>
            <a:ext cx="3566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m_diss  dissolved PFC</a:t>
            </a:r>
          </a:p>
        </p:txBody>
      </p:sp>
      <p:sp>
        <p:nvSpPr>
          <p:cNvPr id="49" name="C2-E18 rect 47" descr="sci-ppt:o047"/>
          <p:cNvSpPr/>
          <p:nvPr/>
        </p:nvSpPr>
        <p:spPr>
          <a:xfrm>
            <a:off x="7772400" y="3328416"/>
            <a:ext cx="274320" cy="201168"/>
          </a:xfrm>
          <a:prstGeom prst="rect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2-E18 text 48" descr="sci-ppt:o048"/>
          <p:cNvSpPr txBox="1"/>
          <p:nvPr/>
        </p:nvSpPr>
        <p:spPr>
          <a:xfrm>
            <a:off x="8156448" y="3291840"/>
            <a:ext cx="3566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m_esc  escaped (vented) PFC</a:t>
            </a:r>
          </a:p>
        </p:txBody>
      </p:sp>
      <p:sp>
        <p:nvSpPr>
          <p:cNvPr id="51" name="C2-E18 text 49" descr="sci-ppt:o049"/>
          <p:cNvSpPr txBox="1"/>
          <p:nvPr/>
        </p:nvSpPr>
        <p:spPr>
          <a:xfrm>
            <a:off x="7726679" y="3840480"/>
            <a:ext cx="402336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mₗ + mᵥ + m_diss + m_esc = m_PFC,0 at every</a:t>
            </a:r>
          </a:p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instant (no external supply).</a:t>
            </a:r>
          </a:p>
        </p:txBody>
      </p:sp>
      <p:sp>
        <p:nvSpPr>
          <p:cNvPr id="52" name="C2-E18 text 50" descr="sci-ppt:o050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m_PFC,0 = (4π/3) ρ_d a₀³ = 0.8535 ng for a 5 µm core.  The split among compartments is a schematic here, not a calculation.</a:t>
            </a:r>
          </a:p>
        </p:txBody>
      </p:sp>
      <p:sp>
        <p:nvSpPr>
          <p:cNvPr id="53" name="C2-E18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Mass ledger of Eq. C2-E18; compartment histories are illustrative.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