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C1-E20 · Definition of local pressure impulse</a:t>
            </a:r>
          </a:p>
        </p:txBody>
      </p:sp>
      <p:cxnSp>
        <p:nvCxnSpPr>
          <p:cNvPr id="3" name="C1-E20 line 1" descr="sci-ppt:o001"/>
          <p:cNvCxnSpPr/>
          <p:nvPr/>
        </p:nvCxnSpPr>
        <p:spPr>
          <a:xfrm>
            <a:off x="914400" y="5029200"/>
            <a:ext cx="658367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20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20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20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20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1-E20 line 6" descr="sci-ppt:o006"/>
          <p:cNvCxnSpPr/>
          <p:nvPr/>
        </p:nvCxnSpPr>
        <p:spPr>
          <a:xfrm>
            <a:off x="25603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20 line 7" descr="sci-ppt:o007"/>
          <p:cNvCxnSpPr/>
          <p:nvPr/>
        </p:nvCxnSpPr>
        <p:spPr>
          <a:xfrm>
            <a:off x="25603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20 text 8" descr="sci-ppt:o008"/>
          <p:cNvSpPr txBox="1"/>
          <p:nvPr/>
        </p:nvSpPr>
        <p:spPr>
          <a:xfrm>
            <a:off x="21031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1-E20 line 9" descr="sci-ppt:o009"/>
          <p:cNvCxnSpPr/>
          <p:nvPr/>
        </p:nvCxnSpPr>
        <p:spPr>
          <a:xfrm>
            <a:off x="42062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20 line 10" descr="sci-ppt:o010"/>
          <p:cNvCxnSpPr/>
          <p:nvPr/>
        </p:nvCxnSpPr>
        <p:spPr>
          <a:xfrm>
            <a:off x="42062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20 text 11" descr="sci-ppt:o011"/>
          <p:cNvSpPr txBox="1"/>
          <p:nvPr/>
        </p:nvSpPr>
        <p:spPr>
          <a:xfrm>
            <a:off x="374903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1-E20 line 12" descr="sci-ppt:o012"/>
          <p:cNvCxnSpPr/>
          <p:nvPr/>
        </p:nvCxnSpPr>
        <p:spPr>
          <a:xfrm>
            <a:off x="58521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20 line 13" descr="sci-ppt:o013"/>
          <p:cNvCxnSpPr/>
          <p:nvPr/>
        </p:nvCxnSpPr>
        <p:spPr>
          <a:xfrm>
            <a:off x="58521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20 text 14" descr="sci-ppt:o014"/>
          <p:cNvSpPr txBox="1"/>
          <p:nvPr/>
        </p:nvSpPr>
        <p:spPr>
          <a:xfrm>
            <a:off x="53949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1-E20 line 15" descr="sci-ppt:o015"/>
          <p:cNvCxnSpPr/>
          <p:nvPr/>
        </p:nvCxnSpPr>
        <p:spPr>
          <a:xfrm>
            <a:off x="74980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20 line 16" descr="sci-ppt:o016"/>
          <p:cNvCxnSpPr/>
          <p:nvPr/>
        </p:nvCxnSpPr>
        <p:spPr>
          <a:xfrm>
            <a:off x="74980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20 text 17" descr="sci-ppt:o017"/>
          <p:cNvSpPr txBox="1"/>
          <p:nvPr/>
        </p:nvSpPr>
        <p:spPr>
          <a:xfrm>
            <a:off x="70408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cxnSp>
        <p:nvCxnSpPr>
          <p:cNvPr id="20" name="C1-E20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20 line 19" descr="sci-ppt:o019"/>
          <p:cNvCxnSpPr/>
          <p:nvPr/>
        </p:nvCxnSpPr>
        <p:spPr>
          <a:xfrm>
            <a:off x="850392" y="40538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20 line 20" descr="sci-ppt:o020"/>
          <p:cNvCxnSpPr/>
          <p:nvPr/>
        </p:nvCxnSpPr>
        <p:spPr>
          <a:xfrm>
            <a:off x="914400" y="4053840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20 text 21" descr="sci-ppt:o021"/>
          <p:cNvSpPr txBox="1"/>
          <p:nvPr/>
        </p:nvSpPr>
        <p:spPr>
          <a:xfrm>
            <a:off x="45720" y="39715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24" name="C1-E20 line 22" descr="sci-ppt:o022"/>
          <p:cNvCxnSpPr/>
          <p:nvPr/>
        </p:nvCxnSpPr>
        <p:spPr>
          <a:xfrm>
            <a:off x="850392" y="30784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20 line 23" descr="sci-ppt:o023"/>
          <p:cNvCxnSpPr/>
          <p:nvPr/>
        </p:nvCxnSpPr>
        <p:spPr>
          <a:xfrm>
            <a:off x="914400" y="3078480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20 text 24" descr="sci-ppt:o024"/>
          <p:cNvSpPr txBox="1"/>
          <p:nvPr/>
        </p:nvSpPr>
        <p:spPr>
          <a:xfrm>
            <a:off x="45720" y="29961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</a:t>
            </a:r>
          </a:p>
        </p:txBody>
      </p:sp>
      <p:cxnSp>
        <p:nvCxnSpPr>
          <p:cNvPr id="27" name="C1-E20 line 25" descr="sci-ppt:o025"/>
          <p:cNvCxnSpPr/>
          <p:nvPr/>
        </p:nvCxnSpPr>
        <p:spPr>
          <a:xfrm>
            <a:off x="850392" y="21031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20 line 26" descr="sci-ppt:o026"/>
          <p:cNvCxnSpPr/>
          <p:nvPr/>
        </p:nvCxnSpPr>
        <p:spPr>
          <a:xfrm>
            <a:off x="914400" y="2103120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20 text 27" descr="sci-ppt:o027"/>
          <p:cNvSpPr txBox="1"/>
          <p:nvPr/>
        </p:nvSpPr>
        <p:spPr>
          <a:xfrm>
            <a:off x="45720" y="20208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0.6</a:t>
            </a:r>
          </a:p>
        </p:txBody>
      </p:sp>
      <p:sp>
        <p:nvSpPr>
          <p:cNvPr id="30" name="C1-E20 text 28" descr="sci-ppt:o028"/>
          <p:cNvSpPr txBox="1"/>
          <p:nvPr/>
        </p:nvSpPr>
        <p:spPr>
          <a:xfrm>
            <a:off x="914400" y="5312664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31" name="C1-E20 text 29" descr="sci-ppt:o029"/>
          <p:cNvSpPr txBox="1"/>
          <p:nvPr/>
        </p:nvSpPr>
        <p:spPr>
          <a:xfrm>
            <a:off x="365760" y="1024128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 − p_ref  (MPa)</a:t>
            </a:r>
          </a:p>
        </p:txBody>
      </p:sp>
      <p:sp>
        <p:nvSpPr>
          <p:cNvPr id="32" name="C1-E20 polygon 30" descr="sci-ppt:o030"/>
          <p:cNvSpPr/>
          <p:nvPr/>
        </p:nvSpPr>
        <p:spPr>
          <a:xfrm>
            <a:off x="914400" y="4053840"/>
            <a:ext cx="6583679" cy="975360"/>
          </a:xfrm>
          <a:custGeom>
            <a:avLst/>
            <a:gdLst/>
            <a:ahLst/>
            <a:cxnLst/>
            <a:rect l="l" t="t" r="r" b="b"/>
            <a:pathLst>
              <a:path w="6583679" h="975360">
                <a:moveTo>
                  <a:pt x="0" y="0"/>
                </a:moveTo>
                <a:lnTo>
                  <a:pt x="10991" y="0"/>
                </a:lnTo>
                <a:lnTo>
                  <a:pt x="21982" y="0"/>
                </a:lnTo>
                <a:lnTo>
                  <a:pt x="32973" y="0"/>
                </a:lnTo>
                <a:lnTo>
                  <a:pt x="43964" y="0"/>
                </a:lnTo>
                <a:lnTo>
                  <a:pt x="54955" y="0"/>
                </a:lnTo>
                <a:lnTo>
                  <a:pt x="65946" y="0"/>
                </a:lnTo>
                <a:lnTo>
                  <a:pt x="76937" y="0"/>
                </a:lnTo>
                <a:lnTo>
                  <a:pt x="87928" y="0"/>
                </a:lnTo>
                <a:lnTo>
                  <a:pt x="98920" y="0"/>
                </a:lnTo>
                <a:lnTo>
                  <a:pt x="109911" y="0"/>
                </a:lnTo>
                <a:lnTo>
                  <a:pt x="120902" y="0"/>
                </a:lnTo>
                <a:lnTo>
                  <a:pt x="131893" y="0"/>
                </a:lnTo>
                <a:lnTo>
                  <a:pt x="142884" y="0"/>
                </a:lnTo>
                <a:lnTo>
                  <a:pt x="153875" y="0"/>
                </a:lnTo>
                <a:lnTo>
                  <a:pt x="164866" y="0"/>
                </a:lnTo>
                <a:lnTo>
                  <a:pt x="175857" y="0"/>
                </a:lnTo>
                <a:lnTo>
                  <a:pt x="186849" y="0"/>
                </a:lnTo>
                <a:lnTo>
                  <a:pt x="197840" y="0"/>
                </a:lnTo>
                <a:lnTo>
                  <a:pt x="208831" y="0"/>
                </a:lnTo>
                <a:lnTo>
                  <a:pt x="219822" y="0"/>
                </a:lnTo>
                <a:lnTo>
                  <a:pt x="230813" y="0"/>
                </a:lnTo>
                <a:lnTo>
                  <a:pt x="241804" y="0"/>
                </a:lnTo>
                <a:lnTo>
                  <a:pt x="252795" y="0"/>
                </a:lnTo>
                <a:lnTo>
                  <a:pt x="263786" y="0"/>
                </a:lnTo>
                <a:lnTo>
                  <a:pt x="274777" y="0"/>
                </a:lnTo>
                <a:lnTo>
                  <a:pt x="285769" y="0"/>
                </a:lnTo>
                <a:lnTo>
                  <a:pt x="296760" y="0"/>
                </a:lnTo>
                <a:lnTo>
                  <a:pt x="307751" y="0"/>
                </a:lnTo>
                <a:lnTo>
                  <a:pt x="318742" y="0"/>
                </a:lnTo>
                <a:lnTo>
                  <a:pt x="329733" y="0"/>
                </a:lnTo>
                <a:lnTo>
                  <a:pt x="340724" y="0"/>
                </a:lnTo>
                <a:lnTo>
                  <a:pt x="351715" y="0"/>
                </a:lnTo>
                <a:lnTo>
                  <a:pt x="362706" y="0"/>
                </a:lnTo>
                <a:lnTo>
                  <a:pt x="373698" y="0"/>
                </a:lnTo>
                <a:lnTo>
                  <a:pt x="384689" y="0"/>
                </a:lnTo>
                <a:lnTo>
                  <a:pt x="395680" y="0"/>
                </a:lnTo>
                <a:lnTo>
                  <a:pt x="406671" y="0"/>
                </a:lnTo>
                <a:lnTo>
                  <a:pt x="417662" y="0"/>
                </a:lnTo>
                <a:lnTo>
                  <a:pt x="428653" y="0"/>
                </a:lnTo>
                <a:lnTo>
                  <a:pt x="439644" y="0"/>
                </a:lnTo>
                <a:lnTo>
                  <a:pt x="450635" y="0"/>
                </a:lnTo>
                <a:lnTo>
                  <a:pt x="461626" y="0"/>
                </a:lnTo>
                <a:lnTo>
                  <a:pt x="472618" y="0"/>
                </a:lnTo>
                <a:lnTo>
                  <a:pt x="483609" y="0"/>
                </a:lnTo>
                <a:lnTo>
                  <a:pt x="494600" y="0"/>
                </a:lnTo>
                <a:lnTo>
                  <a:pt x="505591" y="0"/>
                </a:lnTo>
                <a:lnTo>
                  <a:pt x="516582" y="0"/>
                </a:lnTo>
                <a:lnTo>
                  <a:pt x="527573" y="0"/>
                </a:lnTo>
                <a:lnTo>
                  <a:pt x="538564" y="0"/>
                </a:lnTo>
                <a:lnTo>
                  <a:pt x="549555" y="0"/>
                </a:lnTo>
                <a:lnTo>
                  <a:pt x="560547" y="0"/>
                </a:lnTo>
                <a:lnTo>
                  <a:pt x="571538" y="0"/>
                </a:lnTo>
                <a:lnTo>
                  <a:pt x="582529" y="0"/>
                </a:lnTo>
                <a:lnTo>
                  <a:pt x="593520" y="0"/>
                </a:lnTo>
                <a:lnTo>
                  <a:pt x="604511" y="0"/>
                </a:lnTo>
                <a:lnTo>
                  <a:pt x="615502" y="0"/>
                </a:lnTo>
                <a:lnTo>
                  <a:pt x="626493" y="0"/>
                </a:lnTo>
                <a:lnTo>
                  <a:pt x="637484" y="0"/>
                </a:lnTo>
                <a:lnTo>
                  <a:pt x="648475" y="0"/>
                </a:lnTo>
                <a:lnTo>
                  <a:pt x="659467" y="0"/>
                </a:lnTo>
                <a:lnTo>
                  <a:pt x="670458" y="0"/>
                </a:lnTo>
                <a:lnTo>
                  <a:pt x="681449" y="0"/>
                </a:lnTo>
                <a:lnTo>
                  <a:pt x="692440" y="0"/>
                </a:lnTo>
                <a:lnTo>
                  <a:pt x="703431" y="0"/>
                </a:lnTo>
                <a:lnTo>
                  <a:pt x="714422" y="0"/>
                </a:lnTo>
                <a:lnTo>
                  <a:pt x="725413" y="0"/>
                </a:lnTo>
                <a:lnTo>
                  <a:pt x="736404" y="0"/>
                </a:lnTo>
                <a:lnTo>
                  <a:pt x="747396" y="0"/>
                </a:lnTo>
                <a:lnTo>
                  <a:pt x="758387" y="0"/>
                </a:lnTo>
                <a:lnTo>
                  <a:pt x="769378" y="0"/>
                </a:lnTo>
                <a:lnTo>
                  <a:pt x="780369" y="0"/>
                </a:lnTo>
                <a:lnTo>
                  <a:pt x="791360" y="0"/>
                </a:lnTo>
                <a:lnTo>
                  <a:pt x="802351" y="0"/>
                </a:lnTo>
                <a:lnTo>
                  <a:pt x="813342" y="0"/>
                </a:lnTo>
                <a:lnTo>
                  <a:pt x="824333" y="0"/>
                </a:lnTo>
                <a:lnTo>
                  <a:pt x="835325" y="0"/>
                </a:lnTo>
                <a:lnTo>
                  <a:pt x="846316" y="0"/>
                </a:lnTo>
                <a:lnTo>
                  <a:pt x="857307" y="0"/>
                </a:lnTo>
                <a:lnTo>
                  <a:pt x="868298" y="0"/>
                </a:lnTo>
                <a:lnTo>
                  <a:pt x="879289" y="0"/>
                </a:lnTo>
                <a:lnTo>
                  <a:pt x="890280" y="0"/>
                </a:lnTo>
                <a:lnTo>
                  <a:pt x="901271" y="0"/>
                </a:lnTo>
                <a:lnTo>
                  <a:pt x="912262" y="0"/>
                </a:lnTo>
                <a:lnTo>
                  <a:pt x="923253" y="0"/>
                </a:lnTo>
                <a:lnTo>
                  <a:pt x="934245" y="0"/>
                </a:lnTo>
                <a:lnTo>
                  <a:pt x="945236" y="0"/>
                </a:lnTo>
                <a:lnTo>
                  <a:pt x="956227" y="0"/>
                </a:lnTo>
                <a:lnTo>
                  <a:pt x="967218" y="0"/>
                </a:lnTo>
                <a:lnTo>
                  <a:pt x="978209" y="0"/>
                </a:lnTo>
                <a:lnTo>
                  <a:pt x="989200" y="0"/>
                </a:lnTo>
                <a:lnTo>
                  <a:pt x="1000191" y="0"/>
                </a:lnTo>
                <a:lnTo>
                  <a:pt x="1011182" y="0"/>
                </a:lnTo>
                <a:lnTo>
                  <a:pt x="1022174" y="0"/>
                </a:lnTo>
                <a:lnTo>
                  <a:pt x="1033165" y="0"/>
                </a:lnTo>
                <a:lnTo>
                  <a:pt x="1044156" y="0"/>
                </a:lnTo>
                <a:lnTo>
                  <a:pt x="1055147" y="0"/>
                </a:lnTo>
                <a:lnTo>
                  <a:pt x="1066138" y="0"/>
                </a:lnTo>
                <a:lnTo>
                  <a:pt x="1077129" y="0"/>
                </a:lnTo>
                <a:lnTo>
                  <a:pt x="1088120" y="0"/>
                </a:lnTo>
                <a:lnTo>
                  <a:pt x="1099111" y="0"/>
                </a:lnTo>
                <a:lnTo>
                  <a:pt x="1110102" y="0"/>
                </a:lnTo>
                <a:lnTo>
                  <a:pt x="1121094" y="0"/>
                </a:lnTo>
                <a:lnTo>
                  <a:pt x="1132085" y="0"/>
                </a:lnTo>
                <a:lnTo>
                  <a:pt x="1143076" y="0"/>
                </a:lnTo>
                <a:lnTo>
                  <a:pt x="1154067" y="0"/>
                </a:lnTo>
                <a:lnTo>
                  <a:pt x="1165058" y="0"/>
                </a:lnTo>
                <a:lnTo>
                  <a:pt x="1176049" y="0"/>
                </a:lnTo>
                <a:lnTo>
                  <a:pt x="1187040" y="0"/>
                </a:lnTo>
                <a:lnTo>
                  <a:pt x="1198031" y="0"/>
                </a:lnTo>
                <a:lnTo>
                  <a:pt x="1209023" y="0"/>
                </a:lnTo>
                <a:lnTo>
                  <a:pt x="1220014" y="0"/>
                </a:lnTo>
                <a:lnTo>
                  <a:pt x="1231005" y="0"/>
                </a:lnTo>
                <a:lnTo>
                  <a:pt x="1241996" y="0"/>
                </a:lnTo>
                <a:lnTo>
                  <a:pt x="1252987" y="0"/>
                </a:lnTo>
                <a:lnTo>
                  <a:pt x="1263978" y="0"/>
                </a:lnTo>
                <a:lnTo>
                  <a:pt x="1274969" y="0"/>
                </a:lnTo>
                <a:lnTo>
                  <a:pt x="1285960" y="0"/>
                </a:lnTo>
                <a:lnTo>
                  <a:pt x="1296951" y="0"/>
                </a:lnTo>
                <a:lnTo>
                  <a:pt x="1307943" y="0"/>
                </a:lnTo>
                <a:lnTo>
                  <a:pt x="1318934" y="0"/>
                </a:lnTo>
                <a:lnTo>
                  <a:pt x="1329925" y="0"/>
                </a:lnTo>
                <a:lnTo>
                  <a:pt x="1340916" y="0"/>
                </a:lnTo>
                <a:lnTo>
                  <a:pt x="1351907" y="0"/>
                </a:lnTo>
                <a:lnTo>
                  <a:pt x="1362898" y="0"/>
                </a:lnTo>
                <a:lnTo>
                  <a:pt x="1373889" y="0"/>
                </a:lnTo>
                <a:lnTo>
                  <a:pt x="1384880" y="0"/>
                </a:lnTo>
                <a:lnTo>
                  <a:pt x="1395872" y="0"/>
                </a:lnTo>
                <a:lnTo>
                  <a:pt x="1406863" y="0"/>
                </a:lnTo>
                <a:lnTo>
                  <a:pt x="1417854" y="0"/>
                </a:lnTo>
                <a:lnTo>
                  <a:pt x="1428845" y="0"/>
                </a:lnTo>
                <a:lnTo>
                  <a:pt x="1439836" y="0"/>
                </a:lnTo>
                <a:lnTo>
                  <a:pt x="1450827" y="0"/>
                </a:lnTo>
                <a:lnTo>
                  <a:pt x="1461818" y="0"/>
                </a:lnTo>
                <a:lnTo>
                  <a:pt x="1472809" y="0"/>
                </a:lnTo>
                <a:lnTo>
                  <a:pt x="1483801" y="0"/>
                </a:lnTo>
                <a:lnTo>
                  <a:pt x="1494792" y="0"/>
                </a:lnTo>
                <a:lnTo>
                  <a:pt x="1505783" y="0"/>
                </a:lnTo>
                <a:lnTo>
                  <a:pt x="1516774" y="0"/>
                </a:lnTo>
                <a:lnTo>
                  <a:pt x="1527765" y="0"/>
                </a:lnTo>
                <a:lnTo>
                  <a:pt x="1538756" y="0"/>
                </a:lnTo>
                <a:lnTo>
                  <a:pt x="1549747" y="0"/>
                </a:lnTo>
                <a:lnTo>
                  <a:pt x="1560738" y="0"/>
                </a:lnTo>
                <a:lnTo>
                  <a:pt x="1571729" y="0"/>
                </a:lnTo>
                <a:lnTo>
                  <a:pt x="1582721" y="0"/>
                </a:lnTo>
                <a:lnTo>
                  <a:pt x="1593712" y="0"/>
                </a:lnTo>
                <a:lnTo>
                  <a:pt x="1604703" y="0"/>
                </a:lnTo>
                <a:lnTo>
                  <a:pt x="1615694" y="0"/>
                </a:lnTo>
                <a:lnTo>
                  <a:pt x="1626685" y="0"/>
                </a:lnTo>
                <a:lnTo>
                  <a:pt x="1637676" y="0"/>
                </a:lnTo>
                <a:lnTo>
                  <a:pt x="1648667" y="0"/>
                </a:lnTo>
                <a:lnTo>
                  <a:pt x="1659658" y="0"/>
                </a:lnTo>
                <a:lnTo>
                  <a:pt x="1670650" y="0"/>
                </a:lnTo>
                <a:lnTo>
                  <a:pt x="1681641" y="0"/>
                </a:lnTo>
                <a:lnTo>
                  <a:pt x="1692632" y="0"/>
                </a:lnTo>
                <a:lnTo>
                  <a:pt x="1703623" y="0"/>
                </a:lnTo>
                <a:lnTo>
                  <a:pt x="1714614" y="0"/>
                </a:lnTo>
                <a:lnTo>
                  <a:pt x="1725605" y="0"/>
                </a:lnTo>
                <a:lnTo>
                  <a:pt x="1736596" y="0"/>
                </a:lnTo>
                <a:lnTo>
                  <a:pt x="1747587" y="0"/>
                </a:lnTo>
                <a:lnTo>
                  <a:pt x="1758578" y="0"/>
                </a:lnTo>
                <a:lnTo>
                  <a:pt x="1769570" y="0"/>
                </a:lnTo>
                <a:lnTo>
                  <a:pt x="1780561" y="0"/>
                </a:lnTo>
                <a:lnTo>
                  <a:pt x="1791552" y="0"/>
                </a:lnTo>
                <a:lnTo>
                  <a:pt x="1802543" y="0"/>
                </a:lnTo>
                <a:lnTo>
                  <a:pt x="1813534" y="0"/>
                </a:lnTo>
                <a:lnTo>
                  <a:pt x="1824525" y="0"/>
                </a:lnTo>
                <a:lnTo>
                  <a:pt x="1835516" y="0"/>
                </a:lnTo>
                <a:lnTo>
                  <a:pt x="1846507" y="0"/>
                </a:lnTo>
                <a:lnTo>
                  <a:pt x="1857499" y="0"/>
                </a:lnTo>
                <a:lnTo>
                  <a:pt x="1868490" y="0"/>
                </a:lnTo>
                <a:lnTo>
                  <a:pt x="1879481" y="0"/>
                </a:lnTo>
                <a:lnTo>
                  <a:pt x="1890472" y="0"/>
                </a:lnTo>
                <a:lnTo>
                  <a:pt x="1901463" y="0"/>
                </a:lnTo>
                <a:lnTo>
                  <a:pt x="1912454" y="0"/>
                </a:lnTo>
                <a:lnTo>
                  <a:pt x="1923445" y="0"/>
                </a:lnTo>
                <a:lnTo>
                  <a:pt x="1934436" y="0"/>
                </a:lnTo>
                <a:lnTo>
                  <a:pt x="1945427" y="0"/>
                </a:lnTo>
                <a:lnTo>
                  <a:pt x="1956419" y="0"/>
                </a:lnTo>
                <a:lnTo>
                  <a:pt x="1967410" y="0"/>
                </a:lnTo>
                <a:lnTo>
                  <a:pt x="1978401" y="0"/>
                </a:lnTo>
                <a:lnTo>
                  <a:pt x="1989392" y="0"/>
                </a:lnTo>
                <a:lnTo>
                  <a:pt x="2000383" y="0"/>
                </a:lnTo>
                <a:lnTo>
                  <a:pt x="2011374" y="0"/>
                </a:lnTo>
                <a:lnTo>
                  <a:pt x="2022365" y="0"/>
                </a:lnTo>
                <a:lnTo>
                  <a:pt x="2033356" y="0"/>
                </a:lnTo>
                <a:lnTo>
                  <a:pt x="2044348" y="0"/>
                </a:lnTo>
                <a:lnTo>
                  <a:pt x="2055339" y="0"/>
                </a:lnTo>
                <a:lnTo>
                  <a:pt x="2066330" y="0"/>
                </a:lnTo>
                <a:lnTo>
                  <a:pt x="2077321" y="0"/>
                </a:lnTo>
                <a:lnTo>
                  <a:pt x="2088312" y="0"/>
                </a:lnTo>
                <a:lnTo>
                  <a:pt x="2099303" y="0"/>
                </a:lnTo>
                <a:lnTo>
                  <a:pt x="2110294" y="0"/>
                </a:lnTo>
                <a:lnTo>
                  <a:pt x="2121285" y="0"/>
                </a:lnTo>
                <a:lnTo>
                  <a:pt x="2132276" y="0"/>
                </a:lnTo>
                <a:lnTo>
                  <a:pt x="2143268" y="0"/>
                </a:lnTo>
                <a:lnTo>
                  <a:pt x="2154259" y="0"/>
                </a:lnTo>
                <a:lnTo>
                  <a:pt x="2165250" y="0"/>
                </a:lnTo>
                <a:lnTo>
                  <a:pt x="2176241" y="0"/>
                </a:lnTo>
                <a:lnTo>
                  <a:pt x="2187232" y="0"/>
                </a:lnTo>
                <a:lnTo>
                  <a:pt x="2198223" y="0"/>
                </a:lnTo>
                <a:lnTo>
                  <a:pt x="2209214" y="0"/>
                </a:lnTo>
                <a:lnTo>
                  <a:pt x="2220205" y="0"/>
                </a:lnTo>
                <a:lnTo>
                  <a:pt x="2231197" y="0"/>
                </a:lnTo>
                <a:lnTo>
                  <a:pt x="2242188" y="0"/>
                </a:lnTo>
                <a:lnTo>
                  <a:pt x="2253179" y="0"/>
                </a:lnTo>
                <a:lnTo>
                  <a:pt x="2264170" y="0"/>
                </a:lnTo>
                <a:lnTo>
                  <a:pt x="2275161" y="0"/>
                </a:lnTo>
                <a:lnTo>
                  <a:pt x="2286152" y="0"/>
                </a:lnTo>
                <a:lnTo>
                  <a:pt x="2297143" y="0"/>
                </a:lnTo>
                <a:lnTo>
                  <a:pt x="2308134" y="0"/>
                </a:lnTo>
                <a:lnTo>
                  <a:pt x="2319126" y="0"/>
                </a:lnTo>
                <a:lnTo>
                  <a:pt x="2330117" y="0"/>
                </a:lnTo>
                <a:lnTo>
                  <a:pt x="2341108" y="0"/>
                </a:lnTo>
                <a:lnTo>
                  <a:pt x="2352099" y="0"/>
                </a:lnTo>
                <a:lnTo>
                  <a:pt x="2363090" y="0"/>
                </a:lnTo>
                <a:lnTo>
                  <a:pt x="2374081" y="0"/>
                </a:lnTo>
                <a:lnTo>
                  <a:pt x="2385072" y="0"/>
                </a:lnTo>
                <a:lnTo>
                  <a:pt x="2396063" y="0"/>
                </a:lnTo>
                <a:lnTo>
                  <a:pt x="2407054" y="0"/>
                </a:lnTo>
                <a:lnTo>
                  <a:pt x="2418046" y="0"/>
                </a:lnTo>
                <a:lnTo>
                  <a:pt x="2429037" y="0"/>
                </a:lnTo>
                <a:lnTo>
                  <a:pt x="2440028" y="0"/>
                </a:lnTo>
                <a:lnTo>
                  <a:pt x="2451019" y="0"/>
                </a:lnTo>
                <a:lnTo>
                  <a:pt x="2462010" y="0"/>
                </a:lnTo>
                <a:lnTo>
                  <a:pt x="2473001" y="0"/>
                </a:lnTo>
                <a:lnTo>
                  <a:pt x="2483992" y="0"/>
                </a:lnTo>
                <a:lnTo>
                  <a:pt x="2494983" y="0"/>
                </a:lnTo>
                <a:lnTo>
                  <a:pt x="2505975" y="0"/>
                </a:lnTo>
                <a:lnTo>
                  <a:pt x="2516966" y="0"/>
                </a:lnTo>
                <a:lnTo>
                  <a:pt x="2527957" y="0"/>
                </a:lnTo>
                <a:lnTo>
                  <a:pt x="2538948" y="0"/>
                </a:lnTo>
                <a:lnTo>
                  <a:pt x="2549939" y="0"/>
                </a:lnTo>
                <a:lnTo>
                  <a:pt x="2560930" y="0"/>
                </a:lnTo>
                <a:lnTo>
                  <a:pt x="2571921" y="0"/>
                </a:lnTo>
                <a:lnTo>
                  <a:pt x="2582912" y="0"/>
                </a:lnTo>
                <a:lnTo>
                  <a:pt x="2593903" y="0"/>
                </a:lnTo>
                <a:lnTo>
                  <a:pt x="2604895" y="0"/>
                </a:lnTo>
                <a:lnTo>
                  <a:pt x="2615886" y="0"/>
                </a:lnTo>
                <a:lnTo>
                  <a:pt x="2626877" y="0"/>
                </a:lnTo>
                <a:lnTo>
                  <a:pt x="2637868" y="0"/>
                </a:lnTo>
                <a:lnTo>
                  <a:pt x="2648859" y="0"/>
                </a:lnTo>
                <a:lnTo>
                  <a:pt x="2659850" y="0"/>
                </a:lnTo>
                <a:lnTo>
                  <a:pt x="2670841" y="0"/>
                </a:lnTo>
                <a:lnTo>
                  <a:pt x="2681832" y="0"/>
                </a:lnTo>
                <a:lnTo>
                  <a:pt x="2692824" y="0"/>
                </a:lnTo>
                <a:lnTo>
                  <a:pt x="2703815" y="0"/>
                </a:lnTo>
                <a:lnTo>
                  <a:pt x="2714806" y="0"/>
                </a:lnTo>
                <a:lnTo>
                  <a:pt x="2725797" y="0"/>
                </a:lnTo>
                <a:lnTo>
                  <a:pt x="2736788" y="0"/>
                </a:lnTo>
                <a:lnTo>
                  <a:pt x="2747779" y="0"/>
                </a:lnTo>
                <a:lnTo>
                  <a:pt x="2758770" y="0"/>
                </a:lnTo>
                <a:lnTo>
                  <a:pt x="2769761" y="0"/>
                </a:lnTo>
                <a:lnTo>
                  <a:pt x="2780752" y="0"/>
                </a:lnTo>
                <a:lnTo>
                  <a:pt x="2791744" y="0"/>
                </a:lnTo>
                <a:lnTo>
                  <a:pt x="2802735" y="0"/>
                </a:lnTo>
                <a:lnTo>
                  <a:pt x="2813726" y="0"/>
                </a:lnTo>
                <a:lnTo>
                  <a:pt x="2824717" y="0"/>
                </a:lnTo>
                <a:lnTo>
                  <a:pt x="2835708" y="0"/>
                </a:lnTo>
                <a:lnTo>
                  <a:pt x="2846699" y="0"/>
                </a:lnTo>
                <a:lnTo>
                  <a:pt x="2857690" y="0"/>
                </a:lnTo>
                <a:lnTo>
                  <a:pt x="2868681" y="0"/>
                </a:lnTo>
                <a:lnTo>
                  <a:pt x="2879673" y="0"/>
                </a:lnTo>
                <a:lnTo>
                  <a:pt x="2890664" y="0"/>
                </a:lnTo>
                <a:lnTo>
                  <a:pt x="2901655" y="0"/>
                </a:lnTo>
                <a:lnTo>
                  <a:pt x="2912646" y="0"/>
                </a:lnTo>
                <a:lnTo>
                  <a:pt x="2923637" y="0"/>
                </a:lnTo>
                <a:lnTo>
                  <a:pt x="2934628" y="0"/>
                </a:lnTo>
                <a:lnTo>
                  <a:pt x="2945619" y="0"/>
                </a:lnTo>
                <a:lnTo>
                  <a:pt x="2956610" y="0"/>
                </a:lnTo>
                <a:lnTo>
                  <a:pt x="2967602" y="0"/>
                </a:lnTo>
                <a:lnTo>
                  <a:pt x="2978593" y="0"/>
                </a:lnTo>
                <a:lnTo>
                  <a:pt x="2989584" y="0"/>
                </a:lnTo>
                <a:lnTo>
                  <a:pt x="3000575" y="0"/>
                </a:lnTo>
                <a:lnTo>
                  <a:pt x="3011566" y="0"/>
                </a:lnTo>
                <a:lnTo>
                  <a:pt x="3022557" y="0"/>
                </a:lnTo>
                <a:lnTo>
                  <a:pt x="3033548" y="0"/>
                </a:lnTo>
                <a:lnTo>
                  <a:pt x="3044539" y="0"/>
                </a:lnTo>
                <a:lnTo>
                  <a:pt x="3055530" y="0"/>
                </a:lnTo>
                <a:lnTo>
                  <a:pt x="3066522" y="0"/>
                </a:lnTo>
                <a:lnTo>
                  <a:pt x="3077513" y="0"/>
                </a:lnTo>
                <a:lnTo>
                  <a:pt x="3088504" y="0"/>
                </a:lnTo>
                <a:lnTo>
                  <a:pt x="3099495" y="0"/>
                </a:lnTo>
                <a:lnTo>
                  <a:pt x="3110486" y="0"/>
                </a:lnTo>
                <a:lnTo>
                  <a:pt x="3121477" y="0"/>
                </a:lnTo>
                <a:lnTo>
                  <a:pt x="3132468" y="0"/>
                </a:lnTo>
                <a:lnTo>
                  <a:pt x="3143459" y="0"/>
                </a:lnTo>
                <a:lnTo>
                  <a:pt x="3154451" y="0"/>
                </a:lnTo>
                <a:lnTo>
                  <a:pt x="3165442" y="0"/>
                </a:lnTo>
                <a:lnTo>
                  <a:pt x="3176433" y="0"/>
                </a:lnTo>
                <a:lnTo>
                  <a:pt x="3187424" y="0"/>
                </a:lnTo>
                <a:lnTo>
                  <a:pt x="3198415" y="0"/>
                </a:lnTo>
                <a:lnTo>
                  <a:pt x="3209406" y="0"/>
                </a:lnTo>
                <a:lnTo>
                  <a:pt x="3220397" y="0"/>
                </a:lnTo>
                <a:lnTo>
                  <a:pt x="3231388" y="0"/>
                </a:lnTo>
                <a:lnTo>
                  <a:pt x="3242379" y="0"/>
                </a:lnTo>
                <a:lnTo>
                  <a:pt x="3253371" y="0"/>
                </a:lnTo>
                <a:lnTo>
                  <a:pt x="3264362" y="0"/>
                </a:lnTo>
                <a:lnTo>
                  <a:pt x="3275353" y="0"/>
                </a:lnTo>
                <a:lnTo>
                  <a:pt x="3286344" y="0"/>
                </a:lnTo>
                <a:lnTo>
                  <a:pt x="3297335" y="0"/>
                </a:lnTo>
                <a:lnTo>
                  <a:pt x="3308326" y="0"/>
                </a:lnTo>
                <a:lnTo>
                  <a:pt x="3319317" y="0"/>
                </a:lnTo>
                <a:lnTo>
                  <a:pt x="3330308" y="0"/>
                </a:lnTo>
                <a:lnTo>
                  <a:pt x="3341300" y="0"/>
                </a:lnTo>
                <a:lnTo>
                  <a:pt x="3352291" y="0"/>
                </a:lnTo>
                <a:lnTo>
                  <a:pt x="3363282" y="0"/>
                </a:lnTo>
                <a:lnTo>
                  <a:pt x="3374273" y="0"/>
                </a:lnTo>
                <a:lnTo>
                  <a:pt x="3385264" y="0"/>
                </a:lnTo>
                <a:lnTo>
                  <a:pt x="3396255" y="0"/>
                </a:lnTo>
                <a:lnTo>
                  <a:pt x="3407246" y="0"/>
                </a:lnTo>
                <a:lnTo>
                  <a:pt x="3418237" y="0"/>
                </a:lnTo>
                <a:lnTo>
                  <a:pt x="3429228" y="0"/>
                </a:lnTo>
                <a:lnTo>
                  <a:pt x="3440220" y="0"/>
                </a:lnTo>
                <a:lnTo>
                  <a:pt x="3451211" y="0"/>
                </a:lnTo>
                <a:lnTo>
                  <a:pt x="3462202" y="0"/>
                </a:lnTo>
                <a:lnTo>
                  <a:pt x="3473193" y="0"/>
                </a:lnTo>
                <a:lnTo>
                  <a:pt x="3484184" y="0"/>
                </a:lnTo>
                <a:lnTo>
                  <a:pt x="3495175" y="0"/>
                </a:lnTo>
                <a:lnTo>
                  <a:pt x="3506166" y="0"/>
                </a:lnTo>
                <a:lnTo>
                  <a:pt x="3517157" y="0"/>
                </a:lnTo>
                <a:lnTo>
                  <a:pt x="3528149" y="0"/>
                </a:lnTo>
                <a:lnTo>
                  <a:pt x="3539140" y="0"/>
                </a:lnTo>
                <a:lnTo>
                  <a:pt x="3550131" y="0"/>
                </a:lnTo>
                <a:lnTo>
                  <a:pt x="3561122" y="0"/>
                </a:lnTo>
                <a:lnTo>
                  <a:pt x="3572113" y="0"/>
                </a:lnTo>
                <a:lnTo>
                  <a:pt x="3583104" y="0"/>
                </a:lnTo>
                <a:lnTo>
                  <a:pt x="3594095" y="0"/>
                </a:lnTo>
                <a:lnTo>
                  <a:pt x="3605086" y="0"/>
                </a:lnTo>
                <a:lnTo>
                  <a:pt x="3616077" y="0"/>
                </a:lnTo>
                <a:lnTo>
                  <a:pt x="3627069" y="0"/>
                </a:lnTo>
                <a:lnTo>
                  <a:pt x="3638060" y="0"/>
                </a:lnTo>
                <a:lnTo>
                  <a:pt x="3649051" y="0"/>
                </a:lnTo>
                <a:lnTo>
                  <a:pt x="3660042" y="0"/>
                </a:lnTo>
                <a:lnTo>
                  <a:pt x="3671033" y="0"/>
                </a:lnTo>
                <a:lnTo>
                  <a:pt x="3682024" y="0"/>
                </a:lnTo>
                <a:lnTo>
                  <a:pt x="3693015" y="0"/>
                </a:lnTo>
                <a:lnTo>
                  <a:pt x="3704006" y="0"/>
                </a:lnTo>
                <a:lnTo>
                  <a:pt x="3714998" y="0"/>
                </a:lnTo>
                <a:lnTo>
                  <a:pt x="3725989" y="0"/>
                </a:lnTo>
                <a:lnTo>
                  <a:pt x="3736980" y="0"/>
                </a:lnTo>
                <a:lnTo>
                  <a:pt x="3747971" y="0"/>
                </a:lnTo>
                <a:lnTo>
                  <a:pt x="3758962" y="0"/>
                </a:lnTo>
                <a:lnTo>
                  <a:pt x="3769953" y="0"/>
                </a:lnTo>
                <a:lnTo>
                  <a:pt x="3780944" y="0"/>
                </a:lnTo>
                <a:lnTo>
                  <a:pt x="3791935" y="0"/>
                </a:lnTo>
                <a:lnTo>
                  <a:pt x="3802927" y="0"/>
                </a:lnTo>
                <a:lnTo>
                  <a:pt x="3813918" y="0"/>
                </a:lnTo>
                <a:lnTo>
                  <a:pt x="3824909" y="0"/>
                </a:lnTo>
                <a:lnTo>
                  <a:pt x="3835900" y="0"/>
                </a:lnTo>
                <a:lnTo>
                  <a:pt x="3846891" y="0"/>
                </a:lnTo>
                <a:lnTo>
                  <a:pt x="3857882" y="0"/>
                </a:lnTo>
                <a:lnTo>
                  <a:pt x="3868873" y="0"/>
                </a:lnTo>
                <a:lnTo>
                  <a:pt x="3879864" y="0"/>
                </a:lnTo>
                <a:lnTo>
                  <a:pt x="3890855" y="0"/>
                </a:lnTo>
                <a:lnTo>
                  <a:pt x="3901847" y="0"/>
                </a:lnTo>
                <a:lnTo>
                  <a:pt x="3912838" y="0"/>
                </a:lnTo>
                <a:lnTo>
                  <a:pt x="3923829" y="0"/>
                </a:lnTo>
                <a:lnTo>
                  <a:pt x="3934820" y="0"/>
                </a:lnTo>
                <a:lnTo>
                  <a:pt x="3945811" y="0"/>
                </a:lnTo>
                <a:lnTo>
                  <a:pt x="3956802" y="0"/>
                </a:lnTo>
                <a:lnTo>
                  <a:pt x="3967793" y="0"/>
                </a:lnTo>
                <a:lnTo>
                  <a:pt x="3978784" y="0"/>
                </a:lnTo>
                <a:lnTo>
                  <a:pt x="3989776" y="0"/>
                </a:lnTo>
                <a:lnTo>
                  <a:pt x="4000767" y="0"/>
                </a:lnTo>
                <a:lnTo>
                  <a:pt x="4011758" y="0"/>
                </a:lnTo>
                <a:lnTo>
                  <a:pt x="4022749" y="0"/>
                </a:lnTo>
                <a:lnTo>
                  <a:pt x="4033740" y="0"/>
                </a:lnTo>
                <a:lnTo>
                  <a:pt x="4044731" y="0"/>
                </a:lnTo>
                <a:lnTo>
                  <a:pt x="4055722" y="0"/>
                </a:lnTo>
                <a:lnTo>
                  <a:pt x="4066713" y="0"/>
                </a:lnTo>
                <a:lnTo>
                  <a:pt x="4077704" y="0"/>
                </a:lnTo>
                <a:lnTo>
                  <a:pt x="4088696" y="0"/>
                </a:lnTo>
                <a:lnTo>
                  <a:pt x="4099687" y="0"/>
                </a:lnTo>
                <a:lnTo>
                  <a:pt x="4110678" y="0"/>
                </a:lnTo>
                <a:lnTo>
                  <a:pt x="4121669" y="0"/>
                </a:lnTo>
                <a:lnTo>
                  <a:pt x="4132660" y="0"/>
                </a:lnTo>
                <a:lnTo>
                  <a:pt x="4143651" y="0"/>
                </a:lnTo>
                <a:lnTo>
                  <a:pt x="4154642" y="0"/>
                </a:lnTo>
                <a:lnTo>
                  <a:pt x="4165633" y="0"/>
                </a:lnTo>
                <a:lnTo>
                  <a:pt x="4176625" y="0"/>
                </a:lnTo>
                <a:lnTo>
                  <a:pt x="4187616" y="0"/>
                </a:lnTo>
                <a:lnTo>
                  <a:pt x="4198607" y="0"/>
                </a:lnTo>
                <a:lnTo>
                  <a:pt x="4209598" y="0"/>
                </a:lnTo>
                <a:lnTo>
                  <a:pt x="4220589" y="0"/>
                </a:lnTo>
                <a:lnTo>
                  <a:pt x="4231580" y="0"/>
                </a:lnTo>
                <a:lnTo>
                  <a:pt x="4242571" y="0"/>
                </a:lnTo>
                <a:lnTo>
                  <a:pt x="4253562" y="0"/>
                </a:lnTo>
                <a:lnTo>
                  <a:pt x="4264553" y="0"/>
                </a:lnTo>
                <a:lnTo>
                  <a:pt x="4275545" y="0"/>
                </a:lnTo>
                <a:lnTo>
                  <a:pt x="4286536" y="0"/>
                </a:lnTo>
                <a:lnTo>
                  <a:pt x="4297527" y="0"/>
                </a:lnTo>
                <a:lnTo>
                  <a:pt x="4308518" y="0"/>
                </a:lnTo>
                <a:lnTo>
                  <a:pt x="4319509" y="0"/>
                </a:lnTo>
                <a:lnTo>
                  <a:pt x="4330500" y="0"/>
                </a:lnTo>
                <a:lnTo>
                  <a:pt x="4341491" y="0"/>
                </a:lnTo>
                <a:lnTo>
                  <a:pt x="4352482" y="0"/>
                </a:lnTo>
                <a:lnTo>
                  <a:pt x="4363474" y="0"/>
                </a:lnTo>
                <a:lnTo>
                  <a:pt x="4374465" y="0"/>
                </a:lnTo>
                <a:lnTo>
                  <a:pt x="4385456" y="0"/>
                </a:lnTo>
                <a:lnTo>
                  <a:pt x="4396447" y="0"/>
                </a:lnTo>
                <a:lnTo>
                  <a:pt x="4407438" y="0"/>
                </a:lnTo>
                <a:lnTo>
                  <a:pt x="4418429" y="0"/>
                </a:lnTo>
                <a:lnTo>
                  <a:pt x="4429420" y="0"/>
                </a:lnTo>
                <a:lnTo>
                  <a:pt x="4440411" y="0"/>
                </a:lnTo>
                <a:lnTo>
                  <a:pt x="4451403" y="0"/>
                </a:lnTo>
                <a:lnTo>
                  <a:pt x="4462394" y="0"/>
                </a:lnTo>
                <a:lnTo>
                  <a:pt x="4473385" y="0"/>
                </a:lnTo>
                <a:lnTo>
                  <a:pt x="4484376" y="0"/>
                </a:lnTo>
                <a:lnTo>
                  <a:pt x="4495367" y="0"/>
                </a:lnTo>
                <a:lnTo>
                  <a:pt x="4506358" y="0"/>
                </a:lnTo>
                <a:lnTo>
                  <a:pt x="4517349" y="0"/>
                </a:lnTo>
                <a:lnTo>
                  <a:pt x="4528340" y="0"/>
                </a:lnTo>
                <a:lnTo>
                  <a:pt x="4539331" y="0"/>
                </a:lnTo>
                <a:lnTo>
                  <a:pt x="4550323" y="0"/>
                </a:lnTo>
                <a:lnTo>
                  <a:pt x="4561314" y="0"/>
                </a:lnTo>
                <a:lnTo>
                  <a:pt x="4572305" y="0"/>
                </a:lnTo>
                <a:lnTo>
                  <a:pt x="4583296" y="0"/>
                </a:lnTo>
                <a:lnTo>
                  <a:pt x="4594287" y="0"/>
                </a:lnTo>
                <a:lnTo>
                  <a:pt x="4605278" y="0"/>
                </a:lnTo>
                <a:lnTo>
                  <a:pt x="4616269" y="0"/>
                </a:lnTo>
                <a:lnTo>
                  <a:pt x="4627260" y="0"/>
                </a:lnTo>
                <a:lnTo>
                  <a:pt x="4638252" y="0"/>
                </a:lnTo>
                <a:lnTo>
                  <a:pt x="4649243" y="0"/>
                </a:lnTo>
                <a:lnTo>
                  <a:pt x="4660234" y="0"/>
                </a:lnTo>
                <a:lnTo>
                  <a:pt x="4671225" y="0"/>
                </a:lnTo>
                <a:lnTo>
                  <a:pt x="4682216" y="0"/>
                </a:lnTo>
                <a:lnTo>
                  <a:pt x="4693207" y="0"/>
                </a:lnTo>
                <a:lnTo>
                  <a:pt x="4704198" y="0"/>
                </a:lnTo>
                <a:lnTo>
                  <a:pt x="4715189" y="0"/>
                </a:lnTo>
                <a:lnTo>
                  <a:pt x="4726180" y="0"/>
                </a:lnTo>
                <a:lnTo>
                  <a:pt x="4737172" y="0"/>
                </a:lnTo>
                <a:lnTo>
                  <a:pt x="4748163" y="0"/>
                </a:lnTo>
                <a:lnTo>
                  <a:pt x="4759154" y="0"/>
                </a:lnTo>
                <a:lnTo>
                  <a:pt x="4770145" y="0"/>
                </a:lnTo>
                <a:lnTo>
                  <a:pt x="4781136" y="0"/>
                </a:lnTo>
                <a:lnTo>
                  <a:pt x="4792127" y="0"/>
                </a:lnTo>
                <a:lnTo>
                  <a:pt x="4803118" y="0"/>
                </a:lnTo>
                <a:lnTo>
                  <a:pt x="4814109" y="0"/>
                </a:lnTo>
                <a:lnTo>
                  <a:pt x="4825101" y="0"/>
                </a:lnTo>
                <a:lnTo>
                  <a:pt x="4836092" y="0"/>
                </a:lnTo>
                <a:lnTo>
                  <a:pt x="4847083" y="0"/>
                </a:lnTo>
                <a:lnTo>
                  <a:pt x="4858074" y="0"/>
                </a:lnTo>
                <a:lnTo>
                  <a:pt x="4869065" y="0"/>
                </a:lnTo>
                <a:lnTo>
                  <a:pt x="4880056" y="0"/>
                </a:lnTo>
                <a:lnTo>
                  <a:pt x="4891047" y="0"/>
                </a:lnTo>
                <a:lnTo>
                  <a:pt x="4902038" y="0"/>
                </a:lnTo>
                <a:lnTo>
                  <a:pt x="4913029" y="0"/>
                </a:lnTo>
                <a:lnTo>
                  <a:pt x="4924021" y="0"/>
                </a:lnTo>
                <a:lnTo>
                  <a:pt x="4935012" y="0"/>
                </a:lnTo>
                <a:lnTo>
                  <a:pt x="4946003" y="975360"/>
                </a:lnTo>
                <a:lnTo>
                  <a:pt x="4956994" y="975360"/>
                </a:lnTo>
                <a:lnTo>
                  <a:pt x="4967985" y="975360"/>
                </a:lnTo>
                <a:lnTo>
                  <a:pt x="4978976" y="975360"/>
                </a:lnTo>
                <a:lnTo>
                  <a:pt x="4989967" y="975360"/>
                </a:lnTo>
                <a:lnTo>
                  <a:pt x="5000958" y="975360"/>
                </a:lnTo>
                <a:lnTo>
                  <a:pt x="5011950" y="975360"/>
                </a:lnTo>
                <a:lnTo>
                  <a:pt x="5022941" y="975360"/>
                </a:lnTo>
                <a:lnTo>
                  <a:pt x="5033932" y="975360"/>
                </a:lnTo>
                <a:lnTo>
                  <a:pt x="5044923" y="975360"/>
                </a:lnTo>
                <a:lnTo>
                  <a:pt x="5055914" y="975360"/>
                </a:lnTo>
                <a:lnTo>
                  <a:pt x="5066905" y="975360"/>
                </a:lnTo>
                <a:lnTo>
                  <a:pt x="5077896" y="975360"/>
                </a:lnTo>
                <a:lnTo>
                  <a:pt x="5088887" y="975360"/>
                </a:lnTo>
                <a:lnTo>
                  <a:pt x="5099878" y="975360"/>
                </a:lnTo>
                <a:lnTo>
                  <a:pt x="5110870" y="975360"/>
                </a:lnTo>
                <a:lnTo>
                  <a:pt x="5121861" y="975360"/>
                </a:lnTo>
                <a:lnTo>
                  <a:pt x="5132852" y="975360"/>
                </a:lnTo>
                <a:lnTo>
                  <a:pt x="5143843" y="975360"/>
                </a:lnTo>
                <a:lnTo>
                  <a:pt x="5154834" y="975360"/>
                </a:lnTo>
                <a:lnTo>
                  <a:pt x="5165825" y="975360"/>
                </a:lnTo>
                <a:lnTo>
                  <a:pt x="5176816" y="975360"/>
                </a:lnTo>
                <a:lnTo>
                  <a:pt x="5187807" y="975360"/>
                </a:lnTo>
                <a:lnTo>
                  <a:pt x="5198799" y="975360"/>
                </a:lnTo>
                <a:lnTo>
                  <a:pt x="5209790" y="975360"/>
                </a:lnTo>
                <a:lnTo>
                  <a:pt x="5220781" y="975360"/>
                </a:lnTo>
                <a:lnTo>
                  <a:pt x="5231772" y="975360"/>
                </a:lnTo>
                <a:lnTo>
                  <a:pt x="5242763" y="975360"/>
                </a:lnTo>
                <a:lnTo>
                  <a:pt x="5253754" y="975360"/>
                </a:lnTo>
                <a:lnTo>
                  <a:pt x="5264745" y="975360"/>
                </a:lnTo>
                <a:lnTo>
                  <a:pt x="5275736" y="975360"/>
                </a:lnTo>
                <a:lnTo>
                  <a:pt x="5286728" y="975360"/>
                </a:lnTo>
                <a:lnTo>
                  <a:pt x="5297719" y="975360"/>
                </a:lnTo>
                <a:lnTo>
                  <a:pt x="5308710" y="975360"/>
                </a:lnTo>
                <a:lnTo>
                  <a:pt x="5319701" y="975360"/>
                </a:lnTo>
                <a:lnTo>
                  <a:pt x="5330692" y="975360"/>
                </a:lnTo>
                <a:lnTo>
                  <a:pt x="5341683" y="975360"/>
                </a:lnTo>
                <a:lnTo>
                  <a:pt x="5352674" y="975360"/>
                </a:lnTo>
                <a:lnTo>
                  <a:pt x="5363665" y="975360"/>
                </a:lnTo>
                <a:lnTo>
                  <a:pt x="5374656" y="975360"/>
                </a:lnTo>
                <a:lnTo>
                  <a:pt x="5385648" y="975360"/>
                </a:lnTo>
                <a:lnTo>
                  <a:pt x="5396639" y="975360"/>
                </a:lnTo>
                <a:lnTo>
                  <a:pt x="5407630" y="975360"/>
                </a:lnTo>
                <a:lnTo>
                  <a:pt x="5418621" y="975360"/>
                </a:lnTo>
                <a:lnTo>
                  <a:pt x="5429612" y="975360"/>
                </a:lnTo>
                <a:lnTo>
                  <a:pt x="5440603" y="975360"/>
                </a:lnTo>
                <a:lnTo>
                  <a:pt x="5451594" y="975360"/>
                </a:lnTo>
                <a:lnTo>
                  <a:pt x="5462585" y="975360"/>
                </a:lnTo>
                <a:lnTo>
                  <a:pt x="5473577" y="975360"/>
                </a:lnTo>
                <a:lnTo>
                  <a:pt x="5484568" y="975360"/>
                </a:lnTo>
                <a:lnTo>
                  <a:pt x="5495559" y="975360"/>
                </a:lnTo>
                <a:lnTo>
                  <a:pt x="5506550" y="975360"/>
                </a:lnTo>
                <a:lnTo>
                  <a:pt x="5517541" y="975360"/>
                </a:lnTo>
                <a:lnTo>
                  <a:pt x="5528532" y="975360"/>
                </a:lnTo>
                <a:lnTo>
                  <a:pt x="5539523" y="975360"/>
                </a:lnTo>
                <a:lnTo>
                  <a:pt x="5550514" y="975360"/>
                </a:lnTo>
                <a:lnTo>
                  <a:pt x="5561505" y="975360"/>
                </a:lnTo>
                <a:lnTo>
                  <a:pt x="5572497" y="975360"/>
                </a:lnTo>
                <a:lnTo>
                  <a:pt x="5583488" y="975360"/>
                </a:lnTo>
                <a:lnTo>
                  <a:pt x="5594479" y="975360"/>
                </a:lnTo>
                <a:lnTo>
                  <a:pt x="5605470" y="975360"/>
                </a:lnTo>
                <a:lnTo>
                  <a:pt x="5616461" y="975360"/>
                </a:lnTo>
                <a:lnTo>
                  <a:pt x="5627452" y="975360"/>
                </a:lnTo>
                <a:lnTo>
                  <a:pt x="5638443" y="975360"/>
                </a:lnTo>
                <a:lnTo>
                  <a:pt x="5649434" y="975360"/>
                </a:lnTo>
                <a:lnTo>
                  <a:pt x="5660426" y="975360"/>
                </a:lnTo>
                <a:lnTo>
                  <a:pt x="5671417" y="975360"/>
                </a:lnTo>
                <a:lnTo>
                  <a:pt x="5682408" y="975360"/>
                </a:lnTo>
                <a:lnTo>
                  <a:pt x="5693399" y="975360"/>
                </a:lnTo>
                <a:lnTo>
                  <a:pt x="5704390" y="975360"/>
                </a:lnTo>
                <a:lnTo>
                  <a:pt x="5715381" y="975360"/>
                </a:lnTo>
                <a:lnTo>
                  <a:pt x="5726372" y="975360"/>
                </a:lnTo>
                <a:lnTo>
                  <a:pt x="5737363" y="975360"/>
                </a:lnTo>
                <a:lnTo>
                  <a:pt x="5748354" y="975360"/>
                </a:lnTo>
                <a:lnTo>
                  <a:pt x="5759346" y="975360"/>
                </a:lnTo>
                <a:lnTo>
                  <a:pt x="5770337" y="975360"/>
                </a:lnTo>
                <a:lnTo>
                  <a:pt x="5781328" y="975360"/>
                </a:lnTo>
                <a:lnTo>
                  <a:pt x="5792319" y="975360"/>
                </a:lnTo>
                <a:lnTo>
                  <a:pt x="5803310" y="975360"/>
                </a:lnTo>
                <a:lnTo>
                  <a:pt x="5814301" y="975360"/>
                </a:lnTo>
                <a:lnTo>
                  <a:pt x="5825292" y="975360"/>
                </a:lnTo>
                <a:lnTo>
                  <a:pt x="5836283" y="975360"/>
                </a:lnTo>
                <a:lnTo>
                  <a:pt x="5847275" y="975360"/>
                </a:lnTo>
                <a:lnTo>
                  <a:pt x="5858266" y="975360"/>
                </a:lnTo>
                <a:lnTo>
                  <a:pt x="5869257" y="975360"/>
                </a:lnTo>
                <a:lnTo>
                  <a:pt x="5880248" y="975360"/>
                </a:lnTo>
                <a:lnTo>
                  <a:pt x="5891239" y="975360"/>
                </a:lnTo>
                <a:lnTo>
                  <a:pt x="5902230" y="975360"/>
                </a:lnTo>
                <a:lnTo>
                  <a:pt x="5913221" y="975360"/>
                </a:lnTo>
                <a:lnTo>
                  <a:pt x="5924212" y="975360"/>
                </a:lnTo>
                <a:lnTo>
                  <a:pt x="5935204" y="975360"/>
                </a:lnTo>
                <a:lnTo>
                  <a:pt x="5946195" y="975360"/>
                </a:lnTo>
                <a:lnTo>
                  <a:pt x="5957186" y="975360"/>
                </a:lnTo>
                <a:lnTo>
                  <a:pt x="5968177" y="975360"/>
                </a:lnTo>
                <a:lnTo>
                  <a:pt x="5979168" y="975360"/>
                </a:lnTo>
                <a:lnTo>
                  <a:pt x="5990159" y="975360"/>
                </a:lnTo>
                <a:lnTo>
                  <a:pt x="6001150" y="975360"/>
                </a:lnTo>
                <a:lnTo>
                  <a:pt x="6012141" y="975360"/>
                </a:lnTo>
                <a:lnTo>
                  <a:pt x="6023132" y="975360"/>
                </a:lnTo>
                <a:lnTo>
                  <a:pt x="6034124" y="975360"/>
                </a:lnTo>
                <a:lnTo>
                  <a:pt x="6045115" y="975360"/>
                </a:lnTo>
                <a:lnTo>
                  <a:pt x="6056106" y="975360"/>
                </a:lnTo>
                <a:lnTo>
                  <a:pt x="6067097" y="975360"/>
                </a:lnTo>
                <a:lnTo>
                  <a:pt x="6078088" y="975360"/>
                </a:lnTo>
                <a:lnTo>
                  <a:pt x="6089079" y="975360"/>
                </a:lnTo>
                <a:lnTo>
                  <a:pt x="6100070" y="975360"/>
                </a:lnTo>
                <a:lnTo>
                  <a:pt x="6111061" y="975360"/>
                </a:lnTo>
                <a:lnTo>
                  <a:pt x="6122053" y="975360"/>
                </a:lnTo>
                <a:lnTo>
                  <a:pt x="6133044" y="975360"/>
                </a:lnTo>
                <a:lnTo>
                  <a:pt x="6144035" y="975360"/>
                </a:lnTo>
                <a:lnTo>
                  <a:pt x="6155026" y="975360"/>
                </a:lnTo>
                <a:lnTo>
                  <a:pt x="6166017" y="975360"/>
                </a:lnTo>
                <a:lnTo>
                  <a:pt x="6177008" y="975360"/>
                </a:lnTo>
                <a:lnTo>
                  <a:pt x="6187999" y="975360"/>
                </a:lnTo>
                <a:lnTo>
                  <a:pt x="6198990" y="975360"/>
                </a:lnTo>
                <a:lnTo>
                  <a:pt x="6209981" y="975360"/>
                </a:lnTo>
                <a:lnTo>
                  <a:pt x="6220973" y="975360"/>
                </a:lnTo>
                <a:lnTo>
                  <a:pt x="6231964" y="975360"/>
                </a:lnTo>
                <a:lnTo>
                  <a:pt x="6242955" y="975360"/>
                </a:lnTo>
                <a:lnTo>
                  <a:pt x="6253946" y="975360"/>
                </a:lnTo>
                <a:lnTo>
                  <a:pt x="6264937" y="975360"/>
                </a:lnTo>
                <a:lnTo>
                  <a:pt x="6275928" y="975360"/>
                </a:lnTo>
                <a:lnTo>
                  <a:pt x="6286919" y="975360"/>
                </a:lnTo>
                <a:lnTo>
                  <a:pt x="6297910" y="975360"/>
                </a:lnTo>
                <a:lnTo>
                  <a:pt x="6308902" y="975360"/>
                </a:lnTo>
                <a:lnTo>
                  <a:pt x="6319893" y="975360"/>
                </a:lnTo>
                <a:lnTo>
                  <a:pt x="6330884" y="975360"/>
                </a:lnTo>
                <a:lnTo>
                  <a:pt x="6341875" y="975360"/>
                </a:lnTo>
                <a:lnTo>
                  <a:pt x="6352866" y="975360"/>
                </a:lnTo>
                <a:lnTo>
                  <a:pt x="6363857" y="975360"/>
                </a:lnTo>
                <a:lnTo>
                  <a:pt x="6374848" y="975360"/>
                </a:lnTo>
                <a:lnTo>
                  <a:pt x="6385839" y="975360"/>
                </a:lnTo>
                <a:lnTo>
                  <a:pt x="6396830" y="975360"/>
                </a:lnTo>
                <a:lnTo>
                  <a:pt x="6407822" y="975360"/>
                </a:lnTo>
                <a:lnTo>
                  <a:pt x="6418813" y="975360"/>
                </a:lnTo>
                <a:lnTo>
                  <a:pt x="6429804" y="975360"/>
                </a:lnTo>
                <a:lnTo>
                  <a:pt x="6440795" y="975360"/>
                </a:lnTo>
                <a:lnTo>
                  <a:pt x="6451786" y="975360"/>
                </a:lnTo>
                <a:lnTo>
                  <a:pt x="6462777" y="975360"/>
                </a:lnTo>
                <a:lnTo>
                  <a:pt x="6473768" y="975360"/>
                </a:lnTo>
                <a:lnTo>
                  <a:pt x="6484759" y="975360"/>
                </a:lnTo>
                <a:lnTo>
                  <a:pt x="6495751" y="975360"/>
                </a:lnTo>
                <a:lnTo>
                  <a:pt x="6506742" y="975360"/>
                </a:lnTo>
                <a:lnTo>
                  <a:pt x="6517733" y="975360"/>
                </a:lnTo>
                <a:lnTo>
                  <a:pt x="6528724" y="975360"/>
                </a:lnTo>
                <a:lnTo>
                  <a:pt x="6539715" y="975360"/>
                </a:lnTo>
                <a:lnTo>
                  <a:pt x="6550706" y="975360"/>
                </a:lnTo>
                <a:lnTo>
                  <a:pt x="6561697" y="975360"/>
                </a:lnTo>
                <a:lnTo>
                  <a:pt x="6572688" y="975360"/>
                </a:lnTo>
                <a:lnTo>
                  <a:pt x="6583679" y="975360"/>
                </a:lnTo>
                <a:lnTo>
                  <a:pt x="6583679" y="975360"/>
                </a:lnTo>
                <a:lnTo>
                  <a:pt x="6572688" y="975360"/>
                </a:lnTo>
                <a:lnTo>
                  <a:pt x="6561697" y="975360"/>
                </a:lnTo>
                <a:lnTo>
                  <a:pt x="6550706" y="975360"/>
                </a:lnTo>
                <a:lnTo>
                  <a:pt x="6539715" y="975360"/>
                </a:lnTo>
                <a:lnTo>
                  <a:pt x="6528724" y="975360"/>
                </a:lnTo>
                <a:lnTo>
                  <a:pt x="6517733" y="975360"/>
                </a:lnTo>
                <a:lnTo>
                  <a:pt x="6506742" y="975360"/>
                </a:lnTo>
                <a:lnTo>
                  <a:pt x="6495751" y="975360"/>
                </a:lnTo>
                <a:lnTo>
                  <a:pt x="6484759" y="975360"/>
                </a:lnTo>
                <a:lnTo>
                  <a:pt x="6473768" y="975360"/>
                </a:lnTo>
                <a:lnTo>
                  <a:pt x="6462777" y="975360"/>
                </a:lnTo>
                <a:lnTo>
                  <a:pt x="6451786" y="975360"/>
                </a:lnTo>
                <a:lnTo>
                  <a:pt x="6440795" y="975360"/>
                </a:lnTo>
                <a:lnTo>
                  <a:pt x="6429804" y="975360"/>
                </a:lnTo>
                <a:lnTo>
                  <a:pt x="6418813" y="975360"/>
                </a:lnTo>
                <a:lnTo>
                  <a:pt x="6407822" y="975360"/>
                </a:lnTo>
                <a:lnTo>
                  <a:pt x="6396830" y="975360"/>
                </a:lnTo>
                <a:lnTo>
                  <a:pt x="6385839" y="975360"/>
                </a:lnTo>
                <a:lnTo>
                  <a:pt x="6374848" y="975360"/>
                </a:lnTo>
                <a:lnTo>
                  <a:pt x="6363857" y="975360"/>
                </a:lnTo>
                <a:lnTo>
                  <a:pt x="6352866" y="975360"/>
                </a:lnTo>
                <a:lnTo>
                  <a:pt x="6341875" y="975360"/>
                </a:lnTo>
                <a:lnTo>
                  <a:pt x="6330884" y="975360"/>
                </a:lnTo>
                <a:lnTo>
                  <a:pt x="6319893" y="975360"/>
                </a:lnTo>
                <a:lnTo>
                  <a:pt x="6308902" y="975360"/>
                </a:lnTo>
                <a:lnTo>
                  <a:pt x="6297910" y="975360"/>
                </a:lnTo>
                <a:lnTo>
                  <a:pt x="6286919" y="975360"/>
                </a:lnTo>
                <a:lnTo>
                  <a:pt x="6275928" y="975360"/>
                </a:lnTo>
                <a:lnTo>
                  <a:pt x="6264937" y="975360"/>
                </a:lnTo>
                <a:lnTo>
                  <a:pt x="6253946" y="975360"/>
                </a:lnTo>
                <a:lnTo>
                  <a:pt x="6242955" y="975360"/>
                </a:lnTo>
                <a:lnTo>
                  <a:pt x="6231964" y="975360"/>
                </a:lnTo>
                <a:lnTo>
                  <a:pt x="6220973" y="975360"/>
                </a:lnTo>
                <a:lnTo>
                  <a:pt x="6209981" y="975360"/>
                </a:lnTo>
                <a:lnTo>
                  <a:pt x="6198990" y="975360"/>
                </a:lnTo>
                <a:lnTo>
                  <a:pt x="6187999" y="975360"/>
                </a:lnTo>
                <a:lnTo>
                  <a:pt x="6177008" y="975360"/>
                </a:lnTo>
                <a:lnTo>
                  <a:pt x="6166017" y="975360"/>
                </a:lnTo>
                <a:lnTo>
                  <a:pt x="6155026" y="975360"/>
                </a:lnTo>
                <a:lnTo>
                  <a:pt x="6144035" y="975360"/>
                </a:lnTo>
                <a:lnTo>
                  <a:pt x="6133044" y="975360"/>
                </a:lnTo>
                <a:lnTo>
                  <a:pt x="6122053" y="975360"/>
                </a:lnTo>
                <a:lnTo>
                  <a:pt x="6111061" y="975360"/>
                </a:lnTo>
                <a:lnTo>
                  <a:pt x="6100070" y="975360"/>
                </a:lnTo>
                <a:lnTo>
                  <a:pt x="6089079" y="975360"/>
                </a:lnTo>
                <a:lnTo>
                  <a:pt x="6078088" y="975360"/>
                </a:lnTo>
                <a:lnTo>
                  <a:pt x="6067097" y="975360"/>
                </a:lnTo>
                <a:lnTo>
                  <a:pt x="6056106" y="975360"/>
                </a:lnTo>
                <a:lnTo>
                  <a:pt x="6045115" y="975360"/>
                </a:lnTo>
                <a:lnTo>
                  <a:pt x="6034124" y="975360"/>
                </a:lnTo>
                <a:lnTo>
                  <a:pt x="6023132" y="975360"/>
                </a:lnTo>
                <a:lnTo>
                  <a:pt x="6012141" y="975360"/>
                </a:lnTo>
                <a:lnTo>
                  <a:pt x="6001150" y="975360"/>
                </a:lnTo>
                <a:lnTo>
                  <a:pt x="5990159" y="975360"/>
                </a:lnTo>
                <a:lnTo>
                  <a:pt x="5979168" y="975360"/>
                </a:lnTo>
                <a:lnTo>
                  <a:pt x="5968177" y="975360"/>
                </a:lnTo>
                <a:lnTo>
                  <a:pt x="5957186" y="975360"/>
                </a:lnTo>
                <a:lnTo>
                  <a:pt x="5946195" y="975360"/>
                </a:lnTo>
                <a:lnTo>
                  <a:pt x="5935204" y="975360"/>
                </a:lnTo>
                <a:lnTo>
                  <a:pt x="5924212" y="975360"/>
                </a:lnTo>
                <a:lnTo>
                  <a:pt x="5913221" y="975360"/>
                </a:lnTo>
                <a:lnTo>
                  <a:pt x="5902230" y="975360"/>
                </a:lnTo>
                <a:lnTo>
                  <a:pt x="5891239" y="975360"/>
                </a:lnTo>
                <a:lnTo>
                  <a:pt x="5880248" y="975360"/>
                </a:lnTo>
                <a:lnTo>
                  <a:pt x="5869257" y="975360"/>
                </a:lnTo>
                <a:lnTo>
                  <a:pt x="5858266" y="975360"/>
                </a:lnTo>
                <a:lnTo>
                  <a:pt x="5847275" y="975360"/>
                </a:lnTo>
                <a:lnTo>
                  <a:pt x="5836283" y="975360"/>
                </a:lnTo>
                <a:lnTo>
                  <a:pt x="5825292" y="975360"/>
                </a:lnTo>
                <a:lnTo>
                  <a:pt x="5814301" y="975360"/>
                </a:lnTo>
                <a:lnTo>
                  <a:pt x="5803310" y="975360"/>
                </a:lnTo>
                <a:lnTo>
                  <a:pt x="5792319" y="975360"/>
                </a:lnTo>
                <a:lnTo>
                  <a:pt x="5781328" y="975360"/>
                </a:lnTo>
                <a:lnTo>
                  <a:pt x="5770337" y="975360"/>
                </a:lnTo>
                <a:lnTo>
                  <a:pt x="5759346" y="975360"/>
                </a:lnTo>
                <a:lnTo>
                  <a:pt x="5748354" y="975360"/>
                </a:lnTo>
                <a:lnTo>
                  <a:pt x="5737363" y="975360"/>
                </a:lnTo>
                <a:lnTo>
                  <a:pt x="5726372" y="975360"/>
                </a:lnTo>
                <a:lnTo>
                  <a:pt x="5715381" y="975360"/>
                </a:lnTo>
                <a:lnTo>
                  <a:pt x="5704390" y="975360"/>
                </a:lnTo>
                <a:lnTo>
                  <a:pt x="5693399" y="975360"/>
                </a:lnTo>
                <a:lnTo>
                  <a:pt x="5682408" y="975360"/>
                </a:lnTo>
                <a:lnTo>
                  <a:pt x="5671417" y="975360"/>
                </a:lnTo>
                <a:lnTo>
                  <a:pt x="5660426" y="975360"/>
                </a:lnTo>
                <a:lnTo>
                  <a:pt x="5649434" y="975360"/>
                </a:lnTo>
                <a:lnTo>
                  <a:pt x="5638443" y="975360"/>
                </a:lnTo>
                <a:lnTo>
                  <a:pt x="5627452" y="975360"/>
                </a:lnTo>
                <a:lnTo>
                  <a:pt x="5616461" y="975360"/>
                </a:lnTo>
                <a:lnTo>
                  <a:pt x="5605470" y="975360"/>
                </a:lnTo>
                <a:lnTo>
                  <a:pt x="5594479" y="975360"/>
                </a:lnTo>
                <a:lnTo>
                  <a:pt x="5583488" y="975360"/>
                </a:lnTo>
                <a:lnTo>
                  <a:pt x="5572497" y="975360"/>
                </a:lnTo>
                <a:lnTo>
                  <a:pt x="5561505" y="975360"/>
                </a:lnTo>
                <a:lnTo>
                  <a:pt x="5550514" y="975360"/>
                </a:lnTo>
                <a:lnTo>
                  <a:pt x="5539523" y="975360"/>
                </a:lnTo>
                <a:lnTo>
                  <a:pt x="5528532" y="975360"/>
                </a:lnTo>
                <a:lnTo>
                  <a:pt x="5517541" y="975360"/>
                </a:lnTo>
                <a:lnTo>
                  <a:pt x="5506550" y="975360"/>
                </a:lnTo>
                <a:lnTo>
                  <a:pt x="5495559" y="975360"/>
                </a:lnTo>
                <a:lnTo>
                  <a:pt x="5484568" y="975360"/>
                </a:lnTo>
                <a:lnTo>
                  <a:pt x="5473577" y="975360"/>
                </a:lnTo>
                <a:lnTo>
                  <a:pt x="5462585" y="975360"/>
                </a:lnTo>
                <a:lnTo>
                  <a:pt x="5451594" y="975360"/>
                </a:lnTo>
                <a:lnTo>
                  <a:pt x="5440603" y="975360"/>
                </a:lnTo>
                <a:lnTo>
                  <a:pt x="5429612" y="975360"/>
                </a:lnTo>
                <a:lnTo>
                  <a:pt x="5418621" y="975360"/>
                </a:lnTo>
                <a:lnTo>
                  <a:pt x="5407630" y="975360"/>
                </a:lnTo>
                <a:lnTo>
                  <a:pt x="5396639" y="975360"/>
                </a:lnTo>
                <a:lnTo>
                  <a:pt x="5385648" y="975360"/>
                </a:lnTo>
                <a:lnTo>
                  <a:pt x="5374656" y="975360"/>
                </a:lnTo>
                <a:lnTo>
                  <a:pt x="5363665" y="975360"/>
                </a:lnTo>
                <a:lnTo>
                  <a:pt x="5352674" y="975360"/>
                </a:lnTo>
                <a:lnTo>
                  <a:pt x="5341683" y="975360"/>
                </a:lnTo>
                <a:lnTo>
                  <a:pt x="5330692" y="975360"/>
                </a:lnTo>
                <a:lnTo>
                  <a:pt x="5319701" y="975360"/>
                </a:lnTo>
                <a:lnTo>
                  <a:pt x="5308710" y="975360"/>
                </a:lnTo>
                <a:lnTo>
                  <a:pt x="5297719" y="975360"/>
                </a:lnTo>
                <a:lnTo>
                  <a:pt x="5286728" y="975360"/>
                </a:lnTo>
                <a:lnTo>
                  <a:pt x="5275736" y="975360"/>
                </a:lnTo>
                <a:lnTo>
                  <a:pt x="5264745" y="975360"/>
                </a:lnTo>
                <a:lnTo>
                  <a:pt x="5253754" y="975360"/>
                </a:lnTo>
                <a:lnTo>
                  <a:pt x="5242763" y="975360"/>
                </a:lnTo>
                <a:lnTo>
                  <a:pt x="5231772" y="975360"/>
                </a:lnTo>
                <a:lnTo>
                  <a:pt x="5220781" y="975360"/>
                </a:lnTo>
                <a:lnTo>
                  <a:pt x="5209790" y="975360"/>
                </a:lnTo>
                <a:lnTo>
                  <a:pt x="5198799" y="975360"/>
                </a:lnTo>
                <a:lnTo>
                  <a:pt x="5187807" y="975360"/>
                </a:lnTo>
                <a:lnTo>
                  <a:pt x="5176816" y="975360"/>
                </a:lnTo>
                <a:lnTo>
                  <a:pt x="5165825" y="975360"/>
                </a:lnTo>
                <a:lnTo>
                  <a:pt x="5154834" y="975360"/>
                </a:lnTo>
                <a:lnTo>
                  <a:pt x="5143843" y="975360"/>
                </a:lnTo>
                <a:lnTo>
                  <a:pt x="5132852" y="975360"/>
                </a:lnTo>
                <a:lnTo>
                  <a:pt x="5121861" y="975360"/>
                </a:lnTo>
                <a:lnTo>
                  <a:pt x="5110870" y="975360"/>
                </a:lnTo>
                <a:lnTo>
                  <a:pt x="5099878" y="975360"/>
                </a:lnTo>
                <a:lnTo>
                  <a:pt x="5088887" y="975360"/>
                </a:lnTo>
                <a:lnTo>
                  <a:pt x="5077896" y="975360"/>
                </a:lnTo>
                <a:lnTo>
                  <a:pt x="5066905" y="975360"/>
                </a:lnTo>
                <a:lnTo>
                  <a:pt x="5055914" y="975360"/>
                </a:lnTo>
                <a:lnTo>
                  <a:pt x="5044923" y="975360"/>
                </a:lnTo>
                <a:lnTo>
                  <a:pt x="5033932" y="975360"/>
                </a:lnTo>
                <a:lnTo>
                  <a:pt x="5022941" y="975360"/>
                </a:lnTo>
                <a:lnTo>
                  <a:pt x="5011950" y="975360"/>
                </a:lnTo>
                <a:lnTo>
                  <a:pt x="5000958" y="975360"/>
                </a:lnTo>
                <a:lnTo>
                  <a:pt x="4989967" y="975360"/>
                </a:lnTo>
                <a:lnTo>
                  <a:pt x="4978976" y="975360"/>
                </a:lnTo>
                <a:lnTo>
                  <a:pt x="4967985" y="975360"/>
                </a:lnTo>
                <a:lnTo>
                  <a:pt x="4956994" y="975360"/>
                </a:lnTo>
                <a:lnTo>
                  <a:pt x="4946003" y="975360"/>
                </a:lnTo>
                <a:lnTo>
                  <a:pt x="4935012" y="975360"/>
                </a:lnTo>
                <a:lnTo>
                  <a:pt x="4924021" y="975360"/>
                </a:lnTo>
                <a:lnTo>
                  <a:pt x="4913029" y="975360"/>
                </a:lnTo>
                <a:lnTo>
                  <a:pt x="4902038" y="975360"/>
                </a:lnTo>
                <a:lnTo>
                  <a:pt x="4891047" y="975360"/>
                </a:lnTo>
                <a:lnTo>
                  <a:pt x="4880056" y="975360"/>
                </a:lnTo>
                <a:lnTo>
                  <a:pt x="4869065" y="975360"/>
                </a:lnTo>
                <a:lnTo>
                  <a:pt x="4858074" y="975360"/>
                </a:lnTo>
                <a:lnTo>
                  <a:pt x="4847083" y="975360"/>
                </a:lnTo>
                <a:lnTo>
                  <a:pt x="4836092" y="975360"/>
                </a:lnTo>
                <a:lnTo>
                  <a:pt x="4825101" y="975360"/>
                </a:lnTo>
                <a:lnTo>
                  <a:pt x="4814109" y="975360"/>
                </a:lnTo>
                <a:lnTo>
                  <a:pt x="4803118" y="975360"/>
                </a:lnTo>
                <a:lnTo>
                  <a:pt x="4792127" y="975360"/>
                </a:lnTo>
                <a:lnTo>
                  <a:pt x="4781136" y="975360"/>
                </a:lnTo>
                <a:lnTo>
                  <a:pt x="4770145" y="975360"/>
                </a:lnTo>
                <a:lnTo>
                  <a:pt x="4759154" y="975360"/>
                </a:lnTo>
                <a:lnTo>
                  <a:pt x="4748163" y="975360"/>
                </a:lnTo>
                <a:lnTo>
                  <a:pt x="4737172" y="975360"/>
                </a:lnTo>
                <a:lnTo>
                  <a:pt x="4726180" y="975360"/>
                </a:lnTo>
                <a:lnTo>
                  <a:pt x="4715189" y="975360"/>
                </a:lnTo>
                <a:lnTo>
                  <a:pt x="4704198" y="975360"/>
                </a:lnTo>
                <a:lnTo>
                  <a:pt x="4693207" y="975360"/>
                </a:lnTo>
                <a:lnTo>
                  <a:pt x="4682216" y="975360"/>
                </a:lnTo>
                <a:lnTo>
                  <a:pt x="4671225" y="975360"/>
                </a:lnTo>
                <a:lnTo>
                  <a:pt x="4660234" y="975360"/>
                </a:lnTo>
                <a:lnTo>
                  <a:pt x="4649243" y="975360"/>
                </a:lnTo>
                <a:lnTo>
                  <a:pt x="4638252" y="975360"/>
                </a:lnTo>
                <a:lnTo>
                  <a:pt x="4627260" y="975360"/>
                </a:lnTo>
                <a:lnTo>
                  <a:pt x="4616269" y="975360"/>
                </a:lnTo>
                <a:lnTo>
                  <a:pt x="4605278" y="975360"/>
                </a:lnTo>
                <a:lnTo>
                  <a:pt x="4594287" y="975360"/>
                </a:lnTo>
                <a:lnTo>
                  <a:pt x="4583296" y="975360"/>
                </a:lnTo>
                <a:lnTo>
                  <a:pt x="4572305" y="975360"/>
                </a:lnTo>
                <a:lnTo>
                  <a:pt x="4561314" y="975360"/>
                </a:lnTo>
                <a:lnTo>
                  <a:pt x="4550323" y="975360"/>
                </a:lnTo>
                <a:lnTo>
                  <a:pt x="4539331" y="975360"/>
                </a:lnTo>
                <a:lnTo>
                  <a:pt x="4528340" y="975360"/>
                </a:lnTo>
                <a:lnTo>
                  <a:pt x="4517349" y="975360"/>
                </a:lnTo>
                <a:lnTo>
                  <a:pt x="4506358" y="975360"/>
                </a:lnTo>
                <a:lnTo>
                  <a:pt x="4495367" y="975360"/>
                </a:lnTo>
                <a:lnTo>
                  <a:pt x="4484376" y="975360"/>
                </a:lnTo>
                <a:lnTo>
                  <a:pt x="4473385" y="975360"/>
                </a:lnTo>
                <a:lnTo>
                  <a:pt x="4462394" y="975360"/>
                </a:lnTo>
                <a:lnTo>
                  <a:pt x="4451403" y="975360"/>
                </a:lnTo>
                <a:lnTo>
                  <a:pt x="4440411" y="975360"/>
                </a:lnTo>
                <a:lnTo>
                  <a:pt x="4429420" y="975360"/>
                </a:lnTo>
                <a:lnTo>
                  <a:pt x="4418429" y="975360"/>
                </a:lnTo>
                <a:lnTo>
                  <a:pt x="4407438" y="975360"/>
                </a:lnTo>
                <a:lnTo>
                  <a:pt x="4396447" y="975360"/>
                </a:lnTo>
                <a:lnTo>
                  <a:pt x="4385456" y="975360"/>
                </a:lnTo>
                <a:lnTo>
                  <a:pt x="4374465" y="975360"/>
                </a:lnTo>
                <a:lnTo>
                  <a:pt x="4363474" y="975360"/>
                </a:lnTo>
                <a:lnTo>
                  <a:pt x="4352482" y="975360"/>
                </a:lnTo>
                <a:lnTo>
                  <a:pt x="4341491" y="975360"/>
                </a:lnTo>
                <a:lnTo>
                  <a:pt x="4330500" y="975360"/>
                </a:lnTo>
                <a:lnTo>
                  <a:pt x="4319509" y="975360"/>
                </a:lnTo>
                <a:lnTo>
                  <a:pt x="4308518" y="975360"/>
                </a:lnTo>
                <a:lnTo>
                  <a:pt x="4297527" y="975360"/>
                </a:lnTo>
                <a:lnTo>
                  <a:pt x="4286536" y="975360"/>
                </a:lnTo>
                <a:lnTo>
                  <a:pt x="4275545" y="975360"/>
                </a:lnTo>
                <a:lnTo>
                  <a:pt x="4264553" y="975360"/>
                </a:lnTo>
                <a:lnTo>
                  <a:pt x="4253562" y="975360"/>
                </a:lnTo>
                <a:lnTo>
                  <a:pt x="4242571" y="975360"/>
                </a:lnTo>
                <a:lnTo>
                  <a:pt x="4231580" y="975360"/>
                </a:lnTo>
                <a:lnTo>
                  <a:pt x="4220589" y="975360"/>
                </a:lnTo>
                <a:lnTo>
                  <a:pt x="4209598" y="975360"/>
                </a:lnTo>
                <a:lnTo>
                  <a:pt x="4198607" y="975360"/>
                </a:lnTo>
                <a:lnTo>
                  <a:pt x="4187616" y="975360"/>
                </a:lnTo>
                <a:lnTo>
                  <a:pt x="4176625" y="975360"/>
                </a:lnTo>
                <a:lnTo>
                  <a:pt x="4165633" y="975360"/>
                </a:lnTo>
                <a:lnTo>
                  <a:pt x="4154642" y="975360"/>
                </a:lnTo>
                <a:lnTo>
                  <a:pt x="4143651" y="975360"/>
                </a:lnTo>
                <a:lnTo>
                  <a:pt x="4132660" y="975360"/>
                </a:lnTo>
                <a:lnTo>
                  <a:pt x="4121669" y="975360"/>
                </a:lnTo>
                <a:lnTo>
                  <a:pt x="4110678" y="975360"/>
                </a:lnTo>
                <a:lnTo>
                  <a:pt x="4099687" y="975360"/>
                </a:lnTo>
                <a:lnTo>
                  <a:pt x="4088696" y="975360"/>
                </a:lnTo>
                <a:lnTo>
                  <a:pt x="4077704" y="975360"/>
                </a:lnTo>
                <a:lnTo>
                  <a:pt x="4066713" y="975360"/>
                </a:lnTo>
                <a:lnTo>
                  <a:pt x="4055722" y="975360"/>
                </a:lnTo>
                <a:lnTo>
                  <a:pt x="4044731" y="975360"/>
                </a:lnTo>
                <a:lnTo>
                  <a:pt x="4033740" y="975360"/>
                </a:lnTo>
                <a:lnTo>
                  <a:pt x="4022749" y="975360"/>
                </a:lnTo>
                <a:lnTo>
                  <a:pt x="4011758" y="975360"/>
                </a:lnTo>
                <a:lnTo>
                  <a:pt x="4000767" y="975360"/>
                </a:lnTo>
                <a:lnTo>
                  <a:pt x="3989776" y="975360"/>
                </a:lnTo>
                <a:lnTo>
                  <a:pt x="3978784" y="975360"/>
                </a:lnTo>
                <a:lnTo>
                  <a:pt x="3967793" y="975360"/>
                </a:lnTo>
                <a:lnTo>
                  <a:pt x="3956802" y="975360"/>
                </a:lnTo>
                <a:lnTo>
                  <a:pt x="3945811" y="975360"/>
                </a:lnTo>
                <a:lnTo>
                  <a:pt x="3934820" y="975360"/>
                </a:lnTo>
                <a:lnTo>
                  <a:pt x="3923829" y="975360"/>
                </a:lnTo>
                <a:lnTo>
                  <a:pt x="3912838" y="975360"/>
                </a:lnTo>
                <a:lnTo>
                  <a:pt x="3901847" y="975360"/>
                </a:lnTo>
                <a:lnTo>
                  <a:pt x="3890855" y="975360"/>
                </a:lnTo>
                <a:lnTo>
                  <a:pt x="3879864" y="975360"/>
                </a:lnTo>
                <a:lnTo>
                  <a:pt x="3868873" y="975360"/>
                </a:lnTo>
                <a:lnTo>
                  <a:pt x="3857882" y="975360"/>
                </a:lnTo>
                <a:lnTo>
                  <a:pt x="3846891" y="975360"/>
                </a:lnTo>
                <a:lnTo>
                  <a:pt x="3835900" y="975360"/>
                </a:lnTo>
                <a:lnTo>
                  <a:pt x="3824909" y="975360"/>
                </a:lnTo>
                <a:lnTo>
                  <a:pt x="3813918" y="975360"/>
                </a:lnTo>
                <a:lnTo>
                  <a:pt x="3802927" y="975360"/>
                </a:lnTo>
                <a:lnTo>
                  <a:pt x="3791935" y="975360"/>
                </a:lnTo>
                <a:lnTo>
                  <a:pt x="3780944" y="975360"/>
                </a:lnTo>
                <a:lnTo>
                  <a:pt x="3769953" y="975360"/>
                </a:lnTo>
                <a:lnTo>
                  <a:pt x="3758962" y="975360"/>
                </a:lnTo>
                <a:lnTo>
                  <a:pt x="3747971" y="975360"/>
                </a:lnTo>
                <a:lnTo>
                  <a:pt x="3736980" y="975360"/>
                </a:lnTo>
                <a:lnTo>
                  <a:pt x="3725989" y="975360"/>
                </a:lnTo>
                <a:lnTo>
                  <a:pt x="3714998" y="975360"/>
                </a:lnTo>
                <a:lnTo>
                  <a:pt x="3704006" y="975360"/>
                </a:lnTo>
                <a:lnTo>
                  <a:pt x="3693015" y="975360"/>
                </a:lnTo>
                <a:lnTo>
                  <a:pt x="3682024" y="975360"/>
                </a:lnTo>
                <a:lnTo>
                  <a:pt x="3671033" y="975360"/>
                </a:lnTo>
                <a:lnTo>
                  <a:pt x="3660042" y="975360"/>
                </a:lnTo>
                <a:lnTo>
                  <a:pt x="3649051" y="975360"/>
                </a:lnTo>
                <a:lnTo>
                  <a:pt x="3638060" y="975360"/>
                </a:lnTo>
                <a:lnTo>
                  <a:pt x="3627069" y="975360"/>
                </a:lnTo>
                <a:lnTo>
                  <a:pt x="3616077" y="975360"/>
                </a:lnTo>
                <a:lnTo>
                  <a:pt x="3605086" y="975360"/>
                </a:lnTo>
                <a:lnTo>
                  <a:pt x="3594095" y="975360"/>
                </a:lnTo>
                <a:lnTo>
                  <a:pt x="3583104" y="975360"/>
                </a:lnTo>
                <a:lnTo>
                  <a:pt x="3572113" y="975360"/>
                </a:lnTo>
                <a:lnTo>
                  <a:pt x="3561122" y="975360"/>
                </a:lnTo>
                <a:lnTo>
                  <a:pt x="3550131" y="975360"/>
                </a:lnTo>
                <a:lnTo>
                  <a:pt x="3539140" y="975360"/>
                </a:lnTo>
                <a:lnTo>
                  <a:pt x="3528149" y="975360"/>
                </a:lnTo>
                <a:lnTo>
                  <a:pt x="3517157" y="975360"/>
                </a:lnTo>
                <a:lnTo>
                  <a:pt x="3506166" y="975360"/>
                </a:lnTo>
                <a:lnTo>
                  <a:pt x="3495175" y="975360"/>
                </a:lnTo>
                <a:lnTo>
                  <a:pt x="3484184" y="975360"/>
                </a:lnTo>
                <a:lnTo>
                  <a:pt x="3473193" y="975360"/>
                </a:lnTo>
                <a:lnTo>
                  <a:pt x="3462202" y="975360"/>
                </a:lnTo>
                <a:lnTo>
                  <a:pt x="3451211" y="975360"/>
                </a:lnTo>
                <a:lnTo>
                  <a:pt x="3440220" y="975360"/>
                </a:lnTo>
                <a:lnTo>
                  <a:pt x="3429228" y="975360"/>
                </a:lnTo>
                <a:lnTo>
                  <a:pt x="3418237" y="975360"/>
                </a:lnTo>
                <a:lnTo>
                  <a:pt x="3407246" y="975360"/>
                </a:lnTo>
                <a:lnTo>
                  <a:pt x="3396255" y="975360"/>
                </a:lnTo>
                <a:lnTo>
                  <a:pt x="3385264" y="975360"/>
                </a:lnTo>
                <a:lnTo>
                  <a:pt x="3374273" y="975360"/>
                </a:lnTo>
                <a:lnTo>
                  <a:pt x="3363282" y="975360"/>
                </a:lnTo>
                <a:lnTo>
                  <a:pt x="3352291" y="975360"/>
                </a:lnTo>
                <a:lnTo>
                  <a:pt x="3341300" y="975360"/>
                </a:lnTo>
                <a:lnTo>
                  <a:pt x="3330308" y="975360"/>
                </a:lnTo>
                <a:lnTo>
                  <a:pt x="3319317" y="975360"/>
                </a:lnTo>
                <a:lnTo>
                  <a:pt x="3308326" y="975360"/>
                </a:lnTo>
                <a:lnTo>
                  <a:pt x="3297335" y="975360"/>
                </a:lnTo>
                <a:lnTo>
                  <a:pt x="3286344" y="975360"/>
                </a:lnTo>
                <a:lnTo>
                  <a:pt x="3275353" y="975360"/>
                </a:lnTo>
                <a:lnTo>
                  <a:pt x="3264362" y="975360"/>
                </a:lnTo>
                <a:lnTo>
                  <a:pt x="3253371" y="975360"/>
                </a:lnTo>
                <a:lnTo>
                  <a:pt x="3242379" y="975360"/>
                </a:lnTo>
                <a:lnTo>
                  <a:pt x="3231388" y="975360"/>
                </a:lnTo>
                <a:lnTo>
                  <a:pt x="3220397" y="975360"/>
                </a:lnTo>
                <a:lnTo>
                  <a:pt x="3209406" y="975360"/>
                </a:lnTo>
                <a:lnTo>
                  <a:pt x="3198415" y="975360"/>
                </a:lnTo>
                <a:lnTo>
                  <a:pt x="3187424" y="975360"/>
                </a:lnTo>
                <a:lnTo>
                  <a:pt x="3176433" y="975360"/>
                </a:lnTo>
                <a:lnTo>
                  <a:pt x="3165442" y="975360"/>
                </a:lnTo>
                <a:lnTo>
                  <a:pt x="3154451" y="975360"/>
                </a:lnTo>
                <a:lnTo>
                  <a:pt x="3143459" y="975360"/>
                </a:lnTo>
                <a:lnTo>
                  <a:pt x="3132468" y="975360"/>
                </a:lnTo>
                <a:lnTo>
                  <a:pt x="3121477" y="975360"/>
                </a:lnTo>
                <a:lnTo>
                  <a:pt x="3110486" y="975360"/>
                </a:lnTo>
                <a:lnTo>
                  <a:pt x="3099495" y="975360"/>
                </a:lnTo>
                <a:lnTo>
                  <a:pt x="3088504" y="975360"/>
                </a:lnTo>
                <a:lnTo>
                  <a:pt x="3077513" y="975360"/>
                </a:lnTo>
                <a:lnTo>
                  <a:pt x="3066522" y="975360"/>
                </a:lnTo>
                <a:lnTo>
                  <a:pt x="3055530" y="975360"/>
                </a:lnTo>
                <a:lnTo>
                  <a:pt x="3044539" y="975360"/>
                </a:lnTo>
                <a:lnTo>
                  <a:pt x="3033548" y="975360"/>
                </a:lnTo>
                <a:lnTo>
                  <a:pt x="3022557" y="975360"/>
                </a:lnTo>
                <a:lnTo>
                  <a:pt x="3011566" y="975360"/>
                </a:lnTo>
                <a:lnTo>
                  <a:pt x="3000575" y="975360"/>
                </a:lnTo>
                <a:lnTo>
                  <a:pt x="2989584" y="975360"/>
                </a:lnTo>
                <a:lnTo>
                  <a:pt x="2978593" y="975360"/>
                </a:lnTo>
                <a:lnTo>
                  <a:pt x="2967602" y="975360"/>
                </a:lnTo>
                <a:lnTo>
                  <a:pt x="2956610" y="975360"/>
                </a:lnTo>
                <a:lnTo>
                  <a:pt x="2945619" y="975360"/>
                </a:lnTo>
                <a:lnTo>
                  <a:pt x="2934628" y="975360"/>
                </a:lnTo>
                <a:lnTo>
                  <a:pt x="2923637" y="975360"/>
                </a:lnTo>
                <a:lnTo>
                  <a:pt x="2912646" y="975360"/>
                </a:lnTo>
                <a:lnTo>
                  <a:pt x="2901655" y="975360"/>
                </a:lnTo>
                <a:lnTo>
                  <a:pt x="2890664" y="975360"/>
                </a:lnTo>
                <a:lnTo>
                  <a:pt x="2879673" y="975360"/>
                </a:lnTo>
                <a:lnTo>
                  <a:pt x="2868681" y="975360"/>
                </a:lnTo>
                <a:lnTo>
                  <a:pt x="2857690" y="975360"/>
                </a:lnTo>
                <a:lnTo>
                  <a:pt x="2846699" y="975360"/>
                </a:lnTo>
                <a:lnTo>
                  <a:pt x="2835708" y="975360"/>
                </a:lnTo>
                <a:lnTo>
                  <a:pt x="2824717" y="975360"/>
                </a:lnTo>
                <a:lnTo>
                  <a:pt x="2813726" y="975360"/>
                </a:lnTo>
                <a:lnTo>
                  <a:pt x="2802735" y="975360"/>
                </a:lnTo>
                <a:lnTo>
                  <a:pt x="2791744" y="975360"/>
                </a:lnTo>
                <a:lnTo>
                  <a:pt x="2780752" y="975360"/>
                </a:lnTo>
                <a:lnTo>
                  <a:pt x="2769761" y="975360"/>
                </a:lnTo>
                <a:lnTo>
                  <a:pt x="2758770" y="975360"/>
                </a:lnTo>
                <a:lnTo>
                  <a:pt x="2747779" y="975360"/>
                </a:lnTo>
                <a:lnTo>
                  <a:pt x="2736788" y="975360"/>
                </a:lnTo>
                <a:lnTo>
                  <a:pt x="2725797" y="975360"/>
                </a:lnTo>
                <a:lnTo>
                  <a:pt x="2714806" y="975360"/>
                </a:lnTo>
                <a:lnTo>
                  <a:pt x="2703815" y="975360"/>
                </a:lnTo>
                <a:lnTo>
                  <a:pt x="2692824" y="975360"/>
                </a:lnTo>
                <a:lnTo>
                  <a:pt x="2681832" y="975360"/>
                </a:lnTo>
                <a:lnTo>
                  <a:pt x="2670841" y="975360"/>
                </a:lnTo>
                <a:lnTo>
                  <a:pt x="2659850" y="975360"/>
                </a:lnTo>
                <a:lnTo>
                  <a:pt x="2648859" y="975360"/>
                </a:lnTo>
                <a:lnTo>
                  <a:pt x="2637868" y="975360"/>
                </a:lnTo>
                <a:lnTo>
                  <a:pt x="2626877" y="975360"/>
                </a:lnTo>
                <a:lnTo>
                  <a:pt x="2615886" y="975360"/>
                </a:lnTo>
                <a:lnTo>
                  <a:pt x="2604895" y="975360"/>
                </a:lnTo>
                <a:lnTo>
                  <a:pt x="2593903" y="975360"/>
                </a:lnTo>
                <a:lnTo>
                  <a:pt x="2582912" y="975360"/>
                </a:lnTo>
                <a:lnTo>
                  <a:pt x="2571921" y="975360"/>
                </a:lnTo>
                <a:lnTo>
                  <a:pt x="2560930" y="975360"/>
                </a:lnTo>
                <a:lnTo>
                  <a:pt x="2549939" y="975360"/>
                </a:lnTo>
                <a:lnTo>
                  <a:pt x="2538948" y="975360"/>
                </a:lnTo>
                <a:lnTo>
                  <a:pt x="2527957" y="975360"/>
                </a:lnTo>
                <a:lnTo>
                  <a:pt x="2516966" y="975360"/>
                </a:lnTo>
                <a:lnTo>
                  <a:pt x="2505975" y="975360"/>
                </a:lnTo>
                <a:lnTo>
                  <a:pt x="2494983" y="975360"/>
                </a:lnTo>
                <a:lnTo>
                  <a:pt x="2483992" y="975360"/>
                </a:lnTo>
                <a:lnTo>
                  <a:pt x="2473001" y="975360"/>
                </a:lnTo>
                <a:lnTo>
                  <a:pt x="2462010" y="975360"/>
                </a:lnTo>
                <a:lnTo>
                  <a:pt x="2451019" y="975360"/>
                </a:lnTo>
                <a:lnTo>
                  <a:pt x="2440028" y="975360"/>
                </a:lnTo>
                <a:lnTo>
                  <a:pt x="2429037" y="975360"/>
                </a:lnTo>
                <a:lnTo>
                  <a:pt x="2418046" y="975360"/>
                </a:lnTo>
                <a:lnTo>
                  <a:pt x="2407054" y="975360"/>
                </a:lnTo>
                <a:lnTo>
                  <a:pt x="2396063" y="975360"/>
                </a:lnTo>
                <a:lnTo>
                  <a:pt x="2385072" y="975360"/>
                </a:lnTo>
                <a:lnTo>
                  <a:pt x="2374081" y="975360"/>
                </a:lnTo>
                <a:lnTo>
                  <a:pt x="2363090" y="975360"/>
                </a:lnTo>
                <a:lnTo>
                  <a:pt x="2352099" y="975360"/>
                </a:lnTo>
                <a:lnTo>
                  <a:pt x="2341108" y="975360"/>
                </a:lnTo>
                <a:lnTo>
                  <a:pt x="2330117" y="975360"/>
                </a:lnTo>
                <a:lnTo>
                  <a:pt x="2319126" y="975360"/>
                </a:lnTo>
                <a:lnTo>
                  <a:pt x="2308134" y="975360"/>
                </a:lnTo>
                <a:lnTo>
                  <a:pt x="2297143" y="975360"/>
                </a:lnTo>
                <a:lnTo>
                  <a:pt x="2286152" y="975360"/>
                </a:lnTo>
                <a:lnTo>
                  <a:pt x="2275161" y="975360"/>
                </a:lnTo>
                <a:lnTo>
                  <a:pt x="2264170" y="975360"/>
                </a:lnTo>
                <a:lnTo>
                  <a:pt x="2253179" y="975360"/>
                </a:lnTo>
                <a:lnTo>
                  <a:pt x="2242188" y="975360"/>
                </a:lnTo>
                <a:lnTo>
                  <a:pt x="2231197" y="975360"/>
                </a:lnTo>
                <a:lnTo>
                  <a:pt x="2220205" y="975360"/>
                </a:lnTo>
                <a:lnTo>
                  <a:pt x="2209214" y="975360"/>
                </a:lnTo>
                <a:lnTo>
                  <a:pt x="2198223" y="975360"/>
                </a:lnTo>
                <a:lnTo>
                  <a:pt x="2187232" y="975360"/>
                </a:lnTo>
                <a:lnTo>
                  <a:pt x="2176241" y="975360"/>
                </a:lnTo>
                <a:lnTo>
                  <a:pt x="2165250" y="975360"/>
                </a:lnTo>
                <a:lnTo>
                  <a:pt x="2154259" y="975360"/>
                </a:lnTo>
                <a:lnTo>
                  <a:pt x="2143268" y="975360"/>
                </a:lnTo>
                <a:lnTo>
                  <a:pt x="2132276" y="975360"/>
                </a:lnTo>
                <a:lnTo>
                  <a:pt x="2121285" y="975360"/>
                </a:lnTo>
                <a:lnTo>
                  <a:pt x="2110294" y="975360"/>
                </a:lnTo>
                <a:lnTo>
                  <a:pt x="2099303" y="975360"/>
                </a:lnTo>
                <a:lnTo>
                  <a:pt x="2088312" y="975360"/>
                </a:lnTo>
                <a:lnTo>
                  <a:pt x="2077321" y="975360"/>
                </a:lnTo>
                <a:lnTo>
                  <a:pt x="2066330" y="975360"/>
                </a:lnTo>
                <a:lnTo>
                  <a:pt x="2055339" y="975360"/>
                </a:lnTo>
                <a:lnTo>
                  <a:pt x="2044348" y="975360"/>
                </a:lnTo>
                <a:lnTo>
                  <a:pt x="2033356" y="975360"/>
                </a:lnTo>
                <a:lnTo>
                  <a:pt x="2022365" y="975360"/>
                </a:lnTo>
                <a:lnTo>
                  <a:pt x="2011374" y="975360"/>
                </a:lnTo>
                <a:lnTo>
                  <a:pt x="2000383" y="975360"/>
                </a:lnTo>
                <a:lnTo>
                  <a:pt x="1989392" y="975360"/>
                </a:lnTo>
                <a:lnTo>
                  <a:pt x="1978401" y="975360"/>
                </a:lnTo>
                <a:lnTo>
                  <a:pt x="1967410" y="975360"/>
                </a:lnTo>
                <a:lnTo>
                  <a:pt x="1956419" y="975360"/>
                </a:lnTo>
                <a:lnTo>
                  <a:pt x="1945427" y="975360"/>
                </a:lnTo>
                <a:lnTo>
                  <a:pt x="1934436" y="975360"/>
                </a:lnTo>
                <a:lnTo>
                  <a:pt x="1923445" y="975360"/>
                </a:lnTo>
                <a:lnTo>
                  <a:pt x="1912454" y="975360"/>
                </a:lnTo>
                <a:lnTo>
                  <a:pt x="1901463" y="975360"/>
                </a:lnTo>
                <a:lnTo>
                  <a:pt x="1890472" y="975360"/>
                </a:lnTo>
                <a:lnTo>
                  <a:pt x="1879481" y="975360"/>
                </a:lnTo>
                <a:lnTo>
                  <a:pt x="1868490" y="975360"/>
                </a:lnTo>
                <a:lnTo>
                  <a:pt x="1857499" y="975360"/>
                </a:lnTo>
                <a:lnTo>
                  <a:pt x="1846507" y="975360"/>
                </a:lnTo>
                <a:lnTo>
                  <a:pt x="1835516" y="975360"/>
                </a:lnTo>
                <a:lnTo>
                  <a:pt x="1824525" y="975360"/>
                </a:lnTo>
                <a:lnTo>
                  <a:pt x="1813534" y="975360"/>
                </a:lnTo>
                <a:lnTo>
                  <a:pt x="1802543" y="975360"/>
                </a:lnTo>
                <a:lnTo>
                  <a:pt x="1791552" y="975360"/>
                </a:lnTo>
                <a:lnTo>
                  <a:pt x="1780561" y="975360"/>
                </a:lnTo>
                <a:lnTo>
                  <a:pt x="1769570" y="975360"/>
                </a:lnTo>
                <a:lnTo>
                  <a:pt x="1758578" y="975360"/>
                </a:lnTo>
                <a:lnTo>
                  <a:pt x="1747587" y="975360"/>
                </a:lnTo>
                <a:lnTo>
                  <a:pt x="1736596" y="975360"/>
                </a:lnTo>
                <a:lnTo>
                  <a:pt x="1725605" y="975360"/>
                </a:lnTo>
                <a:lnTo>
                  <a:pt x="1714614" y="975360"/>
                </a:lnTo>
                <a:lnTo>
                  <a:pt x="1703623" y="975360"/>
                </a:lnTo>
                <a:lnTo>
                  <a:pt x="1692632" y="975360"/>
                </a:lnTo>
                <a:lnTo>
                  <a:pt x="1681641" y="975360"/>
                </a:lnTo>
                <a:lnTo>
                  <a:pt x="1670650" y="975360"/>
                </a:lnTo>
                <a:lnTo>
                  <a:pt x="1659658" y="975360"/>
                </a:lnTo>
                <a:lnTo>
                  <a:pt x="1648667" y="975360"/>
                </a:lnTo>
                <a:lnTo>
                  <a:pt x="1637676" y="975360"/>
                </a:lnTo>
                <a:lnTo>
                  <a:pt x="1626685" y="975360"/>
                </a:lnTo>
                <a:lnTo>
                  <a:pt x="1615694" y="975360"/>
                </a:lnTo>
                <a:lnTo>
                  <a:pt x="1604703" y="975360"/>
                </a:lnTo>
                <a:lnTo>
                  <a:pt x="1593712" y="975360"/>
                </a:lnTo>
                <a:lnTo>
                  <a:pt x="1582721" y="975360"/>
                </a:lnTo>
                <a:lnTo>
                  <a:pt x="1571729" y="975360"/>
                </a:lnTo>
                <a:lnTo>
                  <a:pt x="1560738" y="975360"/>
                </a:lnTo>
                <a:lnTo>
                  <a:pt x="1549747" y="975360"/>
                </a:lnTo>
                <a:lnTo>
                  <a:pt x="1538756" y="975360"/>
                </a:lnTo>
                <a:lnTo>
                  <a:pt x="1527765" y="975360"/>
                </a:lnTo>
                <a:lnTo>
                  <a:pt x="1516774" y="975360"/>
                </a:lnTo>
                <a:lnTo>
                  <a:pt x="1505783" y="975360"/>
                </a:lnTo>
                <a:lnTo>
                  <a:pt x="1494792" y="975360"/>
                </a:lnTo>
                <a:lnTo>
                  <a:pt x="1483801" y="975360"/>
                </a:lnTo>
                <a:lnTo>
                  <a:pt x="1472809" y="975360"/>
                </a:lnTo>
                <a:lnTo>
                  <a:pt x="1461818" y="975360"/>
                </a:lnTo>
                <a:lnTo>
                  <a:pt x="1450827" y="975360"/>
                </a:lnTo>
                <a:lnTo>
                  <a:pt x="1439836" y="975360"/>
                </a:lnTo>
                <a:lnTo>
                  <a:pt x="1428845" y="975360"/>
                </a:lnTo>
                <a:lnTo>
                  <a:pt x="1417854" y="975360"/>
                </a:lnTo>
                <a:lnTo>
                  <a:pt x="1406863" y="975360"/>
                </a:lnTo>
                <a:lnTo>
                  <a:pt x="1395872" y="975360"/>
                </a:lnTo>
                <a:lnTo>
                  <a:pt x="1384880" y="975360"/>
                </a:lnTo>
                <a:lnTo>
                  <a:pt x="1373889" y="975360"/>
                </a:lnTo>
                <a:lnTo>
                  <a:pt x="1362898" y="975360"/>
                </a:lnTo>
                <a:lnTo>
                  <a:pt x="1351907" y="975360"/>
                </a:lnTo>
                <a:lnTo>
                  <a:pt x="1340916" y="975360"/>
                </a:lnTo>
                <a:lnTo>
                  <a:pt x="1329925" y="975360"/>
                </a:lnTo>
                <a:lnTo>
                  <a:pt x="1318934" y="975360"/>
                </a:lnTo>
                <a:lnTo>
                  <a:pt x="1307943" y="975360"/>
                </a:lnTo>
                <a:lnTo>
                  <a:pt x="1296951" y="975360"/>
                </a:lnTo>
                <a:lnTo>
                  <a:pt x="1285960" y="975360"/>
                </a:lnTo>
                <a:lnTo>
                  <a:pt x="1274969" y="975360"/>
                </a:lnTo>
                <a:lnTo>
                  <a:pt x="1263978" y="975360"/>
                </a:lnTo>
                <a:lnTo>
                  <a:pt x="1252987" y="975360"/>
                </a:lnTo>
                <a:lnTo>
                  <a:pt x="1241996" y="975360"/>
                </a:lnTo>
                <a:lnTo>
                  <a:pt x="1231005" y="975360"/>
                </a:lnTo>
                <a:lnTo>
                  <a:pt x="1220014" y="975360"/>
                </a:lnTo>
                <a:lnTo>
                  <a:pt x="1209023" y="975360"/>
                </a:lnTo>
                <a:lnTo>
                  <a:pt x="1198031" y="975360"/>
                </a:lnTo>
                <a:lnTo>
                  <a:pt x="1187040" y="975360"/>
                </a:lnTo>
                <a:lnTo>
                  <a:pt x="1176049" y="975360"/>
                </a:lnTo>
                <a:lnTo>
                  <a:pt x="1165058" y="975360"/>
                </a:lnTo>
                <a:lnTo>
                  <a:pt x="1154067" y="975360"/>
                </a:lnTo>
                <a:lnTo>
                  <a:pt x="1143076" y="975360"/>
                </a:lnTo>
                <a:lnTo>
                  <a:pt x="1132085" y="975360"/>
                </a:lnTo>
                <a:lnTo>
                  <a:pt x="1121094" y="975360"/>
                </a:lnTo>
                <a:lnTo>
                  <a:pt x="1110102" y="975360"/>
                </a:lnTo>
                <a:lnTo>
                  <a:pt x="1099111" y="975360"/>
                </a:lnTo>
                <a:lnTo>
                  <a:pt x="1088120" y="975360"/>
                </a:lnTo>
                <a:lnTo>
                  <a:pt x="1077129" y="975360"/>
                </a:lnTo>
                <a:lnTo>
                  <a:pt x="1066138" y="975360"/>
                </a:lnTo>
                <a:lnTo>
                  <a:pt x="1055147" y="975360"/>
                </a:lnTo>
                <a:lnTo>
                  <a:pt x="1044156" y="975360"/>
                </a:lnTo>
                <a:lnTo>
                  <a:pt x="1033165" y="975360"/>
                </a:lnTo>
                <a:lnTo>
                  <a:pt x="1022174" y="975360"/>
                </a:lnTo>
                <a:lnTo>
                  <a:pt x="1011182" y="975360"/>
                </a:lnTo>
                <a:lnTo>
                  <a:pt x="1000191" y="975360"/>
                </a:lnTo>
                <a:lnTo>
                  <a:pt x="989200" y="975360"/>
                </a:lnTo>
                <a:lnTo>
                  <a:pt x="978209" y="975360"/>
                </a:lnTo>
                <a:lnTo>
                  <a:pt x="967218" y="975360"/>
                </a:lnTo>
                <a:lnTo>
                  <a:pt x="956227" y="975360"/>
                </a:lnTo>
                <a:lnTo>
                  <a:pt x="945236" y="975360"/>
                </a:lnTo>
                <a:lnTo>
                  <a:pt x="934245" y="975360"/>
                </a:lnTo>
                <a:lnTo>
                  <a:pt x="923253" y="975360"/>
                </a:lnTo>
                <a:lnTo>
                  <a:pt x="912262" y="975360"/>
                </a:lnTo>
                <a:lnTo>
                  <a:pt x="901271" y="975360"/>
                </a:lnTo>
                <a:lnTo>
                  <a:pt x="890280" y="975360"/>
                </a:lnTo>
                <a:lnTo>
                  <a:pt x="879289" y="975360"/>
                </a:lnTo>
                <a:lnTo>
                  <a:pt x="868298" y="975360"/>
                </a:lnTo>
                <a:lnTo>
                  <a:pt x="857307" y="975360"/>
                </a:lnTo>
                <a:lnTo>
                  <a:pt x="846316" y="975360"/>
                </a:lnTo>
                <a:lnTo>
                  <a:pt x="835325" y="975360"/>
                </a:lnTo>
                <a:lnTo>
                  <a:pt x="824333" y="975360"/>
                </a:lnTo>
                <a:lnTo>
                  <a:pt x="813342" y="975360"/>
                </a:lnTo>
                <a:lnTo>
                  <a:pt x="802351" y="975360"/>
                </a:lnTo>
                <a:lnTo>
                  <a:pt x="791360" y="975360"/>
                </a:lnTo>
                <a:lnTo>
                  <a:pt x="780369" y="975360"/>
                </a:lnTo>
                <a:lnTo>
                  <a:pt x="769378" y="975360"/>
                </a:lnTo>
                <a:lnTo>
                  <a:pt x="758387" y="975360"/>
                </a:lnTo>
                <a:lnTo>
                  <a:pt x="747396" y="975360"/>
                </a:lnTo>
                <a:lnTo>
                  <a:pt x="736404" y="975360"/>
                </a:lnTo>
                <a:lnTo>
                  <a:pt x="725413" y="975360"/>
                </a:lnTo>
                <a:lnTo>
                  <a:pt x="714422" y="975360"/>
                </a:lnTo>
                <a:lnTo>
                  <a:pt x="703431" y="975360"/>
                </a:lnTo>
                <a:lnTo>
                  <a:pt x="692440" y="975360"/>
                </a:lnTo>
                <a:lnTo>
                  <a:pt x="681449" y="975360"/>
                </a:lnTo>
                <a:lnTo>
                  <a:pt x="670458" y="975360"/>
                </a:lnTo>
                <a:lnTo>
                  <a:pt x="659467" y="975360"/>
                </a:lnTo>
                <a:lnTo>
                  <a:pt x="648475" y="975360"/>
                </a:lnTo>
                <a:lnTo>
                  <a:pt x="637484" y="975360"/>
                </a:lnTo>
                <a:lnTo>
                  <a:pt x="626493" y="975360"/>
                </a:lnTo>
                <a:lnTo>
                  <a:pt x="615502" y="975360"/>
                </a:lnTo>
                <a:lnTo>
                  <a:pt x="604511" y="975360"/>
                </a:lnTo>
                <a:lnTo>
                  <a:pt x="593520" y="975360"/>
                </a:lnTo>
                <a:lnTo>
                  <a:pt x="582529" y="975360"/>
                </a:lnTo>
                <a:lnTo>
                  <a:pt x="571538" y="975360"/>
                </a:lnTo>
                <a:lnTo>
                  <a:pt x="560547" y="975360"/>
                </a:lnTo>
                <a:lnTo>
                  <a:pt x="549555" y="975360"/>
                </a:lnTo>
                <a:lnTo>
                  <a:pt x="538564" y="975360"/>
                </a:lnTo>
                <a:lnTo>
                  <a:pt x="527573" y="975360"/>
                </a:lnTo>
                <a:lnTo>
                  <a:pt x="516582" y="975360"/>
                </a:lnTo>
                <a:lnTo>
                  <a:pt x="505591" y="975360"/>
                </a:lnTo>
                <a:lnTo>
                  <a:pt x="494600" y="975360"/>
                </a:lnTo>
                <a:lnTo>
                  <a:pt x="483609" y="975360"/>
                </a:lnTo>
                <a:lnTo>
                  <a:pt x="472618" y="975360"/>
                </a:lnTo>
                <a:lnTo>
                  <a:pt x="461626" y="975360"/>
                </a:lnTo>
                <a:lnTo>
                  <a:pt x="450635" y="975360"/>
                </a:lnTo>
                <a:lnTo>
                  <a:pt x="439644" y="975360"/>
                </a:lnTo>
                <a:lnTo>
                  <a:pt x="428653" y="975360"/>
                </a:lnTo>
                <a:lnTo>
                  <a:pt x="417662" y="975360"/>
                </a:lnTo>
                <a:lnTo>
                  <a:pt x="406671" y="975360"/>
                </a:lnTo>
                <a:lnTo>
                  <a:pt x="395680" y="975360"/>
                </a:lnTo>
                <a:lnTo>
                  <a:pt x="384689" y="975360"/>
                </a:lnTo>
                <a:lnTo>
                  <a:pt x="373698" y="975360"/>
                </a:lnTo>
                <a:lnTo>
                  <a:pt x="362706" y="975360"/>
                </a:lnTo>
                <a:lnTo>
                  <a:pt x="351715" y="975360"/>
                </a:lnTo>
                <a:lnTo>
                  <a:pt x="340724" y="975360"/>
                </a:lnTo>
                <a:lnTo>
                  <a:pt x="329733" y="975360"/>
                </a:lnTo>
                <a:lnTo>
                  <a:pt x="318742" y="975360"/>
                </a:lnTo>
                <a:lnTo>
                  <a:pt x="307751" y="975360"/>
                </a:lnTo>
                <a:lnTo>
                  <a:pt x="296760" y="975360"/>
                </a:lnTo>
                <a:lnTo>
                  <a:pt x="285769" y="975360"/>
                </a:lnTo>
                <a:lnTo>
                  <a:pt x="274777" y="975360"/>
                </a:lnTo>
                <a:lnTo>
                  <a:pt x="263786" y="975360"/>
                </a:lnTo>
                <a:lnTo>
                  <a:pt x="252795" y="975360"/>
                </a:lnTo>
                <a:lnTo>
                  <a:pt x="241804" y="975360"/>
                </a:lnTo>
                <a:lnTo>
                  <a:pt x="230813" y="975360"/>
                </a:lnTo>
                <a:lnTo>
                  <a:pt x="219822" y="975360"/>
                </a:lnTo>
                <a:lnTo>
                  <a:pt x="208831" y="975360"/>
                </a:lnTo>
                <a:lnTo>
                  <a:pt x="197840" y="975360"/>
                </a:lnTo>
                <a:lnTo>
                  <a:pt x="186849" y="975360"/>
                </a:lnTo>
                <a:lnTo>
                  <a:pt x="175857" y="975360"/>
                </a:lnTo>
                <a:lnTo>
                  <a:pt x="164866" y="975360"/>
                </a:lnTo>
                <a:lnTo>
                  <a:pt x="153875" y="975360"/>
                </a:lnTo>
                <a:lnTo>
                  <a:pt x="142884" y="975360"/>
                </a:lnTo>
                <a:lnTo>
                  <a:pt x="131893" y="975360"/>
                </a:lnTo>
                <a:lnTo>
                  <a:pt x="120902" y="975360"/>
                </a:lnTo>
                <a:lnTo>
                  <a:pt x="109911" y="975360"/>
                </a:lnTo>
                <a:lnTo>
                  <a:pt x="98920" y="975360"/>
                </a:lnTo>
                <a:lnTo>
                  <a:pt x="87928" y="975360"/>
                </a:lnTo>
                <a:lnTo>
                  <a:pt x="76937" y="975360"/>
                </a:lnTo>
                <a:lnTo>
                  <a:pt x="65946" y="975360"/>
                </a:lnTo>
                <a:lnTo>
                  <a:pt x="54955" y="975360"/>
                </a:lnTo>
                <a:lnTo>
                  <a:pt x="43964" y="975360"/>
                </a:lnTo>
                <a:lnTo>
                  <a:pt x="32973" y="975360"/>
                </a:lnTo>
                <a:lnTo>
                  <a:pt x="21982" y="975360"/>
                </a:lnTo>
                <a:lnTo>
                  <a:pt x="10991" y="975360"/>
                </a:lnTo>
                <a:lnTo>
                  <a:pt x="0" y="975360"/>
                </a:lnTo>
                <a:close/>
              </a:path>
            </a:pathLst>
          </a:custGeom>
          <a:solidFill>
            <a:srgbClr val="7FC8F8">
              <a:alpha val="35000"/>
            </a:srgbClr>
          </a:solidFill>
          <a:ln w="10160">
            <a:solidFill>
              <a:srgbClr val="7FC8F8">
                <a:alpha val="3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1-E20 polygon 31" descr="sci-ppt:o031"/>
          <p:cNvSpPr/>
          <p:nvPr/>
        </p:nvSpPr>
        <p:spPr>
          <a:xfrm>
            <a:off x="914400" y="2103120"/>
            <a:ext cx="6583679" cy="2926080"/>
          </a:xfrm>
          <a:custGeom>
            <a:avLst/>
            <a:gdLst/>
            <a:ahLst/>
            <a:cxnLst/>
            <a:rect l="l" t="t" r="r" b="b"/>
            <a:pathLst>
              <a:path w="6583679" h="2926080">
                <a:moveTo>
                  <a:pt x="0" y="0"/>
                </a:moveTo>
                <a:lnTo>
                  <a:pt x="10991" y="0"/>
                </a:lnTo>
                <a:lnTo>
                  <a:pt x="21982" y="0"/>
                </a:lnTo>
                <a:lnTo>
                  <a:pt x="32973" y="0"/>
                </a:lnTo>
                <a:lnTo>
                  <a:pt x="43964" y="0"/>
                </a:lnTo>
                <a:lnTo>
                  <a:pt x="54955" y="0"/>
                </a:lnTo>
                <a:lnTo>
                  <a:pt x="65946" y="0"/>
                </a:lnTo>
                <a:lnTo>
                  <a:pt x="76937" y="0"/>
                </a:lnTo>
                <a:lnTo>
                  <a:pt x="87928" y="0"/>
                </a:lnTo>
                <a:lnTo>
                  <a:pt x="98920" y="0"/>
                </a:lnTo>
                <a:lnTo>
                  <a:pt x="109911" y="0"/>
                </a:lnTo>
                <a:lnTo>
                  <a:pt x="120902" y="0"/>
                </a:lnTo>
                <a:lnTo>
                  <a:pt x="131893" y="0"/>
                </a:lnTo>
                <a:lnTo>
                  <a:pt x="142884" y="0"/>
                </a:lnTo>
                <a:lnTo>
                  <a:pt x="153875" y="0"/>
                </a:lnTo>
                <a:lnTo>
                  <a:pt x="164866" y="0"/>
                </a:lnTo>
                <a:lnTo>
                  <a:pt x="175857" y="0"/>
                </a:lnTo>
                <a:lnTo>
                  <a:pt x="186849" y="0"/>
                </a:lnTo>
                <a:lnTo>
                  <a:pt x="197840" y="0"/>
                </a:lnTo>
                <a:lnTo>
                  <a:pt x="208831" y="0"/>
                </a:lnTo>
                <a:lnTo>
                  <a:pt x="219822" y="0"/>
                </a:lnTo>
                <a:lnTo>
                  <a:pt x="230813" y="0"/>
                </a:lnTo>
                <a:lnTo>
                  <a:pt x="241804" y="0"/>
                </a:lnTo>
                <a:lnTo>
                  <a:pt x="252795" y="0"/>
                </a:lnTo>
                <a:lnTo>
                  <a:pt x="263786" y="0"/>
                </a:lnTo>
                <a:lnTo>
                  <a:pt x="274777" y="0"/>
                </a:lnTo>
                <a:lnTo>
                  <a:pt x="285769" y="0"/>
                </a:lnTo>
                <a:lnTo>
                  <a:pt x="296760" y="0"/>
                </a:lnTo>
                <a:lnTo>
                  <a:pt x="307751" y="0"/>
                </a:lnTo>
                <a:lnTo>
                  <a:pt x="318742" y="0"/>
                </a:lnTo>
                <a:lnTo>
                  <a:pt x="329733" y="0"/>
                </a:lnTo>
                <a:lnTo>
                  <a:pt x="340724" y="0"/>
                </a:lnTo>
                <a:lnTo>
                  <a:pt x="351715" y="0"/>
                </a:lnTo>
                <a:lnTo>
                  <a:pt x="362706" y="0"/>
                </a:lnTo>
                <a:lnTo>
                  <a:pt x="373698" y="0"/>
                </a:lnTo>
                <a:lnTo>
                  <a:pt x="384689" y="0"/>
                </a:lnTo>
                <a:lnTo>
                  <a:pt x="395680" y="0"/>
                </a:lnTo>
                <a:lnTo>
                  <a:pt x="406671" y="0"/>
                </a:lnTo>
                <a:lnTo>
                  <a:pt x="417662" y="0"/>
                </a:lnTo>
                <a:lnTo>
                  <a:pt x="428653" y="0"/>
                </a:lnTo>
                <a:lnTo>
                  <a:pt x="439644" y="0"/>
                </a:lnTo>
                <a:lnTo>
                  <a:pt x="450635" y="0"/>
                </a:lnTo>
                <a:lnTo>
                  <a:pt x="461626" y="0"/>
                </a:lnTo>
                <a:lnTo>
                  <a:pt x="472618" y="0"/>
                </a:lnTo>
                <a:lnTo>
                  <a:pt x="483609" y="0"/>
                </a:lnTo>
                <a:lnTo>
                  <a:pt x="494600" y="0"/>
                </a:lnTo>
                <a:lnTo>
                  <a:pt x="505591" y="0"/>
                </a:lnTo>
                <a:lnTo>
                  <a:pt x="516582" y="0"/>
                </a:lnTo>
                <a:lnTo>
                  <a:pt x="527573" y="0"/>
                </a:lnTo>
                <a:lnTo>
                  <a:pt x="538564" y="0"/>
                </a:lnTo>
                <a:lnTo>
                  <a:pt x="549555" y="0"/>
                </a:lnTo>
                <a:lnTo>
                  <a:pt x="560547" y="0"/>
                </a:lnTo>
                <a:lnTo>
                  <a:pt x="571538" y="0"/>
                </a:lnTo>
                <a:lnTo>
                  <a:pt x="582529" y="0"/>
                </a:lnTo>
                <a:lnTo>
                  <a:pt x="593520" y="0"/>
                </a:lnTo>
                <a:lnTo>
                  <a:pt x="604511" y="0"/>
                </a:lnTo>
                <a:lnTo>
                  <a:pt x="615502" y="0"/>
                </a:lnTo>
                <a:lnTo>
                  <a:pt x="626493" y="0"/>
                </a:lnTo>
                <a:lnTo>
                  <a:pt x="637484" y="0"/>
                </a:lnTo>
                <a:lnTo>
                  <a:pt x="648475" y="0"/>
                </a:lnTo>
                <a:lnTo>
                  <a:pt x="659467" y="0"/>
                </a:lnTo>
                <a:lnTo>
                  <a:pt x="670458" y="0"/>
                </a:lnTo>
                <a:lnTo>
                  <a:pt x="681449" y="0"/>
                </a:lnTo>
                <a:lnTo>
                  <a:pt x="692440" y="0"/>
                </a:lnTo>
                <a:lnTo>
                  <a:pt x="703431" y="0"/>
                </a:lnTo>
                <a:lnTo>
                  <a:pt x="714422" y="0"/>
                </a:lnTo>
                <a:lnTo>
                  <a:pt x="725413" y="0"/>
                </a:lnTo>
                <a:lnTo>
                  <a:pt x="736404" y="0"/>
                </a:lnTo>
                <a:lnTo>
                  <a:pt x="747396" y="0"/>
                </a:lnTo>
                <a:lnTo>
                  <a:pt x="758387" y="0"/>
                </a:lnTo>
                <a:lnTo>
                  <a:pt x="769378" y="0"/>
                </a:lnTo>
                <a:lnTo>
                  <a:pt x="780369" y="0"/>
                </a:lnTo>
                <a:lnTo>
                  <a:pt x="791360" y="0"/>
                </a:lnTo>
                <a:lnTo>
                  <a:pt x="802351" y="0"/>
                </a:lnTo>
                <a:lnTo>
                  <a:pt x="813342" y="0"/>
                </a:lnTo>
                <a:lnTo>
                  <a:pt x="824333" y="0"/>
                </a:lnTo>
                <a:lnTo>
                  <a:pt x="835325" y="0"/>
                </a:lnTo>
                <a:lnTo>
                  <a:pt x="846316" y="0"/>
                </a:lnTo>
                <a:lnTo>
                  <a:pt x="857307" y="0"/>
                </a:lnTo>
                <a:lnTo>
                  <a:pt x="868298" y="0"/>
                </a:lnTo>
                <a:lnTo>
                  <a:pt x="879289" y="0"/>
                </a:lnTo>
                <a:lnTo>
                  <a:pt x="890280" y="0"/>
                </a:lnTo>
                <a:lnTo>
                  <a:pt x="901271" y="0"/>
                </a:lnTo>
                <a:lnTo>
                  <a:pt x="912262" y="0"/>
                </a:lnTo>
                <a:lnTo>
                  <a:pt x="923253" y="0"/>
                </a:lnTo>
                <a:lnTo>
                  <a:pt x="934245" y="0"/>
                </a:lnTo>
                <a:lnTo>
                  <a:pt x="945236" y="0"/>
                </a:lnTo>
                <a:lnTo>
                  <a:pt x="956227" y="0"/>
                </a:lnTo>
                <a:lnTo>
                  <a:pt x="967218" y="0"/>
                </a:lnTo>
                <a:lnTo>
                  <a:pt x="978209" y="0"/>
                </a:lnTo>
                <a:lnTo>
                  <a:pt x="989200" y="0"/>
                </a:lnTo>
                <a:lnTo>
                  <a:pt x="1000191" y="0"/>
                </a:lnTo>
                <a:lnTo>
                  <a:pt x="1011182" y="0"/>
                </a:lnTo>
                <a:lnTo>
                  <a:pt x="1022174" y="0"/>
                </a:lnTo>
                <a:lnTo>
                  <a:pt x="1033165" y="0"/>
                </a:lnTo>
                <a:lnTo>
                  <a:pt x="1044156" y="0"/>
                </a:lnTo>
                <a:lnTo>
                  <a:pt x="1055147" y="0"/>
                </a:lnTo>
                <a:lnTo>
                  <a:pt x="1066138" y="0"/>
                </a:lnTo>
                <a:lnTo>
                  <a:pt x="1077129" y="0"/>
                </a:lnTo>
                <a:lnTo>
                  <a:pt x="1088120" y="0"/>
                </a:lnTo>
                <a:lnTo>
                  <a:pt x="1099111" y="0"/>
                </a:lnTo>
                <a:lnTo>
                  <a:pt x="1110102" y="0"/>
                </a:lnTo>
                <a:lnTo>
                  <a:pt x="1121094" y="0"/>
                </a:lnTo>
                <a:lnTo>
                  <a:pt x="1132085" y="0"/>
                </a:lnTo>
                <a:lnTo>
                  <a:pt x="1143076" y="0"/>
                </a:lnTo>
                <a:lnTo>
                  <a:pt x="1154067" y="0"/>
                </a:lnTo>
                <a:lnTo>
                  <a:pt x="1165058" y="0"/>
                </a:lnTo>
                <a:lnTo>
                  <a:pt x="1176049" y="0"/>
                </a:lnTo>
                <a:lnTo>
                  <a:pt x="1187040" y="0"/>
                </a:lnTo>
                <a:lnTo>
                  <a:pt x="1198031" y="0"/>
                </a:lnTo>
                <a:lnTo>
                  <a:pt x="1209023" y="0"/>
                </a:lnTo>
                <a:lnTo>
                  <a:pt x="1220014" y="0"/>
                </a:lnTo>
                <a:lnTo>
                  <a:pt x="1231005" y="0"/>
                </a:lnTo>
                <a:lnTo>
                  <a:pt x="1241996" y="0"/>
                </a:lnTo>
                <a:lnTo>
                  <a:pt x="1252987" y="0"/>
                </a:lnTo>
                <a:lnTo>
                  <a:pt x="1263978" y="0"/>
                </a:lnTo>
                <a:lnTo>
                  <a:pt x="1274969" y="0"/>
                </a:lnTo>
                <a:lnTo>
                  <a:pt x="1285960" y="0"/>
                </a:lnTo>
                <a:lnTo>
                  <a:pt x="1296951" y="0"/>
                </a:lnTo>
                <a:lnTo>
                  <a:pt x="1307943" y="0"/>
                </a:lnTo>
                <a:lnTo>
                  <a:pt x="1318934" y="0"/>
                </a:lnTo>
                <a:lnTo>
                  <a:pt x="1329925" y="0"/>
                </a:lnTo>
                <a:lnTo>
                  <a:pt x="1340916" y="0"/>
                </a:lnTo>
                <a:lnTo>
                  <a:pt x="1351907" y="0"/>
                </a:lnTo>
                <a:lnTo>
                  <a:pt x="1362898" y="0"/>
                </a:lnTo>
                <a:lnTo>
                  <a:pt x="1373889" y="0"/>
                </a:lnTo>
                <a:lnTo>
                  <a:pt x="1384880" y="0"/>
                </a:lnTo>
                <a:lnTo>
                  <a:pt x="1395872" y="0"/>
                </a:lnTo>
                <a:lnTo>
                  <a:pt x="1406863" y="0"/>
                </a:lnTo>
                <a:lnTo>
                  <a:pt x="1417854" y="0"/>
                </a:lnTo>
                <a:lnTo>
                  <a:pt x="1428845" y="0"/>
                </a:lnTo>
                <a:lnTo>
                  <a:pt x="1439836" y="0"/>
                </a:lnTo>
                <a:lnTo>
                  <a:pt x="1450827" y="0"/>
                </a:lnTo>
                <a:lnTo>
                  <a:pt x="1461818" y="0"/>
                </a:lnTo>
                <a:lnTo>
                  <a:pt x="1472809" y="0"/>
                </a:lnTo>
                <a:lnTo>
                  <a:pt x="1483801" y="0"/>
                </a:lnTo>
                <a:lnTo>
                  <a:pt x="1494792" y="0"/>
                </a:lnTo>
                <a:lnTo>
                  <a:pt x="1505783" y="0"/>
                </a:lnTo>
                <a:lnTo>
                  <a:pt x="1516774" y="0"/>
                </a:lnTo>
                <a:lnTo>
                  <a:pt x="1527765" y="0"/>
                </a:lnTo>
                <a:lnTo>
                  <a:pt x="1538756" y="0"/>
                </a:lnTo>
                <a:lnTo>
                  <a:pt x="1549747" y="0"/>
                </a:lnTo>
                <a:lnTo>
                  <a:pt x="1560738" y="0"/>
                </a:lnTo>
                <a:lnTo>
                  <a:pt x="1571729" y="0"/>
                </a:lnTo>
                <a:lnTo>
                  <a:pt x="1582721" y="0"/>
                </a:lnTo>
                <a:lnTo>
                  <a:pt x="1593712" y="0"/>
                </a:lnTo>
                <a:lnTo>
                  <a:pt x="1604703" y="0"/>
                </a:lnTo>
                <a:lnTo>
                  <a:pt x="1615694" y="0"/>
                </a:lnTo>
                <a:lnTo>
                  <a:pt x="1626685" y="0"/>
                </a:lnTo>
                <a:lnTo>
                  <a:pt x="1637676" y="0"/>
                </a:lnTo>
                <a:lnTo>
                  <a:pt x="1648667" y="2926080"/>
                </a:lnTo>
                <a:lnTo>
                  <a:pt x="1659658" y="2926080"/>
                </a:lnTo>
                <a:lnTo>
                  <a:pt x="1670650" y="2926080"/>
                </a:lnTo>
                <a:lnTo>
                  <a:pt x="1681641" y="2926080"/>
                </a:lnTo>
                <a:lnTo>
                  <a:pt x="1692632" y="2926080"/>
                </a:lnTo>
                <a:lnTo>
                  <a:pt x="1703623" y="2926080"/>
                </a:lnTo>
                <a:lnTo>
                  <a:pt x="1714614" y="2926080"/>
                </a:lnTo>
                <a:lnTo>
                  <a:pt x="1725605" y="2926080"/>
                </a:lnTo>
                <a:lnTo>
                  <a:pt x="1736596" y="2926080"/>
                </a:lnTo>
                <a:lnTo>
                  <a:pt x="1747587" y="2926080"/>
                </a:lnTo>
                <a:lnTo>
                  <a:pt x="1758578" y="2926080"/>
                </a:lnTo>
                <a:lnTo>
                  <a:pt x="1769570" y="2926080"/>
                </a:lnTo>
                <a:lnTo>
                  <a:pt x="1780561" y="2926080"/>
                </a:lnTo>
                <a:lnTo>
                  <a:pt x="1791552" y="2926080"/>
                </a:lnTo>
                <a:lnTo>
                  <a:pt x="1802543" y="2926080"/>
                </a:lnTo>
                <a:lnTo>
                  <a:pt x="1813534" y="2926080"/>
                </a:lnTo>
                <a:lnTo>
                  <a:pt x="1824525" y="2926080"/>
                </a:lnTo>
                <a:lnTo>
                  <a:pt x="1835516" y="2926080"/>
                </a:lnTo>
                <a:lnTo>
                  <a:pt x="1846507" y="2926080"/>
                </a:lnTo>
                <a:lnTo>
                  <a:pt x="1857499" y="2926080"/>
                </a:lnTo>
                <a:lnTo>
                  <a:pt x="1868490" y="2926080"/>
                </a:lnTo>
                <a:lnTo>
                  <a:pt x="1879481" y="2926080"/>
                </a:lnTo>
                <a:lnTo>
                  <a:pt x="1890472" y="2926080"/>
                </a:lnTo>
                <a:lnTo>
                  <a:pt x="1901463" y="2926080"/>
                </a:lnTo>
                <a:lnTo>
                  <a:pt x="1912454" y="2926080"/>
                </a:lnTo>
                <a:lnTo>
                  <a:pt x="1923445" y="2926080"/>
                </a:lnTo>
                <a:lnTo>
                  <a:pt x="1934436" y="2926080"/>
                </a:lnTo>
                <a:lnTo>
                  <a:pt x="1945427" y="2926080"/>
                </a:lnTo>
                <a:lnTo>
                  <a:pt x="1956419" y="2926080"/>
                </a:lnTo>
                <a:lnTo>
                  <a:pt x="1967410" y="2926080"/>
                </a:lnTo>
                <a:lnTo>
                  <a:pt x="1978401" y="2926080"/>
                </a:lnTo>
                <a:lnTo>
                  <a:pt x="1989392" y="2926080"/>
                </a:lnTo>
                <a:lnTo>
                  <a:pt x="2000383" y="2926080"/>
                </a:lnTo>
                <a:lnTo>
                  <a:pt x="2011374" y="2926080"/>
                </a:lnTo>
                <a:lnTo>
                  <a:pt x="2022365" y="2926080"/>
                </a:lnTo>
                <a:lnTo>
                  <a:pt x="2033356" y="2926080"/>
                </a:lnTo>
                <a:lnTo>
                  <a:pt x="2044348" y="2926080"/>
                </a:lnTo>
                <a:lnTo>
                  <a:pt x="2055339" y="2926080"/>
                </a:lnTo>
                <a:lnTo>
                  <a:pt x="2066330" y="2926080"/>
                </a:lnTo>
                <a:lnTo>
                  <a:pt x="2077321" y="2926080"/>
                </a:lnTo>
                <a:lnTo>
                  <a:pt x="2088312" y="2926080"/>
                </a:lnTo>
                <a:lnTo>
                  <a:pt x="2099303" y="2926080"/>
                </a:lnTo>
                <a:lnTo>
                  <a:pt x="2110294" y="2926080"/>
                </a:lnTo>
                <a:lnTo>
                  <a:pt x="2121285" y="2926080"/>
                </a:lnTo>
                <a:lnTo>
                  <a:pt x="2132276" y="2926080"/>
                </a:lnTo>
                <a:lnTo>
                  <a:pt x="2143268" y="2926080"/>
                </a:lnTo>
                <a:lnTo>
                  <a:pt x="2154259" y="2926080"/>
                </a:lnTo>
                <a:lnTo>
                  <a:pt x="2165250" y="2926080"/>
                </a:lnTo>
                <a:lnTo>
                  <a:pt x="2176241" y="2926080"/>
                </a:lnTo>
                <a:lnTo>
                  <a:pt x="2187232" y="2926080"/>
                </a:lnTo>
                <a:lnTo>
                  <a:pt x="2198223" y="2926080"/>
                </a:lnTo>
                <a:lnTo>
                  <a:pt x="2209214" y="2926080"/>
                </a:lnTo>
                <a:lnTo>
                  <a:pt x="2220205" y="2926080"/>
                </a:lnTo>
                <a:lnTo>
                  <a:pt x="2231197" y="2926080"/>
                </a:lnTo>
                <a:lnTo>
                  <a:pt x="2242188" y="2926080"/>
                </a:lnTo>
                <a:lnTo>
                  <a:pt x="2253179" y="2926080"/>
                </a:lnTo>
                <a:lnTo>
                  <a:pt x="2264170" y="2926080"/>
                </a:lnTo>
                <a:lnTo>
                  <a:pt x="2275161" y="2926080"/>
                </a:lnTo>
                <a:lnTo>
                  <a:pt x="2286152" y="2926080"/>
                </a:lnTo>
                <a:lnTo>
                  <a:pt x="2297143" y="2926080"/>
                </a:lnTo>
                <a:lnTo>
                  <a:pt x="2308134" y="2926080"/>
                </a:lnTo>
                <a:lnTo>
                  <a:pt x="2319126" y="2926080"/>
                </a:lnTo>
                <a:lnTo>
                  <a:pt x="2330117" y="2926080"/>
                </a:lnTo>
                <a:lnTo>
                  <a:pt x="2341108" y="2926080"/>
                </a:lnTo>
                <a:lnTo>
                  <a:pt x="2352099" y="2926080"/>
                </a:lnTo>
                <a:lnTo>
                  <a:pt x="2363090" y="2926080"/>
                </a:lnTo>
                <a:lnTo>
                  <a:pt x="2374081" y="2926080"/>
                </a:lnTo>
                <a:lnTo>
                  <a:pt x="2385072" y="2926080"/>
                </a:lnTo>
                <a:lnTo>
                  <a:pt x="2396063" y="2926080"/>
                </a:lnTo>
                <a:lnTo>
                  <a:pt x="2407054" y="2926080"/>
                </a:lnTo>
                <a:lnTo>
                  <a:pt x="2418046" y="2926080"/>
                </a:lnTo>
                <a:lnTo>
                  <a:pt x="2429037" y="2926080"/>
                </a:lnTo>
                <a:lnTo>
                  <a:pt x="2440028" y="2926080"/>
                </a:lnTo>
                <a:lnTo>
                  <a:pt x="2451019" y="2926080"/>
                </a:lnTo>
                <a:lnTo>
                  <a:pt x="2462010" y="2926080"/>
                </a:lnTo>
                <a:lnTo>
                  <a:pt x="2473001" y="2926080"/>
                </a:lnTo>
                <a:lnTo>
                  <a:pt x="2483992" y="2926080"/>
                </a:lnTo>
                <a:lnTo>
                  <a:pt x="2494983" y="2926080"/>
                </a:lnTo>
                <a:lnTo>
                  <a:pt x="2505975" y="2926080"/>
                </a:lnTo>
                <a:lnTo>
                  <a:pt x="2516966" y="2926080"/>
                </a:lnTo>
                <a:lnTo>
                  <a:pt x="2527957" y="2926080"/>
                </a:lnTo>
                <a:lnTo>
                  <a:pt x="2538948" y="2926080"/>
                </a:lnTo>
                <a:lnTo>
                  <a:pt x="2549939" y="2926080"/>
                </a:lnTo>
                <a:lnTo>
                  <a:pt x="2560930" y="2926080"/>
                </a:lnTo>
                <a:lnTo>
                  <a:pt x="2571921" y="2926080"/>
                </a:lnTo>
                <a:lnTo>
                  <a:pt x="2582912" y="2926080"/>
                </a:lnTo>
                <a:lnTo>
                  <a:pt x="2593903" y="2926080"/>
                </a:lnTo>
                <a:lnTo>
                  <a:pt x="2604895" y="2926080"/>
                </a:lnTo>
                <a:lnTo>
                  <a:pt x="2615886" y="2926080"/>
                </a:lnTo>
                <a:lnTo>
                  <a:pt x="2626877" y="2926080"/>
                </a:lnTo>
                <a:lnTo>
                  <a:pt x="2637868" y="2926080"/>
                </a:lnTo>
                <a:lnTo>
                  <a:pt x="2648859" y="2926080"/>
                </a:lnTo>
                <a:lnTo>
                  <a:pt x="2659850" y="2926080"/>
                </a:lnTo>
                <a:lnTo>
                  <a:pt x="2670841" y="2926080"/>
                </a:lnTo>
                <a:lnTo>
                  <a:pt x="2681832" y="2926080"/>
                </a:lnTo>
                <a:lnTo>
                  <a:pt x="2692824" y="2926080"/>
                </a:lnTo>
                <a:lnTo>
                  <a:pt x="2703815" y="2926080"/>
                </a:lnTo>
                <a:lnTo>
                  <a:pt x="2714806" y="2926080"/>
                </a:lnTo>
                <a:lnTo>
                  <a:pt x="2725797" y="2926080"/>
                </a:lnTo>
                <a:lnTo>
                  <a:pt x="2736788" y="2926080"/>
                </a:lnTo>
                <a:lnTo>
                  <a:pt x="2747779" y="2926080"/>
                </a:lnTo>
                <a:lnTo>
                  <a:pt x="2758770" y="2926080"/>
                </a:lnTo>
                <a:lnTo>
                  <a:pt x="2769761" y="2926080"/>
                </a:lnTo>
                <a:lnTo>
                  <a:pt x="2780752" y="2926080"/>
                </a:lnTo>
                <a:lnTo>
                  <a:pt x="2791744" y="2926080"/>
                </a:lnTo>
                <a:lnTo>
                  <a:pt x="2802735" y="2926080"/>
                </a:lnTo>
                <a:lnTo>
                  <a:pt x="2813726" y="2926080"/>
                </a:lnTo>
                <a:lnTo>
                  <a:pt x="2824717" y="2926080"/>
                </a:lnTo>
                <a:lnTo>
                  <a:pt x="2835708" y="2926080"/>
                </a:lnTo>
                <a:lnTo>
                  <a:pt x="2846699" y="2926080"/>
                </a:lnTo>
                <a:lnTo>
                  <a:pt x="2857690" y="2926080"/>
                </a:lnTo>
                <a:lnTo>
                  <a:pt x="2868681" y="2926080"/>
                </a:lnTo>
                <a:lnTo>
                  <a:pt x="2879673" y="2926080"/>
                </a:lnTo>
                <a:lnTo>
                  <a:pt x="2890664" y="2926080"/>
                </a:lnTo>
                <a:lnTo>
                  <a:pt x="2901655" y="2926080"/>
                </a:lnTo>
                <a:lnTo>
                  <a:pt x="2912646" y="2926080"/>
                </a:lnTo>
                <a:lnTo>
                  <a:pt x="2923637" y="2926080"/>
                </a:lnTo>
                <a:lnTo>
                  <a:pt x="2934628" y="2926080"/>
                </a:lnTo>
                <a:lnTo>
                  <a:pt x="2945619" y="2926080"/>
                </a:lnTo>
                <a:lnTo>
                  <a:pt x="2956610" y="2926080"/>
                </a:lnTo>
                <a:lnTo>
                  <a:pt x="2967602" y="2926080"/>
                </a:lnTo>
                <a:lnTo>
                  <a:pt x="2978593" y="2926080"/>
                </a:lnTo>
                <a:lnTo>
                  <a:pt x="2989584" y="2926080"/>
                </a:lnTo>
                <a:lnTo>
                  <a:pt x="3000575" y="2926080"/>
                </a:lnTo>
                <a:lnTo>
                  <a:pt x="3011566" y="2926080"/>
                </a:lnTo>
                <a:lnTo>
                  <a:pt x="3022557" y="2926080"/>
                </a:lnTo>
                <a:lnTo>
                  <a:pt x="3033548" y="2926080"/>
                </a:lnTo>
                <a:lnTo>
                  <a:pt x="3044539" y="2926080"/>
                </a:lnTo>
                <a:lnTo>
                  <a:pt x="3055530" y="2926080"/>
                </a:lnTo>
                <a:lnTo>
                  <a:pt x="3066522" y="2926080"/>
                </a:lnTo>
                <a:lnTo>
                  <a:pt x="3077513" y="2926080"/>
                </a:lnTo>
                <a:lnTo>
                  <a:pt x="3088504" y="2926080"/>
                </a:lnTo>
                <a:lnTo>
                  <a:pt x="3099495" y="2926080"/>
                </a:lnTo>
                <a:lnTo>
                  <a:pt x="3110486" y="2926080"/>
                </a:lnTo>
                <a:lnTo>
                  <a:pt x="3121477" y="2926080"/>
                </a:lnTo>
                <a:lnTo>
                  <a:pt x="3132468" y="2926080"/>
                </a:lnTo>
                <a:lnTo>
                  <a:pt x="3143459" y="2926080"/>
                </a:lnTo>
                <a:lnTo>
                  <a:pt x="3154451" y="2926080"/>
                </a:lnTo>
                <a:lnTo>
                  <a:pt x="3165442" y="2926080"/>
                </a:lnTo>
                <a:lnTo>
                  <a:pt x="3176433" y="2926080"/>
                </a:lnTo>
                <a:lnTo>
                  <a:pt x="3187424" y="2926080"/>
                </a:lnTo>
                <a:lnTo>
                  <a:pt x="3198415" y="2926080"/>
                </a:lnTo>
                <a:lnTo>
                  <a:pt x="3209406" y="2926080"/>
                </a:lnTo>
                <a:lnTo>
                  <a:pt x="3220397" y="2926080"/>
                </a:lnTo>
                <a:lnTo>
                  <a:pt x="3231388" y="2926080"/>
                </a:lnTo>
                <a:lnTo>
                  <a:pt x="3242379" y="2926080"/>
                </a:lnTo>
                <a:lnTo>
                  <a:pt x="3253371" y="2926080"/>
                </a:lnTo>
                <a:lnTo>
                  <a:pt x="3264362" y="2926080"/>
                </a:lnTo>
                <a:lnTo>
                  <a:pt x="3275353" y="2926080"/>
                </a:lnTo>
                <a:lnTo>
                  <a:pt x="3286344" y="2926080"/>
                </a:lnTo>
                <a:lnTo>
                  <a:pt x="3297335" y="2926080"/>
                </a:lnTo>
                <a:lnTo>
                  <a:pt x="3308326" y="2926080"/>
                </a:lnTo>
                <a:lnTo>
                  <a:pt x="3319317" y="2926080"/>
                </a:lnTo>
                <a:lnTo>
                  <a:pt x="3330308" y="2926080"/>
                </a:lnTo>
                <a:lnTo>
                  <a:pt x="3341300" y="2926080"/>
                </a:lnTo>
                <a:lnTo>
                  <a:pt x="3352291" y="2926080"/>
                </a:lnTo>
                <a:lnTo>
                  <a:pt x="3363282" y="2926080"/>
                </a:lnTo>
                <a:lnTo>
                  <a:pt x="3374273" y="2926080"/>
                </a:lnTo>
                <a:lnTo>
                  <a:pt x="3385264" y="2926080"/>
                </a:lnTo>
                <a:lnTo>
                  <a:pt x="3396255" y="2926080"/>
                </a:lnTo>
                <a:lnTo>
                  <a:pt x="3407246" y="2926080"/>
                </a:lnTo>
                <a:lnTo>
                  <a:pt x="3418237" y="2926080"/>
                </a:lnTo>
                <a:lnTo>
                  <a:pt x="3429228" y="2926080"/>
                </a:lnTo>
                <a:lnTo>
                  <a:pt x="3440220" y="2926080"/>
                </a:lnTo>
                <a:lnTo>
                  <a:pt x="3451211" y="2926080"/>
                </a:lnTo>
                <a:lnTo>
                  <a:pt x="3462202" y="2926080"/>
                </a:lnTo>
                <a:lnTo>
                  <a:pt x="3473193" y="2926080"/>
                </a:lnTo>
                <a:lnTo>
                  <a:pt x="3484184" y="2926080"/>
                </a:lnTo>
                <a:lnTo>
                  <a:pt x="3495175" y="2926080"/>
                </a:lnTo>
                <a:lnTo>
                  <a:pt x="3506166" y="2926080"/>
                </a:lnTo>
                <a:lnTo>
                  <a:pt x="3517157" y="2926080"/>
                </a:lnTo>
                <a:lnTo>
                  <a:pt x="3528149" y="2926080"/>
                </a:lnTo>
                <a:lnTo>
                  <a:pt x="3539140" y="2926080"/>
                </a:lnTo>
                <a:lnTo>
                  <a:pt x="3550131" y="2926080"/>
                </a:lnTo>
                <a:lnTo>
                  <a:pt x="3561122" y="2926080"/>
                </a:lnTo>
                <a:lnTo>
                  <a:pt x="3572113" y="2926080"/>
                </a:lnTo>
                <a:lnTo>
                  <a:pt x="3583104" y="2926080"/>
                </a:lnTo>
                <a:lnTo>
                  <a:pt x="3594095" y="2926080"/>
                </a:lnTo>
                <a:lnTo>
                  <a:pt x="3605086" y="2926080"/>
                </a:lnTo>
                <a:lnTo>
                  <a:pt x="3616077" y="2926080"/>
                </a:lnTo>
                <a:lnTo>
                  <a:pt x="3627069" y="2926080"/>
                </a:lnTo>
                <a:lnTo>
                  <a:pt x="3638060" y="2926080"/>
                </a:lnTo>
                <a:lnTo>
                  <a:pt x="3649051" y="2926080"/>
                </a:lnTo>
                <a:lnTo>
                  <a:pt x="3660042" y="2926080"/>
                </a:lnTo>
                <a:lnTo>
                  <a:pt x="3671033" y="2926080"/>
                </a:lnTo>
                <a:lnTo>
                  <a:pt x="3682024" y="2926080"/>
                </a:lnTo>
                <a:lnTo>
                  <a:pt x="3693015" y="2926080"/>
                </a:lnTo>
                <a:lnTo>
                  <a:pt x="3704006" y="2926080"/>
                </a:lnTo>
                <a:lnTo>
                  <a:pt x="3714998" y="2926080"/>
                </a:lnTo>
                <a:lnTo>
                  <a:pt x="3725989" y="2926080"/>
                </a:lnTo>
                <a:lnTo>
                  <a:pt x="3736980" y="2926080"/>
                </a:lnTo>
                <a:lnTo>
                  <a:pt x="3747971" y="2926080"/>
                </a:lnTo>
                <a:lnTo>
                  <a:pt x="3758962" y="2926080"/>
                </a:lnTo>
                <a:lnTo>
                  <a:pt x="3769953" y="2926080"/>
                </a:lnTo>
                <a:lnTo>
                  <a:pt x="3780944" y="2926080"/>
                </a:lnTo>
                <a:lnTo>
                  <a:pt x="3791935" y="2926080"/>
                </a:lnTo>
                <a:lnTo>
                  <a:pt x="3802927" y="2926080"/>
                </a:lnTo>
                <a:lnTo>
                  <a:pt x="3813918" y="2926080"/>
                </a:lnTo>
                <a:lnTo>
                  <a:pt x="3824909" y="2926080"/>
                </a:lnTo>
                <a:lnTo>
                  <a:pt x="3835900" y="2926080"/>
                </a:lnTo>
                <a:lnTo>
                  <a:pt x="3846891" y="2926080"/>
                </a:lnTo>
                <a:lnTo>
                  <a:pt x="3857882" y="2926080"/>
                </a:lnTo>
                <a:lnTo>
                  <a:pt x="3868873" y="2926080"/>
                </a:lnTo>
                <a:lnTo>
                  <a:pt x="3879864" y="2926080"/>
                </a:lnTo>
                <a:lnTo>
                  <a:pt x="3890855" y="2926080"/>
                </a:lnTo>
                <a:lnTo>
                  <a:pt x="3901847" y="2926080"/>
                </a:lnTo>
                <a:lnTo>
                  <a:pt x="3912838" y="2926080"/>
                </a:lnTo>
                <a:lnTo>
                  <a:pt x="3923829" y="2926080"/>
                </a:lnTo>
                <a:lnTo>
                  <a:pt x="3934820" y="2926080"/>
                </a:lnTo>
                <a:lnTo>
                  <a:pt x="3945811" y="2926080"/>
                </a:lnTo>
                <a:lnTo>
                  <a:pt x="3956802" y="2926080"/>
                </a:lnTo>
                <a:lnTo>
                  <a:pt x="3967793" y="2926080"/>
                </a:lnTo>
                <a:lnTo>
                  <a:pt x="3978784" y="2926080"/>
                </a:lnTo>
                <a:lnTo>
                  <a:pt x="3989776" y="2926080"/>
                </a:lnTo>
                <a:lnTo>
                  <a:pt x="4000767" y="2926080"/>
                </a:lnTo>
                <a:lnTo>
                  <a:pt x="4011758" y="2926080"/>
                </a:lnTo>
                <a:lnTo>
                  <a:pt x="4022749" y="2926080"/>
                </a:lnTo>
                <a:lnTo>
                  <a:pt x="4033740" y="2926080"/>
                </a:lnTo>
                <a:lnTo>
                  <a:pt x="4044731" y="2926080"/>
                </a:lnTo>
                <a:lnTo>
                  <a:pt x="4055722" y="2926080"/>
                </a:lnTo>
                <a:lnTo>
                  <a:pt x="4066713" y="2926080"/>
                </a:lnTo>
                <a:lnTo>
                  <a:pt x="4077704" y="2926080"/>
                </a:lnTo>
                <a:lnTo>
                  <a:pt x="4088696" y="2926080"/>
                </a:lnTo>
                <a:lnTo>
                  <a:pt x="4099687" y="2926080"/>
                </a:lnTo>
                <a:lnTo>
                  <a:pt x="4110678" y="2926080"/>
                </a:lnTo>
                <a:lnTo>
                  <a:pt x="4121669" y="2926080"/>
                </a:lnTo>
                <a:lnTo>
                  <a:pt x="4132660" y="2926080"/>
                </a:lnTo>
                <a:lnTo>
                  <a:pt x="4143651" y="2926080"/>
                </a:lnTo>
                <a:lnTo>
                  <a:pt x="4154642" y="2926080"/>
                </a:lnTo>
                <a:lnTo>
                  <a:pt x="4165633" y="2926080"/>
                </a:lnTo>
                <a:lnTo>
                  <a:pt x="4176625" y="2926080"/>
                </a:lnTo>
                <a:lnTo>
                  <a:pt x="4187616" y="2926080"/>
                </a:lnTo>
                <a:lnTo>
                  <a:pt x="4198607" y="2926080"/>
                </a:lnTo>
                <a:lnTo>
                  <a:pt x="4209598" y="2926080"/>
                </a:lnTo>
                <a:lnTo>
                  <a:pt x="4220589" y="2926080"/>
                </a:lnTo>
                <a:lnTo>
                  <a:pt x="4231580" y="2926080"/>
                </a:lnTo>
                <a:lnTo>
                  <a:pt x="4242571" y="2926080"/>
                </a:lnTo>
                <a:lnTo>
                  <a:pt x="4253562" y="2926080"/>
                </a:lnTo>
                <a:lnTo>
                  <a:pt x="4264553" y="2926080"/>
                </a:lnTo>
                <a:lnTo>
                  <a:pt x="4275545" y="2926080"/>
                </a:lnTo>
                <a:lnTo>
                  <a:pt x="4286536" y="2926080"/>
                </a:lnTo>
                <a:lnTo>
                  <a:pt x="4297527" y="2926080"/>
                </a:lnTo>
                <a:lnTo>
                  <a:pt x="4308518" y="2926080"/>
                </a:lnTo>
                <a:lnTo>
                  <a:pt x="4319509" y="2926080"/>
                </a:lnTo>
                <a:lnTo>
                  <a:pt x="4330500" y="2926080"/>
                </a:lnTo>
                <a:lnTo>
                  <a:pt x="4341491" y="2926080"/>
                </a:lnTo>
                <a:lnTo>
                  <a:pt x="4352482" y="2926080"/>
                </a:lnTo>
                <a:lnTo>
                  <a:pt x="4363474" y="2926080"/>
                </a:lnTo>
                <a:lnTo>
                  <a:pt x="4374465" y="2926080"/>
                </a:lnTo>
                <a:lnTo>
                  <a:pt x="4385456" y="2926080"/>
                </a:lnTo>
                <a:lnTo>
                  <a:pt x="4396447" y="2926080"/>
                </a:lnTo>
                <a:lnTo>
                  <a:pt x="4407438" y="2926080"/>
                </a:lnTo>
                <a:lnTo>
                  <a:pt x="4418429" y="2926080"/>
                </a:lnTo>
                <a:lnTo>
                  <a:pt x="4429420" y="2926080"/>
                </a:lnTo>
                <a:lnTo>
                  <a:pt x="4440411" y="2926080"/>
                </a:lnTo>
                <a:lnTo>
                  <a:pt x="4451403" y="2926080"/>
                </a:lnTo>
                <a:lnTo>
                  <a:pt x="4462394" y="2926080"/>
                </a:lnTo>
                <a:lnTo>
                  <a:pt x="4473385" y="2926080"/>
                </a:lnTo>
                <a:lnTo>
                  <a:pt x="4484376" y="2926080"/>
                </a:lnTo>
                <a:lnTo>
                  <a:pt x="4495367" y="2926080"/>
                </a:lnTo>
                <a:lnTo>
                  <a:pt x="4506358" y="2926080"/>
                </a:lnTo>
                <a:lnTo>
                  <a:pt x="4517349" y="2926080"/>
                </a:lnTo>
                <a:lnTo>
                  <a:pt x="4528340" y="2926080"/>
                </a:lnTo>
                <a:lnTo>
                  <a:pt x="4539331" y="2926080"/>
                </a:lnTo>
                <a:lnTo>
                  <a:pt x="4550323" y="2926080"/>
                </a:lnTo>
                <a:lnTo>
                  <a:pt x="4561314" y="2926080"/>
                </a:lnTo>
                <a:lnTo>
                  <a:pt x="4572305" y="2926080"/>
                </a:lnTo>
                <a:lnTo>
                  <a:pt x="4583296" y="2926080"/>
                </a:lnTo>
                <a:lnTo>
                  <a:pt x="4594287" y="2926080"/>
                </a:lnTo>
                <a:lnTo>
                  <a:pt x="4605278" y="2926080"/>
                </a:lnTo>
                <a:lnTo>
                  <a:pt x="4616269" y="2926080"/>
                </a:lnTo>
                <a:lnTo>
                  <a:pt x="4627260" y="2926080"/>
                </a:lnTo>
                <a:lnTo>
                  <a:pt x="4638252" y="2926080"/>
                </a:lnTo>
                <a:lnTo>
                  <a:pt x="4649243" y="2926080"/>
                </a:lnTo>
                <a:lnTo>
                  <a:pt x="4660234" y="2926080"/>
                </a:lnTo>
                <a:lnTo>
                  <a:pt x="4671225" y="2926080"/>
                </a:lnTo>
                <a:lnTo>
                  <a:pt x="4682216" y="2926080"/>
                </a:lnTo>
                <a:lnTo>
                  <a:pt x="4693207" y="2926080"/>
                </a:lnTo>
                <a:lnTo>
                  <a:pt x="4704198" y="2926080"/>
                </a:lnTo>
                <a:lnTo>
                  <a:pt x="4715189" y="2926080"/>
                </a:lnTo>
                <a:lnTo>
                  <a:pt x="4726180" y="2926080"/>
                </a:lnTo>
                <a:lnTo>
                  <a:pt x="4737172" y="2926080"/>
                </a:lnTo>
                <a:lnTo>
                  <a:pt x="4748163" y="2926080"/>
                </a:lnTo>
                <a:lnTo>
                  <a:pt x="4759154" y="2926080"/>
                </a:lnTo>
                <a:lnTo>
                  <a:pt x="4770145" y="2926080"/>
                </a:lnTo>
                <a:lnTo>
                  <a:pt x="4781136" y="2926080"/>
                </a:lnTo>
                <a:lnTo>
                  <a:pt x="4792127" y="2926080"/>
                </a:lnTo>
                <a:lnTo>
                  <a:pt x="4803118" y="2926080"/>
                </a:lnTo>
                <a:lnTo>
                  <a:pt x="4814109" y="2926080"/>
                </a:lnTo>
                <a:lnTo>
                  <a:pt x="4825101" y="2926080"/>
                </a:lnTo>
                <a:lnTo>
                  <a:pt x="4836092" y="2926080"/>
                </a:lnTo>
                <a:lnTo>
                  <a:pt x="4847083" y="2926080"/>
                </a:lnTo>
                <a:lnTo>
                  <a:pt x="4858074" y="2926080"/>
                </a:lnTo>
                <a:lnTo>
                  <a:pt x="4869065" y="2926080"/>
                </a:lnTo>
                <a:lnTo>
                  <a:pt x="4880056" y="2926080"/>
                </a:lnTo>
                <a:lnTo>
                  <a:pt x="4891047" y="2926080"/>
                </a:lnTo>
                <a:lnTo>
                  <a:pt x="4902038" y="2926080"/>
                </a:lnTo>
                <a:lnTo>
                  <a:pt x="4913029" y="2926080"/>
                </a:lnTo>
                <a:lnTo>
                  <a:pt x="4924021" y="2926080"/>
                </a:lnTo>
                <a:lnTo>
                  <a:pt x="4935012" y="2926080"/>
                </a:lnTo>
                <a:lnTo>
                  <a:pt x="4946003" y="2926080"/>
                </a:lnTo>
                <a:lnTo>
                  <a:pt x="4956994" y="2926080"/>
                </a:lnTo>
                <a:lnTo>
                  <a:pt x="4967985" y="2926080"/>
                </a:lnTo>
                <a:lnTo>
                  <a:pt x="4978976" y="2926080"/>
                </a:lnTo>
                <a:lnTo>
                  <a:pt x="4989967" y="2926080"/>
                </a:lnTo>
                <a:lnTo>
                  <a:pt x="5000958" y="2926080"/>
                </a:lnTo>
                <a:lnTo>
                  <a:pt x="5011950" y="2926080"/>
                </a:lnTo>
                <a:lnTo>
                  <a:pt x="5022941" y="2926080"/>
                </a:lnTo>
                <a:lnTo>
                  <a:pt x="5033932" y="2926080"/>
                </a:lnTo>
                <a:lnTo>
                  <a:pt x="5044923" y="2926080"/>
                </a:lnTo>
                <a:lnTo>
                  <a:pt x="5055914" y="2926080"/>
                </a:lnTo>
                <a:lnTo>
                  <a:pt x="5066905" y="2926080"/>
                </a:lnTo>
                <a:lnTo>
                  <a:pt x="5077896" y="2926080"/>
                </a:lnTo>
                <a:lnTo>
                  <a:pt x="5088887" y="2926080"/>
                </a:lnTo>
                <a:lnTo>
                  <a:pt x="5099878" y="2926080"/>
                </a:lnTo>
                <a:lnTo>
                  <a:pt x="5110870" y="2926080"/>
                </a:lnTo>
                <a:lnTo>
                  <a:pt x="5121861" y="2926080"/>
                </a:lnTo>
                <a:lnTo>
                  <a:pt x="5132852" y="2926080"/>
                </a:lnTo>
                <a:lnTo>
                  <a:pt x="5143843" y="2926080"/>
                </a:lnTo>
                <a:lnTo>
                  <a:pt x="5154834" y="2926080"/>
                </a:lnTo>
                <a:lnTo>
                  <a:pt x="5165825" y="2926080"/>
                </a:lnTo>
                <a:lnTo>
                  <a:pt x="5176816" y="2926080"/>
                </a:lnTo>
                <a:lnTo>
                  <a:pt x="5187807" y="2926080"/>
                </a:lnTo>
                <a:lnTo>
                  <a:pt x="5198799" y="2926080"/>
                </a:lnTo>
                <a:lnTo>
                  <a:pt x="5209790" y="2926080"/>
                </a:lnTo>
                <a:lnTo>
                  <a:pt x="5220781" y="2926080"/>
                </a:lnTo>
                <a:lnTo>
                  <a:pt x="5231772" y="2926080"/>
                </a:lnTo>
                <a:lnTo>
                  <a:pt x="5242763" y="2926080"/>
                </a:lnTo>
                <a:lnTo>
                  <a:pt x="5253754" y="2926080"/>
                </a:lnTo>
                <a:lnTo>
                  <a:pt x="5264745" y="2926080"/>
                </a:lnTo>
                <a:lnTo>
                  <a:pt x="5275736" y="2926080"/>
                </a:lnTo>
                <a:lnTo>
                  <a:pt x="5286728" y="2926080"/>
                </a:lnTo>
                <a:lnTo>
                  <a:pt x="5297719" y="2926080"/>
                </a:lnTo>
                <a:lnTo>
                  <a:pt x="5308710" y="2926080"/>
                </a:lnTo>
                <a:lnTo>
                  <a:pt x="5319701" y="2926080"/>
                </a:lnTo>
                <a:lnTo>
                  <a:pt x="5330692" y="2926080"/>
                </a:lnTo>
                <a:lnTo>
                  <a:pt x="5341683" y="2926080"/>
                </a:lnTo>
                <a:lnTo>
                  <a:pt x="5352674" y="2926080"/>
                </a:lnTo>
                <a:lnTo>
                  <a:pt x="5363665" y="2926080"/>
                </a:lnTo>
                <a:lnTo>
                  <a:pt x="5374656" y="2926080"/>
                </a:lnTo>
                <a:lnTo>
                  <a:pt x="5385648" y="2926080"/>
                </a:lnTo>
                <a:lnTo>
                  <a:pt x="5396639" y="2926080"/>
                </a:lnTo>
                <a:lnTo>
                  <a:pt x="5407630" y="2926080"/>
                </a:lnTo>
                <a:lnTo>
                  <a:pt x="5418621" y="2926080"/>
                </a:lnTo>
                <a:lnTo>
                  <a:pt x="5429612" y="2926080"/>
                </a:lnTo>
                <a:lnTo>
                  <a:pt x="5440603" y="2926080"/>
                </a:lnTo>
                <a:lnTo>
                  <a:pt x="5451594" y="2926080"/>
                </a:lnTo>
                <a:lnTo>
                  <a:pt x="5462585" y="2926080"/>
                </a:lnTo>
                <a:lnTo>
                  <a:pt x="5473577" y="2926080"/>
                </a:lnTo>
                <a:lnTo>
                  <a:pt x="5484568" y="2926080"/>
                </a:lnTo>
                <a:lnTo>
                  <a:pt x="5495559" y="2926080"/>
                </a:lnTo>
                <a:lnTo>
                  <a:pt x="5506550" y="2926080"/>
                </a:lnTo>
                <a:lnTo>
                  <a:pt x="5517541" y="2926080"/>
                </a:lnTo>
                <a:lnTo>
                  <a:pt x="5528532" y="2926080"/>
                </a:lnTo>
                <a:lnTo>
                  <a:pt x="5539523" y="2926080"/>
                </a:lnTo>
                <a:lnTo>
                  <a:pt x="5550514" y="2926080"/>
                </a:lnTo>
                <a:lnTo>
                  <a:pt x="5561505" y="2926080"/>
                </a:lnTo>
                <a:lnTo>
                  <a:pt x="5572497" y="2926080"/>
                </a:lnTo>
                <a:lnTo>
                  <a:pt x="5583488" y="2926080"/>
                </a:lnTo>
                <a:lnTo>
                  <a:pt x="5594479" y="2926080"/>
                </a:lnTo>
                <a:lnTo>
                  <a:pt x="5605470" y="2926080"/>
                </a:lnTo>
                <a:lnTo>
                  <a:pt x="5616461" y="2926080"/>
                </a:lnTo>
                <a:lnTo>
                  <a:pt x="5627452" y="2926080"/>
                </a:lnTo>
                <a:lnTo>
                  <a:pt x="5638443" y="2926080"/>
                </a:lnTo>
                <a:lnTo>
                  <a:pt x="5649434" y="2926080"/>
                </a:lnTo>
                <a:lnTo>
                  <a:pt x="5660426" y="2926080"/>
                </a:lnTo>
                <a:lnTo>
                  <a:pt x="5671417" y="2926080"/>
                </a:lnTo>
                <a:lnTo>
                  <a:pt x="5682408" y="2926080"/>
                </a:lnTo>
                <a:lnTo>
                  <a:pt x="5693399" y="2926080"/>
                </a:lnTo>
                <a:lnTo>
                  <a:pt x="5704390" y="2926080"/>
                </a:lnTo>
                <a:lnTo>
                  <a:pt x="5715381" y="2926080"/>
                </a:lnTo>
                <a:lnTo>
                  <a:pt x="5726372" y="2926080"/>
                </a:lnTo>
                <a:lnTo>
                  <a:pt x="5737363" y="2926080"/>
                </a:lnTo>
                <a:lnTo>
                  <a:pt x="5748354" y="2926080"/>
                </a:lnTo>
                <a:lnTo>
                  <a:pt x="5759346" y="2926080"/>
                </a:lnTo>
                <a:lnTo>
                  <a:pt x="5770337" y="2926080"/>
                </a:lnTo>
                <a:lnTo>
                  <a:pt x="5781328" y="2926080"/>
                </a:lnTo>
                <a:lnTo>
                  <a:pt x="5792319" y="2926080"/>
                </a:lnTo>
                <a:lnTo>
                  <a:pt x="5803310" y="2926080"/>
                </a:lnTo>
                <a:lnTo>
                  <a:pt x="5814301" y="2926080"/>
                </a:lnTo>
                <a:lnTo>
                  <a:pt x="5825292" y="2926080"/>
                </a:lnTo>
                <a:lnTo>
                  <a:pt x="5836283" y="2926080"/>
                </a:lnTo>
                <a:lnTo>
                  <a:pt x="5847275" y="2926080"/>
                </a:lnTo>
                <a:lnTo>
                  <a:pt x="5858266" y="2926080"/>
                </a:lnTo>
                <a:lnTo>
                  <a:pt x="5869257" y="2926080"/>
                </a:lnTo>
                <a:lnTo>
                  <a:pt x="5880248" y="2926080"/>
                </a:lnTo>
                <a:lnTo>
                  <a:pt x="5891239" y="2926080"/>
                </a:lnTo>
                <a:lnTo>
                  <a:pt x="5902230" y="2926080"/>
                </a:lnTo>
                <a:lnTo>
                  <a:pt x="5913221" y="2926080"/>
                </a:lnTo>
                <a:lnTo>
                  <a:pt x="5924212" y="2926080"/>
                </a:lnTo>
                <a:lnTo>
                  <a:pt x="5935204" y="2926080"/>
                </a:lnTo>
                <a:lnTo>
                  <a:pt x="5946195" y="2926080"/>
                </a:lnTo>
                <a:lnTo>
                  <a:pt x="5957186" y="2926080"/>
                </a:lnTo>
                <a:lnTo>
                  <a:pt x="5968177" y="2926080"/>
                </a:lnTo>
                <a:lnTo>
                  <a:pt x="5979168" y="2926080"/>
                </a:lnTo>
                <a:lnTo>
                  <a:pt x="5990159" y="2926080"/>
                </a:lnTo>
                <a:lnTo>
                  <a:pt x="6001150" y="2926080"/>
                </a:lnTo>
                <a:lnTo>
                  <a:pt x="6012141" y="2926080"/>
                </a:lnTo>
                <a:lnTo>
                  <a:pt x="6023132" y="2926080"/>
                </a:lnTo>
                <a:lnTo>
                  <a:pt x="6034124" y="2926080"/>
                </a:lnTo>
                <a:lnTo>
                  <a:pt x="6045115" y="2926080"/>
                </a:lnTo>
                <a:lnTo>
                  <a:pt x="6056106" y="2926080"/>
                </a:lnTo>
                <a:lnTo>
                  <a:pt x="6067097" y="2926080"/>
                </a:lnTo>
                <a:lnTo>
                  <a:pt x="6078088" y="2926080"/>
                </a:lnTo>
                <a:lnTo>
                  <a:pt x="6089079" y="2926080"/>
                </a:lnTo>
                <a:lnTo>
                  <a:pt x="6100070" y="2926080"/>
                </a:lnTo>
                <a:lnTo>
                  <a:pt x="6111061" y="2926080"/>
                </a:lnTo>
                <a:lnTo>
                  <a:pt x="6122053" y="2926080"/>
                </a:lnTo>
                <a:lnTo>
                  <a:pt x="6133044" y="2926080"/>
                </a:lnTo>
                <a:lnTo>
                  <a:pt x="6144035" y="2926080"/>
                </a:lnTo>
                <a:lnTo>
                  <a:pt x="6155026" y="2926080"/>
                </a:lnTo>
                <a:lnTo>
                  <a:pt x="6166017" y="2926080"/>
                </a:lnTo>
                <a:lnTo>
                  <a:pt x="6177008" y="2926080"/>
                </a:lnTo>
                <a:lnTo>
                  <a:pt x="6187999" y="2926080"/>
                </a:lnTo>
                <a:lnTo>
                  <a:pt x="6198990" y="2926080"/>
                </a:lnTo>
                <a:lnTo>
                  <a:pt x="6209981" y="2926080"/>
                </a:lnTo>
                <a:lnTo>
                  <a:pt x="6220973" y="2926080"/>
                </a:lnTo>
                <a:lnTo>
                  <a:pt x="6231964" y="2926080"/>
                </a:lnTo>
                <a:lnTo>
                  <a:pt x="6242955" y="2926080"/>
                </a:lnTo>
                <a:lnTo>
                  <a:pt x="6253946" y="2926080"/>
                </a:lnTo>
                <a:lnTo>
                  <a:pt x="6264937" y="2926080"/>
                </a:lnTo>
                <a:lnTo>
                  <a:pt x="6275928" y="2926080"/>
                </a:lnTo>
                <a:lnTo>
                  <a:pt x="6286919" y="2926080"/>
                </a:lnTo>
                <a:lnTo>
                  <a:pt x="6297910" y="2926080"/>
                </a:lnTo>
                <a:lnTo>
                  <a:pt x="6308902" y="2926080"/>
                </a:lnTo>
                <a:lnTo>
                  <a:pt x="6319893" y="2926080"/>
                </a:lnTo>
                <a:lnTo>
                  <a:pt x="6330884" y="2926080"/>
                </a:lnTo>
                <a:lnTo>
                  <a:pt x="6341875" y="2926080"/>
                </a:lnTo>
                <a:lnTo>
                  <a:pt x="6352866" y="2926080"/>
                </a:lnTo>
                <a:lnTo>
                  <a:pt x="6363857" y="2926080"/>
                </a:lnTo>
                <a:lnTo>
                  <a:pt x="6374848" y="2926080"/>
                </a:lnTo>
                <a:lnTo>
                  <a:pt x="6385839" y="2926080"/>
                </a:lnTo>
                <a:lnTo>
                  <a:pt x="6396830" y="2926080"/>
                </a:lnTo>
                <a:lnTo>
                  <a:pt x="6407822" y="2926080"/>
                </a:lnTo>
                <a:lnTo>
                  <a:pt x="6418813" y="2926080"/>
                </a:lnTo>
                <a:lnTo>
                  <a:pt x="6429804" y="2926080"/>
                </a:lnTo>
                <a:lnTo>
                  <a:pt x="6440795" y="2926080"/>
                </a:lnTo>
                <a:lnTo>
                  <a:pt x="6451786" y="2926080"/>
                </a:lnTo>
                <a:lnTo>
                  <a:pt x="6462777" y="2926080"/>
                </a:lnTo>
                <a:lnTo>
                  <a:pt x="6473768" y="2926080"/>
                </a:lnTo>
                <a:lnTo>
                  <a:pt x="6484759" y="2926080"/>
                </a:lnTo>
                <a:lnTo>
                  <a:pt x="6495751" y="2926080"/>
                </a:lnTo>
                <a:lnTo>
                  <a:pt x="6506742" y="2926080"/>
                </a:lnTo>
                <a:lnTo>
                  <a:pt x="6517733" y="2926080"/>
                </a:lnTo>
                <a:lnTo>
                  <a:pt x="6528724" y="2926080"/>
                </a:lnTo>
                <a:lnTo>
                  <a:pt x="6539715" y="2926080"/>
                </a:lnTo>
                <a:lnTo>
                  <a:pt x="6550706" y="2926080"/>
                </a:lnTo>
                <a:lnTo>
                  <a:pt x="6561697" y="2926080"/>
                </a:lnTo>
                <a:lnTo>
                  <a:pt x="6572688" y="2926080"/>
                </a:lnTo>
                <a:lnTo>
                  <a:pt x="6583679" y="2926080"/>
                </a:lnTo>
                <a:lnTo>
                  <a:pt x="6583679" y="2926080"/>
                </a:lnTo>
                <a:lnTo>
                  <a:pt x="6572688" y="2926080"/>
                </a:lnTo>
                <a:lnTo>
                  <a:pt x="6561697" y="2926080"/>
                </a:lnTo>
                <a:lnTo>
                  <a:pt x="6550706" y="2926080"/>
                </a:lnTo>
                <a:lnTo>
                  <a:pt x="6539715" y="2926080"/>
                </a:lnTo>
                <a:lnTo>
                  <a:pt x="6528724" y="2926080"/>
                </a:lnTo>
                <a:lnTo>
                  <a:pt x="6517733" y="2926080"/>
                </a:lnTo>
                <a:lnTo>
                  <a:pt x="6506742" y="2926080"/>
                </a:lnTo>
                <a:lnTo>
                  <a:pt x="6495751" y="2926080"/>
                </a:lnTo>
                <a:lnTo>
                  <a:pt x="6484759" y="2926080"/>
                </a:lnTo>
                <a:lnTo>
                  <a:pt x="6473768" y="2926080"/>
                </a:lnTo>
                <a:lnTo>
                  <a:pt x="6462777" y="2926080"/>
                </a:lnTo>
                <a:lnTo>
                  <a:pt x="6451786" y="2926080"/>
                </a:lnTo>
                <a:lnTo>
                  <a:pt x="6440795" y="2926080"/>
                </a:lnTo>
                <a:lnTo>
                  <a:pt x="6429804" y="2926080"/>
                </a:lnTo>
                <a:lnTo>
                  <a:pt x="6418813" y="2926080"/>
                </a:lnTo>
                <a:lnTo>
                  <a:pt x="6407822" y="2926080"/>
                </a:lnTo>
                <a:lnTo>
                  <a:pt x="6396830" y="2926080"/>
                </a:lnTo>
                <a:lnTo>
                  <a:pt x="6385839" y="2926080"/>
                </a:lnTo>
                <a:lnTo>
                  <a:pt x="6374848" y="2926080"/>
                </a:lnTo>
                <a:lnTo>
                  <a:pt x="6363857" y="2926080"/>
                </a:lnTo>
                <a:lnTo>
                  <a:pt x="6352866" y="2926080"/>
                </a:lnTo>
                <a:lnTo>
                  <a:pt x="6341875" y="2926080"/>
                </a:lnTo>
                <a:lnTo>
                  <a:pt x="6330884" y="2926080"/>
                </a:lnTo>
                <a:lnTo>
                  <a:pt x="6319893" y="2926080"/>
                </a:lnTo>
                <a:lnTo>
                  <a:pt x="6308902" y="2926080"/>
                </a:lnTo>
                <a:lnTo>
                  <a:pt x="6297910" y="2926080"/>
                </a:lnTo>
                <a:lnTo>
                  <a:pt x="6286919" y="2926080"/>
                </a:lnTo>
                <a:lnTo>
                  <a:pt x="6275928" y="2926080"/>
                </a:lnTo>
                <a:lnTo>
                  <a:pt x="6264937" y="2926080"/>
                </a:lnTo>
                <a:lnTo>
                  <a:pt x="6253946" y="2926080"/>
                </a:lnTo>
                <a:lnTo>
                  <a:pt x="6242955" y="2926080"/>
                </a:lnTo>
                <a:lnTo>
                  <a:pt x="6231964" y="2926080"/>
                </a:lnTo>
                <a:lnTo>
                  <a:pt x="6220973" y="2926080"/>
                </a:lnTo>
                <a:lnTo>
                  <a:pt x="6209981" y="2926080"/>
                </a:lnTo>
                <a:lnTo>
                  <a:pt x="6198990" y="2926080"/>
                </a:lnTo>
                <a:lnTo>
                  <a:pt x="6187999" y="2926080"/>
                </a:lnTo>
                <a:lnTo>
                  <a:pt x="6177008" y="2926080"/>
                </a:lnTo>
                <a:lnTo>
                  <a:pt x="6166017" y="2926080"/>
                </a:lnTo>
                <a:lnTo>
                  <a:pt x="6155026" y="2926080"/>
                </a:lnTo>
                <a:lnTo>
                  <a:pt x="6144035" y="2926080"/>
                </a:lnTo>
                <a:lnTo>
                  <a:pt x="6133044" y="2926080"/>
                </a:lnTo>
                <a:lnTo>
                  <a:pt x="6122053" y="2926080"/>
                </a:lnTo>
                <a:lnTo>
                  <a:pt x="6111061" y="2926080"/>
                </a:lnTo>
                <a:lnTo>
                  <a:pt x="6100070" y="2926080"/>
                </a:lnTo>
                <a:lnTo>
                  <a:pt x="6089079" y="2926080"/>
                </a:lnTo>
                <a:lnTo>
                  <a:pt x="6078088" y="2926080"/>
                </a:lnTo>
                <a:lnTo>
                  <a:pt x="6067097" y="2926080"/>
                </a:lnTo>
                <a:lnTo>
                  <a:pt x="6056106" y="2926080"/>
                </a:lnTo>
                <a:lnTo>
                  <a:pt x="6045115" y="2926080"/>
                </a:lnTo>
                <a:lnTo>
                  <a:pt x="6034124" y="2926080"/>
                </a:lnTo>
                <a:lnTo>
                  <a:pt x="6023132" y="2926080"/>
                </a:lnTo>
                <a:lnTo>
                  <a:pt x="6012141" y="2926080"/>
                </a:lnTo>
                <a:lnTo>
                  <a:pt x="6001150" y="2926080"/>
                </a:lnTo>
                <a:lnTo>
                  <a:pt x="5990159" y="2926080"/>
                </a:lnTo>
                <a:lnTo>
                  <a:pt x="5979168" y="2926080"/>
                </a:lnTo>
                <a:lnTo>
                  <a:pt x="5968177" y="2926080"/>
                </a:lnTo>
                <a:lnTo>
                  <a:pt x="5957186" y="2926080"/>
                </a:lnTo>
                <a:lnTo>
                  <a:pt x="5946195" y="2926080"/>
                </a:lnTo>
                <a:lnTo>
                  <a:pt x="5935204" y="2926080"/>
                </a:lnTo>
                <a:lnTo>
                  <a:pt x="5924212" y="2926080"/>
                </a:lnTo>
                <a:lnTo>
                  <a:pt x="5913221" y="2926080"/>
                </a:lnTo>
                <a:lnTo>
                  <a:pt x="5902230" y="2926080"/>
                </a:lnTo>
                <a:lnTo>
                  <a:pt x="5891239" y="2926080"/>
                </a:lnTo>
                <a:lnTo>
                  <a:pt x="5880248" y="2926080"/>
                </a:lnTo>
                <a:lnTo>
                  <a:pt x="5869257" y="2926080"/>
                </a:lnTo>
                <a:lnTo>
                  <a:pt x="5858266" y="2926080"/>
                </a:lnTo>
                <a:lnTo>
                  <a:pt x="5847275" y="2926080"/>
                </a:lnTo>
                <a:lnTo>
                  <a:pt x="5836283" y="2926080"/>
                </a:lnTo>
                <a:lnTo>
                  <a:pt x="5825292" y="2926080"/>
                </a:lnTo>
                <a:lnTo>
                  <a:pt x="5814301" y="2926080"/>
                </a:lnTo>
                <a:lnTo>
                  <a:pt x="5803310" y="2926080"/>
                </a:lnTo>
                <a:lnTo>
                  <a:pt x="5792319" y="2926080"/>
                </a:lnTo>
                <a:lnTo>
                  <a:pt x="5781328" y="2926080"/>
                </a:lnTo>
                <a:lnTo>
                  <a:pt x="5770337" y="2926080"/>
                </a:lnTo>
                <a:lnTo>
                  <a:pt x="5759346" y="2926080"/>
                </a:lnTo>
                <a:lnTo>
                  <a:pt x="5748354" y="2926080"/>
                </a:lnTo>
                <a:lnTo>
                  <a:pt x="5737363" y="2926080"/>
                </a:lnTo>
                <a:lnTo>
                  <a:pt x="5726372" y="2926080"/>
                </a:lnTo>
                <a:lnTo>
                  <a:pt x="5715381" y="2926080"/>
                </a:lnTo>
                <a:lnTo>
                  <a:pt x="5704390" y="2926080"/>
                </a:lnTo>
                <a:lnTo>
                  <a:pt x="5693399" y="2926080"/>
                </a:lnTo>
                <a:lnTo>
                  <a:pt x="5682408" y="2926080"/>
                </a:lnTo>
                <a:lnTo>
                  <a:pt x="5671417" y="2926080"/>
                </a:lnTo>
                <a:lnTo>
                  <a:pt x="5660426" y="2926080"/>
                </a:lnTo>
                <a:lnTo>
                  <a:pt x="5649434" y="2926080"/>
                </a:lnTo>
                <a:lnTo>
                  <a:pt x="5638443" y="2926080"/>
                </a:lnTo>
                <a:lnTo>
                  <a:pt x="5627452" y="2926080"/>
                </a:lnTo>
                <a:lnTo>
                  <a:pt x="5616461" y="2926080"/>
                </a:lnTo>
                <a:lnTo>
                  <a:pt x="5605470" y="2926080"/>
                </a:lnTo>
                <a:lnTo>
                  <a:pt x="5594479" y="2926080"/>
                </a:lnTo>
                <a:lnTo>
                  <a:pt x="5583488" y="2926080"/>
                </a:lnTo>
                <a:lnTo>
                  <a:pt x="5572497" y="2926080"/>
                </a:lnTo>
                <a:lnTo>
                  <a:pt x="5561505" y="2926080"/>
                </a:lnTo>
                <a:lnTo>
                  <a:pt x="5550514" y="2926080"/>
                </a:lnTo>
                <a:lnTo>
                  <a:pt x="5539523" y="2926080"/>
                </a:lnTo>
                <a:lnTo>
                  <a:pt x="5528532" y="2926080"/>
                </a:lnTo>
                <a:lnTo>
                  <a:pt x="5517541" y="2926080"/>
                </a:lnTo>
                <a:lnTo>
                  <a:pt x="5506550" y="2926080"/>
                </a:lnTo>
                <a:lnTo>
                  <a:pt x="5495559" y="2926080"/>
                </a:lnTo>
                <a:lnTo>
                  <a:pt x="5484568" y="2926080"/>
                </a:lnTo>
                <a:lnTo>
                  <a:pt x="5473577" y="2926080"/>
                </a:lnTo>
                <a:lnTo>
                  <a:pt x="5462585" y="2926080"/>
                </a:lnTo>
                <a:lnTo>
                  <a:pt x="5451594" y="2926080"/>
                </a:lnTo>
                <a:lnTo>
                  <a:pt x="5440603" y="2926080"/>
                </a:lnTo>
                <a:lnTo>
                  <a:pt x="5429612" y="2926080"/>
                </a:lnTo>
                <a:lnTo>
                  <a:pt x="5418621" y="2926080"/>
                </a:lnTo>
                <a:lnTo>
                  <a:pt x="5407630" y="2926080"/>
                </a:lnTo>
                <a:lnTo>
                  <a:pt x="5396639" y="2926080"/>
                </a:lnTo>
                <a:lnTo>
                  <a:pt x="5385648" y="2926080"/>
                </a:lnTo>
                <a:lnTo>
                  <a:pt x="5374656" y="2926080"/>
                </a:lnTo>
                <a:lnTo>
                  <a:pt x="5363665" y="2926080"/>
                </a:lnTo>
                <a:lnTo>
                  <a:pt x="5352674" y="2926080"/>
                </a:lnTo>
                <a:lnTo>
                  <a:pt x="5341683" y="2926080"/>
                </a:lnTo>
                <a:lnTo>
                  <a:pt x="5330692" y="2926080"/>
                </a:lnTo>
                <a:lnTo>
                  <a:pt x="5319701" y="2926080"/>
                </a:lnTo>
                <a:lnTo>
                  <a:pt x="5308710" y="2926080"/>
                </a:lnTo>
                <a:lnTo>
                  <a:pt x="5297719" y="2926080"/>
                </a:lnTo>
                <a:lnTo>
                  <a:pt x="5286728" y="2926080"/>
                </a:lnTo>
                <a:lnTo>
                  <a:pt x="5275736" y="2926080"/>
                </a:lnTo>
                <a:lnTo>
                  <a:pt x="5264745" y="2926080"/>
                </a:lnTo>
                <a:lnTo>
                  <a:pt x="5253754" y="2926080"/>
                </a:lnTo>
                <a:lnTo>
                  <a:pt x="5242763" y="2926080"/>
                </a:lnTo>
                <a:lnTo>
                  <a:pt x="5231772" y="2926080"/>
                </a:lnTo>
                <a:lnTo>
                  <a:pt x="5220781" y="2926080"/>
                </a:lnTo>
                <a:lnTo>
                  <a:pt x="5209790" y="2926080"/>
                </a:lnTo>
                <a:lnTo>
                  <a:pt x="5198799" y="2926080"/>
                </a:lnTo>
                <a:lnTo>
                  <a:pt x="5187807" y="2926080"/>
                </a:lnTo>
                <a:lnTo>
                  <a:pt x="5176816" y="2926080"/>
                </a:lnTo>
                <a:lnTo>
                  <a:pt x="5165825" y="2926080"/>
                </a:lnTo>
                <a:lnTo>
                  <a:pt x="5154834" y="2926080"/>
                </a:lnTo>
                <a:lnTo>
                  <a:pt x="5143843" y="2926080"/>
                </a:lnTo>
                <a:lnTo>
                  <a:pt x="5132852" y="2926080"/>
                </a:lnTo>
                <a:lnTo>
                  <a:pt x="5121861" y="2926080"/>
                </a:lnTo>
                <a:lnTo>
                  <a:pt x="5110870" y="2926080"/>
                </a:lnTo>
                <a:lnTo>
                  <a:pt x="5099878" y="2926080"/>
                </a:lnTo>
                <a:lnTo>
                  <a:pt x="5088887" y="2926080"/>
                </a:lnTo>
                <a:lnTo>
                  <a:pt x="5077896" y="2926080"/>
                </a:lnTo>
                <a:lnTo>
                  <a:pt x="5066905" y="2926080"/>
                </a:lnTo>
                <a:lnTo>
                  <a:pt x="5055914" y="2926080"/>
                </a:lnTo>
                <a:lnTo>
                  <a:pt x="5044923" y="2926080"/>
                </a:lnTo>
                <a:lnTo>
                  <a:pt x="5033932" y="2926080"/>
                </a:lnTo>
                <a:lnTo>
                  <a:pt x="5022941" y="2926080"/>
                </a:lnTo>
                <a:lnTo>
                  <a:pt x="5011950" y="2926080"/>
                </a:lnTo>
                <a:lnTo>
                  <a:pt x="5000958" y="2926080"/>
                </a:lnTo>
                <a:lnTo>
                  <a:pt x="4989967" y="2926080"/>
                </a:lnTo>
                <a:lnTo>
                  <a:pt x="4978976" y="2926080"/>
                </a:lnTo>
                <a:lnTo>
                  <a:pt x="4967985" y="2926080"/>
                </a:lnTo>
                <a:lnTo>
                  <a:pt x="4956994" y="2926080"/>
                </a:lnTo>
                <a:lnTo>
                  <a:pt x="4946003" y="2926080"/>
                </a:lnTo>
                <a:lnTo>
                  <a:pt x="4935012" y="2926080"/>
                </a:lnTo>
                <a:lnTo>
                  <a:pt x="4924021" y="2926080"/>
                </a:lnTo>
                <a:lnTo>
                  <a:pt x="4913029" y="2926080"/>
                </a:lnTo>
                <a:lnTo>
                  <a:pt x="4902038" y="2926080"/>
                </a:lnTo>
                <a:lnTo>
                  <a:pt x="4891047" y="2926080"/>
                </a:lnTo>
                <a:lnTo>
                  <a:pt x="4880056" y="2926080"/>
                </a:lnTo>
                <a:lnTo>
                  <a:pt x="4869065" y="2926080"/>
                </a:lnTo>
                <a:lnTo>
                  <a:pt x="4858074" y="2926080"/>
                </a:lnTo>
                <a:lnTo>
                  <a:pt x="4847083" y="2926080"/>
                </a:lnTo>
                <a:lnTo>
                  <a:pt x="4836092" y="2926080"/>
                </a:lnTo>
                <a:lnTo>
                  <a:pt x="4825101" y="2926080"/>
                </a:lnTo>
                <a:lnTo>
                  <a:pt x="4814109" y="2926080"/>
                </a:lnTo>
                <a:lnTo>
                  <a:pt x="4803118" y="2926080"/>
                </a:lnTo>
                <a:lnTo>
                  <a:pt x="4792127" y="2926080"/>
                </a:lnTo>
                <a:lnTo>
                  <a:pt x="4781136" y="2926080"/>
                </a:lnTo>
                <a:lnTo>
                  <a:pt x="4770145" y="2926080"/>
                </a:lnTo>
                <a:lnTo>
                  <a:pt x="4759154" y="2926080"/>
                </a:lnTo>
                <a:lnTo>
                  <a:pt x="4748163" y="2926080"/>
                </a:lnTo>
                <a:lnTo>
                  <a:pt x="4737172" y="2926080"/>
                </a:lnTo>
                <a:lnTo>
                  <a:pt x="4726180" y="2926080"/>
                </a:lnTo>
                <a:lnTo>
                  <a:pt x="4715189" y="2926080"/>
                </a:lnTo>
                <a:lnTo>
                  <a:pt x="4704198" y="2926080"/>
                </a:lnTo>
                <a:lnTo>
                  <a:pt x="4693207" y="2926080"/>
                </a:lnTo>
                <a:lnTo>
                  <a:pt x="4682216" y="2926080"/>
                </a:lnTo>
                <a:lnTo>
                  <a:pt x="4671225" y="2926080"/>
                </a:lnTo>
                <a:lnTo>
                  <a:pt x="4660234" y="2926080"/>
                </a:lnTo>
                <a:lnTo>
                  <a:pt x="4649243" y="2926080"/>
                </a:lnTo>
                <a:lnTo>
                  <a:pt x="4638252" y="2926080"/>
                </a:lnTo>
                <a:lnTo>
                  <a:pt x="4627260" y="2926080"/>
                </a:lnTo>
                <a:lnTo>
                  <a:pt x="4616269" y="2926080"/>
                </a:lnTo>
                <a:lnTo>
                  <a:pt x="4605278" y="2926080"/>
                </a:lnTo>
                <a:lnTo>
                  <a:pt x="4594287" y="2926080"/>
                </a:lnTo>
                <a:lnTo>
                  <a:pt x="4583296" y="2926080"/>
                </a:lnTo>
                <a:lnTo>
                  <a:pt x="4572305" y="2926080"/>
                </a:lnTo>
                <a:lnTo>
                  <a:pt x="4561314" y="2926080"/>
                </a:lnTo>
                <a:lnTo>
                  <a:pt x="4550323" y="2926080"/>
                </a:lnTo>
                <a:lnTo>
                  <a:pt x="4539331" y="2926080"/>
                </a:lnTo>
                <a:lnTo>
                  <a:pt x="4528340" y="2926080"/>
                </a:lnTo>
                <a:lnTo>
                  <a:pt x="4517349" y="2926080"/>
                </a:lnTo>
                <a:lnTo>
                  <a:pt x="4506358" y="2926080"/>
                </a:lnTo>
                <a:lnTo>
                  <a:pt x="4495367" y="2926080"/>
                </a:lnTo>
                <a:lnTo>
                  <a:pt x="4484376" y="2926080"/>
                </a:lnTo>
                <a:lnTo>
                  <a:pt x="4473385" y="2926080"/>
                </a:lnTo>
                <a:lnTo>
                  <a:pt x="4462394" y="2926080"/>
                </a:lnTo>
                <a:lnTo>
                  <a:pt x="4451403" y="2926080"/>
                </a:lnTo>
                <a:lnTo>
                  <a:pt x="4440411" y="2926080"/>
                </a:lnTo>
                <a:lnTo>
                  <a:pt x="4429420" y="2926080"/>
                </a:lnTo>
                <a:lnTo>
                  <a:pt x="4418429" y="2926080"/>
                </a:lnTo>
                <a:lnTo>
                  <a:pt x="4407438" y="2926080"/>
                </a:lnTo>
                <a:lnTo>
                  <a:pt x="4396447" y="2926080"/>
                </a:lnTo>
                <a:lnTo>
                  <a:pt x="4385456" y="2926080"/>
                </a:lnTo>
                <a:lnTo>
                  <a:pt x="4374465" y="2926080"/>
                </a:lnTo>
                <a:lnTo>
                  <a:pt x="4363474" y="2926080"/>
                </a:lnTo>
                <a:lnTo>
                  <a:pt x="4352482" y="2926080"/>
                </a:lnTo>
                <a:lnTo>
                  <a:pt x="4341491" y="2926080"/>
                </a:lnTo>
                <a:lnTo>
                  <a:pt x="4330500" y="2926080"/>
                </a:lnTo>
                <a:lnTo>
                  <a:pt x="4319509" y="2926080"/>
                </a:lnTo>
                <a:lnTo>
                  <a:pt x="4308518" y="2926080"/>
                </a:lnTo>
                <a:lnTo>
                  <a:pt x="4297527" y="2926080"/>
                </a:lnTo>
                <a:lnTo>
                  <a:pt x="4286536" y="2926080"/>
                </a:lnTo>
                <a:lnTo>
                  <a:pt x="4275545" y="2926080"/>
                </a:lnTo>
                <a:lnTo>
                  <a:pt x="4264553" y="2926080"/>
                </a:lnTo>
                <a:lnTo>
                  <a:pt x="4253562" y="2926080"/>
                </a:lnTo>
                <a:lnTo>
                  <a:pt x="4242571" y="2926080"/>
                </a:lnTo>
                <a:lnTo>
                  <a:pt x="4231580" y="2926080"/>
                </a:lnTo>
                <a:lnTo>
                  <a:pt x="4220589" y="2926080"/>
                </a:lnTo>
                <a:lnTo>
                  <a:pt x="4209598" y="2926080"/>
                </a:lnTo>
                <a:lnTo>
                  <a:pt x="4198607" y="2926080"/>
                </a:lnTo>
                <a:lnTo>
                  <a:pt x="4187616" y="2926080"/>
                </a:lnTo>
                <a:lnTo>
                  <a:pt x="4176625" y="2926080"/>
                </a:lnTo>
                <a:lnTo>
                  <a:pt x="4165633" y="2926080"/>
                </a:lnTo>
                <a:lnTo>
                  <a:pt x="4154642" y="2926080"/>
                </a:lnTo>
                <a:lnTo>
                  <a:pt x="4143651" y="2926080"/>
                </a:lnTo>
                <a:lnTo>
                  <a:pt x="4132660" y="2926080"/>
                </a:lnTo>
                <a:lnTo>
                  <a:pt x="4121669" y="2926080"/>
                </a:lnTo>
                <a:lnTo>
                  <a:pt x="4110678" y="2926080"/>
                </a:lnTo>
                <a:lnTo>
                  <a:pt x="4099687" y="2926080"/>
                </a:lnTo>
                <a:lnTo>
                  <a:pt x="4088696" y="2926080"/>
                </a:lnTo>
                <a:lnTo>
                  <a:pt x="4077704" y="2926080"/>
                </a:lnTo>
                <a:lnTo>
                  <a:pt x="4066713" y="2926080"/>
                </a:lnTo>
                <a:lnTo>
                  <a:pt x="4055722" y="2926080"/>
                </a:lnTo>
                <a:lnTo>
                  <a:pt x="4044731" y="2926080"/>
                </a:lnTo>
                <a:lnTo>
                  <a:pt x="4033740" y="2926080"/>
                </a:lnTo>
                <a:lnTo>
                  <a:pt x="4022749" y="2926080"/>
                </a:lnTo>
                <a:lnTo>
                  <a:pt x="4011758" y="2926080"/>
                </a:lnTo>
                <a:lnTo>
                  <a:pt x="4000767" y="2926080"/>
                </a:lnTo>
                <a:lnTo>
                  <a:pt x="3989776" y="2926080"/>
                </a:lnTo>
                <a:lnTo>
                  <a:pt x="3978784" y="2926080"/>
                </a:lnTo>
                <a:lnTo>
                  <a:pt x="3967793" y="2926080"/>
                </a:lnTo>
                <a:lnTo>
                  <a:pt x="3956802" y="2926080"/>
                </a:lnTo>
                <a:lnTo>
                  <a:pt x="3945811" y="2926080"/>
                </a:lnTo>
                <a:lnTo>
                  <a:pt x="3934820" y="2926080"/>
                </a:lnTo>
                <a:lnTo>
                  <a:pt x="3923829" y="2926080"/>
                </a:lnTo>
                <a:lnTo>
                  <a:pt x="3912838" y="2926080"/>
                </a:lnTo>
                <a:lnTo>
                  <a:pt x="3901847" y="2926080"/>
                </a:lnTo>
                <a:lnTo>
                  <a:pt x="3890855" y="2926080"/>
                </a:lnTo>
                <a:lnTo>
                  <a:pt x="3879864" y="2926080"/>
                </a:lnTo>
                <a:lnTo>
                  <a:pt x="3868873" y="2926080"/>
                </a:lnTo>
                <a:lnTo>
                  <a:pt x="3857882" y="2926080"/>
                </a:lnTo>
                <a:lnTo>
                  <a:pt x="3846891" y="2926080"/>
                </a:lnTo>
                <a:lnTo>
                  <a:pt x="3835900" y="2926080"/>
                </a:lnTo>
                <a:lnTo>
                  <a:pt x="3824909" y="2926080"/>
                </a:lnTo>
                <a:lnTo>
                  <a:pt x="3813918" y="2926080"/>
                </a:lnTo>
                <a:lnTo>
                  <a:pt x="3802927" y="2926080"/>
                </a:lnTo>
                <a:lnTo>
                  <a:pt x="3791935" y="2926080"/>
                </a:lnTo>
                <a:lnTo>
                  <a:pt x="3780944" y="2926080"/>
                </a:lnTo>
                <a:lnTo>
                  <a:pt x="3769953" y="2926080"/>
                </a:lnTo>
                <a:lnTo>
                  <a:pt x="3758962" y="2926080"/>
                </a:lnTo>
                <a:lnTo>
                  <a:pt x="3747971" y="2926080"/>
                </a:lnTo>
                <a:lnTo>
                  <a:pt x="3736980" y="2926080"/>
                </a:lnTo>
                <a:lnTo>
                  <a:pt x="3725989" y="2926080"/>
                </a:lnTo>
                <a:lnTo>
                  <a:pt x="3714998" y="2926080"/>
                </a:lnTo>
                <a:lnTo>
                  <a:pt x="3704006" y="2926080"/>
                </a:lnTo>
                <a:lnTo>
                  <a:pt x="3693015" y="2926080"/>
                </a:lnTo>
                <a:lnTo>
                  <a:pt x="3682024" y="2926080"/>
                </a:lnTo>
                <a:lnTo>
                  <a:pt x="3671033" y="2926080"/>
                </a:lnTo>
                <a:lnTo>
                  <a:pt x="3660042" y="2926080"/>
                </a:lnTo>
                <a:lnTo>
                  <a:pt x="3649051" y="2926080"/>
                </a:lnTo>
                <a:lnTo>
                  <a:pt x="3638060" y="2926080"/>
                </a:lnTo>
                <a:lnTo>
                  <a:pt x="3627069" y="2926080"/>
                </a:lnTo>
                <a:lnTo>
                  <a:pt x="3616077" y="2926080"/>
                </a:lnTo>
                <a:lnTo>
                  <a:pt x="3605086" y="2926080"/>
                </a:lnTo>
                <a:lnTo>
                  <a:pt x="3594095" y="2926080"/>
                </a:lnTo>
                <a:lnTo>
                  <a:pt x="3583104" y="2926080"/>
                </a:lnTo>
                <a:lnTo>
                  <a:pt x="3572113" y="2926080"/>
                </a:lnTo>
                <a:lnTo>
                  <a:pt x="3561122" y="2926080"/>
                </a:lnTo>
                <a:lnTo>
                  <a:pt x="3550131" y="2926080"/>
                </a:lnTo>
                <a:lnTo>
                  <a:pt x="3539140" y="2926080"/>
                </a:lnTo>
                <a:lnTo>
                  <a:pt x="3528149" y="2926080"/>
                </a:lnTo>
                <a:lnTo>
                  <a:pt x="3517157" y="2926080"/>
                </a:lnTo>
                <a:lnTo>
                  <a:pt x="3506166" y="2926080"/>
                </a:lnTo>
                <a:lnTo>
                  <a:pt x="3495175" y="2926080"/>
                </a:lnTo>
                <a:lnTo>
                  <a:pt x="3484184" y="2926080"/>
                </a:lnTo>
                <a:lnTo>
                  <a:pt x="3473193" y="2926080"/>
                </a:lnTo>
                <a:lnTo>
                  <a:pt x="3462202" y="2926080"/>
                </a:lnTo>
                <a:lnTo>
                  <a:pt x="3451211" y="2926080"/>
                </a:lnTo>
                <a:lnTo>
                  <a:pt x="3440220" y="2926080"/>
                </a:lnTo>
                <a:lnTo>
                  <a:pt x="3429228" y="2926080"/>
                </a:lnTo>
                <a:lnTo>
                  <a:pt x="3418237" y="2926080"/>
                </a:lnTo>
                <a:lnTo>
                  <a:pt x="3407246" y="2926080"/>
                </a:lnTo>
                <a:lnTo>
                  <a:pt x="3396255" y="2926080"/>
                </a:lnTo>
                <a:lnTo>
                  <a:pt x="3385264" y="2926080"/>
                </a:lnTo>
                <a:lnTo>
                  <a:pt x="3374273" y="2926080"/>
                </a:lnTo>
                <a:lnTo>
                  <a:pt x="3363282" y="2926080"/>
                </a:lnTo>
                <a:lnTo>
                  <a:pt x="3352291" y="2926080"/>
                </a:lnTo>
                <a:lnTo>
                  <a:pt x="3341300" y="2926080"/>
                </a:lnTo>
                <a:lnTo>
                  <a:pt x="3330308" y="2926080"/>
                </a:lnTo>
                <a:lnTo>
                  <a:pt x="3319317" y="2926080"/>
                </a:lnTo>
                <a:lnTo>
                  <a:pt x="3308326" y="2926080"/>
                </a:lnTo>
                <a:lnTo>
                  <a:pt x="3297335" y="2926080"/>
                </a:lnTo>
                <a:lnTo>
                  <a:pt x="3286344" y="2926080"/>
                </a:lnTo>
                <a:lnTo>
                  <a:pt x="3275353" y="2926080"/>
                </a:lnTo>
                <a:lnTo>
                  <a:pt x="3264362" y="2926080"/>
                </a:lnTo>
                <a:lnTo>
                  <a:pt x="3253371" y="2926080"/>
                </a:lnTo>
                <a:lnTo>
                  <a:pt x="3242379" y="2926080"/>
                </a:lnTo>
                <a:lnTo>
                  <a:pt x="3231388" y="2926080"/>
                </a:lnTo>
                <a:lnTo>
                  <a:pt x="3220397" y="2926080"/>
                </a:lnTo>
                <a:lnTo>
                  <a:pt x="3209406" y="2926080"/>
                </a:lnTo>
                <a:lnTo>
                  <a:pt x="3198415" y="2926080"/>
                </a:lnTo>
                <a:lnTo>
                  <a:pt x="3187424" y="2926080"/>
                </a:lnTo>
                <a:lnTo>
                  <a:pt x="3176433" y="2926080"/>
                </a:lnTo>
                <a:lnTo>
                  <a:pt x="3165442" y="2926080"/>
                </a:lnTo>
                <a:lnTo>
                  <a:pt x="3154451" y="2926080"/>
                </a:lnTo>
                <a:lnTo>
                  <a:pt x="3143459" y="2926080"/>
                </a:lnTo>
                <a:lnTo>
                  <a:pt x="3132468" y="2926080"/>
                </a:lnTo>
                <a:lnTo>
                  <a:pt x="3121477" y="2926080"/>
                </a:lnTo>
                <a:lnTo>
                  <a:pt x="3110486" y="2926080"/>
                </a:lnTo>
                <a:lnTo>
                  <a:pt x="3099495" y="2926080"/>
                </a:lnTo>
                <a:lnTo>
                  <a:pt x="3088504" y="2926080"/>
                </a:lnTo>
                <a:lnTo>
                  <a:pt x="3077513" y="2926080"/>
                </a:lnTo>
                <a:lnTo>
                  <a:pt x="3066522" y="2926080"/>
                </a:lnTo>
                <a:lnTo>
                  <a:pt x="3055530" y="2926080"/>
                </a:lnTo>
                <a:lnTo>
                  <a:pt x="3044539" y="2926080"/>
                </a:lnTo>
                <a:lnTo>
                  <a:pt x="3033548" y="2926080"/>
                </a:lnTo>
                <a:lnTo>
                  <a:pt x="3022557" y="2926080"/>
                </a:lnTo>
                <a:lnTo>
                  <a:pt x="3011566" y="2926080"/>
                </a:lnTo>
                <a:lnTo>
                  <a:pt x="3000575" y="2926080"/>
                </a:lnTo>
                <a:lnTo>
                  <a:pt x="2989584" y="2926080"/>
                </a:lnTo>
                <a:lnTo>
                  <a:pt x="2978593" y="2926080"/>
                </a:lnTo>
                <a:lnTo>
                  <a:pt x="2967602" y="2926080"/>
                </a:lnTo>
                <a:lnTo>
                  <a:pt x="2956610" y="2926080"/>
                </a:lnTo>
                <a:lnTo>
                  <a:pt x="2945619" y="2926080"/>
                </a:lnTo>
                <a:lnTo>
                  <a:pt x="2934628" y="2926080"/>
                </a:lnTo>
                <a:lnTo>
                  <a:pt x="2923637" y="2926080"/>
                </a:lnTo>
                <a:lnTo>
                  <a:pt x="2912646" y="2926080"/>
                </a:lnTo>
                <a:lnTo>
                  <a:pt x="2901655" y="2926080"/>
                </a:lnTo>
                <a:lnTo>
                  <a:pt x="2890664" y="2926080"/>
                </a:lnTo>
                <a:lnTo>
                  <a:pt x="2879673" y="2926080"/>
                </a:lnTo>
                <a:lnTo>
                  <a:pt x="2868681" y="2926080"/>
                </a:lnTo>
                <a:lnTo>
                  <a:pt x="2857690" y="2926080"/>
                </a:lnTo>
                <a:lnTo>
                  <a:pt x="2846699" y="2926080"/>
                </a:lnTo>
                <a:lnTo>
                  <a:pt x="2835708" y="2926080"/>
                </a:lnTo>
                <a:lnTo>
                  <a:pt x="2824717" y="2926080"/>
                </a:lnTo>
                <a:lnTo>
                  <a:pt x="2813726" y="2926080"/>
                </a:lnTo>
                <a:lnTo>
                  <a:pt x="2802735" y="2926080"/>
                </a:lnTo>
                <a:lnTo>
                  <a:pt x="2791744" y="2926080"/>
                </a:lnTo>
                <a:lnTo>
                  <a:pt x="2780752" y="2926080"/>
                </a:lnTo>
                <a:lnTo>
                  <a:pt x="2769761" y="2926080"/>
                </a:lnTo>
                <a:lnTo>
                  <a:pt x="2758770" y="2926080"/>
                </a:lnTo>
                <a:lnTo>
                  <a:pt x="2747779" y="2926080"/>
                </a:lnTo>
                <a:lnTo>
                  <a:pt x="2736788" y="2926080"/>
                </a:lnTo>
                <a:lnTo>
                  <a:pt x="2725797" y="2926080"/>
                </a:lnTo>
                <a:lnTo>
                  <a:pt x="2714806" y="2926080"/>
                </a:lnTo>
                <a:lnTo>
                  <a:pt x="2703815" y="2926080"/>
                </a:lnTo>
                <a:lnTo>
                  <a:pt x="2692824" y="2926080"/>
                </a:lnTo>
                <a:lnTo>
                  <a:pt x="2681832" y="2926080"/>
                </a:lnTo>
                <a:lnTo>
                  <a:pt x="2670841" y="2926080"/>
                </a:lnTo>
                <a:lnTo>
                  <a:pt x="2659850" y="2926080"/>
                </a:lnTo>
                <a:lnTo>
                  <a:pt x="2648859" y="2926080"/>
                </a:lnTo>
                <a:lnTo>
                  <a:pt x="2637868" y="2926080"/>
                </a:lnTo>
                <a:lnTo>
                  <a:pt x="2626877" y="2926080"/>
                </a:lnTo>
                <a:lnTo>
                  <a:pt x="2615886" y="2926080"/>
                </a:lnTo>
                <a:lnTo>
                  <a:pt x="2604895" y="2926080"/>
                </a:lnTo>
                <a:lnTo>
                  <a:pt x="2593903" y="2926080"/>
                </a:lnTo>
                <a:lnTo>
                  <a:pt x="2582912" y="2926080"/>
                </a:lnTo>
                <a:lnTo>
                  <a:pt x="2571921" y="2926080"/>
                </a:lnTo>
                <a:lnTo>
                  <a:pt x="2560930" y="2926080"/>
                </a:lnTo>
                <a:lnTo>
                  <a:pt x="2549939" y="2926080"/>
                </a:lnTo>
                <a:lnTo>
                  <a:pt x="2538948" y="2926080"/>
                </a:lnTo>
                <a:lnTo>
                  <a:pt x="2527957" y="2926080"/>
                </a:lnTo>
                <a:lnTo>
                  <a:pt x="2516966" y="2926080"/>
                </a:lnTo>
                <a:lnTo>
                  <a:pt x="2505975" y="2926080"/>
                </a:lnTo>
                <a:lnTo>
                  <a:pt x="2494983" y="2926080"/>
                </a:lnTo>
                <a:lnTo>
                  <a:pt x="2483992" y="2926080"/>
                </a:lnTo>
                <a:lnTo>
                  <a:pt x="2473001" y="2926080"/>
                </a:lnTo>
                <a:lnTo>
                  <a:pt x="2462010" y="2926080"/>
                </a:lnTo>
                <a:lnTo>
                  <a:pt x="2451019" y="2926080"/>
                </a:lnTo>
                <a:lnTo>
                  <a:pt x="2440028" y="2926080"/>
                </a:lnTo>
                <a:lnTo>
                  <a:pt x="2429037" y="2926080"/>
                </a:lnTo>
                <a:lnTo>
                  <a:pt x="2418046" y="2926080"/>
                </a:lnTo>
                <a:lnTo>
                  <a:pt x="2407054" y="2926080"/>
                </a:lnTo>
                <a:lnTo>
                  <a:pt x="2396063" y="2926080"/>
                </a:lnTo>
                <a:lnTo>
                  <a:pt x="2385072" y="2926080"/>
                </a:lnTo>
                <a:lnTo>
                  <a:pt x="2374081" y="2926080"/>
                </a:lnTo>
                <a:lnTo>
                  <a:pt x="2363090" y="2926080"/>
                </a:lnTo>
                <a:lnTo>
                  <a:pt x="2352099" y="2926080"/>
                </a:lnTo>
                <a:lnTo>
                  <a:pt x="2341108" y="2926080"/>
                </a:lnTo>
                <a:lnTo>
                  <a:pt x="2330117" y="2926080"/>
                </a:lnTo>
                <a:lnTo>
                  <a:pt x="2319126" y="2926080"/>
                </a:lnTo>
                <a:lnTo>
                  <a:pt x="2308134" y="2926080"/>
                </a:lnTo>
                <a:lnTo>
                  <a:pt x="2297143" y="2926080"/>
                </a:lnTo>
                <a:lnTo>
                  <a:pt x="2286152" y="2926080"/>
                </a:lnTo>
                <a:lnTo>
                  <a:pt x="2275161" y="2926080"/>
                </a:lnTo>
                <a:lnTo>
                  <a:pt x="2264170" y="2926080"/>
                </a:lnTo>
                <a:lnTo>
                  <a:pt x="2253179" y="2926080"/>
                </a:lnTo>
                <a:lnTo>
                  <a:pt x="2242188" y="2926080"/>
                </a:lnTo>
                <a:lnTo>
                  <a:pt x="2231197" y="2926080"/>
                </a:lnTo>
                <a:lnTo>
                  <a:pt x="2220205" y="2926080"/>
                </a:lnTo>
                <a:lnTo>
                  <a:pt x="2209214" y="2926080"/>
                </a:lnTo>
                <a:lnTo>
                  <a:pt x="2198223" y="2926080"/>
                </a:lnTo>
                <a:lnTo>
                  <a:pt x="2187232" y="2926080"/>
                </a:lnTo>
                <a:lnTo>
                  <a:pt x="2176241" y="2926080"/>
                </a:lnTo>
                <a:lnTo>
                  <a:pt x="2165250" y="2926080"/>
                </a:lnTo>
                <a:lnTo>
                  <a:pt x="2154259" y="2926080"/>
                </a:lnTo>
                <a:lnTo>
                  <a:pt x="2143268" y="2926080"/>
                </a:lnTo>
                <a:lnTo>
                  <a:pt x="2132276" y="2926080"/>
                </a:lnTo>
                <a:lnTo>
                  <a:pt x="2121285" y="2926080"/>
                </a:lnTo>
                <a:lnTo>
                  <a:pt x="2110294" y="2926080"/>
                </a:lnTo>
                <a:lnTo>
                  <a:pt x="2099303" y="2926080"/>
                </a:lnTo>
                <a:lnTo>
                  <a:pt x="2088312" y="2926080"/>
                </a:lnTo>
                <a:lnTo>
                  <a:pt x="2077321" y="2926080"/>
                </a:lnTo>
                <a:lnTo>
                  <a:pt x="2066330" y="2926080"/>
                </a:lnTo>
                <a:lnTo>
                  <a:pt x="2055339" y="2926080"/>
                </a:lnTo>
                <a:lnTo>
                  <a:pt x="2044348" y="2926080"/>
                </a:lnTo>
                <a:lnTo>
                  <a:pt x="2033356" y="2926080"/>
                </a:lnTo>
                <a:lnTo>
                  <a:pt x="2022365" y="2926080"/>
                </a:lnTo>
                <a:lnTo>
                  <a:pt x="2011374" y="2926080"/>
                </a:lnTo>
                <a:lnTo>
                  <a:pt x="2000383" y="2926080"/>
                </a:lnTo>
                <a:lnTo>
                  <a:pt x="1989392" y="2926080"/>
                </a:lnTo>
                <a:lnTo>
                  <a:pt x="1978401" y="2926080"/>
                </a:lnTo>
                <a:lnTo>
                  <a:pt x="1967410" y="2926080"/>
                </a:lnTo>
                <a:lnTo>
                  <a:pt x="1956419" y="2926080"/>
                </a:lnTo>
                <a:lnTo>
                  <a:pt x="1945427" y="2926080"/>
                </a:lnTo>
                <a:lnTo>
                  <a:pt x="1934436" y="2926080"/>
                </a:lnTo>
                <a:lnTo>
                  <a:pt x="1923445" y="2926080"/>
                </a:lnTo>
                <a:lnTo>
                  <a:pt x="1912454" y="2926080"/>
                </a:lnTo>
                <a:lnTo>
                  <a:pt x="1901463" y="2926080"/>
                </a:lnTo>
                <a:lnTo>
                  <a:pt x="1890472" y="2926080"/>
                </a:lnTo>
                <a:lnTo>
                  <a:pt x="1879481" y="2926080"/>
                </a:lnTo>
                <a:lnTo>
                  <a:pt x="1868490" y="2926080"/>
                </a:lnTo>
                <a:lnTo>
                  <a:pt x="1857499" y="2926080"/>
                </a:lnTo>
                <a:lnTo>
                  <a:pt x="1846507" y="2926080"/>
                </a:lnTo>
                <a:lnTo>
                  <a:pt x="1835516" y="2926080"/>
                </a:lnTo>
                <a:lnTo>
                  <a:pt x="1824525" y="2926080"/>
                </a:lnTo>
                <a:lnTo>
                  <a:pt x="1813534" y="2926080"/>
                </a:lnTo>
                <a:lnTo>
                  <a:pt x="1802543" y="2926080"/>
                </a:lnTo>
                <a:lnTo>
                  <a:pt x="1791552" y="2926080"/>
                </a:lnTo>
                <a:lnTo>
                  <a:pt x="1780561" y="2926080"/>
                </a:lnTo>
                <a:lnTo>
                  <a:pt x="1769570" y="2926080"/>
                </a:lnTo>
                <a:lnTo>
                  <a:pt x="1758578" y="2926080"/>
                </a:lnTo>
                <a:lnTo>
                  <a:pt x="1747587" y="2926080"/>
                </a:lnTo>
                <a:lnTo>
                  <a:pt x="1736596" y="2926080"/>
                </a:lnTo>
                <a:lnTo>
                  <a:pt x="1725605" y="2926080"/>
                </a:lnTo>
                <a:lnTo>
                  <a:pt x="1714614" y="2926080"/>
                </a:lnTo>
                <a:lnTo>
                  <a:pt x="1703623" y="2926080"/>
                </a:lnTo>
                <a:lnTo>
                  <a:pt x="1692632" y="2926080"/>
                </a:lnTo>
                <a:lnTo>
                  <a:pt x="1681641" y="2926080"/>
                </a:lnTo>
                <a:lnTo>
                  <a:pt x="1670650" y="2926080"/>
                </a:lnTo>
                <a:lnTo>
                  <a:pt x="1659658" y="2926080"/>
                </a:lnTo>
                <a:lnTo>
                  <a:pt x="1648667" y="2926080"/>
                </a:lnTo>
                <a:lnTo>
                  <a:pt x="1637676" y="2926080"/>
                </a:lnTo>
                <a:lnTo>
                  <a:pt x="1626685" y="2926080"/>
                </a:lnTo>
                <a:lnTo>
                  <a:pt x="1615694" y="2926080"/>
                </a:lnTo>
                <a:lnTo>
                  <a:pt x="1604703" y="2926080"/>
                </a:lnTo>
                <a:lnTo>
                  <a:pt x="1593712" y="2926080"/>
                </a:lnTo>
                <a:lnTo>
                  <a:pt x="1582721" y="2926080"/>
                </a:lnTo>
                <a:lnTo>
                  <a:pt x="1571729" y="2926080"/>
                </a:lnTo>
                <a:lnTo>
                  <a:pt x="1560738" y="2926080"/>
                </a:lnTo>
                <a:lnTo>
                  <a:pt x="1549747" y="2926080"/>
                </a:lnTo>
                <a:lnTo>
                  <a:pt x="1538756" y="2926080"/>
                </a:lnTo>
                <a:lnTo>
                  <a:pt x="1527765" y="2926080"/>
                </a:lnTo>
                <a:lnTo>
                  <a:pt x="1516774" y="2926080"/>
                </a:lnTo>
                <a:lnTo>
                  <a:pt x="1505783" y="2926080"/>
                </a:lnTo>
                <a:lnTo>
                  <a:pt x="1494792" y="2926080"/>
                </a:lnTo>
                <a:lnTo>
                  <a:pt x="1483801" y="2926080"/>
                </a:lnTo>
                <a:lnTo>
                  <a:pt x="1472809" y="2926080"/>
                </a:lnTo>
                <a:lnTo>
                  <a:pt x="1461818" y="2926080"/>
                </a:lnTo>
                <a:lnTo>
                  <a:pt x="1450827" y="2926080"/>
                </a:lnTo>
                <a:lnTo>
                  <a:pt x="1439836" y="2926080"/>
                </a:lnTo>
                <a:lnTo>
                  <a:pt x="1428845" y="2926080"/>
                </a:lnTo>
                <a:lnTo>
                  <a:pt x="1417854" y="2926080"/>
                </a:lnTo>
                <a:lnTo>
                  <a:pt x="1406863" y="2926080"/>
                </a:lnTo>
                <a:lnTo>
                  <a:pt x="1395872" y="2926080"/>
                </a:lnTo>
                <a:lnTo>
                  <a:pt x="1384880" y="2926080"/>
                </a:lnTo>
                <a:lnTo>
                  <a:pt x="1373889" y="2926080"/>
                </a:lnTo>
                <a:lnTo>
                  <a:pt x="1362898" y="2926080"/>
                </a:lnTo>
                <a:lnTo>
                  <a:pt x="1351907" y="2926080"/>
                </a:lnTo>
                <a:lnTo>
                  <a:pt x="1340916" y="2926080"/>
                </a:lnTo>
                <a:lnTo>
                  <a:pt x="1329925" y="2926080"/>
                </a:lnTo>
                <a:lnTo>
                  <a:pt x="1318934" y="2926080"/>
                </a:lnTo>
                <a:lnTo>
                  <a:pt x="1307943" y="2926080"/>
                </a:lnTo>
                <a:lnTo>
                  <a:pt x="1296951" y="2926080"/>
                </a:lnTo>
                <a:lnTo>
                  <a:pt x="1285960" y="2926080"/>
                </a:lnTo>
                <a:lnTo>
                  <a:pt x="1274969" y="2926080"/>
                </a:lnTo>
                <a:lnTo>
                  <a:pt x="1263978" y="2926080"/>
                </a:lnTo>
                <a:lnTo>
                  <a:pt x="1252987" y="2926080"/>
                </a:lnTo>
                <a:lnTo>
                  <a:pt x="1241996" y="2926080"/>
                </a:lnTo>
                <a:lnTo>
                  <a:pt x="1231005" y="2926080"/>
                </a:lnTo>
                <a:lnTo>
                  <a:pt x="1220014" y="2926080"/>
                </a:lnTo>
                <a:lnTo>
                  <a:pt x="1209023" y="2926080"/>
                </a:lnTo>
                <a:lnTo>
                  <a:pt x="1198031" y="2926080"/>
                </a:lnTo>
                <a:lnTo>
                  <a:pt x="1187040" y="2926080"/>
                </a:lnTo>
                <a:lnTo>
                  <a:pt x="1176049" y="2926080"/>
                </a:lnTo>
                <a:lnTo>
                  <a:pt x="1165058" y="2926080"/>
                </a:lnTo>
                <a:lnTo>
                  <a:pt x="1154067" y="2926080"/>
                </a:lnTo>
                <a:lnTo>
                  <a:pt x="1143076" y="2926080"/>
                </a:lnTo>
                <a:lnTo>
                  <a:pt x="1132085" y="2926080"/>
                </a:lnTo>
                <a:lnTo>
                  <a:pt x="1121094" y="2926080"/>
                </a:lnTo>
                <a:lnTo>
                  <a:pt x="1110102" y="2926080"/>
                </a:lnTo>
                <a:lnTo>
                  <a:pt x="1099111" y="2926080"/>
                </a:lnTo>
                <a:lnTo>
                  <a:pt x="1088120" y="2926080"/>
                </a:lnTo>
                <a:lnTo>
                  <a:pt x="1077129" y="2926080"/>
                </a:lnTo>
                <a:lnTo>
                  <a:pt x="1066138" y="2926080"/>
                </a:lnTo>
                <a:lnTo>
                  <a:pt x="1055147" y="2926080"/>
                </a:lnTo>
                <a:lnTo>
                  <a:pt x="1044156" y="2926080"/>
                </a:lnTo>
                <a:lnTo>
                  <a:pt x="1033165" y="2926080"/>
                </a:lnTo>
                <a:lnTo>
                  <a:pt x="1022174" y="2926080"/>
                </a:lnTo>
                <a:lnTo>
                  <a:pt x="1011182" y="2926080"/>
                </a:lnTo>
                <a:lnTo>
                  <a:pt x="1000191" y="2926080"/>
                </a:lnTo>
                <a:lnTo>
                  <a:pt x="989200" y="2926080"/>
                </a:lnTo>
                <a:lnTo>
                  <a:pt x="978209" y="2926080"/>
                </a:lnTo>
                <a:lnTo>
                  <a:pt x="967218" y="2926080"/>
                </a:lnTo>
                <a:lnTo>
                  <a:pt x="956227" y="2926080"/>
                </a:lnTo>
                <a:lnTo>
                  <a:pt x="945236" y="2926080"/>
                </a:lnTo>
                <a:lnTo>
                  <a:pt x="934245" y="2926080"/>
                </a:lnTo>
                <a:lnTo>
                  <a:pt x="923253" y="2926080"/>
                </a:lnTo>
                <a:lnTo>
                  <a:pt x="912262" y="2926080"/>
                </a:lnTo>
                <a:lnTo>
                  <a:pt x="901271" y="2926080"/>
                </a:lnTo>
                <a:lnTo>
                  <a:pt x="890280" y="2926080"/>
                </a:lnTo>
                <a:lnTo>
                  <a:pt x="879289" y="2926080"/>
                </a:lnTo>
                <a:lnTo>
                  <a:pt x="868298" y="2926080"/>
                </a:lnTo>
                <a:lnTo>
                  <a:pt x="857307" y="2926080"/>
                </a:lnTo>
                <a:lnTo>
                  <a:pt x="846316" y="2926080"/>
                </a:lnTo>
                <a:lnTo>
                  <a:pt x="835325" y="2926080"/>
                </a:lnTo>
                <a:lnTo>
                  <a:pt x="824333" y="2926080"/>
                </a:lnTo>
                <a:lnTo>
                  <a:pt x="813342" y="2926080"/>
                </a:lnTo>
                <a:lnTo>
                  <a:pt x="802351" y="2926080"/>
                </a:lnTo>
                <a:lnTo>
                  <a:pt x="791360" y="2926080"/>
                </a:lnTo>
                <a:lnTo>
                  <a:pt x="780369" y="2926080"/>
                </a:lnTo>
                <a:lnTo>
                  <a:pt x="769378" y="2926080"/>
                </a:lnTo>
                <a:lnTo>
                  <a:pt x="758387" y="2926080"/>
                </a:lnTo>
                <a:lnTo>
                  <a:pt x="747396" y="2926080"/>
                </a:lnTo>
                <a:lnTo>
                  <a:pt x="736404" y="2926080"/>
                </a:lnTo>
                <a:lnTo>
                  <a:pt x="725413" y="2926080"/>
                </a:lnTo>
                <a:lnTo>
                  <a:pt x="714422" y="2926080"/>
                </a:lnTo>
                <a:lnTo>
                  <a:pt x="703431" y="2926080"/>
                </a:lnTo>
                <a:lnTo>
                  <a:pt x="692440" y="2926080"/>
                </a:lnTo>
                <a:lnTo>
                  <a:pt x="681449" y="2926080"/>
                </a:lnTo>
                <a:lnTo>
                  <a:pt x="670458" y="2926080"/>
                </a:lnTo>
                <a:lnTo>
                  <a:pt x="659467" y="2926080"/>
                </a:lnTo>
                <a:lnTo>
                  <a:pt x="648475" y="2926080"/>
                </a:lnTo>
                <a:lnTo>
                  <a:pt x="637484" y="2926080"/>
                </a:lnTo>
                <a:lnTo>
                  <a:pt x="626493" y="2926080"/>
                </a:lnTo>
                <a:lnTo>
                  <a:pt x="615502" y="2926080"/>
                </a:lnTo>
                <a:lnTo>
                  <a:pt x="604511" y="2926080"/>
                </a:lnTo>
                <a:lnTo>
                  <a:pt x="593520" y="2926080"/>
                </a:lnTo>
                <a:lnTo>
                  <a:pt x="582529" y="2926080"/>
                </a:lnTo>
                <a:lnTo>
                  <a:pt x="571538" y="2926080"/>
                </a:lnTo>
                <a:lnTo>
                  <a:pt x="560547" y="2926080"/>
                </a:lnTo>
                <a:lnTo>
                  <a:pt x="549555" y="2926080"/>
                </a:lnTo>
                <a:lnTo>
                  <a:pt x="538564" y="2926080"/>
                </a:lnTo>
                <a:lnTo>
                  <a:pt x="527573" y="2926080"/>
                </a:lnTo>
                <a:lnTo>
                  <a:pt x="516582" y="2926080"/>
                </a:lnTo>
                <a:lnTo>
                  <a:pt x="505591" y="2926080"/>
                </a:lnTo>
                <a:lnTo>
                  <a:pt x="494600" y="2926080"/>
                </a:lnTo>
                <a:lnTo>
                  <a:pt x="483609" y="2926080"/>
                </a:lnTo>
                <a:lnTo>
                  <a:pt x="472618" y="2926080"/>
                </a:lnTo>
                <a:lnTo>
                  <a:pt x="461626" y="2926080"/>
                </a:lnTo>
                <a:lnTo>
                  <a:pt x="450635" y="2926080"/>
                </a:lnTo>
                <a:lnTo>
                  <a:pt x="439644" y="2926080"/>
                </a:lnTo>
                <a:lnTo>
                  <a:pt x="428653" y="2926080"/>
                </a:lnTo>
                <a:lnTo>
                  <a:pt x="417662" y="2926080"/>
                </a:lnTo>
                <a:lnTo>
                  <a:pt x="406671" y="2926080"/>
                </a:lnTo>
                <a:lnTo>
                  <a:pt x="395680" y="2926080"/>
                </a:lnTo>
                <a:lnTo>
                  <a:pt x="384689" y="2926080"/>
                </a:lnTo>
                <a:lnTo>
                  <a:pt x="373698" y="2926080"/>
                </a:lnTo>
                <a:lnTo>
                  <a:pt x="362706" y="2926080"/>
                </a:lnTo>
                <a:lnTo>
                  <a:pt x="351715" y="2926080"/>
                </a:lnTo>
                <a:lnTo>
                  <a:pt x="340724" y="2926080"/>
                </a:lnTo>
                <a:lnTo>
                  <a:pt x="329733" y="2926080"/>
                </a:lnTo>
                <a:lnTo>
                  <a:pt x="318742" y="2926080"/>
                </a:lnTo>
                <a:lnTo>
                  <a:pt x="307751" y="2926080"/>
                </a:lnTo>
                <a:lnTo>
                  <a:pt x="296760" y="2926080"/>
                </a:lnTo>
                <a:lnTo>
                  <a:pt x="285769" y="2926080"/>
                </a:lnTo>
                <a:lnTo>
                  <a:pt x="274777" y="2926080"/>
                </a:lnTo>
                <a:lnTo>
                  <a:pt x="263786" y="2926080"/>
                </a:lnTo>
                <a:lnTo>
                  <a:pt x="252795" y="2926080"/>
                </a:lnTo>
                <a:lnTo>
                  <a:pt x="241804" y="2926080"/>
                </a:lnTo>
                <a:lnTo>
                  <a:pt x="230813" y="2926080"/>
                </a:lnTo>
                <a:lnTo>
                  <a:pt x="219822" y="2926080"/>
                </a:lnTo>
                <a:lnTo>
                  <a:pt x="208831" y="2926080"/>
                </a:lnTo>
                <a:lnTo>
                  <a:pt x="197840" y="2926080"/>
                </a:lnTo>
                <a:lnTo>
                  <a:pt x="186849" y="2926080"/>
                </a:lnTo>
                <a:lnTo>
                  <a:pt x="175857" y="2926080"/>
                </a:lnTo>
                <a:lnTo>
                  <a:pt x="164866" y="2926080"/>
                </a:lnTo>
                <a:lnTo>
                  <a:pt x="153875" y="2926080"/>
                </a:lnTo>
                <a:lnTo>
                  <a:pt x="142884" y="2926080"/>
                </a:lnTo>
                <a:lnTo>
                  <a:pt x="131893" y="2926080"/>
                </a:lnTo>
                <a:lnTo>
                  <a:pt x="120902" y="2926080"/>
                </a:lnTo>
                <a:lnTo>
                  <a:pt x="109911" y="2926080"/>
                </a:lnTo>
                <a:lnTo>
                  <a:pt x="98920" y="2926080"/>
                </a:lnTo>
                <a:lnTo>
                  <a:pt x="87928" y="2926080"/>
                </a:lnTo>
                <a:lnTo>
                  <a:pt x="76937" y="2926080"/>
                </a:lnTo>
                <a:lnTo>
                  <a:pt x="65946" y="2926080"/>
                </a:lnTo>
                <a:lnTo>
                  <a:pt x="54955" y="2926080"/>
                </a:lnTo>
                <a:lnTo>
                  <a:pt x="43964" y="2926080"/>
                </a:lnTo>
                <a:lnTo>
                  <a:pt x="32973" y="2926080"/>
                </a:lnTo>
                <a:lnTo>
                  <a:pt x="21982" y="2926080"/>
                </a:lnTo>
                <a:lnTo>
                  <a:pt x="10991" y="2926080"/>
                </a:lnTo>
                <a:lnTo>
                  <a:pt x="0" y="2926080"/>
                </a:lnTo>
                <a:close/>
              </a:path>
            </a:pathLst>
          </a:custGeom>
          <a:solidFill>
            <a:srgbClr val="8EDBD4">
              <a:alpha val="45000"/>
            </a:srgbClr>
          </a:solidFill>
          <a:ln w="10160">
            <a:solidFill>
              <a:srgbClr val="8EDBD4">
                <a:alpha val="4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1-E20 polygon 32" descr="sci-ppt:o032"/>
          <p:cNvSpPr/>
          <p:nvPr/>
        </p:nvSpPr>
        <p:spPr>
          <a:xfrm>
            <a:off x="914400" y="2103120"/>
            <a:ext cx="6583679" cy="2926080"/>
          </a:xfrm>
          <a:custGeom>
            <a:avLst/>
            <a:gdLst/>
            <a:ahLst/>
            <a:cxnLst/>
            <a:rect l="l" t="t" r="r" b="b"/>
            <a:pathLst>
              <a:path w="6583679" h="2926080">
                <a:moveTo>
                  <a:pt x="0" y="2926080"/>
                </a:moveTo>
                <a:lnTo>
                  <a:pt x="0" y="0"/>
                </a:lnTo>
                <a:lnTo>
                  <a:pt x="1645920" y="0"/>
                </a:lnTo>
                <a:lnTo>
                  <a:pt x="1645920" y="2926080"/>
                </a:lnTo>
                <a:lnTo>
                  <a:pt x="6583679" y="292608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1-E20 polygon 33" descr="sci-ppt:o033"/>
          <p:cNvSpPr/>
          <p:nvPr/>
        </p:nvSpPr>
        <p:spPr>
          <a:xfrm>
            <a:off x="914400" y="4053840"/>
            <a:ext cx="6583679" cy="975360"/>
          </a:xfrm>
          <a:custGeom>
            <a:avLst/>
            <a:gdLst/>
            <a:ahLst/>
            <a:cxnLst/>
            <a:rect l="l" t="t" r="r" b="b"/>
            <a:pathLst>
              <a:path w="6583679" h="975360">
                <a:moveTo>
                  <a:pt x="0" y="975360"/>
                </a:moveTo>
                <a:lnTo>
                  <a:pt x="0" y="0"/>
                </a:lnTo>
                <a:lnTo>
                  <a:pt x="4937760" y="0"/>
                </a:lnTo>
                <a:lnTo>
                  <a:pt x="4937760" y="975360"/>
                </a:lnTo>
                <a:lnTo>
                  <a:pt x="6583679" y="975360"/>
                </a:lnTo>
              </a:path>
            </a:pathLst>
          </a:custGeom>
          <a:noFill/>
          <a:ln w="38100">
            <a:solidFill>
              <a:srgbClr val="7FC8F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20 text 34" descr="sci-ppt:o034"/>
          <p:cNvSpPr txBox="1"/>
          <p:nvPr/>
        </p:nvSpPr>
        <p:spPr>
          <a:xfrm>
            <a:off x="2816352" y="1920240"/>
            <a:ext cx="2560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Δp = 0.6 MPa for 0.5 µs</a:t>
            </a:r>
          </a:p>
        </p:txBody>
      </p:sp>
      <p:sp>
        <p:nvSpPr>
          <p:cNvPr id="37" name="C1-E20 text 35" descr="sci-ppt:o035"/>
          <p:cNvSpPr txBox="1"/>
          <p:nvPr/>
        </p:nvSpPr>
        <p:spPr>
          <a:xfrm>
            <a:off x="4206240" y="3706368"/>
            <a:ext cx="2560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7FC8F8"/>
                </a:solidFill>
                <a:latin typeface="Arial"/>
              </a:rPr>
              <a:t>Δp = 0.2 MPa for 1.5 µs</a:t>
            </a:r>
          </a:p>
        </p:txBody>
      </p:sp>
      <p:sp>
        <p:nvSpPr>
          <p:cNvPr id="38" name="C1-E20 round_rect 36" descr="sci-ppt:o036"/>
          <p:cNvSpPr/>
          <p:nvPr/>
        </p:nvSpPr>
        <p:spPr>
          <a:xfrm>
            <a:off x="7863840" y="1371600"/>
            <a:ext cx="3977639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1-E20 text 37" descr="sci-ppt:o037"/>
          <p:cNvSpPr txBox="1"/>
          <p:nvPr/>
        </p:nvSpPr>
        <p:spPr>
          <a:xfrm>
            <a:off x="7973567" y="1426464"/>
            <a:ext cx="37581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One impulse, two pulses</a:t>
            </a:r>
          </a:p>
        </p:txBody>
      </p:sp>
      <p:sp>
        <p:nvSpPr>
          <p:cNvPr id="40" name="C1-E20 text 38" descr="sci-ppt:o038"/>
          <p:cNvSpPr txBox="1"/>
          <p:nvPr/>
        </p:nvSpPr>
        <p:spPr>
          <a:xfrm>
            <a:off x="8001000" y="1828800"/>
            <a:ext cx="3749039" cy="46405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Π(x) = ∫ [p(x,t) − p_ref(t)] dt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[Π] = Pa·s</a:t>
            </a:r>
          </a:p>
        </p:txBody>
      </p:sp>
      <p:sp>
        <p:nvSpPr>
          <p:cNvPr id="41" name="C1-E20 text 39" descr="sci-ppt:o039"/>
          <p:cNvSpPr txBox="1"/>
          <p:nvPr/>
        </p:nvSpPr>
        <p:spPr>
          <a:xfrm>
            <a:off x="8001000" y="2606040"/>
            <a:ext cx="3749039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Both shaded areas equal 0.30 Pa·s, so they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deliver the same impulse at this point.</a:t>
            </a:r>
          </a:p>
        </p:txBody>
      </p:sp>
      <p:sp>
        <p:nvSpPr>
          <p:cNvPr id="42" name="C1-E20 text 40" descr="sci-ppt:o040"/>
          <p:cNvSpPr txBox="1"/>
          <p:nvPr/>
        </p:nvSpPr>
        <p:spPr>
          <a:xfrm>
            <a:off x="8001000" y="3520440"/>
            <a:ext cx="3749039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Peak pressure alone cannot tell them apart.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Amplitude and duration enter together,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position by position.</a:t>
            </a:r>
          </a:p>
        </p:txBody>
      </p:sp>
      <p:sp>
        <p:nvSpPr>
          <p:cNvPr id="43" name="C1-E20 text 41" descr="sci-ppt:o041"/>
          <p:cNvSpPr txBox="1"/>
          <p:nvPr/>
        </p:nvSpPr>
        <p:spPr>
          <a:xfrm>
            <a:off x="914400" y="5760720"/>
            <a:ext cx="10972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Π = 0.6 MPa × 0.5 µs = 0.2 MPa × 1.5 µs = 0.30 Pa·s</a:t>
            </a:r>
          </a:p>
        </p:txBody>
      </p:sp>
      <p:sp>
        <p:nvSpPr>
          <p:cNvPr id="44" name="C1-E20 text 42" descr="sci-ppt:o04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Rectangular pulses chosen for clarity; any waveform with the same area gives the same 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