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C2-E01 · Prescribed optical profile</a:t>
            </a:r>
          </a:p>
        </p:txBody>
      </p:sp>
      <p:sp>
        <p:nvSpPr>
          <p:cNvPr id="3" name="C2-E01 round_rect 1" descr="sci-ppt:o001"/>
          <p:cNvSpPr/>
          <p:nvPr/>
        </p:nvSpPr>
        <p:spPr>
          <a:xfrm>
            <a:off x="365760" y="914400"/>
            <a:ext cx="42062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1 text 2" descr="sci-ppt:o002"/>
          <p:cNvSpPr txBox="1"/>
          <p:nvPr/>
        </p:nvSpPr>
        <p:spPr>
          <a:xfrm>
            <a:off x="475488" y="969264"/>
            <a:ext cx="3986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Beam spot on the target</a:t>
            </a:r>
          </a:p>
        </p:txBody>
      </p:sp>
      <p:sp>
        <p:nvSpPr>
          <p:cNvPr id="5" name="C2-E01 ellipse 3" descr="sci-ppt:o003"/>
          <p:cNvSpPr/>
          <p:nvPr/>
        </p:nvSpPr>
        <p:spPr>
          <a:xfrm>
            <a:off x="731520" y="1645920"/>
            <a:ext cx="3474720" cy="347472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1 ellipse 4" descr="sci-ppt:o004"/>
          <p:cNvSpPr/>
          <p:nvPr/>
        </p:nvSpPr>
        <p:spPr>
          <a:xfrm>
            <a:off x="810490" y="1724890"/>
            <a:ext cx="3316778" cy="3316778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01 ellipse 5" descr="sci-ppt:o005"/>
          <p:cNvSpPr/>
          <p:nvPr/>
        </p:nvSpPr>
        <p:spPr>
          <a:xfrm>
            <a:off x="889461" y="1803861"/>
            <a:ext cx="3158836" cy="3158836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01 ellipse 6" descr="sci-ppt:o006"/>
          <p:cNvSpPr/>
          <p:nvPr/>
        </p:nvSpPr>
        <p:spPr>
          <a:xfrm>
            <a:off x="968432" y="1882832"/>
            <a:ext cx="3000894" cy="3000894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01 ellipse 7" descr="sci-ppt:o007"/>
          <p:cNvSpPr/>
          <p:nvPr/>
        </p:nvSpPr>
        <p:spPr>
          <a:xfrm>
            <a:off x="1047403" y="1961803"/>
            <a:ext cx="2842952" cy="2842952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01 ellipse 8" descr="sci-ppt:o008"/>
          <p:cNvSpPr/>
          <p:nvPr/>
        </p:nvSpPr>
        <p:spPr>
          <a:xfrm>
            <a:off x="1126374" y="2040774"/>
            <a:ext cx="2685010" cy="268501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01 ellipse 9" descr="sci-ppt:o009"/>
          <p:cNvSpPr/>
          <p:nvPr/>
        </p:nvSpPr>
        <p:spPr>
          <a:xfrm>
            <a:off x="1205345" y="2119745"/>
            <a:ext cx="2527069" cy="2527069"/>
          </a:xfrm>
          <a:prstGeom prst="ellipse">
            <a:avLst/>
          </a:prstGeom>
          <a:solidFill>
            <a:srgbClr val="8EDBD4">
              <a:alpha val="5641"/>
            </a:srgbClr>
          </a:solidFill>
          <a:ln>
            <a:solidFill>
              <a:srgbClr val="8EDBD4">
                <a:alpha val="564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01 ellipse 10" descr="sci-ppt:o010"/>
          <p:cNvSpPr/>
          <p:nvPr/>
        </p:nvSpPr>
        <p:spPr>
          <a:xfrm>
            <a:off x="1284316" y="2198716"/>
            <a:ext cx="2369127" cy="2369127"/>
          </a:xfrm>
          <a:prstGeom prst="ellipse">
            <a:avLst/>
          </a:prstGeom>
          <a:solidFill>
            <a:srgbClr val="8EDBD4">
              <a:alpha val="7777"/>
            </a:srgbClr>
          </a:solidFill>
          <a:ln>
            <a:solidFill>
              <a:srgbClr val="8EDBD4">
                <a:alpha val="777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2-E01 ellipse 11" descr="sci-ppt:o011"/>
          <p:cNvSpPr/>
          <p:nvPr/>
        </p:nvSpPr>
        <p:spPr>
          <a:xfrm>
            <a:off x="1363287" y="2277687"/>
            <a:ext cx="2211185" cy="2211185"/>
          </a:xfrm>
          <a:prstGeom prst="ellipse">
            <a:avLst/>
          </a:prstGeom>
          <a:solidFill>
            <a:srgbClr val="8EDBD4">
              <a:alpha val="10502"/>
            </a:srgbClr>
          </a:solidFill>
          <a:ln>
            <a:solidFill>
              <a:srgbClr val="8EDBD4">
                <a:alpha val="1050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01 ellipse 12" descr="sci-ppt:o012"/>
          <p:cNvSpPr/>
          <p:nvPr/>
        </p:nvSpPr>
        <p:spPr>
          <a:xfrm>
            <a:off x="1442258" y="2356658"/>
            <a:ext cx="2053243" cy="2053243"/>
          </a:xfrm>
          <a:prstGeom prst="ellipse">
            <a:avLst/>
          </a:prstGeom>
          <a:solidFill>
            <a:srgbClr val="8EDBD4">
              <a:alpha val="13892"/>
            </a:srgbClr>
          </a:solidFill>
          <a:ln>
            <a:solidFill>
              <a:srgbClr val="8EDBD4">
                <a:alpha val="1389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01 ellipse 13" descr="sci-ppt:o013"/>
          <p:cNvSpPr/>
          <p:nvPr/>
        </p:nvSpPr>
        <p:spPr>
          <a:xfrm>
            <a:off x="1521229" y="2435629"/>
            <a:ext cx="1895301" cy="1895301"/>
          </a:xfrm>
          <a:prstGeom prst="ellipse">
            <a:avLst/>
          </a:prstGeom>
          <a:solidFill>
            <a:srgbClr val="8EDBD4">
              <a:alpha val="17999"/>
            </a:srgbClr>
          </a:solidFill>
          <a:ln>
            <a:solidFill>
              <a:srgbClr val="8EDBD4">
                <a:alpha val="1799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01 ellipse 14" descr="sci-ppt:o014"/>
          <p:cNvSpPr/>
          <p:nvPr/>
        </p:nvSpPr>
        <p:spPr>
          <a:xfrm>
            <a:off x="1600200" y="2514600"/>
            <a:ext cx="1737360" cy="1737360"/>
          </a:xfrm>
          <a:prstGeom prst="ellipse">
            <a:avLst/>
          </a:prstGeom>
          <a:solidFill>
            <a:srgbClr val="8EDBD4">
              <a:alpha val="22841"/>
            </a:srgbClr>
          </a:solidFill>
          <a:ln>
            <a:solidFill>
              <a:srgbClr val="8EDBD4">
                <a:alpha val="2284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01 ellipse 15" descr="sci-ppt:o015"/>
          <p:cNvSpPr/>
          <p:nvPr/>
        </p:nvSpPr>
        <p:spPr>
          <a:xfrm>
            <a:off x="1679170" y="2593570"/>
            <a:ext cx="1579418" cy="1579418"/>
          </a:xfrm>
          <a:prstGeom prst="ellipse">
            <a:avLst/>
          </a:prstGeom>
          <a:solidFill>
            <a:srgbClr val="8EDBD4">
              <a:alpha val="28392"/>
            </a:srgbClr>
          </a:solidFill>
          <a:ln>
            <a:solidFill>
              <a:srgbClr val="8EDBD4">
                <a:alpha val="2839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01 ellipse 16" descr="sci-ppt:o016"/>
          <p:cNvSpPr/>
          <p:nvPr/>
        </p:nvSpPr>
        <p:spPr>
          <a:xfrm>
            <a:off x="1758141" y="2672541"/>
            <a:ext cx="1421476" cy="1421476"/>
          </a:xfrm>
          <a:prstGeom prst="ellipse">
            <a:avLst/>
          </a:prstGeom>
          <a:solidFill>
            <a:srgbClr val="8EDBD4">
              <a:alpha val="34568"/>
            </a:srgbClr>
          </a:solidFill>
          <a:ln>
            <a:solidFill>
              <a:srgbClr val="8EDBD4">
                <a:alpha val="34568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01 ellipse 17" descr="sci-ppt:o017"/>
          <p:cNvSpPr/>
          <p:nvPr/>
        </p:nvSpPr>
        <p:spPr>
          <a:xfrm>
            <a:off x="1837112" y="2751512"/>
            <a:ext cx="1263534" cy="1263534"/>
          </a:xfrm>
          <a:prstGeom prst="ellipse">
            <a:avLst/>
          </a:prstGeom>
          <a:solidFill>
            <a:srgbClr val="8EDBD4">
              <a:alpha val="41225"/>
            </a:srgbClr>
          </a:solidFill>
          <a:ln>
            <a:solidFill>
              <a:srgbClr val="8EDBD4">
                <a:alpha val="4122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2-E01 ellipse 18" descr="sci-ppt:o018"/>
          <p:cNvSpPr/>
          <p:nvPr/>
        </p:nvSpPr>
        <p:spPr>
          <a:xfrm>
            <a:off x="1916083" y="2830483"/>
            <a:ext cx="1105592" cy="1105592"/>
          </a:xfrm>
          <a:prstGeom prst="ellipse">
            <a:avLst/>
          </a:prstGeom>
          <a:solidFill>
            <a:srgbClr val="8EDBD4">
              <a:alpha val="48155"/>
            </a:srgbClr>
          </a:solidFill>
          <a:ln>
            <a:solidFill>
              <a:srgbClr val="8EDBD4">
                <a:alpha val="4815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2-E01 ellipse 19" descr="sci-ppt:o019"/>
          <p:cNvSpPr/>
          <p:nvPr/>
        </p:nvSpPr>
        <p:spPr>
          <a:xfrm>
            <a:off x="1995054" y="2909454"/>
            <a:ext cx="947650" cy="947650"/>
          </a:xfrm>
          <a:prstGeom prst="ellipse">
            <a:avLst/>
          </a:prstGeom>
          <a:solidFill>
            <a:srgbClr val="8EDBD4">
              <a:alpha val="55097"/>
            </a:srgbClr>
          </a:solidFill>
          <a:ln>
            <a:solidFill>
              <a:srgbClr val="8EDBD4">
                <a:alpha val="5509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01 ellipse 20" descr="sci-ppt:o020"/>
          <p:cNvSpPr/>
          <p:nvPr/>
        </p:nvSpPr>
        <p:spPr>
          <a:xfrm>
            <a:off x="2074025" y="2988425"/>
            <a:ext cx="789709" cy="789709"/>
          </a:xfrm>
          <a:prstGeom prst="ellipse">
            <a:avLst/>
          </a:prstGeom>
          <a:solidFill>
            <a:srgbClr val="8EDBD4">
              <a:alpha val="61747"/>
            </a:srgbClr>
          </a:solidFill>
          <a:ln>
            <a:solidFill>
              <a:srgbClr val="8EDBD4">
                <a:alpha val="6174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01 ellipse 21" descr="sci-ppt:o021"/>
          <p:cNvSpPr/>
          <p:nvPr/>
        </p:nvSpPr>
        <p:spPr>
          <a:xfrm>
            <a:off x="2152996" y="3067396"/>
            <a:ext cx="631767" cy="631767"/>
          </a:xfrm>
          <a:prstGeom prst="ellipse">
            <a:avLst/>
          </a:prstGeom>
          <a:solidFill>
            <a:srgbClr val="8EDBD4">
              <a:alpha val="67781"/>
            </a:srgbClr>
          </a:solidFill>
          <a:ln>
            <a:solidFill>
              <a:srgbClr val="8EDBD4">
                <a:alpha val="6778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2-E01 ellipse 22" descr="sci-ppt:o022"/>
          <p:cNvSpPr/>
          <p:nvPr/>
        </p:nvSpPr>
        <p:spPr>
          <a:xfrm>
            <a:off x="2231967" y="3146367"/>
            <a:ext cx="473825" cy="473825"/>
          </a:xfrm>
          <a:prstGeom prst="ellipse">
            <a:avLst/>
          </a:prstGeom>
          <a:solidFill>
            <a:srgbClr val="8EDBD4">
              <a:alpha val="72878"/>
            </a:srgbClr>
          </a:solidFill>
          <a:ln>
            <a:solidFill>
              <a:srgbClr val="8EDBD4">
                <a:alpha val="72878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01 ellipse 23" descr="sci-ppt:o023"/>
          <p:cNvSpPr/>
          <p:nvPr/>
        </p:nvSpPr>
        <p:spPr>
          <a:xfrm>
            <a:off x="2310938" y="3225338"/>
            <a:ext cx="315883" cy="315883"/>
          </a:xfrm>
          <a:prstGeom prst="ellipse">
            <a:avLst/>
          </a:prstGeom>
          <a:solidFill>
            <a:srgbClr val="8EDBD4">
              <a:alpha val="76753"/>
            </a:srgbClr>
          </a:solidFill>
          <a:ln>
            <a:solidFill>
              <a:srgbClr val="8EDBD4">
                <a:alpha val="7675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01 ellipse 24" descr="sci-ppt:o024"/>
          <p:cNvSpPr/>
          <p:nvPr/>
        </p:nvSpPr>
        <p:spPr>
          <a:xfrm>
            <a:off x="2389909" y="3304309"/>
            <a:ext cx="157941" cy="157941"/>
          </a:xfrm>
          <a:prstGeom prst="ellipse">
            <a:avLst/>
          </a:prstGeom>
          <a:solidFill>
            <a:srgbClr val="8EDBD4">
              <a:alpha val="79176"/>
            </a:srgbClr>
          </a:solidFill>
          <a:ln>
            <a:solidFill>
              <a:srgbClr val="8EDBD4">
                <a:alpha val="7917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01 ellipse 25" descr="sci-ppt:o025"/>
          <p:cNvSpPr/>
          <p:nvPr/>
        </p:nvSpPr>
        <p:spPr>
          <a:xfrm>
            <a:off x="1371600" y="2286000"/>
            <a:ext cx="2194560" cy="2194560"/>
          </a:xfrm>
          <a:prstGeom prst="ellipse">
            <a:avLst/>
          </a:prstGeom>
          <a:noFill/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2-E01 line 26" descr="sci-ppt:o026"/>
          <p:cNvCxnSpPr/>
          <p:nvPr/>
        </p:nvCxnSpPr>
        <p:spPr>
          <a:xfrm>
            <a:off x="2468880" y="3383280"/>
            <a:ext cx="1097280" cy="0"/>
          </a:xfrm>
          <a:prstGeom prst="line">
            <a:avLst/>
          </a:prstGeom>
          <a:ln w="25400">
            <a:solidFill>
              <a:srgbClr val="F2B880"/>
            </a:solidFill>
          </a:ln>
          <a:effectLst/>
        </p:spPr>
      </p:cxnSp>
      <p:sp>
        <p:nvSpPr>
          <p:cNvPr id="29" name="C2-E01 text 27" descr="sci-ppt:o027"/>
          <p:cNvSpPr txBox="1"/>
          <p:nvPr/>
        </p:nvSpPr>
        <p:spPr>
          <a:xfrm>
            <a:off x="2743200" y="3401568"/>
            <a:ext cx="7315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w</a:t>
            </a:r>
          </a:p>
        </p:txBody>
      </p:sp>
      <p:sp>
        <p:nvSpPr>
          <p:cNvPr id="30" name="C2-E01 text 28" descr="sci-ppt:o028"/>
          <p:cNvSpPr txBox="1"/>
          <p:nvPr/>
        </p:nvSpPr>
        <p:spPr>
          <a:xfrm>
            <a:off x="502920" y="5257800"/>
            <a:ext cx="39319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Brightest on the axis, fading outward.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quoted radius w is where F drops to e⁻² of F₀.</a:t>
            </a:r>
          </a:p>
        </p:txBody>
      </p:sp>
      <p:cxnSp>
        <p:nvCxnSpPr>
          <p:cNvPr id="31" name="C2-E01 line 29" descr="sci-ppt:o029"/>
          <p:cNvCxnSpPr/>
          <p:nvPr/>
        </p:nvCxnSpPr>
        <p:spPr>
          <a:xfrm>
            <a:off x="5486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2-E01 line 30" descr="sci-ppt:o030"/>
          <p:cNvCxnSpPr/>
          <p:nvPr/>
        </p:nvCxnSpPr>
        <p:spPr>
          <a:xfrm>
            <a:off x="5486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3" name="C2-E01 line 31" descr="sci-ppt:o031"/>
          <p:cNvCxnSpPr/>
          <p:nvPr/>
        </p:nvCxnSpPr>
        <p:spPr>
          <a:xfrm>
            <a:off x="5486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01 line 32" descr="sci-ppt:o032"/>
          <p:cNvCxnSpPr/>
          <p:nvPr/>
        </p:nvCxnSpPr>
        <p:spPr>
          <a:xfrm>
            <a:off x="5486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01 text 33" descr="sci-ppt:o033"/>
          <p:cNvSpPr txBox="1"/>
          <p:nvPr/>
        </p:nvSpPr>
        <p:spPr>
          <a:xfrm>
            <a:off x="5029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36" name="C2-E01 line 34" descr="sci-ppt:o034"/>
          <p:cNvCxnSpPr/>
          <p:nvPr/>
        </p:nvCxnSpPr>
        <p:spPr>
          <a:xfrm>
            <a:off x="681643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01 line 35" descr="sci-ppt:o035"/>
          <p:cNvCxnSpPr/>
          <p:nvPr/>
        </p:nvCxnSpPr>
        <p:spPr>
          <a:xfrm>
            <a:off x="681643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01 text 36" descr="sci-ppt:o036"/>
          <p:cNvSpPr txBox="1"/>
          <p:nvPr/>
        </p:nvSpPr>
        <p:spPr>
          <a:xfrm>
            <a:off x="635923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9" name="C2-E01 line 37" descr="sci-ppt:o037"/>
          <p:cNvCxnSpPr/>
          <p:nvPr/>
        </p:nvCxnSpPr>
        <p:spPr>
          <a:xfrm>
            <a:off x="814647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1 line 38" descr="sci-ppt:o038"/>
          <p:cNvCxnSpPr/>
          <p:nvPr/>
        </p:nvCxnSpPr>
        <p:spPr>
          <a:xfrm>
            <a:off x="814647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1 text 39" descr="sci-ppt:o039"/>
          <p:cNvSpPr txBox="1"/>
          <p:nvPr/>
        </p:nvSpPr>
        <p:spPr>
          <a:xfrm>
            <a:off x="768927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42" name="C2-E01 line 40" descr="sci-ppt:o040"/>
          <p:cNvCxnSpPr/>
          <p:nvPr/>
        </p:nvCxnSpPr>
        <p:spPr>
          <a:xfrm>
            <a:off x="947650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1 line 41" descr="sci-ppt:o041"/>
          <p:cNvCxnSpPr/>
          <p:nvPr/>
        </p:nvCxnSpPr>
        <p:spPr>
          <a:xfrm>
            <a:off x="947650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1 text 42" descr="sci-ppt:o042"/>
          <p:cNvSpPr txBox="1"/>
          <p:nvPr/>
        </p:nvSpPr>
        <p:spPr>
          <a:xfrm>
            <a:off x="901930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45" name="C2-E01 line 43" descr="sci-ppt:o043"/>
          <p:cNvCxnSpPr/>
          <p:nvPr/>
        </p:nvCxnSpPr>
        <p:spPr>
          <a:xfrm>
            <a:off x="1080654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1 line 44" descr="sci-ppt:o044"/>
          <p:cNvCxnSpPr/>
          <p:nvPr/>
        </p:nvCxnSpPr>
        <p:spPr>
          <a:xfrm>
            <a:off x="1080654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1 text 45" descr="sci-ppt:o045"/>
          <p:cNvSpPr txBox="1"/>
          <p:nvPr/>
        </p:nvSpPr>
        <p:spPr>
          <a:xfrm>
            <a:off x="1034934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48" name="C2-E01 line 46" descr="sci-ppt:o046"/>
          <p:cNvCxnSpPr/>
          <p:nvPr/>
        </p:nvCxnSpPr>
        <p:spPr>
          <a:xfrm>
            <a:off x="5422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1 line 47" descr="sci-ppt:o047"/>
          <p:cNvCxnSpPr/>
          <p:nvPr/>
        </p:nvCxnSpPr>
        <p:spPr>
          <a:xfrm>
            <a:off x="5422392" y="419792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0" name="C2-E01 line 48" descr="sci-ppt:o048"/>
          <p:cNvCxnSpPr/>
          <p:nvPr/>
        </p:nvCxnSpPr>
        <p:spPr>
          <a:xfrm>
            <a:off x="5486400" y="4197927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1" name="C2-E01 text 49" descr="sci-ppt:o049"/>
          <p:cNvSpPr txBox="1"/>
          <p:nvPr/>
        </p:nvSpPr>
        <p:spPr>
          <a:xfrm>
            <a:off x="4617720" y="411563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2" name="C2-E01 line 50" descr="sci-ppt:o050"/>
          <p:cNvCxnSpPr/>
          <p:nvPr/>
        </p:nvCxnSpPr>
        <p:spPr>
          <a:xfrm>
            <a:off x="5422392" y="33666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2-E01 line 51" descr="sci-ppt:o051"/>
          <p:cNvCxnSpPr/>
          <p:nvPr/>
        </p:nvCxnSpPr>
        <p:spPr>
          <a:xfrm>
            <a:off x="5486400" y="3366654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2-E01 text 52" descr="sci-ppt:o052"/>
          <p:cNvSpPr txBox="1"/>
          <p:nvPr/>
        </p:nvSpPr>
        <p:spPr>
          <a:xfrm>
            <a:off x="4617720" y="32843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55" name="C2-E01 line 53" descr="sci-ppt:o053"/>
          <p:cNvCxnSpPr/>
          <p:nvPr/>
        </p:nvCxnSpPr>
        <p:spPr>
          <a:xfrm>
            <a:off x="5422392" y="253538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01 line 54" descr="sci-ppt:o054"/>
          <p:cNvCxnSpPr/>
          <p:nvPr/>
        </p:nvCxnSpPr>
        <p:spPr>
          <a:xfrm>
            <a:off x="5486400" y="253538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01 text 55" descr="sci-ppt:o055"/>
          <p:cNvSpPr txBox="1"/>
          <p:nvPr/>
        </p:nvSpPr>
        <p:spPr>
          <a:xfrm>
            <a:off x="4617720" y="245308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58" name="C2-E01 line 56" descr="sci-ppt:o056"/>
          <p:cNvCxnSpPr/>
          <p:nvPr/>
        </p:nvCxnSpPr>
        <p:spPr>
          <a:xfrm>
            <a:off x="5422392" y="1704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2-E01 line 57" descr="sci-ppt:o057"/>
          <p:cNvCxnSpPr/>
          <p:nvPr/>
        </p:nvCxnSpPr>
        <p:spPr>
          <a:xfrm>
            <a:off x="5486400" y="170410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2-E01 text 58" descr="sci-ppt:o058"/>
          <p:cNvSpPr txBox="1"/>
          <p:nvPr/>
        </p:nvSpPr>
        <p:spPr>
          <a:xfrm>
            <a:off x="4617720" y="1621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1" name="C2-E01 text 59" descr="sci-ppt:o059"/>
          <p:cNvSpPr txBox="1"/>
          <p:nvPr/>
        </p:nvSpPr>
        <p:spPr>
          <a:xfrm>
            <a:off x="5486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w</a:t>
            </a:r>
          </a:p>
        </p:txBody>
      </p:sp>
      <p:sp>
        <p:nvSpPr>
          <p:cNvPr id="62" name="C2-E01 text 60" descr="sci-ppt:o060"/>
          <p:cNvSpPr txBox="1"/>
          <p:nvPr/>
        </p:nvSpPr>
        <p:spPr>
          <a:xfrm>
            <a:off x="4937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F(r) / F₀</a:t>
            </a:r>
          </a:p>
        </p:txBody>
      </p:sp>
      <p:sp>
        <p:nvSpPr>
          <p:cNvPr id="63" name="C2-E01 polygon 61" descr="sci-ppt:o061"/>
          <p:cNvSpPr/>
          <p:nvPr/>
        </p:nvSpPr>
        <p:spPr>
          <a:xfrm>
            <a:off x="5486400" y="1704109"/>
            <a:ext cx="5852160" cy="3324883"/>
          </a:xfrm>
          <a:custGeom>
            <a:avLst/>
            <a:gdLst/>
            <a:ahLst/>
            <a:cxnLst/>
            <a:rect l="l" t="t" r="r" b="b"/>
            <a:pathLst>
              <a:path w="5852160" h="3324883">
                <a:moveTo>
                  <a:pt x="0" y="0"/>
                </a:moveTo>
                <a:lnTo>
                  <a:pt x="29407" y="812"/>
                </a:lnTo>
                <a:lnTo>
                  <a:pt x="58815" y="3249"/>
                </a:lnTo>
                <a:lnTo>
                  <a:pt x="88223" y="7307"/>
                </a:lnTo>
                <a:lnTo>
                  <a:pt x="117631" y="12979"/>
                </a:lnTo>
                <a:lnTo>
                  <a:pt x="147039" y="20257"/>
                </a:lnTo>
                <a:lnTo>
                  <a:pt x="176447" y="29131"/>
                </a:lnTo>
                <a:lnTo>
                  <a:pt x="205854" y="39588"/>
                </a:lnTo>
                <a:lnTo>
                  <a:pt x="235262" y="51613"/>
                </a:lnTo>
                <a:lnTo>
                  <a:pt x="264670" y="65187"/>
                </a:lnTo>
                <a:lnTo>
                  <a:pt x="294078" y="80292"/>
                </a:lnTo>
                <a:lnTo>
                  <a:pt x="323486" y="96906"/>
                </a:lnTo>
                <a:lnTo>
                  <a:pt x="352894" y="115004"/>
                </a:lnTo>
                <a:lnTo>
                  <a:pt x="382301" y="134561"/>
                </a:lnTo>
                <a:lnTo>
                  <a:pt x="411709" y="155548"/>
                </a:lnTo>
                <a:lnTo>
                  <a:pt x="441117" y="177937"/>
                </a:lnTo>
                <a:lnTo>
                  <a:pt x="470525" y="201695"/>
                </a:lnTo>
                <a:lnTo>
                  <a:pt x="499933" y="226788"/>
                </a:lnTo>
                <a:lnTo>
                  <a:pt x="529341" y="253182"/>
                </a:lnTo>
                <a:lnTo>
                  <a:pt x="558748" y="280840"/>
                </a:lnTo>
                <a:lnTo>
                  <a:pt x="588156" y="309723"/>
                </a:lnTo>
                <a:lnTo>
                  <a:pt x="617564" y="339792"/>
                </a:lnTo>
                <a:lnTo>
                  <a:pt x="646972" y="371006"/>
                </a:lnTo>
                <a:lnTo>
                  <a:pt x="676380" y="403322"/>
                </a:lnTo>
                <a:lnTo>
                  <a:pt x="705788" y="436697"/>
                </a:lnTo>
                <a:lnTo>
                  <a:pt x="735195" y="471086"/>
                </a:lnTo>
                <a:lnTo>
                  <a:pt x="764603" y="506444"/>
                </a:lnTo>
                <a:lnTo>
                  <a:pt x="794011" y="542725"/>
                </a:lnTo>
                <a:lnTo>
                  <a:pt x="823419" y="579881"/>
                </a:lnTo>
                <a:lnTo>
                  <a:pt x="852827" y="617865"/>
                </a:lnTo>
                <a:lnTo>
                  <a:pt x="882235" y="656628"/>
                </a:lnTo>
                <a:lnTo>
                  <a:pt x="911643" y="696121"/>
                </a:lnTo>
                <a:lnTo>
                  <a:pt x="941050" y="736296"/>
                </a:lnTo>
                <a:lnTo>
                  <a:pt x="970458" y="777103"/>
                </a:lnTo>
                <a:lnTo>
                  <a:pt x="999866" y="818493"/>
                </a:lnTo>
                <a:lnTo>
                  <a:pt x="1029274" y="860415"/>
                </a:lnTo>
                <a:lnTo>
                  <a:pt x="1058682" y="902821"/>
                </a:lnTo>
                <a:lnTo>
                  <a:pt x="1088090" y="945660"/>
                </a:lnTo>
                <a:lnTo>
                  <a:pt x="1117497" y="988885"/>
                </a:lnTo>
                <a:lnTo>
                  <a:pt x="1146905" y="1032445"/>
                </a:lnTo>
                <a:lnTo>
                  <a:pt x="1176313" y="1076293"/>
                </a:lnTo>
                <a:lnTo>
                  <a:pt x="1205721" y="1120380"/>
                </a:lnTo>
                <a:lnTo>
                  <a:pt x="1235129" y="1164659"/>
                </a:lnTo>
                <a:lnTo>
                  <a:pt x="1264537" y="1209084"/>
                </a:lnTo>
                <a:lnTo>
                  <a:pt x="1293944" y="1253608"/>
                </a:lnTo>
                <a:lnTo>
                  <a:pt x="1323352" y="1298186"/>
                </a:lnTo>
                <a:lnTo>
                  <a:pt x="1352760" y="1342775"/>
                </a:lnTo>
                <a:lnTo>
                  <a:pt x="1382168" y="1387330"/>
                </a:lnTo>
                <a:lnTo>
                  <a:pt x="1411576" y="1431810"/>
                </a:lnTo>
                <a:lnTo>
                  <a:pt x="1440984" y="1476172"/>
                </a:lnTo>
                <a:lnTo>
                  <a:pt x="1470391" y="1520378"/>
                </a:lnTo>
                <a:lnTo>
                  <a:pt x="1499799" y="1564388"/>
                </a:lnTo>
                <a:lnTo>
                  <a:pt x="1529207" y="1608164"/>
                </a:lnTo>
                <a:lnTo>
                  <a:pt x="1558615" y="1651670"/>
                </a:lnTo>
                <a:lnTo>
                  <a:pt x="1588023" y="1694870"/>
                </a:lnTo>
                <a:lnTo>
                  <a:pt x="1617431" y="1737732"/>
                </a:lnTo>
                <a:lnTo>
                  <a:pt x="1646838" y="1780222"/>
                </a:lnTo>
                <a:lnTo>
                  <a:pt x="1676246" y="1822310"/>
                </a:lnTo>
                <a:lnTo>
                  <a:pt x="1705654" y="1863966"/>
                </a:lnTo>
                <a:lnTo>
                  <a:pt x="1735062" y="1905161"/>
                </a:lnTo>
                <a:lnTo>
                  <a:pt x="1764470" y="1945869"/>
                </a:lnTo>
                <a:lnTo>
                  <a:pt x="1793878" y="1986065"/>
                </a:lnTo>
                <a:lnTo>
                  <a:pt x="1823286" y="2025725"/>
                </a:lnTo>
                <a:lnTo>
                  <a:pt x="1852693" y="2064826"/>
                </a:lnTo>
                <a:lnTo>
                  <a:pt x="1882101" y="2103348"/>
                </a:lnTo>
                <a:lnTo>
                  <a:pt x="1911509" y="2141272"/>
                </a:lnTo>
                <a:lnTo>
                  <a:pt x="1940917" y="2178579"/>
                </a:lnTo>
                <a:lnTo>
                  <a:pt x="1970325" y="2215253"/>
                </a:lnTo>
                <a:lnTo>
                  <a:pt x="1999733" y="2251279"/>
                </a:lnTo>
                <a:lnTo>
                  <a:pt x="2029140" y="2286643"/>
                </a:lnTo>
                <a:lnTo>
                  <a:pt x="2058548" y="2321334"/>
                </a:lnTo>
                <a:lnTo>
                  <a:pt x="2087956" y="2355340"/>
                </a:lnTo>
                <a:lnTo>
                  <a:pt x="2117364" y="2388652"/>
                </a:lnTo>
                <a:lnTo>
                  <a:pt x="2146772" y="2421261"/>
                </a:lnTo>
                <a:lnTo>
                  <a:pt x="2176180" y="2453161"/>
                </a:lnTo>
                <a:lnTo>
                  <a:pt x="2205587" y="2484347"/>
                </a:lnTo>
                <a:lnTo>
                  <a:pt x="2234995" y="2514813"/>
                </a:lnTo>
                <a:lnTo>
                  <a:pt x="2264403" y="2544557"/>
                </a:lnTo>
                <a:lnTo>
                  <a:pt x="2293811" y="2573576"/>
                </a:lnTo>
                <a:lnTo>
                  <a:pt x="2323219" y="2601871"/>
                </a:lnTo>
                <a:lnTo>
                  <a:pt x="2352627" y="2629440"/>
                </a:lnTo>
                <a:lnTo>
                  <a:pt x="2382034" y="2656285"/>
                </a:lnTo>
                <a:lnTo>
                  <a:pt x="2411442" y="2682409"/>
                </a:lnTo>
                <a:lnTo>
                  <a:pt x="2440850" y="2707814"/>
                </a:lnTo>
                <a:lnTo>
                  <a:pt x="2470258" y="2732505"/>
                </a:lnTo>
                <a:lnTo>
                  <a:pt x="2499666" y="2756486"/>
                </a:lnTo>
                <a:lnTo>
                  <a:pt x="2529074" y="2779763"/>
                </a:lnTo>
                <a:lnTo>
                  <a:pt x="2558482" y="2802343"/>
                </a:lnTo>
                <a:lnTo>
                  <a:pt x="2587889" y="2824233"/>
                </a:lnTo>
                <a:lnTo>
                  <a:pt x="2617297" y="2845440"/>
                </a:lnTo>
                <a:lnTo>
                  <a:pt x="2646705" y="2865975"/>
                </a:lnTo>
                <a:lnTo>
                  <a:pt x="2676113" y="2885845"/>
                </a:lnTo>
                <a:lnTo>
                  <a:pt x="2705521" y="2905060"/>
                </a:lnTo>
                <a:lnTo>
                  <a:pt x="2734929" y="2923631"/>
                </a:lnTo>
                <a:lnTo>
                  <a:pt x="2764336" y="2941569"/>
                </a:lnTo>
                <a:lnTo>
                  <a:pt x="2793744" y="2958884"/>
                </a:lnTo>
                <a:lnTo>
                  <a:pt x="2823152" y="2975589"/>
                </a:lnTo>
                <a:lnTo>
                  <a:pt x="2852560" y="2991694"/>
                </a:lnTo>
                <a:lnTo>
                  <a:pt x="2881968" y="3007213"/>
                </a:lnTo>
                <a:lnTo>
                  <a:pt x="2911376" y="3022157"/>
                </a:lnTo>
                <a:lnTo>
                  <a:pt x="2940783" y="3036540"/>
                </a:lnTo>
                <a:lnTo>
                  <a:pt x="2970191" y="3050375"/>
                </a:lnTo>
                <a:lnTo>
                  <a:pt x="2999599" y="3063674"/>
                </a:lnTo>
                <a:lnTo>
                  <a:pt x="3029007" y="3076450"/>
                </a:lnTo>
                <a:lnTo>
                  <a:pt x="3058415" y="3088718"/>
                </a:lnTo>
                <a:lnTo>
                  <a:pt x="3087823" y="3100491"/>
                </a:lnTo>
                <a:lnTo>
                  <a:pt x="3117230" y="3111781"/>
                </a:lnTo>
                <a:lnTo>
                  <a:pt x="3146638" y="3122603"/>
                </a:lnTo>
                <a:lnTo>
                  <a:pt x="3176046" y="3132970"/>
                </a:lnTo>
                <a:lnTo>
                  <a:pt x="3205454" y="3142895"/>
                </a:lnTo>
                <a:lnTo>
                  <a:pt x="3234862" y="3152392"/>
                </a:lnTo>
                <a:lnTo>
                  <a:pt x="3264270" y="3161473"/>
                </a:lnTo>
                <a:lnTo>
                  <a:pt x="3293677" y="3170153"/>
                </a:lnTo>
                <a:lnTo>
                  <a:pt x="3323085" y="3178445"/>
                </a:lnTo>
                <a:lnTo>
                  <a:pt x="3352493" y="3186360"/>
                </a:lnTo>
                <a:lnTo>
                  <a:pt x="3381901" y="3193912"/>
                </a:lnTo>
                <a:lnTo>
                  <a:pt x="3411309" y="3201114"/>
                </a:lnTo>
                <a:lnTo>
                  <a:pt x="3440717" y="3207978"/>
                </a:lnTo>
                <a:lnTo>
                  <a:pt x="3470125" y="3214516"/>
                </a:lnTo>
                <a:lnTo>
                  <a:pt x="3499532" y="3220739"/>
                </a:lnTo>
                <a:lnTo>
                  <a:pt x="3528940" y="3226661"/>
                </a:lnTo>
                <a:lnTo>
                  <a:pt x="3558348" y="3232292"/>
                </a:lnTo>
                <a:lnTo>
                  <a:pt x="3587756" y="3237643"/>
                </a:lnTo>
                <a:lnTo>
                  <a:pt x="3617164" y="3242727"/>
                </a:lnTo>
                <a:lnTo>
                  <a:pt x="3646572" y="3247552"/>
                </a:lnTo>
                <a:lnTo>
                  <a:pt x="3675979" y="3252131"/>
                </a:lnTo>
                <a:lnTo>
                  <a:pt x="3705387" y="3256473"/>
                </a:lnTo>
                <a:lnTo>
                  <a:pt x="3734795" y="3260588"/>
                </a:lnTo>
                <a:lnTo>
                  <a:pt x="3764203" y="3264486"/>
                </a:lnTo>
                <a:lnTo>
                  <a:pt x="3793611" y="3268176"/>
                </a:lnTo>
                <a:lnTo>
                  <a:pt x="3823019" y="3271667"/>
                </a:lnTo>
                <a:lnTo>
                  <a:pt x="3852426" y="3274969"/>
                </a:lnTo>
                <a:lnTo>
                  <a:pt x="3881834" y="3278090"/>
                </a:lnTo>
                <a:lnTo>
                  <a:pt x="3911242" y="3281038"/>
                </a:lnTo>
                <a:lnTo>
                  <a:pt x="3940650" y="3283821"/>
                </a:lnTo>
                <a:lnTo>
                  <a:pt x="3970058" y="3286448"/>
                </a:lnTo>
                <a:lnTo>
                  <a:pt x="3999466" y="3288924"/>
                </a:lnTo>
                <a:lnTo>
                  <a:pt x="4028873" y="3291259"/>
                </a:lnTo>
                <a:lnTo>
                  <a:pt x="4058281" y="3293458"/>
                </a:lnTo>
                <a:lnTo>
                  <a:pt x="4087689" y="3295529"/>
                </a:lnTo>
                <a:lnTo>
                  <a:pt x="4117097" y="3297478"/>
                </a:lnTo>
                <a:lnTo>
                  <a:pt x="4146505" y="3299311"/>
                </a:lnTo>
                <a:lnTo>
                  <a:pt x="4175913" y="3301034"/>
                </a:lnTo>
                <a:lnTo>
                  <a:pt x="4205321" y="3302653"/>
                </a:lnTo>
                <a:lnTo>
                  <a:pt x="4234728" y="3304173"/>
                </a:lnTo>
                <a:lnTo>
                  <a:pt x="4264136" y="3305600"/>
                </a:lnTo>
                <a:lnTo>
                  <a:pt x="4293544" y="3306938"/>
                </a:lnTo>
                <a:lnTo>
                  <a:pt x="4322952" y="3308193"/>
                </a:lnTo>
                <a:lnTo>
                  <a:pt x="4352360" y="3309368"/>
                </a:lnTo>
                <a:lnTo>
                  <a:pt x="4381768" y="3310469"/>
                </a:lnTo>
                <a:lnTo>
                  <a:pt x="4411175" y="3311500"/>
                </a:lnTo>
                <a:lnTo>
                  <a:pt x="4440583" y="3312464"/>
                </a:lnTo>
                <a:lnTo>
                  <a:pt x="4469991" y="3313365"/>
                </a:lnTo>
                <a:lnTo>
                  <a:pt x="4499399" y="3314208"/>
                </a:lnTo>
                <a:lnTo>
                  <a:pt x="4528807" y="3314994"/>
                </a:lnTo>
                <a:lnTo>
                  <a:pt x="4558215" y="3315729"/>
                </a:lnTo>
                <a:lnTo>
                  <a:pt x="4587622" y="3316414"/>
                </a:lnTo>
                <a:lnTo>
                  <a:pt x="4617030" y="3317053"/>
                </a:lnTo>
                <a:lnTo>
                  <a:pt x="4646438" y="3317649"/>
                </a:lnTo>
                <a:lnTo>
                  <a:pt x="4675846" y="3318204"/>
                </a:lnTo>
                <a:lnTo>
                  <a:pt x="4705254" y="3318720"/>
                </a:lnTo>
                <a:lnTo>
                  <a:pt x="4734662" y="3319201"/>
                </a:lnTo>
                <a:lnTo>
                  <a:pt x="4764069" y="3319648"/>
                </a:lnTo>
                <a:lnTo>
                  <a:pt x="4793477" y="3320064"/>
                </a:lnTo>
                <a:lnTo>
                  <a:pt x="4822885" y="3320450"/>
                </a:lnTo>
                <a:lnTo>
                  <a:pt x="4852293" y="3320808"/>
                </a:lnTo>
                <a:lnTo>
                  <a:pt x="4881701" y="3321141"/>
                </a:lnTo>
                <a:lnTo>
                  <a:pt x="4911109" y="3321450"/>
                </a:lnTo>
                <a:lnTo>
                  <a:pt x="4940516" y="3321736"/>
                </a:lnTo>
                <a:lnTo>
                  <a:pt x="4969924" y="3322001"/>
                </a:lnTo>
                <a:lnTo>
                  <a:pt x="4999332" y="3322247"/>
                </a:lnTo>
                <a:lnTo>
                  <a:pt x="5028740" y="3322475"/>
                </a:lnTo>
                <a:lnTo>
                  <a:pt x="5058148" y="3322685"/>
                </a:lnTo>
                <a:lnTo>
                  <a:pt x="5087556" y="3322879"/>
                </a:lnTo>
                <a:lnTo>
                  <a:pt x="5116964" y="3323059"/>
                </a:lnTo>
                <a:lnTo>
                  <a:pt x="5146371" y="3323225"/>
                </a:lnTo>
                <a:lnTo>
                  <a:pt x="5175779" y="3323379"/>
                </a:lnTo>
                <a:lnTo>
                  <a:pt x="5205187" y="3323520"/>
                </a:lnTo>
                <a:lnTo>
                  <a:pt x="5234595" y="3323651"/>
                </a:lnTo>
                <a:lnTo>
                  <a:pt x="5264003" y="3323771"/>
                </a:lnTo>
                <a:lnTo>
                  <a:pt x="5293411" y="3323882"/>
                </a:lnTo>
                <a:lnTo>
                  <a:pt x="5322818" y="3323984"/>
                </a:lnTo>
                <a:lnTo>
                  <a:pt x="5352226" y="3324078"/>
                </a:lnTo>
                <a:lnTo>
                  <a:pt x="5381634" y="3324164"/>
                </a:lnTo>
                <a:lnTo>
                  <a:pt x="5411042" y="3324244"/>
                </a:lnTo>
                <a:lnTo>
                  <a:pt x="5440450" y="3324317"/>
                </a:lnTo>
                <a:lnTo>
                  <a:pt x="5469858" y="3324384"/>
                </a:lnTo>
                <a:lnTo>
                  <a:pt x="5499265" y="3324446"/>
                </a:lnTo>
                <a:lnTo>
                  <a:pt x="5528673" y="3324502"/>
                </a:lnTo>
                <a:lnTo>
                  <a:pt x="5558081" y="3324554"/>
                </a:lnTo>
                <a:lnTo>
                  <a:pt x="5587489" y="3324601"/>
                </a:lnTo>
                <a:lnTo>
                  <a:pt x="5616897" y="3324645"/>
                </a:lnTo>
                <a:lnTo>
                  <a:pt x="5646305" y="3324685"/>
                </a:lnTo>
                <a:lnTo>
                  <a:pt x="5675712" y="3324721"/>
                </a:lnTo>
                <a:lnTo>
                  <a:pt x="5705120" y="3324754"/>
                </a:lnTo>
                <a:lnTo>
                  <a:pt x="5734528" y="3324785"/>
                </a:lnTo>
                <a:lnTo>
                  <a:pt x="5763936" y="3324813"/>
                </a:lnTo>
                <a:lnTo>
                  <a:pt x="5793344" y="3324838"/>
                </a:lnTo>
                <a:lnTo>
                  <a:pt x="5822752" y="3324861"/>
                </a:lnTo>
                <a:lnTo>
                  <a:pt x="5852160" y="332488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C2-E01 polygon 62" descr="sci-ppt:o062"/>
          <p:cNvSpPr/>
          <p:nvPr/>
        </p:nvSpPr>
        <p:spPr>
          <a:xfrm>
            <a:off x="5486400" y="1704109"/>
            <a:ext cx="5852160" cy="3325091"/>
          </a:xfrm>
          <a:custGeom>
            <a:avLst/>
            <a:gdLst/>
            <a:ahLst/>
            <a:cxnLst/>
            <a:rect l="l" t="t" r="r" b="b"/>
            <a:pathLst>
              <a:path w="5852160" h="3325091">
                <a:moveTo>
                  <a:pt x="0" y="0"/>
                </a:moveTo>
                <a:lnTo>
                  <a:pt x="29407" y="812"/>
                </a:lnTo>
                <a:lnTo>
                  <a:pt x="58815" y="3249"/>
                </a:lnTo>
                <a:lnTo>
                  <a:pt x="88223" y="7307"/>
                </a:lnTo>
                <a:lnTo>
                  <a:pt x="117631" y="12979"/>
                </a:lnTo>
                <a:lnTo>
                  <a:pt x="147039" y="20257"/>
                </a:lnTo>
                <a:lnTo>
                  <a:pt x="176447" y="29131"/>
                </a:lnTo>
                <a:lnTo>
                  <a:pt x="205854" y="39588"/>
                </a:lnTo>
                <a:lnTo>
                  <a:pt x="235262" y="51613"/>
                </a:lnTo>
                <a:lnTo>
                  <a:pt x="264670" y="65187"/>
                </a:lnTo>
                <a:lnTo>
                  <a:pt x="294078" y="80292"/>
                </a:lnTo>
                <a:lnTo>
                  <a:pt x="323486" y="96906"/>
                </a:lnTo>
                <a:lnTo>
                  <a:pt x="352894" y="115004"/>
                </a:lnTo>
                <a:lnTo>
                  <a:pt x="382301" y="134561"/>
                </a:lnTo>
                <a:lnTo>
                  <a:pt x="411709" y="155548"/>
                </a:lnTo>
                <a:lnTo>
                  <a:pt x="441117" y="177937"/>
                </a:lnTo>
                <a:lnTo>
                  <a:pt x="470525" y="201695"/>
                </a:lnTo>
                <a:lnTo>
                  <a:pt x="499933" y="226788"/>
                </a:lnTo>
                <a:lnTo>
                  <a:pt x="529341" y="253182"/>
                </a:lnTo>
                <a:lnTo>
                  <a:pt x="558748" y="280840"/>
                </a:lnTo>
                <a:lnTo>
                  <a:pt x="588156" y="309723"/>
                </a:lnTo>
                <a:lnTo>
                  <a:pt x="617564" y="339792"/>
                </a:lnTo>
                <a:lnTo>
                  <a:pt x="646972" y="371006"/>
                </a:lnTo>
                <a:lnTo>
                  <a:pt x="676380" y="403322"/>
                </a:lnTo>
                <a:lnTo>
                  <a:pt x="705788" y="436697"/>
                </a:lnTo>
                <a:lnTo>
                  <a:pt x="735195" y="471086"/>
                </a:lnTo>
                <a:lnTo>
                  <a:pt x="764603" y="506444"/>
                </a:lnTo>
                <a:lnTo>
                  <a:pt x="794011" y="542725"/>
                </a:lnTo>
                <a:lnTo>
                  <a:pt x="823419" y="579881"/>
                </a:lnTo>
                <a:lnTo>
                  <a:pt x="852827" y="617865"/>
                </a:lnTo>
                <a:lnTo>
                  <a:pt x="882235" y="656628"/>
                </a:lnTo>
                <a:lnTo>
                  <a:pt x="911643" y="696121"/>
                </a:lnTo>
                <a:lnTo>
                  <a:pt x="941050" y="736296"/>
                </a:lnTo>
                <a:lnTo>
                  <a:pt x="970458" y="777103"/>
                </a:lnTo>
                <a:lnTo>
                  <a:pt x="999866" y="818493"/>
                </a:lnTo>
                <a:lnTo>
                  <a:pt x="1029274" y="860415"/>
                </a:lnTo>
                <a:lnTo>
                  <a:pt x="1058682" y="902821"/>
                </a:lnTo>
                <a:lnTo>
                  <a:pt x="1088090" y="945660"/>
                </a:lnTo>
                <a:lnTo>
                  <a:pt x="1117497" y="988885"/>
                </a:lnTo>
                <a:lnTo>
                  <a:pt x="1146905" y="1032445"/>
                </a:lnTo>
                <a:lnTo>
                  <a:pt x="1176313" y="1076293"/>
                </a:lnTo>
                <a:lnTo>
                  <a:pt x="1205721" y="1120380"/>
                </a:lnTo>
                <a:lnTo>
                  <a:pt x="1235129" y="1164659"/>
                </a:lnTo>
                <a:lnTo>
                  <a:pt x="1264537" y="1209084"/>
                </a:lnTo>
                <a:lnTo>
                  <a:pt x="1293944" y="1253608"/>
                </a:lnTo>
                <a:lnTo>
                  <a:pt x="1323352" y="1298186"/>
                </a:lnTo>
                <a:lnTo>
                  <a:pt x="1352760" y="1342775"/>
                </a:lnTo>
                <a:lnTo>
                  <a:pt x="1382168" y="1387330"/>
                </a:lnTo>
                <a:lnTo>
                  <a:pt x="1411576" y="1431810"/>
                </a:lnTo>
                <a:lnTo>
                  <a:pt x="1440984" y="1476172"/>
                </a:lnTo>
                <a:lnTo>
                  <a:pt x="1470391" y="1520378"/>
                </a:lnTo>
                <a:lnTo>
                  <a:pt x="1499799" y="1564388"/>
                </a:lnTo>
                <a:lnTo>
                  <a:pt x="1529207" y="1608164"/>
                </a:lnTo>
                <a:lnTo>
                  <a:pt x="1558615" y="1651670"/>
                </a:lnTo>
                <a:lnTo>
                  <a:pt x="1588023" y="1694870"/>
                </a:lnTo>
                <a:lnTo>
                  <a:pt x="1617431" y="1737732"/>
                </a:lnTo>
                <a:lnTo>
                  <a:pt x="1646838" y="1780222"/>
                </a:lnTo>
                <a:lnTo>
                  <a:pt x="1676246" y="1822310"/>
                </a:lnTo>
                <a:lnTo>
                  <a:pt x="1705654" y="1863966"/>
                </a:lnTo>
                <a:lnTo>
                  <a:pt x="1735062" y="1905161"/>
                </a:lnTo>
                <a:lnTo>
                  <a:pt x="1764470" y="1945869"/>
                </a:lnTo>
                <a:lnTo>
                  <a:pt x="1793878" y="1986065"/>
                </a:lnTo>
                <a:lnTo>
                  <a:pt x="1823286" y="2025725"/>
                </a:lnTo>
                <a:lnTo>
                  <a:pt x="1852693" y="2064826"/>
                </a:lnTo>
                <a:lnTo>
                  <a:pt x="1882101" y="2103348"/>
                </a:lnTo>
                <a:lnTo>
                  <a:pt x="1911509" y="2141272"/>
                </a:lnTo>
                <a:lnTo>
                  <a:pt x="1940917" y="2178579"/>
                </a:lnTo>
                <a:lnTo>
                  <a:pt x="1970325" y="2215253"/>
                </a:lnTo>
                <a:lnTo>
                  <a:pt x="1999733" y="2251279"/>
                </a:lnTo>
                <a:lnTo>
                  <a:pt x="2029140" y="2286643"/>
                </a:lnTo>
                <a:lnTo>
                  <a:pt x="2058548" y="2321334"/>
                </a:lnTo>
                <a:lnTo>
                  <a:pt x="2087956" y="2355340"/>
                </a:lnTo>
                <a:lnTo>
                  <a:pt x="2117364" y="2388652"/>
                </a:lnTo>
                <a:lnTo>
                  <a:pt x="2146772" y="2421261"/>
                </a:lnTo>
                <a:lnTo>
                  <a:pt x="2176180" y="2453161"/>
                </a:lnTo>
                <a:lnTo>
                  <a:pt x="2205587" y="2484347"/>
                </a:lnTo>
                <a:lnTo>
                  <a:pt x="2234995" y="2514813"/>
                </a:lnTo>
                <a:lnTo>
                  <a:pt x="2264403" y="2544557"/>
                </a:lnTo>
                <a:lnTo>
                  <a:pt x="2293811" y="2573576"/>
                </a:lnTo>
                <a:lnTo>
                  <a:pt x="2323219" y="2601871"/>
                </a:lnTo>
                <a:lnTo>
                  <a:pt x="2352627" y="2629440"/>
                </a:lnTo>
                <a:lnTo>
                  <a:pt x="2382034" y="2656285"/>
                </a:lnTo>
                <a:lnTo>
                  <a:pt x="2411442" y="2682409"/>
                </a:lnTo>
                <a:lnTo>
                  <a:pt x="2440850" y="2707814"/>
                </a:lnTo>
                <a:lnTo>
                  <a:pt x="2470258" y="2732505"/>
                </a:lnTo>
                <a:lnTo>
                  <a:pt x="2499666" y="2756486"/>
                </a:lnTo>
                <a:lnTo>
                  <a:pt x="2529074" y="2779763"/>
                </a:lnTo>
                <a:lnTo>
                  <a:pt x="2558482" y="2802343"/>
                </a:lnTo>
                <a:lnTo>
                  <a:pt x="2587889" y="2824233"/>
                </a:lnTo>
                <a:lnTo>
                  <a:pt x="2617297" y="2845440"/>
                </a:lnTo>
                <a:lnTo>
                  <a:pt x="2646705" y="2865975"/>
                </a:lnTo>
                <a:lnTo>
                  <a:pt x="2676113" y="2885845"/>
                </a:lnTo>
                <a:lnTo>
                  <a:pt x="2705521" y="2905060"/>
                </a:lnTo>
                <a:lnTo>
                  <a:pt x="2734929" y="2923631"/>
                </a:lnTo>
                <a:lnTo>
                  <a:pt x="2764336" y="2941569"/>
                </a:lnTo>
                <a:lnTo>
                  <a:pt x="2793744" y="2958884"/>
                </a:lnTo>
                <a:lnTo>
                  <a:pt x="2823152" y="2975589"/>
                </a:lnTo>
                <a:lnTo>
                  <a:pt x="2852560" y="2991694"/>
                </a:lnTo>
                <a:lnTo>
                  <a:pt x="2881968" y="3007213"/>
                </a:lnTo>
                <a:lnTo>
                  <a:pt x="2911376" y="3022157"/>
                </a:lnTo>
                <a:lnTo>
                  <a:pt x="2940783" y="3036540"/>
                </a:lnTo>
                <a:lnTo>
                  <a:pt x="2970191" y="3050375"/>
                </a:lnTo>
                <a:lnTo>
                  <a:pt x="2999599" y="3063674"/>
                </a:lnTo>
                <a:lnTo>
                  <a:pt x="3029007" y="3076450"/>
                </a:lnTo>
                <a:lnTo>
                  <a:pt x="3058415" y="3088718"/>
                </a:lnTo>
                <a:lnTo>
                  <a:pt x="3087823" y="3100491"/>
                </a:lnTo>
                <a:lnTo>
                  <a:pt x="3117230" y="3111781"/>
                </a:lnTo>
                <a:lnTo>
                  <a:pt x="3146638" y="3122603"/>
                </a:lnTo>
                <a:lnTo>
                  <a:pt x="3176046" y="3132970"/>
                </a:lnTo>
                <a:lnTo>
                  <a:pt x="3205454" y="3142895"/>
                </a:lnTo>
                <a:lnTo>
                  <a:pt x="3234862" y="3152392"/>
                </a:lnTo>
                <a:lnTo>
                  <a:pt x="3264270" y="3161473"/>
                </a:lnTo>
                <a:lnTo>
                  <a:pt x="3293677" y="3170153"/>
                </a:lnTo>
                <a:lnTo>
                  <a:pt x="3323085" y="3178445"/>
                </a:lnTo>
                <a:lnTo>
                  <a:pt x="3352493" y="3186360"/>
                </a:lnTo>
                <a:lnTo>
                  <a:pt x="3381901" y="3193912"/>
                </a:lnTo>
                <a:lnTo>
                  <a:pt x="3411309" y="3201114"/>
                </a:lnTo>
                <a:lnTo>
                  <a:pt x="3440717" y="3207978"/>
                </a:lnTo>
                <a:lnTo>
                  <a:pt x="3470125" y="3214516"/>
                </a:lnTo>
                <a:lnTo>
                  <a:pt x="3499532" y="3220739"/>
                </a:lnTo>
                <a:lnTo>
                  <a:pt x="3528940" y="3226661"/>
                </a:lnTo>
                <a:lnTo>
                  <a:pt x="3558348" y="3232292"/>
                </a:lnTo>
                <a:lnTo>
                  <a:pt x="3587756" y="3237643"/>
                </a:lnTo>
                <a:lnTo>
                  <a:pt x="3617164" y="3242727"/>
                </a:lnTo>
                <a:lnTo>
                  <a:pt x="3646572" y="3247552"/>
                </a:lnTo>
                <a:lnTo>
                  <a:pt x="3675979" y="3252131"/>
                </a:lnTo>
                <a:lnTo>
                  <a:pt x="3705387" y="3256473"/>
                </a:lnTo>
                <a:lnTo>
                  <a:pt x="3734795" y="3260588"/>
                </a:lnTo>
                <a:lnTo>
                  <a:pt x="3764203" y="3264486"/>
                </a:lnTo>
                <a:lnTo>
                  <a:pt x="3793611" y="3268176"/>
                </a:lnTo>
                <a:lnTo>
                  <a:pt x="3823019" y="3271667"/>
                </a:lnTo>
                <a:lnTo>
                  <a:pt x="3852426" y="3274969"/>
                </a:lnTo>
                <a:lnTo>
                  <a:pt x="3881834" y="3278090"/>
                </a:lnTo>
                <a:lnTo>
                  <a:pt x="3911242" y="3281038"/>
                </a:lnTo>
                <a:lnTo>
                  <a:pt x="3940650" y="3283821"/>
                </a:lnTo>
                <a:lnTo>
                  <a:pt x="3970058" y="3286448"/>
                </a:lnTo>
                <a:lnTo>
                  <a:pt x="3999466" y="3288924"/>
                </a:lnTo>
                <a:lnTo>
                  <a:pt x="4028873" y="3291259"/>
                </a:lnTo>
                <a:lnTo>
                  <a:pt x="4058281" y="3293458"/>
                </a:lnTo>
                <a:lnTo>
                  <a:pt x="4087689" y="3295529"/>
                </a:lnTo>
                <a:lnTo>
                  <a:pt x="4117097" y="3297478"/>
                </a:lnTo>
                <a:lnTo>
                  <a:pt x="4146505" y="3299311"/>
                </a:lnTo>
                <a:lnTo>
                  <a:pt x="4175913" y="3301034"/>
                </a:lnTo>
                <a:lnTo>
                  <a:pt x="4205321" y="3302653"/>
                </a:lnTo>
                <a:lnTo>
                  <a:pt x="4234728" y="3304173"/>
                </a:lnTo>
                <a:lnTo>
                  <a:pt x="4264136" y="3305600"/>
                </a:lnTo>
                <a:lnTo>
                  <a:pt x="4293544" y="3306938"/>
                </a:lnTo>
                <a:lnTo>
                  <a:pt x="4322952" y="3308193"/>
                </a:lnTo>
                <a:lnTo>
                  <a:pt x="4352360" y="3309368"/>
                </a:lnTo>
                <a:lnTo>
                  <a:pt x="4381768" y="3310469"/>
                </a:lnTo>
                <a:lnTo>
                  <a:pt x="4411175" y="3311500"/>
                </a:lnTo>
                <a:lnTo>
                  <a:pt x="4440583" y="3312464"/>
                </a:lnTo>
                <a:lnTo>
                  <a:pt x="4469991" y="3313365"/>
                </a:lnTo>
                <a:lnTo>
                  <a:pt x="4499399" y="3314208"/>
                </a:lnTo>
                <a:lnTo>
                  <a:pt x="4528807" y="3314994"/>
                </a:lnTo>
                <a:lnTo>
                  <a:pt x="4558215" y="3315729"/>
                </a:lnTo>
                <a:lnTo>
                  <a:pt x="4587622" y="3316414"/>
                </a:lnTo>
                <a:lnTo>
                  <a:pt x="4617030" y="3317053"/>
                </a:lnTo>
                <a:lnTo>
                  <a:pt x="4646438" y="3317649"/>
                </a:lnTo>
                <a:lnTo>
                  <a:pt x="4675846" y="3318204"/>
                </a:lnTo>
                <a:lnTo>
                  <a:pt x="4705254" y="3318720"/>
                </a:lnTo>
                <a:lnTo>
                  <a:pt x="4734662" y="3319201"/>
                </a:lnTo>
                <a:lnTo>
                  <a:pt x="4764069" y="3319648"/>
                </a:lnTo>
                <a:lnTo>
                  <a:pt x="4793477" y="3320064"/>
                </a:lnTo>
                <a:lnTo>
                  <a:pt x="4822885" y="3320450"/>
                </a:lnTo>
                <a:lnTo>
                  <a:pt x="4852293" y="3320808"/>
                </a:lnTo>
                <a:lnTo>
                  <a:pt x="4881701" y="3321141"/>
                </a:lnTo>
                <a:lnTo>
                  <a:pt x="4911109" y="3321450"/>
                </a:lnTo>
                <a:lnTo>
                  <a:pt x="4940516" y="3321736"/>
                </a:lnTo>
                <a:lnTo>
                  <a:pt x="4969924" y="3322001"/>
                </a:lnTo>
                <a:lnTo>
                  <a:pt x="4999332" y="3322247"/>
                </a:lnTo>
                <a:lnTo>
                  <a:pt x="5028740" y="3322475"/>
                </a:lnTo>
                <a:lnTo>
                  <a:pt x="5058148" y="3322685"/>
                </a:lnTo>
                <a:lnTo>
                  <a:pt x="5087556" y="3322879"/>
                </a:lnTo>
                <a:lnTo>
                  <a:pt x="5116964" y="3323059"/>
                </a:lnTo>
                <a:lnTo>
                  <a:pt x="5146371" y="3323225"/>
                </a:lnTo>
                <a:lnTo>
                  <a:pt x="5175779" y="3323379"/>
                </a:lnTo>
                <a:lnTo>
                  <a:pt x="5205187" y="3323520"/>
                </a:lnTo>
                <a:lnTo>
                  <a:pt x="5234595" y="3323651"/>
                </a:lnTo>
                <a:lnTo>
                  <a:pt x="5264003" y="3323771"/>
                </a:lnTo>
                <a:lnTo>
                  <a:pt x="5293411" y="3323882"/>
                </a:lnTo>
                <a:lnTo>
                  <a:pt x="5322818" y="3323984"/>
                </a:lnTo>
                <a:lnTo>
                  <a:pt x="5352226" y="3324078"/>
                </a:lnTo>
                <a:lnTo>
                  <a:pt x="5381634" y="3324164"/>
                </a:lnTo>
                <a:lnTo>
                  <a:pt x="5411042" y="3324244"/>
                </a:lnTo>
                <a:lnTo>
                  <a:pt x="5440450" y="3324317"/>
                </a:lnTo>
                <a:lnTo>
                  <a:pt x="5469858" y="3324384"/>
                </a:lnTo>
                <a:lnTo>
                  <a:pt x="5499265" y="3324446"/>
                </a:lnTo>
                <a:lnTo>
                  <a:pt x="5528673" y="3324502"/>
                </a:lnTo>
                <a:lnTo>
                  <a:pt x="5558081" y="3324554"/>
                </a:lnTo>
                <a:lnTo>
                  <a:pt x="5587489" y="3324601"/>
                </a:lnTo>
                <a:lnTo>
                  <a:pt x="5616897" y="3324645"/>
                </a:lnTo>
                <a:lnTo>
                  <a:pt x="5646305" y="3324685"/>
                </a:lnTo>
                <a:lnTo>
                  <a:pt x="5675712" y="3324721"/>
                </a:lnTo>
                <a:lnTo>
                  <a:pt x="5705120" y="3324754"/>
                </a:lnTo>
                <a:lnTo>
                  <a:pt x="5734528" y="3324785"/>
                </a:lnTo>
                <a:lnTo>
                  <a:pt x="5763936" y="3324813"/>
                </a:lnTo>
                <a:lnTo>
                  <a:pt x="5793344" y="3324838"/>
                </a:lnTo>
                <a:lnTo>
                  <a:pt x="5822752" y="3324861"/>
                </a:lnTo>
                <a:lnTo>
                  <a:pt x="5852160" y="3324883"/>
                </a:lnTo>
                <a:lnTo>
                  <a:pt x="5852160" y="3325091"/>
                </a:lnTo>
                <a:lnTo>
                  <a:pt x="5822752" y="3325091"/>
                </a:lnTo>
                <a:lnTo>
                  <a:pt x="5793344" y="3325091"/>
                </a:lnTo>
                <a:lnTo>
                  <a:pt x="5763936" y="3325091"/>
                </a:lnTo>
                <a:lnTo>
                  <a:pt x="5734528" y="3325091"/>
                </a:lnTo>
                <a:lnTo>
                  <a:pt x="5705120" y="3325091"/>
                </a:lnTo>
                <a:lnTo>
                  <a:pt x="5675712" y="3325091"/>
                </a:lnTo>
                <a:lnTo>
                  <a:pt x="5646305" y="3325091"/>
                </a:lnTo>
                <a:lnTo>
                  <a:pt x="5616897" y="3325091"/>
                </a:lnTo>
                <a:lnTo>
                  <a:pt x="5587489" y="3325091"/>
                </a:lnTo>
                <a:lnTo>
                  <a:pt x="5558081" y="3325091"/>
                </a:lnTo>
                <a:lnTo>
                  <a:pt x="5528673" y="3325091"/>
                </a:lnTo>
                <a:lnTo>
                  <a:pt x="5499265" y="3325091"/>
                </a:lnTo>
                <a:lnTo>
                  <a:pt x="5469858" y="3325091"/>
                </a:lnTo>
                <a:lnTo>
                  <a:pt x="5440450" y="3325091"/>
                </a:lnTo>
                <a:lnTo>
                  <a:pt x="5411042" y="3325091"/>
                </a:lnTo>
                <a:lnTo>
                  <a:pt x="5381634" y="3325091"/>
                </a:lnTo>
                <a:lnTo>
                  <a:pt x="5352226" y="3325091"/>
                </a:lnTo>
                <a:lnTo>
                  <a:pt x="5322818" y="3325091"/>
                </a:lnTo>
                <a:lnTo>
                  <a:pt x="5293411" y="3325091"/>
                </a:lnTo>
                <a:lnTo>
                  <a:pt x="5264003" y="3325091"/>
                </a:lnTo>
                <a:lnTo>
                  <a:pt x="5234595" y="3325091"/>
                </a:lnTo>
                <a:lnTo>
                  <a:pt x="5205187" y="3325091"/>
                </a:lnTo>
                <a:lnTo>
                  <a:pt x="5175779" y="3325091"/>
                </a:lnTo>
                <a:lnTo>
                  <a:pt x="5146371" y="3325091"/>
                </a:lnTo>
                <a:lnTo>
                  <a:pt x="5116964" y="3325091"/>
                </a:lnTo>
                <a:lnTo>
                  <a:pt x="5087556" y="3325091"/>
                </a:lnTo>
                <a:lnTo>
                  <a:pt x="5058148" y="3325091"/>
                </a:lnTo>
                <a:lnTo>
                  <a:pt x="5028740" y="3325091"/>
                </a:lnTo>
                <a:lnTo>
                  <a:pt x="4999332" y="3325091"/>
                </a:lnTo>
                <a:lnTo>
                  <a:pt x="4969924" y="3325091"/>
                </a:lnTo>
                <a:lnTo>
                  <a:pt x="4940516" y="3325091"/>
                </a:lnTo>
                <a:lnTo>
                  <a:pt x="4911109" y="3325091"/>
                </a:lnTo>
                <a:lnTo>
                  <a:pt x="4881701" y="3325091"/>
                </a:lnTo>
                <a:lnTo>
                  <a:pt x="4852293" y="3325091"/>
                </a:lnTo>
                <a:lnTo>
                  <a:pt x="4822885" y="3325091"/>
                </a:lnTo>
                <a:lnTo>
                  <a:pt x="4793477" y="3325091"/>
                </a:lnTo>
                <a:lnTo>
                  <a:pt x="4764069" y="3325091"/>
                </a:lnTo>
                <a:lnTo>
                  <a:pt x="4734662" y="3325091"/>
                </a:lnTo>
                <a:lnTo>
                  <a:pt x="4705254" y="3325091"/>
                </a:lnTo>
                <a:lnTo>
                  <a:pt x="4675846" y="3325091"/>
                </a:lnTo>
                <a:lnTo>
                  <a:pt x="4646438" y="3325091"/>
                </a:lnTo>
                <a:lnTo>
                  <a:pt x="4617030" y="3325091"/>
                </a:lnTo>
                <a:lnTo>
                  <a:pt x="4587622" y="3325091"/>
                </a:lnTo>
                <a:lnTo>
                  <a:pt x="4558215" y="3325091"/>
                </a:lnTo>
                <a:lnTo>
                  <a:pt x="4528807" y="3325091"/>
                </a:lnTo>
                <a:lnTo>
                  <a:pt x="4499399" y="3325091"/>
                </a:lnTo>
                <a:lnTo>
                  <a:pt x="4469991" y="3325091"/>
                </a:lnTo>
                <a:lnTo>
                  <a:pt x="4440583" y="3325091"/>
                </a:lnTo>
                <a:lnTo>
                  <a:pt x="4411175" y="3325091"/>
                </a:lnTo>
                <a:lnTo>
                  <a:pt x="4381768" y="3325091"/>
                </a:lnTo>
                <a:lnTo>
                  <a:pt x="4352360" y="3325091"/>
                </a:lnTo>
                <a:lnTo>
                  <a:pt x="4322952" y="3325091"/>
                </a:lnTo>
                <a:lnTo>
                  <a:pt x="4293544" y="3325091"/>
                </a:lnTo>
                <a:lnTo>
                  <a:pt x="4264136" y="3325091"/>
                </a:lnTo>
                <a:lnTo>
                  <a:pt x="4234728" y="3325091"/>
                </a:lnTo>
                <a:lnTo>
                  <a:pt x="4205321" y="3325091"/>
                </a:lnTo>
                <a:lnTo>
                  <a:pt x="4175913" y="3325091"/>
                </a:lnTo>
                <a:lnTo>
                  <a:pt x="4146505" y="3325091"/>
                </a:lnTo>
                <a:lnTo>
                  <a:pt x="4117097" y="3325091"/>
                </a:lnTo>
                <a:lnTo>
                  <a:pt x="4087689" y="3325091"/>
                </a:lnTo>
                <a:lnTo>
                  <a:pt x="4058281" y="3325091"/>
                </a:lnTo>
                <a:lnTo>
                  <a:pt x="4028873" y="3325091"/>
                </a:lnTo>
                <a:lnTo>
                  <a:pt x="3999466" y="3325091"/>
                </a:lnTo>
                <a:lnTo>
                  <a:pt x="3970058" y="3325091"/>
                </a:lnTo>
                <a:lnTo>
                  <a:pt x="3940650" y="3325091"/>
                </a:lnTo>
                <a:lnTo>
                  <a:pt x="3911242" y="3325091"/>
                </a:lnTo>
                <a:lnTo>
                  <a:pt x="3881834" y="3325091"/>
                </a:lnTo>
                <a:lnTo>
                  <a:pt x="3852426" y="3325091"/>
                </a:lnTo>
                <a:lnTo>
                  <a:pt x="3823019" y="3325091"/>
                </a:lnTo>
                <a:lnTo>
                  <a:pt x="3793611" y="3325091"/>
                </a:lnTo>
                <a:lnTo>
                  <a:pt x="3764203" y="3325091"/>
                </a:lnTo>
                <a:lnTo>
                  <a:pt x="3734795" y="3325091"/>
                </a:lnTo>
                <a:lnTo>
                  <a:pt x="3705387" y="3325091"/>
                </a:lnTo>
                <a:lnTo>
                  <a:pt x="3675979" y="3325091"/>
                </a:lnTo>
                <a:lnTo>
                  <a:pt x="3646572" y="3325091"/>
                </a:lnTo>
                <a:lnTo>
                  <a:pt x="3617164" y="3325091"/>
                </a:lnTo>
                <a:lnTo>
                  <a:pt x="3587756" y="3325091"/>
                </a:lnTo>
                <a:lnTo>
                  <a:pt x="3558348" y="3325091"/>
                </a:lnTo>
                <a:lnTo>
                  <a:pt x="3528940" y="3325091"/>
                </a:lnTo>
                <a:lnTo>
                  <a:pt x="3499532" y="3325091"/>
                </a:lnTo>
                <a:lnTo>
                  <a:pt x="3470125" y="3325091"/>
                </a:lnTo>
                <a:lnTo>
                  <a:pt x="3440717" y="3325091"/>
                </a:lnTo>
                <a:lnTo>
                  <a:pt x="3411309" y="3325091"/>
                </a:lnTo>
                <a:lnTo>
                  <a:pt x="3381901" y="3325091"/>
                </a:lnTo>
                <a:lnTo>
                  <a:pt x="3352493" y="3325091"/>
                </a:lnTo>
                <a:lnTo>
                  <a:pt x="3323085" y="3325091"/>
                </a:lnTo>
                <a:lnTo>
                  <a:pt x="3293677" y="3325091"/>
                </a:lnTo>
                <a:lnTo>
                  <a:pt x="3264270" y="3325091"/>
                </a:lnTo>
                <a:lnTo>
                  <a:pt x="3234862" y="3325091"/>
                </a:lnTo>
                <a:lnTo>
                  <a:pt x="3205454" y="3325091"/>
                </a:lnTo>
                <a:lnTo>
                  <a:pt x="3176046" y="3325091"/>
                </a:lnTo>
                <a:lnTo>
                  <a:pt x="3146638" y="3325091"/>
                </a:lnTo>
                <a:lnTo>
                  <a:pt x="3117230" y="3325091"/>
                </a:lnTo>
                <a:lnTo>
                  <a:pt x="3087823" y="3325091"/>
                </a:lnTo>
                <a:lnTo>
                  <a:pt x="3058415" y="3325091"/>
                </a:lnTo>
                <a:lnTo>
                  <a:pt x="3029007" y="3325091"/>
                </a:lnTo>
                <a:lnTo>
                  <a:pt x="2999599" y="3325091"/>
                </a:lnTo>
                <a:lnTo>
                  <a:pt x="2970191" y="3325091"/>
                </a:lnTo>
                <a:lnTo>
                  <a:pt x="2940783" y="3325091"/>
                </a:lnTo>
                <a:lnTo>
                  <a:pt x="2911376" y="3325091"/>
                </a:lnTo>
                <a:lnTo>
                  <a:pt x="2881968" y="3325091"/>
                </a:lnTo>
                <a:lnTo>
                  <a:pt x="2852560" y="3325091"/>
                </a:lnTo>
                <a:lnTo>
                  <a:pt x="2823152" y="3325091"/>
                </a:lnTo>
                <a:lnTo>
                  <a:pt x="2793744" y="3325091"/>
                </a:lnTo>
                <a:lnTo>
                  <a:pt x="2764336" y="3325091"/>
                </a:lnTo>
                <a:lnTo>
                  <a:pt x="2734929" y="3325091"/>
                </a:lnTo>
                <a:lnTo>
                  <a:pt x="2705521" y="3325091"/>
                </a:lnTo>
                <a:lnTo>
                  <a:pt x="2676113" y="3325091"/>
                </a:lnTo>
                <a:lnTo>
                  <a:pt x="2646705" y="3325091"/>
                </a:lnTo>
                <a:lnTo>
                  <a:pt x="2617297" y="3325091"/>
                </a:lnTo>
                <a:lnTo>
                  <a:pt x="2587889" y="3325091"/>
                </a:lnTo>
                <a:lnTo>
                  <a:pt x="2558482" y="3325091"/>
                </a:lnTo>
                <a:lnTo>
                  <a:pt x="2529074" y="3325091"/>
                </a:lnTo>
                <a:lnTo>
                  <a:pt x="2499666" y="3325091"/>
                </a:lnTo>
                <a:lnTo>
                  <a:pt x="2470258" y="3325091"/>
                </a:lnTo>
                <a:lnTo>
                  <a:pt x="2440850" y="3325091"/>
                </a:lnTo>
                <a:lnTo>
                  <a:pt x="2411442" y="3325091"/>
                </a:lnTo>
                <a:lnTo>
                  <a:pt x="2382034" y="3325091"/>
                </a:lnTo>
                <a:lnTo>
                  <a:pt x="2352627" y="3325091"/>
                </a:lnTo>
                <a:lnTo>
                  <a:pt x="2323219" y="3325091"/>
                </a:lnTo>
                <a:lnTo>
                  <a:pt x="2293811" y="3325091"/>
                </a:lnTo>
                <a:lnTo>
                  <a:pt x="2264403" y="3325091"/>
                </a:lnTo>
                <a:lnTo>
                  <a:pt x="2234995" y="3325091"/>
                </a:lnTo>
                <a:lnTo>
                  <a:pt x="2205587" y="3325091"/>
                </a:lnTo>
                <a:lnTo>
                  <a:pt x="2176180" y="3325091"/>
                </a:lnTo>
                <a:lnTo>
                  <a:pt x="2146772" y="3325091"/>
                </a:lnTo>
                <a:lnTo>
                  <a:pt x="2117364" y="3325091"/>
                </a:lnTo>
                <a:lnTo>
                  <a:pt x="2087956" y="3325091"/>
                </a:lnTo>
                <a:lnTo>
                  <a:pt x="2058548" y="3325091"/>
                </a:lnTo>
                <a:lnTo>
                  <a:pt x="2029140" y="3325091"/>
                </a:lnTo>
                <a:lnTo>
                  <a:pt x="1999733" y="3325091"/>
                </a:lnTo>
                <a:lnTo>
                  <a:pt x="1970325" y="3325091"/>
                </a:lnTo>
                <a:lnTo>
                  <a:pt x="1940917" y="3325091"/>
                </a:lnTo>
                <a:lnTo>
                  <a:pt x="1911509" y="3325091"/>
                </a:lnTo>
                <a:lnTo>
                  <a:pt x="1882101" y="3325091"/>
                </a:lnTo>
                <a:lnTo>
                  <a:pt x="1852693" y="3325091"/>
                </a:lnTo>
                <a:lnTo>
                  <a:pt x="1823286" y="3325091"/>
                </a:lnTo>
                <a:lnTo>
                  <a:pt x="1793878" y="3325091"/>
                </a:lnTo>
                <a:lnTo>
                  <a:pt x="1764470" y="3325091"/>
                </a:lnTo>
                <a:lnTo>
                  <a:pt x="1735062" y="3325091"/>
                </a:lnTo>
                <a:lnTo>
                  <a:pt x="1705654" y="3325091"/>
                </a:lnTo>
                <a:lnTo>
                  <a:pt x="1676246" y="3325091"/>
                </a:lnTo>
                <a:lnTo>
                  <a:pt x="1646838" y="3325091"/>
                </a:lnTo>
                <a:lnTo>
                  <a:pt x="1617431" y="3325091"/>
                </a:lnTo>
                <a:lnTo>
                  <a:pt x="1588023" y="3325091"/>
                </a:lnTo>
                <a:lnTo>
                  <a:pt x="1558615" y="3325091"/>
                </a:lnTo>
                <a:lnTo>
                  <a:pt x="1529207" y="3325091"/>
                </a:lnTo>
                <a:lnTo>
                  <a:pt x="1499799" y="3325091"/>
                </a:lnTo>
                <a:lnTo>
                  <a:pt x="1470391" y="3325091"/>
                </a:lnTo>
                <a:lnTo>
                  <a:pt x="1440984" y="3325091"/>
                </a:lnTo>
                <a:lnTo>
                  <a:pt x="1411576" y="3325091"/>
                </a:lnTo>
                <a:lnTo>
                  <a:pt x="1382168" y="3325091"/>
                </a:lnTo>
                <a:lnTo>
                  <a:pt x="1352760" y="3325091"/>
                </a:lnTo>
                <a:lnTo>
                  <a:pt x="1323352" y="3325091"/>
                </a:lnTo>
                <a:lnTo>
                  <a:pt x="1293944" y="3325091"/>
                </a:lnTo>
                <a:lnTo>
                  <a:pt x="1264537" y="3325091"/>
                </a:lnTo>
                <a:lnTo>
                  <a:pt x="1235129" y="3325091"/>
                </a:lnTo>
                <a:lnTo>
                  <a:pt x="1205721" y="3325091"/>
                </a:lnTo>
                <a:lnTo>
                  <a:pt x="1176313" y="3325091"/>
                </a:lnTo>
                <a:lnTo>
                  <a:pt x="1146905" y="3325091"/>
                </a:lnTo>
                <a:lnTo>
                  <a:pt x="1117497" y="3325091"/>
                </a:lnTo>
                <a:lnTo>
                  <a:pt x="1088090" y="3325091"/>
                </a:lnTo>
                <a:lnTo>
                  <a:pt x="1058682" y="3325091"/>
                </a:lnTo>
                <a:lnTo>
                  <a:pt x="1029274" y="3325091"/>
                </a:lnTo>
                <a:lnTo>
                  <a:pt x="999866" y="3325091"/>
                </a:lnTo>
                <a:lnTo>
                  <a:pt x="970458" y="3325091"/>
                </a:lnTo>
                <a:lnTo>
                  <a:pt x="941050" y="3325091"/>
                </a:lnTo>
                <a:lnTo>
                  <a:pt x="911643" y="3325091"/>
                </a:lnTo>
                <a:lnTo>
                  <a:pt x="882235" y="3325091"/>
                </a:lnTo>
                <a:lnTo>
                  <a:pt x="852827" y="3325091"/>
                </a:lnTo>
                <a:lnTo>
                  <a:pt x="823419" y="3325091"/>
                </a:lnTo>
                <a:lnTo>
                  <a:pt x="794011" y="3325091"/>
                </a:lnTo>
                <a:lnTo>
                  <a:pt x="764603" y="3325091"/>
                </a:lnTo>
                <a:lnTo>
                  <a:pt x="735195" y="3325091"/>
                </a:lnTo>
                <a:lnTo>
                  <a:pt x="705788" y="3325091"/>
                </a:lnTo>
                <a:lnTo>
                  <a:pt x="676380" y="3325091"/>
                </a:lnTo>
                <a:lnTo>
                  <a:pt x="646972" y="3325091"/>
                </a:lnTo>
                <a:lnTo>
                  <a:pt x="617564" y="3325091"/>
                </a:lnTo>
                <a:lnTo>
                  <a:pt x="588156" y="3325091"/>
                </a:lnTo>
                <a:lnTo>
                  <a:pt x="558748" y="3325091"/>
                </a:lnTo>
                <a:lnTo>
                  <a:pt x="529341" y="3325091"/>
                </a:lnTo>
                <a:lnTo>
                  <a:pt x="499933" y="3325091"/>
                </a:lnTo>
                <a:lnTo>
                  <a:pt x="470525" y="3325091"/>
                </a:lnTo>
                <a:lnTo>
                  <a:pt x="441117" y="3325091"/>
                </a:lnTo>
                <a:lnTo>
                  <a:pt x="411709" y="3325091"/>
                </a:lnTo>
                <a:lnTo>
                  <a:pt x="382301" y="3325091"/>
                </a:lnTo>
                <a:lnTo>
                  <a:pt x="352894" y="3325091"/>
                </a:lnTo>
                <a:lnTo>
                  <a:pt x="323486" y="3325091"/>
                </a:lnTo>
                <a:lnTo>
                  <a:pt x="294078" y="3325091"/>
                </a:lnTo>
                <a:lnTo>
                  <a:pt x="264670" y="3325091"/>
                </a:lnTo>
                <a:lnTo>
                  <a:pt x="235262" y="3325091"/>
                </a:lnTo>
                <a:lnTo>
                  <a:pt x="205854" y="3325091"/>
                </a:lnTo>
                <a:lnTo>
                  <a:pt x="176447" y="3325091"/>
                </a:lnTo>
                <a:lnTo>
                  <a:pt x="147039" y="3325091"/>
                </a:lnTo>
                <a:lnTo>
                  <a:pt x="117631" y="3325091"/>
                </a:lnTo>
                <a:lnTo>
                  <a:pt x="88223" y="3325091"/>
                </a:lnTo>
                <a:lnTo>
                  <a:pt x="58815" y="3325091"/>
                </a:lnTo>
                <a:lnTo>
                  <a:pt x="29407" y="3325091"/>
                </a:lnTo>
                <a:lnTo>
                  <a:pt x="0" y="3325091"/>
                </a:lnTo>
                <a:close/>
              </a:path>
            </a:pathLst>
          </a:custGeom>
          <a:solidFill>
            <a:srgbClr val="8EDBD4">
              <a:alpha val="15000"/>
            </a:srgbClr>
          </a:solidFill>
          <a:ln w="10160">
            <a:solidFill>
              <a:srgbClr val="8EDBD4">
                <a:alpha val="1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2-E01 ellipse 63" descr="sci-ppt:o063"/>
          <p:cNvSpPr/>
          <p:nvPr/>
        </p:nvSpPr>
        <p:spPr>
          <a:xfrm>
            <a:off x="8073320" y="450604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6" name="C2-E01 line 64" descr="sci-ppt:o064"/>
          <p:cNvCxnSpPr/>
          <p:nvPr/>
        </p:nvCxnSpPr>
        <p:spPr>
          <a:xfrm>
            <a:off x="8146472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67" name="C2-E01 text 65" descr="sci-ppt:o065"/>
          <p:cNvSpPr txBox="1"/>
          <p:nvPr/>
        </p:nvSpPr>
        <p:spPr>
          <a:xfrm>
            <a:off x="8283632" y="4076277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 = w:  F = F₀ e⁻² = 0.135 F₀</a:t>
            </a:r>
          </a:p>
        </p:txBody>
      </p:sp>
      <p:sp>
        <p:nvSpPr>
          <p:cNvPr id="68" name="C2-E01 text 66" descr="sci-ppt:o066"/>
          <p:cNvSpPr txBox="1"/>
          <p:nvPr/>
        </p:nvSpPr>
        <p:spPr>
          <a:xfrm>
            <a:off x="5825559" y="167917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F(r) = F₀ exp(−2r²/w²)</a:t>
            </a:r>
          </a:p>
        </p:txBody>
      </p:sp>
      <p:sp>
        <p:nvSpPr>
          <p:cNvPr id="69" name="C2-E01 text 67" descr="sci-ppt:o067"/>
          <p:cNvSpPr txBox="1"/>
          <p:nvPr/>
        </p:nvSpPr>
        <p:spPr>
          <a:xfrm>
            <a:off x="5486400" y="5733288"/>
            <a:ext cx="58521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same profile is called "radius w" only with this e⁻² definition;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other conventions differ by √2.</a:t>
            </a:r>
          </a:p>
        </p:txBody>
      </p:sp>
      <p:sp>
        <p:nvSpPr>
          <p:cNvPr id="70" name="C2-E01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Gaussian fluence profile of Eq. C2-E01.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