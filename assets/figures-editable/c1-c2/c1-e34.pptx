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1-E34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C1-E34 · Original formulas quoted for defense 3</a:t>
            </a:r>
          </a:p>
        </p:txBody>
      </p:sp>
      <p:cxnSp>
        <p:nvCxnSpPr>
          <p:cNvPr id="3" name="C1-E34 line 1" descr="sci-ppt:o001"/>
          <p:cNvCxnSpPr/>
          <p:nvPr/>
        </p:nvCxnSpPr>
        <p:spPr>
          <a:xfrm>
            <a:off x="914400" y="3840480"/>
            <a:ext cx="3566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1-E34 line 2" descr="sci-ppt:o002"/>
          <p:cNvCxnSpPr/>
          <p:nvPr/>
        </p:nvCxnSpPr>
        <p:spPr>
          <a:xfrm>
            <a:off x="914400" y="1554480"/>
            <a:ext cx="0" cy="22860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1-E34 line 3" descr="sci-ppt:o003"/>
          <p:cNvCxnSpPr/>
          <p:nvPr/>
        </p:nvCxnSpPr>
        <p:spPr>
          <a:xfrm>
            <a:off x="914400" y="38404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1-E34 line 4" descr="sci-ppt:o004"/>
          <p:cNvCxnSpPr/>
          <p:nvPr/>
        </p:nvCxnSpPr>
        <p:spPr>
          <a:xfrm>
            <a:off x="914400" y="1554480"/>
            <a:ext cx="0" cy="22860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1-E34 text 5" descr="sci-ppt:o005"/>
          <p:cNvSpPr txBox="1"/>
          <p:nvPr/>
        </p:nvSpPr>
        <p:spPr>
          <a:xfrm>
            <a:off x="457200" y="39227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C1-E34 line 6" descr="sci-ppt:o006"/>
          <p:cNvCxnSpPr/>
          <p:nvPr/>
        </p:nvCxnSpPr>
        <p:spPr>
          <a:xfrm>
            <a:off x="2697480" y="38404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1-E34 line 7" descr="sci-ppt:o007"/>
          <p:cNvCxnSpPr/>
          <p:nvPr/>
        </p:nvCxnSpPr>
        <p:spPr>
          <a:xfrm>
            <a:off x="2697480" y="1554480"/>
            <a:ext cx="0" cy="22860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1-E34 text 8" descr="sci-ppt:o008"/>
          <p:cNvSpPr txBox="1"/>
          <p:nvPr/>
        </p:nvSpPr>
        <p:spPr>
          <a:xfrm>
            <a:off x="2240280" y="39227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1" name="C1-E34 line 9" descr="sci-ppt:o009"/>
          <p:cNvCxnSpPr/>
          <p:nvPr/>
        </p:nvCxnSpPr>
        <p:spPr>
          <a:xfrm>
            <a:off x="4480560" y="38404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1-E34 line 10" descr="sci-ppt:o010"/>
          <p:cNvCxnSpPr/>
          <p:nvPr/>
        </p:nvCxnSpPr>
        <p:spPr>
          <a:xfrm>
            <a:off x="4480560" y="1554480"/>
            <a:ext cx="0" cy="22860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1-E34 text 11" descr="sci-ppt:o011"/>
          <p:cNvSpPr txBox="1"/>
          <p:nvPr/>
        </p:nvSpPr>
        <p:spPr>
          <a:xfrm>
            <a:off x="4023360" y="39227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4" name="C1-E34 line 12" descr="sci-ppt:o012"/>
          <p:cNvCxnSpPr/>
          <p:nvPr/>
        </p:nvCxnSpPr>
        <p:spPr>
          <a:xfrm>
            <a:off x="850392" y="38404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1-E34 line 13" descr="sci-ppt:o013"/>
          <p:cNvCxnSpPr/>
          <p:nvPr/>
        </p:nvCxnSpPr>
        <p:spPr>
          <a:xfrm>
            <a:off x="850392" y="2926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1-E34 line 14" descr="sci-ppt:o014"/>
          <p:cNvCxnSpPr/>
          <p:nvPr/>
        </p:nvCxnSpPr>
        <p:spPr>
          <a:xfrm>
            <a:off x="914400" y="2926080"/>
            <a:ext cx="3566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1-E34 text 15" descr="sci-ppt:o015"/>
          <p:cNvSpPr txBox="1"/>
          <p:nvPr/>
        </p:nvSpPr>
        <p:spPr>
          <a:xfrm>
            <a:off x="45720" y="28437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0.3</a:t>
            </a:r>
          </a:p>
        </p:txBody>
      </p:sp>
      <p:cxnSp>
        <p:nvCxnSpPr>
          <p:cNvPr id="18" name="C1-E34 line 16" descr="sci-ppt:o016"/>
          <p:cNvCxnSpPr/>
          <p:nvPr/>
        </p:nvCxnSpPr>
        <p:spPr>
          <a:xfrm>
            <a:off x="850392" y="20116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1-E34 line 17" descr="sci-ppt:o017"/>
          <p:cNvCxnSpPr/>
          <p:nvPr/>
        </p:nvCxnSpPr>
        <p:spPr>
          <a:xfrm>
            <a:off x="914400" y="2011680"/>
            <a:ext cx="3566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1-E34 text 18" descr="sci-ppt:o018"/>
          <p:cNvSpPr txBox="1"/>
          <p:nvPr/>
        </p:nvSpPr>
        <p:spPr>
          <a:xfrm>
            <a:off x="45720" y="19293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0.6</a:t>
            </a:r>
          </a:p>
        </p:txBody>
      </p:sp>
      <p:sp>
        <p:nvSpPr>
          <p:cNvPr id="21" name="C1-E34 text 19" descr="sci-ppt:o019"/>
          <p:cNvSpPr txBox="1"/>
          <p:nvPr/>
        </p:nvSpPr>
        <p:spPr>
          <a:xfrm>
            <a:off x="914400" y="4123944"/>
            <a:ext cx="3566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 (µs)</a:t>
            </a:r>
          </a:p>
        </p:txBody>
      </p:sp>
      <p:sp>
        <p:nvSpPr>
          <p:cNvPr id="22" name="C1-E34 text 20" descr="sci-ppt:o020"/>
          <p:cNvSpPr txBox="1"/>
          <p:nvPr/>
        </p:nvSpPr>
        <p:spPr>
          <a:xfrm>
            <a:off x="365760" y="1207007"/>
            <a:ext cx="3566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 − p_ref (MPa)</a:t>
            </a:r>
          </a:p>
        </p:txBody>
      </p:sp>
      <p:sp>
        <p:nvSpPr>
          <p:cNvPr id="23" name="C1-E34 polygon 21" descr="sci-ppt:o021"/>
          <p:cNvSpPr/>
          <p:nvPr/>
        </p:nvSpPr>
        <p:spPr>
          <a:xfrm>
            <a:off x="914400" y="2011680"/>
            <a:ext cx="3566160" cy="1828800"/>
          </a:xfrm>
          <a:custGeom>
            <a:avLst/>
            <a:gdLst/>
            <a:ahLst/>
            <a:cxnLst/>
            <a:rect l="l" t="t" r="r" b="b"/>
            <a:pathLst>
              <a:path w="3566160" h="1828800">
                <a:moveTo>
                  <a:pt x="0" y="0"/>
                </a:moveTo>
                <a:lnTo>
                  <a:pt x="8937" y="0"/>
                </a:lnTo>
                <a:lnTo>
                  <a:pt x="17875" y="0"/>
                </a:lnTo>
                <a:lnTo>
                  <a:pt x="26813" y="0"/>
                </a:lnTo>
                <a:lnTo>
                  <a:pt x="35750" y="0"/>
                </a:lnTo>
                <a:lnTo>
                  <a:pt x="44688" y="0"/>
                </a:lnTo>
                <a:lnTo>
                  <a:pt x="53626" y="0"/>
                </a:lnTo>
                <a:lnTo>
                  <a:pt x="62564" y="0"/>
                </a:lnTo>
                <a:lnTo>
                  <a:pt x="71501" y="0"/>
                </a:lnTo>
                <a:lnTo>
                  <a:pt x="80439" y="0"/>
                </a:lnTo>
                <a:lnTo>
                  <a:pt x="89377" y="0"/>
                </a:lnTo>
                <a:lnTo>
                  <a:pt x="98315" y="0"/>
                </a:lnTo>
                <a:lnTo>
                  <a:pt x="107252" y="0"/>
                </a:lnTo>
                <a:lnTo>
                  <a:pt x="116190" y="0"/>
                </a:lnTo>
                <a:lnTo>
                  <a:pt x="125128" y="0"/>
                </a:lnTo>
                <a:lnTo>
                  <a:pt x="134066" y="0"/>
                </a:lnTo>
                <a:lnTo>
                  <a:pt x="143003" y="0"/>
                </a:lnTo>
                <a:lnTo>
                  <a:pt x="151941" y="0"/>
                </a:lnTo>
                <a:lnTo>
                  <a:pt x="160879" y="0"/>
                </a:lnTo>
                <a:lnTo>
                  <a:pt x="169817" y="0"/>
                </a:lnTo>
                <a:lnTo>
                  <a:pt x="178754" y="0"/>
                </a:lnTo>
                <a:lnTo>
                  <a:pt x="187692" y="0"/>
                </a:lnTo>
                <a:lnTo>
                  <a:pt x="196630" y="0"/>
                </a:lnTo>
                <a:lnTo>
                  <a:pt x="205568" y="0"/>
                </a:lnTo>
                <a:lnTo>
                  <a:pt x="214505" y="0"/>
                </a:lnTo>
                <a:lnTo>
                  <a:pt x="223443" y="0"/>
                </a:lnTo>
                <a:lnTo>
                  <a:pt x="232381" y="0"/>
                </a:lnTo>
                <a:lnTo>
                  <a:pt x="241319" y="0"/>
                </a:lnTo>
                <a:lnTo>
                  <a:pt x="250256" y="0"/>
                </a:lnTo>
                <a:lnTo>
                  <a:pt x="259194" y="0"/>
                </a:lnTo>
                <a:lnTo>
                  <a:pt x="268132" y="0"/>
                </a:lnTo>
                <a:lnTo>
                  <a:pt x="277070" y="0"/>
                </a:lnTo>
                <a:lnTo>
                  <a:pt x="286007" y="0"/>
                </a:lnTo>
                <a:lnTo>
                  <a:pt x="294945" y="0"/>
                </a:lnTo>
                <a:lnTo>
                  <a:pt x="303883" y="0"/>
                </a:lnTo>
                <a:lnTo>
                  <a:pt x="312821" y="0"/>
                </a:lnTo>
                <a:lnTo>
                  <a:pt x="321758" y="0"/>
                </a:lnTo>
                <a:lnTo>
                  <a:pt x="330696" y="0"/>
                </a:lnTo>
                <a:lnTo>
                  <a:pt x="339634" y="0"/>
                </a:lnTo>
                <a:lnTo>
                  <a:pt x="348572" y="0"/>
                </a:lnTo>
                <a:lnTo>
                  <a:pt x="357509" y="0"/>
                </a:lnTo>
                <a:lnTo>
                  <a:pt x="366447" y="0"/>
                </a:lnTo>
                <a:lnTo>
                  <a:pt x="375385" y="0"/>
                </a:lnTo>
                <a:lnTo>
                  <a:pt x="384323" y="0"/>
                </a:lnTo>
                <a:lnTo>
                  <a:pt x="393260" y="0"/>
                </a:lnTo>
                <a:lnTo>
                  <a:pt x="402198" y="0"/>
                </a:lnTo>
                <a:lnTo>
                  <a:pt x="411136" y="0"/>
                </a:lnTo>
                <a:lnTo>
                  <a:pt x="420073" y="0"/>
                </a:lnTo>
                <a:lnTo>
                  <a:pt x="429011" y="0"/>
                </a:lnTo>
                <a:lnTo>
                  <a:pt x="437949" y="0"/>
                </a:lnTo>
                <a:lnTo>
                  <a:pt x="446887" y="0"/>
                </a:lnTo>
                <a:lnTo>
                  <a:pt x="455824" y="0"/>
                </a:lnTo>
                <a:lnTo>
                  <a:pt x="464762" y="0"/>
                </a:lnTo>
                <a:lnTo>
                  <a:pt x="473700" y="0"/>
                </a:lnTo>
                <a:lnTo>
                  <a:pt x="482638" y="0"/>
                </a:lnTo>
                <a:lnTo>
                  <a:pt x="491575" y="0"/>
                </a:lnTo>
                <a:lnTo>
                  <a:pt x="500513" y="0"/>
                </a:lnTo>
                <a:lnTo>
                  <a:pt x="509451" y="0"/>
                </a:lnTo>
                <a:lnTo>
                  <a:pt x="518389" y="0"/>
                </a:lnTo>
                <a:lnTo>
                  <a:pt x="527326" y="0"/>
                </a:lnTo>
                <a:lnTo>
                  <a:pt x="536264" y="0"/>
                </a:lnTo>
                <a:lnTo>
                  <a:pt x="545202" y="0"/>
                </a:lnTo>
                <a:lnTo>
                  <a:pt x="554140" y="0"/>
                </a:lnTo>
                <a:lnTo>
                  <a:pt x="563077" y="0"/>
                </a:lnTo>
                <a:lnTo>
                  <a:pt x="572015" y="0"/>
                </a:lnTo>
                <a:lnTo>
                  <a:pt x="580953" y="0"/>
                </a:lnTo>
                <a:lnTo>
                  <a:pt x="589891" y="0"/>
                </a:lnTo>
                <a:lnTo>
                  <a:pt x="598828" y="0"/>
                </a:lnTo>
                <a:lnTo>
                  <a:pt x="607766" y="0"/>
                </a:lnTo>
                <a:lnTo>
                  <a:pt x="616704" y="0"/>
                </a:lnTo>
                <a:lnTo>
                  <a:pt x="625642" y="0"/>
                </a:lnTo>
                <a:lnTo>
                  <a:pt x="634579" y="0"/>
                </a:lnTo>
                <a:lnTo>
                  <a:pt x="643517" y="0"/>
                </a:lnTo>
                <a:lnTo>
                  <a:pt x="652455" y="0"/>
                </a:lnTo>
                <a:lnTo>
                  <a:pt x="661393" y="0"/>
                </a:lnTo>
                <a:lnTo>
                  <a:pt x="670330" y="0"/>
                </a:lnTo>
                <a:lnTo>
                  <a:pt x="679268" y="0"/>
                </a:lnTo>
                <a:lnTo>
                  <a:pt x="688206" y="0"/>
                </a:lnTo>
                <a:lnTo>
                  <a:pt x="697144" y="0"/>
                </a:lnTo>
                <a:lnTo>
                  <a:pt x="706081" y="0"/>
                </a:lnTo>
                <a:lnTo>
                  <a:pt x="715019" y="0"/>
                </a:lnTo>
                <a:lnTo>
                  <a:pt x="723957" y="0"/>
                </a:lnTo>
                <a:lnTo>
                  <a:pt x="732895" y="0"/>
                </a:lnTo>
                <a:lnTo>
                  <a:pt x="741832" y="0"/>
                </a:lnTo>
                <a:lnTo>
                  <a:pt x="750770" y="0"/>
                </a:lnTo>
                <a:lnTo>
                  <a:pt x="759708" y="0"/>
                </a:lnTo>
                <a:lnTo>
                  <a:pt x="768646" y="0"/>
                </a:lnTo>
                <a:lnTo>
                  <a:pt x="777583" y="0"/>
                </a:lnTo>
                <a:lnTo>
                  <a:pt x="786521" y="0"/>
                </a:lnTo>
                <a:lnTo>
                  <a:pt x="795459" y="0"/>
                </a:lnTo>
                <a:lnTo>
                  <a:pt x="804396" y="0"/>
                </a:lnTo>
                <a:lnTo>
                  <a:pt x="813334" y="0"/>
                </a:lnTo>
                <a:lnTo>
                  <a:pt x="822272" y="0"/>
                </a:lnTo>
                <a:lnTo>
                  <a:pt x="831210" y="0"/>
                </a:lnTo>
                <a:lnTo>
                  <a:pt x="840147" y="0"/>
                </a:lnTo>
                <a:lnTo>
                  <a:pt x="849085" y="0"/>
                </a:lnTo>
                <a:lnTo>
                  <a:pt x="858023" y="0"/>
                </a:lnTo>
                <a:lnTo>
                  <a:pt x="866961" y="0"/>
                </a:lnTo>
                <a:lnTo>
                  <a:pt x="875898" y="0"/>
                </a:lnTo>
                <a:lnTo>
                  <a:pt x="884836" y="0"/>
                </a:lnTo>
                <a:lnTo>
                  <a:pt x="893774" y="1828800"/>
                </a:lnTo>
                <a:lnTo>
                  <a:pt x="902712" y="1828800"/>
                </a:lnTo>
                <a:lnTo>
                  <a:pt x="911649" y="1828800"/>
                </a:lnTo>
                <a:lnTo>
                  <a:pt x="920587" y="1828800"/>
                </a:lnTo>
                <a:lnTo>
                  <a:pt x="929525" y="1828800"/>
                </a:lnTo>
                <a:lnTo>
                  <a:pt x="938463" y="1828800"/>
                </a:lnTo>
                <a:lnTo>
                  <a:pt x="947400" y="1828800"/>
                </a:lnTo>
                <a:lnTo>
                  <a:pt x="956338" y="1828800"/>
                </a:lnTo>
                <a:lnTo>
                  <a:pt x="965276" y="1828800"/>
                </a:lnTo>
                <a:lnTo>
                  <a:pt x="974214" y="1828800"/>
                </a:lnTo>
                <a:lnTo>
                  <a:pt x="983151" y="1828800"/>
                </a:lnTo>
                <a:lnTo>
                  <a:pt x="992089" y="1828800"/>
                </a:lnTo>
                <a:lnTo>
                  <a:pt x="1001027" y="1828800"/>
                </a:lnTo>
                <a:lnTo>
                  <a:pt x="1009965" y="1828800"/>
                </a:lnTo>
                <a:lnTo>
                  <a:pt x="1018902" y="1828800"/>
                </a:lnTo>
                <a:lnTo>
                  <a:pt x="1027840" y="1828800"/>
                </a:lnTo>
                <a:lnTo>
                  <a:pt x="1036778" y="1828800"/>
                </a:lnTo>
                <a:lnTo>
                  <a:pt x="1045716" y="1828800"/>
                </a:lnTo>
                <a:lnTo>
                  <a:pt x="1054653" y="1828800"/>
                </a:lnTo>
                <a:lnTo>
                  <a:pt x="1063591" y="1828800"/>
                </a:lnTo>
                <a:lnTo>
                  <a:pt x="1072529" y="1828800"/>
                </a:lnTo>
                <a:lnTo>
                  <a:pt x="1081467" y="1828800"/>
                </a:lnTo>
                <a:lnTo>
                  <a:pt x="1090404" y="1828800"/>
                </a:lnTo>
                <a:lnTo>
                  <a:pt x="1099342" y="1828800"/>
                </a:lnTo>
                <a:lnTo>
                  <a:pt x="1108280" y="1828800"/>
                </a:lnTo>
                <a:lnTo>
                  <a:pt x="1117218" y="1828800"/>
                </a:lnTo>
                <a:lnTo>
                  <a:pt x="1126155" y="1828800"/>
                </a:lnTo>
                <a:lnTo>
                  <a:pt x="1135093" y="1828800"/>
                </a:lnTo>
                <a:lnTo>
                  <a:pt x="1144031" y="1828800"/>
                </a:lnTo>
                <a:lnTo>
                  <a:pt x="1152969" y="1828800"/>
                </a:lnTo>
                <a:lnTo>
                  <a:pt x="1161906" y="1828800"/>
                </a:lnTo>
                <a:lnTo>
                  <a:pt x="1170844" y="1828800"/>
                </a:lnTo>
                <a:lnTo>
                  <a:pt x="1179782" y="1828800"/>
                </a:lnTo>
                <a:lnTo>
                  <a:pt x="1188720" y="1828800"/>
                </a:lnTo>
                <a:lnTo>
                  <a:pt x="1197657" y="1828800"/>
                </a:lnTo>
                <a:lnTo>
                  <a:pt x="1206595" y="1828800"/>
                </a:lnTo>
                <a:lnTo>
                  <a:pt x="1215533" y="1828800"/>
                </a:lnTo>
                <a:lnTo>
                  <a:pt x="1224470" y="1828800"/>
                </a:lnTo>
                <a:lnTo>
                  <a:pt x="1233408" y="1828800"/>
                </a:lnTo>
                <a:lnTo>
                  <a:pt x="1242346" y="1828800"/>
                </a:lnTo>
                <a:lnTo>
                  <a:pt x="1251284" y="1828800"/>
                </a:lnTo>
                <a:lnTo>
                  <a:pt x="1260221" y="1828800"/>
                </a:lnTo>
                <a:lnTo>
                  <a:pt x="1269159" y="1828800"/>
                </a:lnTo>
                <a:lnTo>
                  <a:pt x="1278097" y="1828800"/>
                </a:lnTo>
                <a:lnTo>
                  <a:pt x="1287035" y="1828800"/>
                </a:lnTo>
                <a:lnTo>
                  <a:pt x="1295972" y="1828800"/>
                </a:lnTo>
                <a:lnTo>
                  <a:pt x="1304910" y="1828800"/>
                </a:lnTo>
                <a:lnTo>
                  <a:pt x="1313848" y="1828800"/>
                </a:lnTo>
                <a:lnTo>
                  <a:pt x="1322786" y="1828800"/>
                </a:lnTo>
                <a:lnTo>
                  <a:pt x="1331723" y="1828800"/>
                </a:lnTo>
                <a:lnTo>
                  <a:pt x="1340661" y="1828800"/>
                </a:lnTo>
                <a:lnTo>
                  <a:pt x="1349599" y="1828800"/>
                </a:lnTo>
                <a:lnTo>
                  <a:pt x="1358537" y="1828800"/>
                </a:lnTo>
                <a:lnTo>
                  <a:pt x="1367474" y="1828800"/>
                </a:lnTo>
                <a:lnTo>
                  <a:pt x="1376412" y="1828800"/>
                </a:lnTo>
                <a:lnTo>
                  <a:pt x="1385350" y="1828800"/>
                </a:lnTo>
                <a:lnTo>
                  <a:pt x="1394288" y="1828800"/>
                </a:lnTo>
                <a:lnTo>
                  <a:pt x="1403225" y="1828800"/>
                </a:lnTo>
                <a:lnTo>
                  <a:pt x="1412163" y="1828800"/>
                </a:lnTo>
                <a:lnTo>
                  <a:pt x="1421101" y="1828800"/>
                </a:lnTo>
                <a:lnTo>
                  <a:pt x="1430039" y="1828800"/>
                </a:lnTo>
                <a:lnTo>
                  <a:pt x="1438976" y="1828800"/>
                </a:lnTo>
                <a:lnTo>
                  <a:pt x="1447914" y="1828800"/>
                </a:lnTo>
                <a:lnTo>
                  <a:pt x="1456852" y="1828800"/>
                </a:lnTo>
                <a:lnTo>
                  <a:pt x="1465790" y="1828800"/>
                </a:lnTo>
                <a:lnTo>
                  <a:pt x="1474727" y="1828800"/>
                </a:lnTo>
                <a:lnTo>
                  <a:pt x="1483665" y="1828800"/>
                </a:lnTo>
                <a:lnTo>
                  <a:pt x="1492603" y="1828800"/>
                </a:lnTo>
                <a:lnTo>
                  <a:pt x="1501541" y="1828800"/>
                </a:lnTo>
                <a:lnTo>
                  <a:pt x="1510478" y="1828800"/>
                </a:lnTo>
                <a:lnTo>
                  <a:pt x="1519416" y="1828800"/>
                </a:lnTo>
                <a:lnTo>
                  <a:pt x="1528354" y="1828800"/>
                </a:lnTo>
                <a:lnTo>
                  <a:pt x="1537292" y="1828800"/>
                </a:lnTo>
                <a:lnTo>
                  <a:pt x="1546229" y="1828800"/>
                </a:lnTo>
                <a:lnTo>
                  <a:pt x="1555167" y="1828800"/>
                </a:lnTo>
                <a:lnTo>
                  <a:pt x="1564105" y="1828800"/>
                </a:lnTo>
                <a:lnTo>
                  <a:pt x="1573043" y="1828800"/>
                </a:lnTo>
                <a:lnTo>
                  <a:pt x="1581980" y="1828800"/>
                </a:lnTo>
                <a:lnTo>
                  <a:pt x="1590918" y="1828800"/>
                </a:lnTo>
                <a:lnTo>
                  <a:pt x="1599856" y="1828800"/>
                </a:lnTo>
                <a:lnTo>
                  <a:pt x="1608793" y="1828800"/>
                </a:lnTo>
                <a:lnTo>
                  <a:pt x="1617731" y="1828800"/>
                </a:lnTo>
                <a:lnTo>
                  <a:pt x="1626669" y="1828800"/>
                </a:lnTo>
                <a:lnTo>
                  <a:pt x="1635607" y="1828800"/>
                </a:lnTo>
                <a:lnTo>
                  <a:pt x="1644544" y="1828800"/>
                </a:lnTo>
                <a:lnTo>
                  <a:pt x="1653482" y="1828800"/>
                </a:lnTo>
                <a:lnTo>
                  <a:pt x="1662420" y="1828800"/>
                </a:lnTo>
                <a:lnTo>
                  <a:pt x="1671358" y="1828800"/>
                </a:lnTo>
                <a:lnTo>
                  <a:pt x="1680295" y="1828800"/>
                </a:lnTo>
                <a:lnTo>
                  <a:pt x="1689233" y="1828800"/>
                </a:lnTo>
                <a:lnTo>
                  <a:pt x="1698171" y="1828800"/>
                </a:lnTo>
                <a:lnTo>
                  <a:pt x="1707109" y="1828800"/>
                </a:lnTo>
                <a:lnTo>
                  <a:pt x="1716046" y="1828800"/>
                </a:lnTo>
                <a:lnTo>
                  <a:pt x="1724984" y="1828800"/>
                </a:lnTo>
                <a:lnTo>
                  <a:pt x="1733922" y="1828800"/>
                </a:lnTo>
                <a:lnTo>
                  <a:pt x="1742860" y="1828800"/>
                </a:lnTo>
                <a:lnTo>
                  <a:pt x="1751797" y="1828800"/>
                </a:lnTo>
                <a:lnTo>
                  <a:pt x="1760735" y="1828800"/>
                </a:lnTo>
                <a:lnTo>
                  <a:pt x="1769673" y="1828800"/>
                </a:lnTo>
                <a:lnTo>
                  <a:pt x="1778611" y="1828800"/>
                </a:lnTo>
                <a:lnTo>
                  <a:pt x="1787548" y="1828800"/>
                </a:lnTo>
                <a:lnTo>
                  <a:pt x="1796486" y="1828800"/>
                </a:lnTo>
                <a:lnTo>
                  <a:pt x="1805424" y="1828800"/>
                </a:lnTo>
                <a:lnTo>
                  <a:pt x="1814362" y="1828800"/>
                </a:lnTo>
                <a:lnTo>
                  <a:pt x="1823299" y="1828800"/>
                </a:lnTo>
                <a:lnTo>
                  <a:pt x="1832237" y="1828800"/>
                </a:lnTo>
                <a:lnTo>
                  <a:pt x="1841175" y="1828800"/>
                </a:lnTo>
                <a:lnTo>
                  <a:pt x="1850113" y="1828800"/>
                </a:lnTo>
                <a:lnTo>
                  <a:pt x="1859050" y="1828800"/>
                </a:lnTo>
                <a:lnTo>
                  <a:pt x="1867988" y="1828800"/>
                </a:lnTo>
                <a:lnTo>
                  <a:pt x="1876926" y="1828800"/>
                </a:lnTo>
                <a:lnTo>
                  <a:pt x="1885864" y="1828800"/>
                </a:lnTo>
                <a:lnTo>
                  <a:pt x="1894801" y="1828800"/>
                </a:lnTo>
                <a:lnTo>
                  <a:pt x="1903739" y="1828800"/>
                </a:lnTo>
                <a:lnTo>
                  <a:pt x="1912677" y="1828800"/>
                </a:lnTo>
                <a:lnTo>
                  <a:pt x="1921615" y="1828800"/>
                </a:lnTo>
                <a:lnTo>
                  <a:pt x="1930552" y="1828800"/>
                </a:lnTo>
                <a:lnTo>
                  <a:pt x="1939490" y="1828800"/>
                </a:lnTo>
                <a:lnTo>
                  <a:pt x="1948428" y="1828800"/>
                </a:lnTo>
                <a:lnTo>
                  <a:pt x="1957366" y="1828800"/>
                </a:lnTo>
                <a:lnTo>
                  <a:pt x="1966303" y="1828800"/>
                </a:lnTo>
                <a:lnTo>
                  <a:pt x="1975241" y="1828800"/>
                </a:lnTo>
                <a:lnTo>
                  <a:pt x="1984179" y="1828800"/>
                </a:lnTo>
                <a:lnTo>
                  <a:pt x="1993116" y="1828800"/>
                </a:lnTo>
                <a:lnTo>
                  <a:pt x="2002054" y="1828800"/>
                </a:lnTo>
                <a:lnTo>
                  <a:pt x="2010992" y="1828800"/>
                </a:lnTo>
                <a:lnTo>
                  <a:pt x="2019930" y="1828800"/>
                </a:lnTo>
                <a:lnTo>
                  <a:pt x="2028867" y="1828800"/>
                </a:lnTo>
                <a:lnTo>
                  <a:pt x="2037805" y="1828800"/>
                </a:lnTo>
                <a:lnTo>
                  <a:pt x="2046743" y="1828800"/>
                </a:lnTo>
                <a:lnTo>
                  <a:pt x="2055681" y="1828800"/>
                </a:lnTo>
                <a:lnTo>
                  <a:pt x="2064618" y="1828800"/>
                </a:lnTo>
                <a:lnTo>
                  <a:pt x="2073556" y="1828800"/>
                </a:lnTo>
                <a:lnTo>
                  <a:pt x="2082494" y="1828800"/>
                </a:lnTo>
                <a:lnTo>
                  <a:pt x="2091432" y="1828800"/>
                </a:lnTo>
                <a:lnTo>
                  <a:pt x="2100369" y="1828800"/>
                </a:lnTo>
                <a:lnTo>
                  <a:pt x="2109307" y="1828800"/>
                </a:lnTo>
                <a:lnTo>
                  <a:pt x="2118245" y="1828800"/>
                </a:lnTo>
                <a:lnTo>
                  <a:pt x="2127183" y="1828800"/>
                </a:lnTo>
                <a:lnTo>
                  <a:pt x="2136120" y="1828800"/>
                </a:lnTo>
                <a:lnTo>
                  <a:pt x="2145058" y="1828800"/>
                </a:lnTo>
                <a:lnTo>
                  <a:pt x="2153996" y="1828800"/>
                </a:lnTo>
                <a:lnTo>
                  <a:pt x="2162934" y="1828800"/>
                </a:lnTo>
                <a:lnTo>
                  <a:pt x="2171871" y="1828800"/>
                </a:lnTo>
                <a:lnTo>
                  <a:pt x="2180809" y="1828800"/>
                </a:lnTo>
                <a:lnTo>
                  <a:pt x="2189747" y="1828800"/>
                </a:lnTo>
                <a:lnTo>
                  <a:pt x="2198685" y="1828800"/>
                </a:lnTo>
                <a:lnTo>
                  <a:pt x="2207622" y="1828800"/>
                </a:lnTo>
                <a:lnTo>
                  <a:pt x="2216560" y="1828800"/>
                </a:lnTo>
                <a:lnTo>
                  <a:pt x="2225498" y="1828800"/>
                </a:lnTo>
                <a:lnTo>
                  <a:pt x="2234436" y="1828800"/>
                </a:lnTo>
                <a:lnTo>
                  <a:pt x="2243373" y="1828800"/>
                </a:lnTo>
                <a:lnTo>
                  <a:pt x="2252311" y="1828800"/>
                </a:lnTo>
                <a:lnTo>
                  <a:pt x="2261249" y="1828800"/>
                </a:lnTo>
                <a:lnTo>
                  <a:pt x="2270187" y="1828800"/>
                </a:lnTo>
                <a:lnTo>
                  <a:pt x="2279124" y="1828800"/>
                </a:lnTo>
                <a:lnTo>
                  <a:pt x="2288062" y="1828800"/>
                </a:lnTo>
                <a:lnTo>
                  <a:pt x="2297000" y="1828800"/>
                </a:lnTo>
                <a:lnTo>
                  <a:pt x="2305938" y="1828800"/>
                </a:lnTo>
                <a:lnTo>
                  <a:pt x="2314875" y="1828800"/>
                </a:lnTo>
                <a:lnTo>
                  <a:pt x="2323813" y="1828800"/>
                </a:lnTo>
                <a:lnTo>
                  <a:pt x="2332751" y="1828800"/>
                </a:lnTo>
                <a:lnTo>
                  <a:pt x="2341689" y="1828800"/>
                </a:lnTo>
                <a:lnTo>
                  <a:pt x="2350626" y="1828800"/>
                </a:lnTo>
                <a:lnTo>
                  <a:pt x="2359564" y="1828800"/>
                </a:lnTo>
                <a:lnTo>
                  <a:pt x="2368502" y="1828800"/>
                </a:lnTo>
                <a:lnTo>
                  <a:pt x="2377439" y="1828800"/>
                </a:lnTo>
                <a:lnTo>
                  <a:pt x="2386377" y="1828800"/>
                </a:lnTo>
                <a:lnTo>
                  <a:pt x="2395315" y="1828800"/>
                </a:lnTo>
                <a:lnTo>
                  <a:pt x="2404253" y="1828800"/>
                </a:lnTo>
                <a:lnTo>
                  <a:pt x="2413190" y="1828800"/>
                </a:lnTo>
                <a:lnTo>
                  <a:pt x="2422128" y="1828800"/>
                </a:lnTo>
                <a:lnTo>
                  <a:pt x="2431066" y="1828800"/>
                </a:lnTo>
                <a:lnTo>
                  <a:pt x="2440004" y="1828800"/>
                </a:lnTo>
                <a:lnTo>
                  <a:pt x="2448941" y="1828800"/>
                </a:lnTo>
                <a:lnTo>
                  <a:pt x="2457879" y="1828800"/>
                </a:lnTo>
                <a:lnTo>
                  <a:pt x="2466817" y="1828800"/>
                </a:lnTo>
                <a:lnTo>
                  <a:pt x="2475755" y="1828800"/>
                </a:lnTo>
                <a:lnTo>
                  <a:pt x="2484692" y="1828800"/>
                </a:lnTo>
                <a:lnTo>
                  <a:pt x="2493630" y="1828800"/>
                </a:lnTo>
                <a:lnTo>
                  <a:pt x="2502568" y="1828800"/>
                </a:lnTo>
                <a:lnTo>
                  <a:pt x="2511506" y="1828800"/>
                </a:lnTo>
                <a:lnTo>
                  <a:pt x="2520443" y="1828800"/>
                </a:lnTo>
                <a:lnTo>
                  <a:pt x="2529381" y="1828800"/>
                </a:lnTo>
                <a:lnTo>
                  <a:pt x="2538319" y="1828800"/>
                </a:lnTo>
                <a:lnTo>
                  <a:pt x="2547257" y="1828800"/>
                </a:lnTo>
                <a:lnTo>
                  <a:pt x="2556194" y="1828800"/>
                </a:lnTo>
                <a:lnTo>
                  <a:pt x="2565132" y="1828800"/>
                </a:lnTo>
                <a:lnTo>
                  <a:pt x="2574070" y="1828800"/>
                </a:lnTo>
                <a:lnTo>
                  <a:pt x="2583008" y="1828800"/>
                </a:lnTo>
                <a:lnTo>
                  <a:pt x="2591945" y="1828800"/>
                </a:lnTo>
                <a:lnTo>
                  <a:pt x="2600883" y="1828800"/>
                </a:lnTo>
                <a:lnTo>
                  <a:pt x="2609821" y="1828800"/>
                </a:lnTo>
                <a:lnTo>
                  <a:pt x="2618759" y="1828800"/>
                </a:lnTo>
                <a:lnTo>
                  <a:pt x="2627696" y="1828800"/>
                </a:lnTo>
                <a:lnTo>
                  <a:pt x="2636634" y="1828800"/>
                </a:lnTo>
                <a:lnTo>
                  <a:pt x="2645572" y="1828800"/>
                </a:lnTo>
                <a:lnTo>
                  <a:pt x="2654510" y="1828800"/>
                </a:lnTo>
                <a:lnTo>
                  <a:pt x="2663447" y="1828800"/>
                </a:lnTo>
                <a:lnTo>
                  <a:pt x="2672385" y="1828800"/>
                </a:lnTo>
                <a:lnTo>
                  <a:pt x="2681323" y="1828800"/>
                </a:lnTo>
                <a:lnTo>
                  <a:pt x="2690261" y="1828800"/>
                </a:lnTo>
                <a:lnTo>
                  <a:pt x="2699198" y="1828800"/>
                </a:lnTo>
                <a:lnTo>
                  <a:pt x="2708136" y="1828800"/>
                </a:lnTo>
                <a:lnTo>
                  <a:pt x="2717074" y="1828800"/>
                </a:lnTo>
                <a:lnTo>
                  <a:pt x="2726012" y="1828800"/>
                </a:lnTo>
                <a:lnTo>
                  <a:pt x="2734949" y="1828800"/>
                </a:lnTo>
                <a:lnTo>
                  <a:pt x="2743887" y="1828800"/>
                </a:lnTo>
                <a:lnTo>
                  <a:pt x="2752825" y="1828800"/>
                </a:lnTo>
                <a:lnTo>
                  <a:pt x="2761763" y="1828800"/>
                </a:lnTo>
                <a:lnTo>
                  <a:pt x="2770700" y="1828800"/>
                </a:lnTo>
                <a:lnTo>
                  <a:pt x="2779638" y="1828800"/>
                </a:lnTo>
                <a:lnTo>
                  <a:pt x="2788576" y="1828800"/>
                </a:lnTo>
                <a:lnTo>
                  <a:pt x="2797513" y="1828800"/>
                </a:lnTo>
                <a:lnTo>
                  <a:pt x="2806451" y="1828800"/>
                </a:lnTo>
                <a:lnTo>
                  <a:pt x="2815389" y="1828800"/>
                </a:lnTo>
                <a:lnTo>
                  <a:pt x="2824327" y="1828800"/>
                </a:lnTo>
                <a:lnTo>
                  <a:pt x="2833264" y="1828800"/>
                </a:lnTo>
                <a:lnTo>
                  <a:pt x="2842202" y="1828800"/>
                </a:lnTo>
                <a:lnTo>
                  <a:pt x="2851140" y="1828800"/>
                </a:lnTo>
                <a:lnTo>
                  <a:pt x="2860078" y="1828800"/>
                </a:lnTo>
                <a:lnTo>
                  <a:pt x="2869015" y="1828800"/>
                </a:lnTo>
                <a:lnTo>
                  <a:pt x="2877953" y="1828800"/>
                </a:lnTo>
                <a:lnTo>
                  <a:pt x="2886891" y="1828800"/>
                </a:lnTo>
                <a:lnTo>
                  <a:pt x="2895829" y="1828800"/>
                </a:lnTo>
                <a:lnTo>
                  <a:pt x="2904766" y="1828800"/>
                </a:lnTo>
                <a:lnTo>
                  <a:pt x="2913704" y="1828800"/>
                </a:lnTo>
                <a:lnTo>
                  <a:pt x="2922642" y="1828800"/>
                </a:lnTo>
                <a:lnTo>
                  <a:pt x="2931580" y="1828800"/>
                </a:lnTo>
                <a:lnTo>
                  <a:pt x="2940517" y="1828800"/>
                </a:lnTo>
                <a:lnTo>
                  <a:pt x="2949455" y="1828800"/>
                </a:lnTo>
                <a:lnTo>
                  <a:pt x="2958393" y="1828800"/>
                </a:lnTo>
                <a:lnTo>
                  <a:pt x="2967331" y="1828800"/>
                </a:lnTo>
                <a:lnTo>
                  <a:pt x="2976268" y="1828800"/>
                </a:lnTo>
                <a:lnTo>
                  <a:pt x="2985206" y="1828800"/>
                </a:lnTo>
                <a:lnTo>
                  <a:pt x="2994144" y="1828800"/>
                </a:lnTo>
                <a:lnTo>
                  <a:pt x="3003082" y="1828800"/>
                </a:lnTo>
                <a:lnTo>
                  <a:pt x="3012019" y="1828800"/>
                </a:lnTo>
                <a:lnTo>
                  <a:pt x="3020957" y="1828800"/>
                </a:lnTo>
                <a:lnTo>
                  <a:pt x="3029895" y="1828800"/>
                </a:lnTo>
                <a:lnTo>
                  <a:pt x="3038833" y="1828800"/>
                </a:lnTo>
                <a:lnTo>
                  <a:pt x="3047770" y="1828800"/>
                </a:lnTo>
                <a:lnTo>
                  <a:pt x="3056708" y="1828800"/>
                </a:lnTo>
                <a:lnTo>
                  <a:pt x="3065646" y="1828800"/>
                </a:lnTo>
                <a:lnTo>
                  <a:pt x="3074584" y="1828800"/>
                </a:lnTo>
                <a:lnTo>
                  <a:pt x="3083521" y="1828800"/>
                </a:lnTo>
                <a:lnTo>
                  <a:pt x="3092459" y="1828800"/>
                </a:lnTo>
                <a:lnTo>
                  <a:pt x="3101397" y="1828800"/>
                </a:lnTo>
                <a:lnTo>
                  <a:pt x="3110335" y="1828800"/>
                </a:lnTo>
                <a:lnTo>
                  <a:pt x="3119272" y="1828800"/>
                </a:lnTo>
                <a:lnTo>
                  <a:pt x="3128210" y="1828800"/>
                </a:lnTo>
                <a:lnTo>
                  <a:pt x="3137148" y="1828800"/>
                </a:lnTo>
                <a:lnTo>
                  <a:pt x="3146086" y="1828800"/>
                </a:lnTo>
                <a:lnTo>
                  <a:pt x="3155023" y="1828800"/>
                </a:lnTo>
                <a:lnTo>
                  <a:pt x="3163961" y="1828800"/>
                </a:lnTo>
                <a:lnTo>
                  <a:pt x="3172899" y="1828800"/>
                </a:lnTo>
                <a:lnTo>
                  <a:pt x="3181836" y="1828800"/>
                </a:lnTo>
                <a:lnTo>
                  <a:pt x="3190774" y="1828800"/>
                </a:lnTo>
                <a:lnTo>
                  <a:pt x="3199712" y="1828800"/>
                </a:lnTo>
                <a:lnTo>
                  <a:pt x="3208650" y="1828800"/>
                </a:lnTo>
                <a:lnTo>
                  <a:pt x="3217587" y="1828800"/>
                </a:lnTo>
                <a:lnTo>
                  <a:pt x="3226525" y="1828800"/>
                </a:lnTo>
                <a:lnTo>
                  <a:pt x="3235463" y="1828800"/>
                </a:lnTo>
                <a:lnTo>
                  <a:pt x="3244401" y="1828800"/>
                </a:lnTo>
                <a:lnTo>
                  <a:pt x="3253338" y="1828800"/>
                </a:lnTo>
                <a:lnTo>
                  <a:pt x="3262276" y="1828800"/>
                </a:lnTo>
                <a:lnTo>
                  <a:pt x="3271214" y="1828800"/>
                </a:lnTo>
                <a:lnTo>
                  <a:pt x="3280152" y="1828800"/>
                </a:lnTo>
                <a:lnTo>
                  <a:pt x="3289089" y="1828800"/>
                </a:lnTo>
                <a:lnTo>
                  <a:pt x="3298027" y="1828800"/>
                </a:lnTo>
                <a:lnTo>
                  <a:pt x="3306965" y="1828800"/>
                </a:lnTo>
                <a:lnTo>
                  <a:pt x="3315903" y="1828800"/>
                </a:lnTo>
                <a:lnTo>
                  <a:pt x="3324840" y="1828800"/>
                </a:lnTo>
                <a:lnTo>
                  <a:pt x="3333778" y="1828800"/>
                </a:lnTo>
                <a:lnTo>
                  <a:pt x="3342716" y="1828800"/>
                </a:lnTo>
                <a:lnTo>
                  <a:pt x="3351654" y="1828800"/>
                </a:lnTo>
                <a:lnTo>
                  <a:pt x="3360591" y="1828800"/>
                </a:lnTo>
                <a:lnTo>
                  <a:pt x="3369529" y="1828800"/>
                </a:lnTo>
                <a:lnTo>
                  <a:pt x="3378467" y="1828800"/>
                </a:lnTo>
                <a:lnTo>
                  <a:pt x="3387405" y="1828800"/>
                </a:lnTo>
                <a:lnTo>
                  <a:pt x="3396342" y="1828800"/>
                </a:lnTo>
                <a:lnTo>
                  <a:pt x="3405280" y="1828800"/>
                </a:lnTo>
                <a:lnTo>
                  <a:pt x="3414218" y="1828800"/>
                </a:lnTo>
                <a:lnTo>
                  <a:pt x="3423156" y="1828800"/>
                </a:lnTo>
                <a:lnTo>
                  <a:pt x="3432093" y="1828800"/>
                </a:lnTo>
                <a:lnTo>
                  <a:pt x="3441031" y="1828800"/>
                </a:lnTo>
                <a:lnTo>
                  <a:pt x="3449969" y="1828800"/>
                </a:lnTo>
                <a:lnTo>
                  <a:pt x="3458907" y="1828800"/>
                </a:lnTo>
                <a:lnTo>
                  <a:pt x="3467844" y="1828800"/>
                </a:lnTo>
                <a:lnTo>
                  <a:pt x="3476782" y="1828800"/>
                </a:lnTo>
                <a:lnTo>
                  <a:pt x="3485720" y="1828800"/>
                </a:lnTo>
                <a:lnTo>
                  <a:pt x="3494658" y="1828800"/>
                </a:lnTo>
                <a:lnTo>
                  <a:pt x="3503595" y="1828800"/>
                </a:lnTo>
                <a:lnTo>
                  <a:pt x="3512533" y="1828800"/>
                </a:lnTo>
                <a:lnTo>
                  <a:pt x="3521471" y="1828800"/>
                </a:lnTo>
                <a:lnTo>
                  <a:pt x="3530409" y="1828800"/>
                </a:lnTo>
                <a:lnTo>
                  <a:pt x="3539346" y="1828800"/>
                </a:lnTo>
                <a:lnTo>
                  <a:pt x="3548284" y="1828800"/>
                </a:lnTo>
                <a:lnTo>
                  <a:pt x="3557222" y="1828800"/>
                </a:lnTo>
                <a:lnTo>
                  <a:pt x="3566160" y="1828800"/>
                </a:lnTo>
                <a:lnTo>
                  <a:pt x="3566160" y="1828800"/>
                </a:lnTo>
                <a:lnTo>
                  <a:pt x="3557222" y="1828800"/>
                </a:lnTo>
                <a:lnTo>
                  <a:pt x="3548284" y="1828800"/>
                </a:lnTo>
                <a:lnTo>
                  <a:pt x="3539346" y="1828800"/>
                </a:lnTo>
                <a:lnTo>
                  <a:pt x="3530409" y="1828800"/>
                </a:lnTo>
                <a:lnTo>
                  <a:pt x="3521471" y="1828800"/>
                </a:lnTo>
                <a:lnTo>
                  <a:pt x="3512533" y="1828800"/>
                </a:lnTo>
                <a:lnTo>
                  <a:pt x="3503595" y="1828800"/>
                </a:lnTo>
                <a:lnTo>
                  <a:pt x="3494658" y="1828800"/>
                </a:lnTo>
                <a:lnTo>
                  <a:pt x="3485720" y="1828800"/>
                </a:lnTo>
                <a:lnTo>
                  <a:pt x="3476782" y="1828800"/>
                </a:lnTo>
                <a:lnTo>
                  <a:pt x="3467844" y="1828800"/>
                </a:lnTo>
                <a:lnTo>
                  <a:pt x="3458907" y="1828800"/>
                </a:lnTo>
                <a:lnTo>
                  <a:pt x="3449969" y="1828800"/>
                </a:lnTo>
                <a:lnTo>
                  <a:pt x="3441031" y="1828800"/>
                </a:lnTo>
                <a:lnTo>
                  <a:pt x="3432093" y="1828800"/>
                </a:lnTo>
                <a:lnTo>
                  <a:pt x="3423156" y="1828800"/>
                </a:lnTo>
                <a:lnTo>
                  <a:pt x="3414218" y="1828800"/>
                </a:lnTo>
                <a:lnTo>
                  <a:pt x="3405280" y="1828800"/>
                </a:lnTo>
                <a:lnTo>
                  <a:pt x="3396342" y="1828800"/>
                </a:lnTo>
                <a:lnTo>
                  <a:pt x="3387405" y="1828800"/>
                </a:lnTo>
                <a:lnTo>
                  <a:pt x="3378467" y="1828800"/>
                </a:lnTo>
                <a:lnTo>
                  <a:pt x="3369529" y="1828800"/>
                </a:lnTo>
                <a:lnTo>
                  <a:pt x="3360591" y="1828800"/>
                </a:lnTo>
                <a:lnTo>
                  <a:pt x="3351654" y="1828800"/>
                </a:lnTo>
                <a:lnTo>
                  <a:pt x="3342716" y="1828800"/>
                </a:lnTo>
                <a:lnTo>
                  <a:pt x="3333778" y="1828800"/>
                </a:lnTo>
                <a:lnTo>
                  <a:pt x="3324840" y="1828800"/>
                </a:lnTo>
                <a:lnTo>
                  <a:pt x="3315903" y="1828800"/>
                </a:lnTo>
                <a:lnTo>
                  <a:pt x="3306965" y="1828800"/>
                </a:lnTo>
                <a:lnTo>
                  <a:pt x="3298027" y="1828800"/>
                </a:lnTo>
                <a:lnTo>
                  <a:pt x="3289089" y="1828800"/>
                </a:lnTo>
                <a:lnTo>
                  <a:pt x="3280152" y="1828800"/>
                </a:lnTo>
                <a:lnTo>
                  <a:pt x="3271214" y="1828800"/>
                </a:lnTo>
                <a:lnTo>
                  <a:pt x="3262276" y="1828800"/>
                </a:lnTo>
                <a:lnTo>
                  <a:pt x="3253338" y="1828800"/>
                </a:lnTo>
                <a:lnTo>
                  <a:pt x="3244401" y="1828800"/>
                </a:lnTo>
                <a:lnTo>
                  <a:pt x="3235463" y="1828800"/>
                </a:lnTo>
                <a:lnTo>
                  <a:pt x="3226525" y="1828800"/>
                </a:lnTo>
                <a:lnTo>
                  <a:pt x="3217587" y="1828800"/>
                </a:lnTo>
                <a:lnTo>
                  <a:pt x="3208650" y="1828800"/>
                </a:lnTo>
                <a:lnTo>
                  <a:pt x="3199712" y="1828800"/>
                </a:lnTo>
                <a:lnTo>
                  <a:pt x="3190774" y="1828800"/>
                </a:lnTo>
                <a:lnTo>
                  <a:pt x="3181836" y="1828800"/>
                </a:lnTo>
                <a:lnTo>
                  <a:pt x="3172899" y="1828800"/>
                </a:lnTo>
                <a:lnTo>
                  <a:pt x="3163961" y="1828800"/>
                </a:lnTo>
                <a:lnTo>
                  <a:pt x="3155023" y="1828800"/>
                </a:lnTo>
                <a:lnTo>
                  <a:pt x="3146086" y="1828800"/>
                </a:lnTo>
                <a:lnTo>
                  <a:pt x="3137148" y="1828800"/>
                </a:lnTo>
                <a:lnTo>
                  <a:pt x="3128210" y="1828800"/>
                </a:lnTo>
                <a:lnTo>
                  <a:pt x="3119272" y="1828800"/>
                </a:lnTo>
                <a:lnTo>
                  <a:pt x="3110335" y="1828800"/>
                </a:lnTo>
                <a:lnTo>
                  <a:pt x="3101397" y="1828800"/>
                </a:lnTo>
                <a:lnTo>
                  <a:pt x="3092459" y="1828800"/>
                </a:lnTo>
                <a:lnTo>
                  <a:pt x="3083521" y="1828800"/>
                </a:lnTo>
                <a:lnTo>
                  <a:pt x="3074584" y="1828800"/>
                </a:lnTo>
                <a:lnTo>
                  <a:pt x="3065646" y="1828800"/>
                </a:lnTo>
                <a:lnTo>
                  <a:pt x="3056708" y="1828800"/>
                </a:lnTo>
                <a:lnTo>
                  <a:pt x="3047770" y="1828800"/>
                </a:lnTo>
                <a:lnTo>
                  <a:pt x="3038833" y="1828800"/>
                </a:lnTo>
                <a:lnTo>
                  <a:pt x="3029895" y="1828800"/>
                </a:lnTo>
                <a:lnTo>
                  <a:pt x="3020957" y="1828800"/>
                </a:lnTo>
                <a:lnTo>
                  <a:pt x="3012019" y="1828800"/>
                </a:lnTo>
                <a:lnTo>
                  <a:pt x="3003082" y="1828800"/>
                </a:lnTo>
                <a:lnTo>
                  <a:pt x="2994144" y="1828800"/>
                </a:lnTo>
                <a:lnTo>
                  <a:pt x="2985206" y="1828800"/>
                </a:lnTo>
                <a:lnTo>
                  <a:pt x="2976268" y="1828800"/>
                </a:lnTo>
                <a:lnTo>
                  <a:pt x="2967331" y="1828800"/>
                </a:lnTo>
                <a:lnTo>
                  <a:pt x="2958393" y="1828800"/>
                </a:lnTo>
                <a:lnTo>
                  <a:pt x="2949455" y="1828800"/>
                </a:lnTo>
                <a:lnTo>
                  <a:pt x="2940517" y="1828800"/>
                </a:lnTo>
                <a:lnTo>
                  <a:pt x="2931580" y="1828800"/>
                </a:lnTo>
                <a:lnTo>
                  <a:pt x="2922642" y="1828800"/>
                </a:lnTo>
                <a:lnTo>
                  <a:pt x="2913704" y="1828800"/>
                </a:lnTo>
                <a:lnTo>
                  <a:pt x="2904766" y="1828800"/>
                </a:lnTo>
                <a:lnTo>
                  <a:pt x="2895829" y="1828800"/>
                </a:lnTo>
                <a:lnTo>
                  <a:pt x="2886891" y="1828800"/>
                </a:lnTo>
                <a:lnTo>
                  <a:pt x="2877953" y="1828800"/>
                </a:lnTo>
                <a:lnTo>
                  <a:pt x="2869015" y="1828800"/>
                </a:lnTo>
                <a:lnTo>
                  <a:pt x="2860078" y="1828800"/>
                </a:lnTo>
                <a:lnTo>
                  <a:pt x="2851140" y="1828800"/>
                </a:lnTo>
                <a:lnTo>
                  <a:pt x="2842202" y="1828800"/>
                </a:lnTo>
                <a:lnTo>
                  <a:pt x="2833264" y="1828800"/>
                </a:lnTo>
                <a:lnTo>
                  <a:pt x="2824327" y="1828800"/>
                </a:lnTo>
                <a:lnTo>
                  <a:pt x="2815389" y="1828800"/>
                </a:lnTo>
                <a:lnTo>
                  <a:pt x="2806451" y="1828800"/>
                </a:lnTo>
                <a:lnTo>
                  <a:pt x="2797513" y="1828800"/>
                </a:lnTo>
                <a:lnTo>
                  <a:pt x="2788576" y="1828800"/>
                </a:lnTo>
                <a:lnTo>
                  <a:pt x="2779638" y="1828800"/>
                </a:lnTo>
                <a:lnTo>
                  <a:pt x="2770700" y="1828800"/>
                </a:lnTo>
                <a:lnTo>
                  <a:pt x="2761763" y="1828800"/>
                </a:lnTo>
                <a:lnTo>
                  <a:pt x="2752825" y="1828800"/>
                </a:lnTo>
                <a:lnTo>
                  <a:pt x="2743887" y="1828800"/>
                </a:lnTo>
                <a:lnTo>
                  <a:pt x="2734949" y="1828800"/>
                </a:lnTo>
                <a:lnTo>
                  <a:pt x="2726012" y="1828800"/>
                </a:lnTo>
                <a:lnTo>
                  <a:pt x="2717074" y="1828800"/>
                </a:lnTo>
                <a:lnTo>
                  <a:pt x="2708136" y="1828800"/>
                </a:lnTo>
                <a:lnTo>
                  <a:pt x="2699198" y="1828800"/>
                </a:lnTo>
                <a:lnTo>
                  <a:pt x="2690261" y="1828800"/>
                </a:lnTo>
                <a:lnTo>
                  <a:pt x="2681323" y="1828800"/>
                </a:lnTo>
                <a:lnTo>
                  <a:pt x="2672385" y="1828800"/>
                </a:lnTo>
                <a:lnTo>
                  <a:pt x="2663447" y="1828800"/>
                </a:lnTo>
                <a:lnTo>
                  <a:pt x="2654510" y="1828800"/>
                </a:lnTo>
                <a:lnTo>
                  <a:pt x="2645572" y="1828800"/>
                </a:lnTo>
                <a:lnTo>
                  <a:pt x="2636634" y="1828800"/>
                </a:lnTo>
                <a:lnTo>
                  <a:pt x="2627696" y="1828800"/>
                </a:lnTo>
                <a:lnTo>
                  <a:pt x="2618759" y="1828800"/>
                </a:lnTo>
                <a:lnTo>
                  <a:pt x="2609821" y="1828800"/>
                </a:lnTo>
                <a:lnTo>
                  <a:pt x="2600883" y="1828800"/>
                </a:lnTo>
                <a:lnTo>
                  <a:pt x="2591945" y="1828800"/>
                </a:lnTo>
                <a:lnTo>
                  <a:pt x="2583008" y="1828800"/>
                </a:lnTo>
                <a:lnTo>
                  <a:pt x="2574070" y="1828800"/>
                </a:lnTo>
                <a:lnTo>
                  <a:pt x="2565132" y="1828800"/>
                </a:lnTo>
                <a:lnTo>
                  <a:pt x="2556194" y="1828800"/>
                </a:lnTo>
                <a:lnTo>
                  <a:pt x="2547257" y="1828800"/>
                </a:lnTo>
                <a:lnTo>
                  <a:pt x="2538319" y="1828800"/>
                </a:lnTo>
                <a:lnTo>
                  <a:pt x="2529381" y="1828800"/>
                </a:lnTo>
                <a:lnTo>
                  <a:pt x="2520443" y="1828800"/>
                </a:lnTo>
                <a:lnTo>
                  <a:pt x="2511506" y="1828800"/>
                </a:lnTo>
                <a:lnTo>
                  <a:pt x="2502568" y="1828800"/>
                </a:lnTo>
                <a:lnTo>
                  <a:pt x="2493630" y="1828800"/>
                </a:lnTo>
                <a:lnTo>
                  <a:pt x="2484692" y="1828800"/>
                </a:lnTo>
                <a:lnTo>
                  <a:pt x="2475755" y="1828800"/>
                </a:lnTo>
                <a:lnTo>
                  <a:pt x="2466817" y="1828800"/>
                </a:lnTo>
                <a:lnTo>
                  <a:pt x="2457879" y="1828800"/>
                </a:lnTo>
                <a:lnTo>
                  <a:pt x="2448941" y="1828800"/>
                </a:lnTo>
                <a:lnTo>
                  <a:pt x="2440004" y="1828800"/>
                </a:lnTo>
                <a:lnTo>
                  <a:pt x="2431066" y="1828800"/>
                </a:lnTo>
                <a:lnTo>
                  <a:pt x="2422128" y="1828800"/>
                </a:lnTo>
                <a:lnTo>
                  <a:pt x="2413190" y="1828800"/>
                </a:lnTo>
                <a:lnTo>
                  <a:pt x="2404253" y="1828800"/>
                </a:lnTo>
                <a:lnTo>
                  <a:pt x="2395315" y="1828800"/>
                </a:lnTo>
                <a:lnTo>
                  <a:pt x="2386377" y="1828800"/>
                </a:lnTo>
                <a:lnTo>
                  <a:pt x="2377439" y="1828800"/>
                </a:lnTo>
                <a:lnTo>
                  <a:pt x="2368502" y="1828800"/>
                </a:lnTo>
                <a:lnTo>
                  <a:pt x="2359564" y="1828800"/>
                </a:lnTo>
                <a:lnTo>
                  <a:pt x="2350626" y="1828800"/>
                </a:lnTo>
                <a:lnTo>
                  <a:pt x="2341689" y="1828800"/>
                </a:lnTo>
                <a:lnTo>
                  <a:pt x="2332751" y="1828800"/>
                </a:lnTo>
                <a:lnTo>
                  <a:pt x="2323813" y="1828800"/>
                </a:lnTo>
                <a:lnTo>
                  <a:pt x="2314875" y="1828800"/>
                </a:lnTo>
                <a:lnTo>
                  <a:pt x="2305938" y="1828800"/>
                </a:lnTo>
                <a:lnTo>
                  <a:pt x="2297000" y="1828800"/>
                </a:lnTo>
                <a:lnTo>
                  <a:pt x="2288062" y="1828800"/>
                </a:lnTo>
                <a:lnTo>
                  <a:pt x="2279124" y="1828800"/>
                </a:lnTo>
                <a:lnTo>
                  <a:pt x="2270187" y="1828800"/>
                </a:lnTo>
                <a:lnTo>
                  <a:pt x="2261249" y="1828800"/>
                </a:lnTo>
                <a:lnTo>
                  <a:pt x="2252311" y="1828800"/>
                </a:lnTo>
                <a:lnTo>
                  <a:pt x="2243373" y="1828800"/>
                </a:lnTo>
                <a:lnTo>
                  <a:pt x="2234436" y="1828800"/>
                </a:lnTo>
                <a:lnTo>
                  <a:pt x="2225498" y="1828800"/>
                </a:lnTo>
                <a:lnTo>
                  <a:pt x="2216560" y="1828800"/>
                </a:lnTo>
                <a:lnTo>
                  <a:pt x="2207622" y="1828800"/>
                </a:lnTo>
                <a:lnTo>
                  <a:pt x="2198685" y="1828800"/>
                </a:lnTo>
                <a:lnTo>
                  <a:pt x="2189747" y="1828800"/>
                </a:lnTo>
                <a:lnTo>
                  <a:pt x="2180809" y="1828800"/>
                </a:lnTo>
                <a:lnTo>
                  <a:pt x="2171871" y="1828800"/>
                </a:lnTo>
                <a:lnTo>
                  <a:pt x="2162934" y="1828800"/>
                </a:lnTo>
                <a:lnTo>
                  <a:pt x="2153996" y="1828800"/>
                </a:lnTo>
                <a:lnTo>
                  <a:pt x="2145058" y="1828800"/>
                </a:lnTo>
                <a:lnTo>
                  <a:pt x="2136120" y="1828800"/>
                </a:lnTo>
                <a:lnTo>
                  <a:pt x="2127183" y="1828800"/>
                </a:lnTo>
                <a:lnTo>
                  <a:pt x="2118245" y="1828800"/>
                </a:lnTo>
                <a:lnTo>
                  <a:pt x="2109307" y="1828800"/>
                </a:lnTo>
                <a:lnTo>
                  <a:pt x="2100369" y="1828800"/>
                </a:lnTo>
                <a:lnTo>
                  <a:pt x="2091432" y="1828800"/>
                </a:lnTo>
                <a:lnTo>
                  <a:pt x="2082494" y="1828800"/>
                </a:lnTo>
                <a:lnTo>
                  <a:pt x="2073556" y="1828800"/>
                </a:lnTo>
                <a:lnTo>
                  <a:pt x="2064618" y="1828800"/>
                </a:lnTo>
                <a:lnTo>
                  <a:pt x="2055681" y="1828800"/>
                </a:lnTo>
                <a:lnTo>
                  <a:pt x="2046743" y="1828800"/>
                </a:lnTo>
                <a:lnTo>
                  <a:pt x="2037805" y="1828800"/>
                </a:lnTo>
                <a:lnTo>
                  <a:pt x="2028867" y="1828800"/>
                </a:lnTo>
                <a:lnTo>
                  <a:pt x="2019930" y="1828800"/>
                </a:lnTo>
                <a:lnTo>
                  <a:pt x="2010992" y="1828800"/>
                </a:lnTo>
                <a:lnTo>
                  <a:pt x="2002054" y="1828800"/>
                </a:lnTo>
                <a:lnTo>
                  <a:pt x="1993116" y="1828800"/>
                </a:lnTo>
                <a:lnTo>
                  <a:pt x="1984179" y="1828800"/>
                </a:lnTo>
                <a:lnTo>
                  <a:pt x="1975241" y="1828800"/>
                </a:lnTo>
                <a:lnTo>
                  <a:pt x="1966303" y="1828800"/>
                </a:lnTo>
                <a:lnTo>
                  <a:pt x="1957366" y="1828800"/>
                </a:lnTo>
                <a:lnTo>
                  <a:pt x="1948428" y="1828800"/>
                </a:lnTo>
                <a:lnTo>
                  <a:pt x="1939490" y="1828800"/>
                </a:lnTo>
                <a:lnTo>
                  <a:pt x="1930552" y="1828800"/>
                </a:lnTo>
                <a:lnTo>
                  <a:pt x="1921615" y="1828800"/>
                </a:lnTo>
                <a:lnTo>
                  <a:pt x="1912677" y="1828800"/>
                </a:lnTo>
                <a:lnTo>
                  <a:pt x="1903739" y="1828800"/>
                </a:lnTo>
                <a:lnTo>
                  <a:pt x="1894801" y="1828800"/>
                </a:lnTo>
                <a:lnTo>
                  <a:pt x="1885864" y="1828800"/>
                </a:lnTo>
                <a:lnTo>
                  <a:pt x="1876926" y="1828800"/>
                </a:lnTo>
                <a:lnTo>
                  <a:pt x="1867988" y="1828800"/>
                </a:lnTo>
                <a:lnTo>
                  <a:pt x="1859050" y="1828800"/>
                </a:lnTo>
                <a:lnTo>
                  <a:pt x="1850113" y="1828800"/>
                </a:lnTo>
                <a:lnTo>
                  <a:pt x="1841175" y="1828800"/>
                </a:lnTo>
                <a:lnTo>
                  <a:pt x="1832237" y="1828800"/>
                </a:lnTo>
                <a:lnTo>
                  <a:pt x="1823299" y="1828800"/>
                </a:lnTo>
                <a:lnTo>
                  <a:pt x="1814362" y="1828800"/>
                </a:lnTo>
                <a:lnTo>
                  <a:pt x="1805424" y="1828800"/>
                </a:lnTo>
                <a:lnTo>
                  <a:pt x="1796486" y="1828800"/>
                </a:lnTo>
                <a:lnTo>
                  <a:pt x="1787548" y="1828800"/>
                </a:lnTo>
                <a:lnTo>
                  <a:pt x="1778611" y="1828800"/>
                </a:lnTo>
                <a:lnTo>
                  <a:pt x="1769673" y="1828800"/>
                </a:lnTo>
                <a:lnTo>
                  <a:pt x="1760735" y="1828800"/>
                </a:lnTo>
                <a:lnTo>
                  <a:pt x="1751797" y="1828800"/>
                </a:lnTo>
                <a:lnTo>
                  <a:pt x="1742860" y="1828800"/>
                </a:lnTo>
                <a:lnTo>
                  <a:pt x="1733922" y="1828800"/>
                </a:lnTo>
                <a:lnTo>
                  <a:pt x="1724984" y="1828800"/>
                </a:lnTo>
                <a:lnTo>
                  <a:pt x="1716046" y="1828800"/>
                </a:lnTo>
                <a:lnTo>
                  <a:pt x="1707109" y="1828800"/>
                </a:lnTo>
                <a:lnTo>
                  <a:pt x="1698171" y="1828800"/>
                </a:lnTo>
                <a:lnTo>
                  <a:pt x="1689233" y="1828800"/>
                </a:lnTo>
                <a:lnTo>
                  <a:pt x="1680295" y="1828800"/>
                </a:lnTo>
                <a:lnTo>
                  <a:pt x="1671358" y="1828800"/>
                </a:lnTo>
                <a:lnTo>
                  <a:pt x="1662420" y="1828800"/>
                </a:lnTo>
                <a:lnTo>
                  <a:pt x="1653482" y="1828800"/>
                </a:lnTo>
                <a:lnTo>
                  <a:pt x="1644544" y="1828800"/>
                </a:lnTo>
                <a:lnTo>
                  <a:pt x="1635607" y="1828800"/>
                </a:lnTo>
                <a:lnTo>
                  <a:pt x="1626669" y="1828800"/>
                </a:lnTo>
                <a:lnTo>
                  <a:pt x="1617731" y="1828800"/>
                </a:lnTo>
                <a:lnTo>
                  <a:pt x="1608793" y="1828800"/>
                </a:lnTo>
                <a:lnTo>
                  <a:pt x="1599856" y="1828800"/>
                </a:lnTo>
                <a:lnTo>
                  <a:pt x="1590918" y="1828800"/>
                </a:lnTo>
                <a:lnTo>
                  <a:pt x="1581980" y="1828800"/>
                </a:lnTo>
                <a:lnTo>
                  <a:pt x="1573043" y="1828800"/>
                </a:lnTo>
                <a:lnTo>
                  <a:pt x="1564105" y="1828800"/>
                </a:lnTo>
                <a:lnTo>
                  <a:pt x="1555167" y="1828800"/>
                </a:lnTo>
                <a:lnTo>
                  <a:pt x="1546229" y="1828800"/>
                </a:lnTo>
                <a:lnTo>
                  <a:pt x="1537292" y="1828800"/>
                </a:lnTo>
                <a:lnTo>
                  <a:pt x="1528354" y="1828800"/>
                </a:lnTo>
                <a:lnTo>
                  <a:pt x="1519416" y="1828800"/>
                </a:lnTo>
                <a:lnTo>
                  <a:pt x="1510478" y="1828800"/>
                </a:lnTo>
                <a:lnTo>
                  <a:pt x="1501541" y="1828800"/>
                </a:lnTo>
                <a:lnTo>
                  <a:pt x="1492603" y="1828800"/>
                </a:lnTo>
                <a:lnTo>
                  <a:pt x="1483665" y="1828800"/>
                </a:lnTo>
                <a:lnTo>
                  <a:pt x="1474727" y="1828800"/>
                </a:lnTo>
                <a:lnTo>
                  <a:pt x="1465790" y="1828800"/>
                </a:lnTo>
                <a:lnTo>
                  <a:pt x="1456852" y="1828800"/>
                </a:lnTo>
                <a:lnTo>
                  <a:pt x="1447914" y="1828800"/>
                </a:lnTo>
                <a:lnTo>
                  <a:pt x="1438976" y="1828800"/>
                </a:lnTo>
                <a:lnTo>
                  <a:pt x="1430039" y="1828800"/>
                </a:lnTo>
                <a:lnTo>
                  <a:pt x="1421101" y="1828800"/>
                </a:lnTo>
                <a:lnTo>
                  <a:pt x="1412163" y="1828800"/>
                </a:lnTo>
                <a:lnTo>
                  <a:pt x="1403225" y="1828800"/>
                </a:lnTo>
                <a:lnTo>
                  <a:pt x="1394288" y="1828800"/>
                </a:lnTo>
                <a:lnTo>
                  <a:pt x="1385350" y="1828800"/>
                </a:lnTo>
                <a:lnTo>
                  <a:pt x="1376412" y="1828800"/>
                </a:lnTo>
                <a:lnTo>
                  <a:pt x="1367474" y="1828800"/>
                </a:lnTo>
                <a:lnTo>
                  <a:pt x="1358537" y="1828800"/>
                </a:lnTo>
                <a:lnTo>
                  <a:pt x="1349599" y="1828800"/>
                </a:lnTo>
                <a:lnTo>
                  <a:pt x="1340661" y="1828800"/>
                </a:lnTo>
                <a:lnTo>
                  <a:pt x="1331723" y="1828800"/>
                </a:lnTo>
                <a:lnTo>
                  <a:pt x="1322786" y="1828800"/>
                </a:lnTo>
                <a:lnTo>
                  <a:pt x="1313848" y="1828800"/>
                </a:lnTo>
                <a:lnTo>
                  <a:pt x="1304910" y="1828800"/>
                </a:lnTo>
                <a:lnTo>
                  <a:pt x="1295972" y="1828800"/>
                </a:lnTo>
                <a:lnTo>
                  <a:pt x="1287035" y="1828800"/>
                </a:lnTo>
                <a:lnTo>
                  <a:pt x="1278097" y="1828800"/>
                </a:lnTo>
                <a:lnTo>
                  <a:pt x="1269159" y="1828800"/>
                </a:lnTo>
                <a:lnTo>
                  <a:pt x="1260221" y="1828800"/>
                </a:lnTo>
                <a:lnTo>
                  <a:pt x="1251284" y="1828800"/>
                </a:lnTo>
                <a:lnTo>
                  <a:pt x="1242346" y="1828800"/>
                </a:lnTo>
                <a:lnTo>
                  <a:pt x="1233408" y="1828800"/>
                </a:lnTo>
                <a:lnTo>
                  <a:pt x="1224470" y="1828800"/>
                </a:lnTo>
                <a:lnTo>
                  <a:pt x="1215533" y="1828800"/>
                </a:lnTo>
                <a:lnTo>
                  <a:pt x="1206595" y="1828800"/>
                </a:lnTo>
                <a:lnTo>
                  <a:pt x="1197657" y="1828800"/>
                </a:lnTo>
                <a:lnTo>
                  <a:pt x="1188720" y="1828800"/>
                </a:lnTo>
                <a:lnTo>
                  <a:pt x="1179782" y="1828800"/>
                </a:lnTo>
                <a:lnTo>
                  <a:pt x="1170844" y="1828800"/>
                </a:lnTo>
                <a:lnTo>
                  <a:pt x="1161906" y="1828800"/>
                </a:lnTo>
                <a:lnTo>
                  <a:pt x="1152969" y="1828800"/>
                </a:lnTo>
                <a:lnTo>
                  <a:pt x="1144031" y="1828800"/>
                </a:lnTo>
                <a:lnTo>
                  <a:pt x="1135093" y="1828800"/>
                </a:lnTo>
                <a:lnTo>
                  <a:pt x="1126155" y="1828800"/>
                </a:lnTo>
                <a:lnTo>
                  <a:pt x="1117218" y="1828800"/>
                </a:lnTo>
                <a:lnTo>
                  <a:pt x="1108280" y="1828800"/>
                </a:lnTo>
                <a:lnTo>
                  <a:pt x="1099342" y="1828800"/>
                </a:lnTo>
                <a:lnTo>
                  <a:pt x="1090404" y="1828800"/>
                </a:lnTo>
                <a:lnTo>
                  <a:pt x="1081467" y="1828800"/>
                </a:lnTo>
                <a:lnTo>
                  <a:pt x="1072529" y="1828800"/>
                </a:lnTo>
                <a:lnTo>
                  <a:pt x="1063591" y="1828800"/>
                </a:lnTo>
                <a:lnTo>
                  <a:pt x="1054653" y="1828800"/>
                </a:lnTo>
                <a:lnTo>
                  <a:pt x="1045716" y="1828800"/>
                </a:lnTo>
                <a:lnTo>
                  <a:pt x="1036778" y="1828800"/>
                </a:lnTo>
                <a:lnTo>
                  <a:pt x="1027840" y="1828800"/>
                </a:lnTo>
                <a:lnTo>
                  <a:pt x="1018902" y="1828800"/>
                </a:lnTo>
                <a:lnTo>
                  <a:pt x="1009965" y="1828800"/>
                </a:lnTo>
                <a:lnTo>
                  <a:pt x="1001027" y="1828800"/>
                </a:lnTo>
                <a:lnTo>
                  <a:pt x="992089" y="1828800"/>
                </a:lnTo>
                <a:lnTo>
                  <a:pt x="983151" y="1828800"/>
                </a:lnTo>
                <a:lnTo>
                  <a:pt x="974214" y="1828800"/>
                </a:lnTo>
                <a:lnTo>
                  <a:pt x="965276" y="1828800"/>
                </a:lnTo>
                <a:lnTo>
                  <a:pt x="956338" y="1828800"/>
                </a:lnTo>
                <a:lnTo>
                  <a:pt x="947400" y="1828800"/>
                </a:lnTo>
                <a:lnTo>
                  <a:pt x="938463" y="1828800"/>
                </a:lnTo>
                <a:lnTo>
                  <a:pt x="929525" y="1828800"/>
                </a:lnTo>
                <a:lnTo>
                  <a:pt x="920587" y="1828800"/>
                </a:lnTo>
                <a:lnTo>
                  <a:pt x="911649" y="1828800"/>
                </a:lnTo>
                <a:lnTo>
                  <a:pt x="902712" y="1828800"/>
                </a:lnTo>
                <a:lnTo>
                  <a:pt x="893774" y="1828800"/>
                </a:lnTo>
                <a:lnTo>
                  <a:pt x="884836" y="1828800"/>
                </a:lnTo>
                <a:lnTo>
                  <a:pt x="875898" y="1828800"/>
                </a:lnTo>
                <a:lnTo>
                  <a:pt x="866961" y="1828800"/>
                </a:lnTo>
                <a:lnTo>
                  <a:pt x="858023" y="1828800"/>
                </a:lnTo>
                <a:lnTo>
                  <a:pt x="849085" y="1828800"/>
                </a:lnTo>
                <a:lnTo>
                  <a:pt x="840147" y="1828800"/>
                </a:lnTo>
                <a:lnTo>
                  <a:pt x="831210" y="1828800"/>
                </a:lnTo>
                <a:lnTo>
                  <a:pt x="822272" y="1828800"/>
                </a:lnTo>
                <a:lnTo>
                  <a:pt x="813334" y="1828800"/>
                </a:lnTo>
                <a:lnTo>
                  <a:pt x="804396" y="1828800"/>
                </a:lnTo>
                <a:lnTo>
                  <a:pt x="795459" y="1828800"/>
                </a:lnTo>
                <a:lnTo>
                  <a:pt x="786521" y="1828800"/>
                </a:lnTo>
                <a:lnTo>
                  <a:pt x="777583" y="1828800"/>
                </a:lnTo>
                <a:lnTo>
                  <a:pt x="768646" y="1828800"/>
                </a:lnTo>
                <a:lnTo>
                  <a:pt x="759708" y="1828800"/>
                </a:lnTo>
                <a:lnTo>
                  <a:pt x="750770" y="1828800"/>
                </a:lnTo>
                <a:lnTo>
                  <a:pt x="741832" y="1828800"/>
                </a:lnTo>
                <a:lnTo>
                  <a:pt x="732895" y="1828800"/>
                </a:lnTo>
                <a:lnTo>
                  <a:pt x="723957" y="1828800"/>
                </a:lnTo>
                <a:lnTo>
                  <a:pt x="715019" y="1828800"/>
                </a:lnTo>
                <a:lnTo>
                  <a:pt x="706081" y="1828800"/>
                </a:lnTo>
                <a:lnTo>
                  <a:pt x="697144" y="1828800"/>
                </a:lnTo>
                <a:lnTo>
                  <a:pt x="688206" y="1828800"/>
                </a:lnTo>
                <a:lnTo>
                  <a:pt x="679268" y="1828800"/>
                </a:lnTo>
                <a:lnTo>
                  <a:pt x="670330" y="1828800"/>
                </a:lnTo>
                <a:lnTo>
                  <a:pt x="661393" y="1828800"/>
                </a:lnTo>
                <a:lnTo>
                  <a:pt x="652455" y="1828800"/>
                </a:lnTo>
                <a:lnTo>
                  <a:pt x="643517" y="1828800"/>
                </a:lnTo>
                <a:lnTo>
                  <a:pt x="634579" y="1828800"/>
                </a:lnTo>
                <a:lnTo>
                  <a:pt x="625642" y="1828800"/>
                </a:lnTo>
                <a:lnTo>
                  <a:pt x="616704" y="1828800"/>
                </a:lnTo>
                <a:lnTo>
                  <a:pt x="607766" y="1828800"/>
                </a:lnTo>
                <a:lnTo>
                  <a:pt x="598828" y="1828800"/>
                </a:lnTo>
                <a:lnTo>
                  <a:pt x="589891" y="1828800"/>
                </a:lnTo>
                <a:lnTo>
                  <a:pt x="580953" y="1828800"/>
                </a:lnTo>
                <a:lnTo>
                  <a:pt x="572015" y="1828800"/>
                </a:lnTo>
                <a:lnTo>
                  <a:pt x="563077" y="1828800"/>
                </a:lnTo>
                <a:lnTo>
                  <a:pt x="554140" y="1828800"/>
                </a:lnTo>
                <a:lnTo>
                  <a:pt x="545202" y="1828800"/>
                </a:lnTo>
                <a:lnTo>
                  <a:pt x="536264" y="1828800"/>
                </a:lnTo>
                <a:lnTo>
                  <a:pt x="527326" y="1828800"/>
                </a:lnTo>
                <a:lnTo>
                  <a:pt x="518389" y="1828800"/>
                </a:lnTo>
                <a:lnTo>
                  <a:pt x="509451" y="1828800"/>
                </a:lnTo>
                <a:lnTo>
                  <a:pt x="500513" y="1828800"/>
                </a:lnTo>
                <a:lnTo>
                  <a:pt x="491575" y="1828800"/>
                </a:lnTo>
                <a:lnTo>
                  <a:pt x="482638" y="1828800"/>
                </a:lnTo>
                <a:lnTo>
                  <a:pt x="473700" y="1828800"/>
                </a:lnTo>
                <a:lnTo>
                  <a:pt x="464762" y="1828800"/>
                </a:lnTo>
                <a:lnTo>
                  <a:pt x="455824" y="1828800"/>
                </a:lnTo>
                <a:lnTo>
                  <a:pt x="446887" y="1828800"/>
                </a:lnTo>
                <a:lnTo>
                  <a:pt x="437949" y="1828800"/>
                </a:lnTo>
                <a:lnTo>
                  <a:pt x="429011" y="1828800"/>
                </a:lnTo>
                <a:lnTo>
                  <a:pt x="420073" y="1828800"/>
                </a:lnTo>
                <a:lnTo>
                  <a:pt x="411136" y="1828800"/>
                </a:lnTo>
                <a:lnTo>
                  <a:pt x="402198" y="1828800"/>
                </a:lnTo>
                <a:lnTo>
                  <a:pt x="393260" y="1828800"/>
                </a:lnTo>
                <a:lnTo>
                  <a:pt x="384323" y="1828800"/>
                </a:lnTo>
                <a:lnTo>
                  <a:pt x="375385" y="1828800"/>
                </a:lnTo>
                <a:lnTo>
                  <a:pt x="366447" y="1828800"/>
                </a:lnTo>
                <a:lnTo>
                  <a:pt x="357509" y="1828800"/>
                </a:lnTo>
                <a:lnTo>
                  <a:pt x="348572" y="1828800"/>
                </a:lnTo>
                <a:lnTo>
                  <a:pt x="339634" y="1828800"/>
                </a:lnTo>
                <a:lnTo>
                  <a:pt x="330696" y="1828800"/>
                </a:lnTo>
                <a:lnTo>
                  <a:pt x="321758" y="1828800"/>
                </a:lnTo>
                <a:lnTo>
                  <a:pt x="312821" y="1828800"/>
                </a:lnTo>
                <a:lnTo>
                  <a:pt x="303883" y="1828800"/>
                </a:lnTo>
                <a:lnTo>
                  <a:pt x="294945" y="1828800"/>
                </a:lnTo>
                <a:lnTo>
                  <a:pt x="286007" y="1828800"/>
                </a:lnTo>
                <a:lnTo>
                  <a:pt x="277070" y="1828800"/>
                </a:lnTo>
                <a:lnTo>
                  <a:pt x="268132" y="1828800"/>
                </a:lnTo>
                <a:lnTo>
                  <a:pt x="259194" y="1828800"/>
                </a:lnTo>
                <a:lnTo>
                  <a:pt x="250256" y="1828800"/>
                </a:lnTo>
                <a:lnTo>
                  <a:pt x="241319" y="1828800"/>
                </a:lnTo>
                <a:lnTo>
                  <a:pt x="232381" y="1828800"/>
                </a:lnTo>
                <a:lnTo>
                  <a:pt x="223443" y="1828800"/>
                </a:lnTo>
                <a:lnTo>
                  <a:pt x="214505" y="1828800"/>
                </a:lnTo>
                <a:lnTo>
                  <a:pt x="205568" y="1828800"/>
                </a:lnTo>
                <a:lnTo>
                  <a:pt x="196630" y="1828800"/>
                </a:lnTo>
                <a:lnTo>
                  <a:pt x="187692" y="1828800"/>
                </a:lnTo>
                <a:lnTo>
                  <a:pt x="178754" y="1828800"/>
                </a:lnTo>
                <a:lnTo>
                  <a:pt x="169817" y="1828800"/>
                </a:lnTo>
                <a:lnTo>
                  <a:pt x="160879" y="1828800"/>
                </a:lnTo>
                <a:lnTo>
                  <a:pt x="151941" y="1828800"/>
                </a:lnTo>
                <a:lnTo>
                  <a:pt x="143003" y="1828800"/>
                </a:lnTo>
                <a:lnTo>
                  <a:pt x="134066" y="1828800"/>
                </a:lnTo>
                <a:lnTo>
                  <a:pt x="125128" y="1828800"/>
                </a:lnTo>
                <a:lnTo>
                  <a:pt x="116190" y="1828800"/>
                </a:lnTo>
                <a:lnTo>
                  <a:pt x="107252" y="1828800"/>
                </a:lnTo>
                <a:lnTo>
                  <a:pt x="98315" y="1828800"/>
                </a:lnTo>
                <a:lnTo>
                  <a:pt x="89377" y="1828800"/>
                </a:lnTo>
                <a:lnTo>
                  <a:pt x="80439" y="1828800"/>
                </a:lnTo>
                <a:lnTo>
                  <a:pt x="71501" y="1828800"/>
                </a:lnTo>
                <a:lnTo>
                  <a:pt x="62564" y="1828800"/>
                </a:lnTo>
                <a:lnTo>
                  <a:pt x="53626" y="1828800"/>
                </a:lnTo>
                <a:lnTo>
                  <a:pt x="44688" y="1828800"/>
                </a:lnTo>
                <a:lnTo>
                  <a:pt x="35750" y="1828800"/>
                </a:lnTo>
                <a:lnTo>
                  <a:pt x="26813" y="1828800"/>
                </a:lnTo>
                <a:lnTo>
                  <a:pt x="17875" y="1828800"/>
                </a:lnTo>
                <a:lnTo>
                  <a:pt x="8937" y="1828800"/>
                </a:lnTo>
                <a:lnTo>
                  <a:pt x="0" y="1828800"/>
                </a:lnTo>
                <a:close/>
              </a:path>
            </a:pathLst>
          </a:custGeom>
          <a:solidFill>
            <a:srgbClr val="8EDBD4">
              <a:alpha val="45000"/>
            </a:srgbClr>
          </a:solidFill>
          <a:ln w="10160">
            <a:solidFill>
              <a:srgbClr val="8EDBD4">
                <a:alpha val="4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1-E34 polygon 22" descr="sci-ppt:o022"/>
          <p:cNvSpPr/>
          <p:nvPr/>
        </p:nvSpPr>
        <p:spPr>
          <a:xfrm>
            <a:off x="914400" y="2011680"/>
            <a:ext cx="3566160" cy="1828800"/>
          </a:xfrm>
          <a:custGeom>
            <a:avLst/>
            <a:gdLst/>
            <a:ahLst/>
            <a:cxnLst/>
            <a:rect l="l" t="t" r="r" b="b"/>
            <a:pathLst>
              <a:path w="3566160" h="1828800">
                <a:moveTo>
                  <a:pt x="0" y="1828800"/>
                </a:moveTo>
                <a:lnTo>
                  <a:pt x="0" y="0"/>
                </a:lnTo>
                <a:lnTo>
                  <a:pt x="891540" y="0"/>
                </a:lnTo>
                <a:lnTo>
                  <a:pt x="891540" y="1828800"/>
                </a:lnTo>
                <a:lnTo>
                  <a:pt x="3566160" y="1828800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1-E34 text 23" descr="sci-ppt:o023"/>
          <p:cNvSpPr txBox="1"/>
          <p:nvPr/>
        </p:nvSpPr>
        <p:spPr>
          <a:xfrm>
            <a:off x="1986534" y="1874520"/>
            <a:ext cx="21945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Π = ∫(p − p_ref)dt</a:t>
            </a:r>
          </a:p>
        </p:txBody>
      </p:sp>
      <p:sp>
        <p:nvSpPr>
          <p:cNvPr id="26" name="C1-E34 text 24" descr="sci-ppt:o024"/>
          <p:cNvSpPr txBox="1"/>
          <p:nvPr/>
        </p:nvSpPr>
        <p:spPr>
          <a:xfrm>
            <a:off x="914400" y="960120"/>
            <a:ext cx="35661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8EDBD4"/>
                </a:solidFill>
                <a:latin typeface="Arial"/>
              </a:rPr>
              <a:t>1  Pulse → impulse</a:t>
            </a:r>
          </a:p>
        </p:txBody>
      </p:sp>
      <p:sp>
        <p:nvSpPr>
          <p:cNvPr id="27" name="C1-E34 text 25" descr="sci-ppt:o025"/>
          <p:cNvSpPr txBox="1"/>
          <p:nvPr/>
        </p:nvSpPr>
        <p:spPr>
          <a:xfrm>
            <a:off x="4937760" y="960120"/>
            <a:ext cx="35661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B880"/>
                </a:solidFill>
                <a:latin typeface="Arial"/>
              </a:rPr>
              <a:t>2  Impulse → velocity</a:t>
            </a:r>
          </a:p>
        </p:txBody>
      </p:sp>
      <p:sp>
        <p:nvSpPr>
          <p:cNvPr id="28" name="C1-E34 rect 26" descr="sci-ppt:o026"/>
          <p:cNvSpPr/>
          <p:nvPr/>
        </p:nvSpPr>
        <p:spPr>
          <a:xfrm>
            <a:off x="5029200" y="2194560"/>
            <a:ext cx="3017520" cy="731520"/>
          </a:xfrm>
          <a:prstGeom prst="rect">
            <a:avLst/>
          </a:prstGeom>
          <a:solidFill>
            <a:srgbClr val="1E4A5A"/>
          </a:solidFill>
          <a:ln w="17780">
            <a:solidFill>
              <a:srgbClr val="2B66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1-E34 rect 27" descr="sci-ppt:o027"/>
          <p:cNvSpPr/>
          <p:nvPr/>
        </p:nvSpPr>
        <p:spPr>
          <a:xfrm>
            <a:off x="4892040" y="2103120"/>
            <a:ext cx="137160" cy="914400"/>
          </a:xfrm>
          <a:prstGeom prst="rect">
            <a:avLst/>
          </a:prstGeom>
          <a:solidFill>
            <a:srgbClr val="3A5362"/>
          </a:solidFill>
          <a:ln w="1524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1-E34 arrow 28" descr="sci-ppt:o028"/>
          <p:cNvCxnSpPr/>
          <p:nvPr/>
        </p:nvCxnSpPr>
        <p:spPr>
          <a:xfrm>
            <a:off x="5257800" y="2560320"/>
            <a:ext cx="59436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1" name="C1-E34 arrow 29" descr="sci-ppt:o029"/>
          <p:cNvCxnSpPr/>
          <p:nvPr/>
        </p:nvCxnSpPr>
        <p:spPr>
          <a:xfrm>
            <a:off x="6172200" y="2560320"/>
            <a:ext cx="59436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32" name="C1-E34 arrow 30" descr="sci-ppt:o030"/>
          <p:cNvCxnSpPr/>
          <p:nvPr/>
        </p:nvCxnSpPr>
        <p:spPr>
          <a:xfrm>
            <a:off x="7086600" y="2560320"/>
            <a:ext cx="594360" cy="0"/>
          </a:xfrm>
          <a:prstGeom prst="line">
            <a:avLst/>
          </a:prstGeom>
          <a:ln w="38100">
            <a:solidFill>
              <a:srgbClr val="F2B880"/>
            </a:solidFill>
            <a:headEnd type="none" w="med" len="med"/>
            <a:tailEnd type="triangle" w="med" len="med"/>
          </a:ln>
          <a:effectLst/>
        </p:spPr>
      </p:cxnSp>
      <p:sp>
        <p:nvSpPr>
          <p:cNvPr id="33" name="C1-E34 text 31" descr="sci-ppt:o031"/>
          <p:cNvSpPr txBox="1"/>
          <p:nvPr/>
        </p:nvSpPr>
        <p:spPr>
          <a:xfrm>
            <a:off x="5029200" y="3063240"/>
            <a:ext cx="30175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Δu ≃ −∇Π/ρ,   ∇²Π = 0</a:t>
            </a:r>
          </a:p>
        </p:txBody>
      </p:sp>
      <p:sp>
        <p:nvSpPr>
          <p:cNvPr id="34" name="C1-E34 text 32" descr="sci-ppt:o032"/>
          <p:cNvSpPr txBox="1"/>
          <p:nvPr/>
        </p:nvSpPr>
        <p:spPr>
          <a:xfrm>
            <a:off x="5029200" y="3520440"/>
            <a:ext cx="301752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U_column = Π₀/(ρL) = 3.0 m/s</a:t>
            </a:r>
          </a:p>
        </p:txBody>
      </p:sp>
      <p:sp>
        <p:nvSpPr>
          <p:cNvPr id="35" name="C1-E34 text 33" descr="sci-ppt:o033"/>
          <p:cNvSpPr txBox="1"/>
          <p:nvPr/>
        </p:nvSpPr>
        <p:spPr>
          <a:xfrm>
            <a:off x="8686800" y="960120"/>
            <a:ext cx="3108960" cy="26263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28BA0"/>
                </a:solidFill>
                <a:latin typeface="Arial"/>
              </a:rPr>
              <a:t>3  Check the limits</a:t>
            </a:r>
          </a:p>
        </p:txBody>
      </p:sp>
      <p:sp>
        <p:nvSpPr>
          <p:cNvPr id="36" name="C1-E34 text 34" descr="sci-ppt:o034"/>
          <p:cNvSpPr txBox="1"/>
          <p:nvPr/>
        </p:nvSpPr>
        <p:spPr>
          <a:xfrm>
            <a:off x="8887968" y="1463040"/>
            <a:ext cx="2907791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Uτ/L = 0.015 ≪ 1</a:t>
            </a:r>
          </a:p>
        </p:txBody>
      </p:sp>
      <p:sp>
        <p:nvSpPr>
          <p:cNvPr id="37" name="C1-E34 ellipse 35" descr="sci-ppt:o035"/>
          <p:cNvSpPr/>
          <p:nvPr/>
        </p:nvSpPr>
        <p:spPr>
          <a:xfrm>
            <a:off x="8718804" y="151638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C1-E34 text 36" descr="sci-ppt:o036"/>
          <p:cNvSpPr txBox="1"/>
          <p:nvPr/>
        </p:nvSpPr>
        <p:spPr>
          <a:xfrm>
            <a:off x="8887968" y="1740408"/>
            <a:ext cx="2907791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ντ/L² = 5×10⁻⁵ ≪ 1</a:t>
            </a:r>
          </a:p>
        </p:txBody>
      </p:sp>
      <p:sp>
        <p:nvSpPr>
          <p:cNvPr id="39" name="C1-E34 ellipse 37" descr="sci-ppt:o037"/>
          <p:cNvSpPr/>
          <p:nvPr/>
        </p:nvSpPr>
        <p:spPr>
          <a:xfrm>
            <a:off x="8718804" y="1793748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C1-E34 text 38" descr="sci-ppt:o038"/>
          <p:cNvSpPr txBox="1"/>
          <p:nvPr/>
        </p:nvSpPr>
        <p:spPr>
          <a:xfrm>
            <a:off x="8887968" y="2017776"/>
            <a:ext cx="2907791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tₐ = L/c = 0.067 µs: acoustic time,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not the impulse</a:t>
            </a:r>
          </a:p>
        </p:txBody>
      </p:sp>
      <p:sp>
        <p:nvSpPr>
          <p:cNvPr id="41" name="C1-E34 ellipse 39" descr="sci-ppt:o039"/>
          <p:cNvSpPr/>
          <p:nvPr/>
        </p:nvSpPr>
        <p:spPr>
          <a:xfrm>
            <a:off x="8718804" y="207111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C1-E34 round_rect 40" descr="sci-ppt:o040"/>
          <p:cNvSpPr/>
          <p:nvPr/>
        </p:nvSpPr>
        <p:spPr>
          <a:xfrm>
            <a:off x="457200" y="4160520"/>
            <a:ext cx="11247120" cy="14173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C1-E34 text 41" descr="sci-ppt:o041"/>
          <p:cNvSpPr txBox="1"/>
          <p:nvPr/>
        </p:nvSpPr>
        <p:spPr>
          <a:xfrm>
            <a:off x="594360" y="4233672"/>
            <a:ext cx="10972800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Reference formulas</a:t>
            </a:r>
          </a:p>
        </p:txBody>
      </p:sp>
      <p:sp>
        <p:nvSpPr>
          <p:cNvPr id="44" name="C1-E34 text 42" descr="sci-ppt:o042"/>
          <p:cNvSpPr txBox="1"/>
          <p:nvPr/>
        </p:nvSpPr>
        <p:spPr>
          <a:xfrm>
            <a:off x="594360" y="4572000"/>
            <a:ext cx="10972800" cy="479551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Π(x) = ∫(p − p_ref)dt;   Δu ≃ −∇Π/ρ,  ∇²Π = 0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7F0F3"/>
                </a:solidFill>
                <a:latin typeface="Arial"/>
              </a:rPr>
              <a:t>U_column = Π₀/(ρL);   tₐ = L/c</a:t>
            </a:r>
          </a:p>
        </p:txBody>
      </p:sp>
      <p:sp>
        <p:nvSpPr>
          <p:cNvPr id="45" name="C1-E34 text 43" descr="sci-ppt:o043"/>
          <p:cNvSpPr txBox="1"/>
          <p:nvPr/>
        </p:nvSpPr>
        <p:spPr>
          <a:xfrm>
            <a:off x="457200" y="5760720"/>
            <a:ext cx="11338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2B880"/>
                </a:solidFill>
                <a:latin typeface="Arial"/>
              </a:rPr>
              <a:t>The impulse benchmark gives the early velocity field; the moving-interface problem that follows is a separate calculation.</a:t>
            </a:r>
          </a:p>
        </p:txBody>
      </p:sp>
      <p:sp>
        <p:nvSpPr>
          <p:cNvPr id="46" name="C1-E34 text 44" descr="sci-ppt:o04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Summary of Eqs. C1-E21 to C1-E25 for the declared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