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C1-E34 | Physical-variable diagram</a:t>
            </a:r>
          </a:p>
        </p:txBody>
      </p:sp>
      <p:sp>
        <p:nvSpPr>
          <p:cNvPr id="3" name="rect2" descr="sci-ppt:C1-E34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34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34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34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34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34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34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34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34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Π(x)</a:t>
            </a:r>
          </a:p>
        </p:txBody>
      </p:sp>
      <p:sp>
        <p:nvSpPr>
          <p:cNvPr id="12" name="text11" descr="sci-ppt:C1-E34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t₀ → t₁</a:t>
            </a:r>
          </a:p>
        </p:txBody>
      </p:sp>
      <p:sp>
        <p:nvSpPr>
          <p:cNvPr id="13" name="text12" descr="sci-ppt:C1-E34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4" name="text13" descr="sci-ppt:C1-E34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</a:t>
            </a:r>
          </a:p>
        </p:txBody>
      </p:sp>
      <p:sp>
        <p:nvSpPr>
          <p:cNvPr id="15" name="text14" descr="sci-ppt:C1-E34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ta = L/c</a:t>
            </a:r>
          </a:p>
        </p:txBody>
      </p:sp>
      <p:sp>
        <p:nvSpPr>
          <p:cNvPr id="16" name="text15" descr="sci-ppt:C1-E34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 − pref</a:t>
            </a:r>
          </a:p>
        </p:txBody>
      </p:sp>
      <p:sp>
        <p:nvSpPr>
          <p:cNvPr id="17" name="text16" descr="sci-ppt:C1-E34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 ≈ −∇Π/ρ</a:t>
            </a:r>
          </a:p>
        </p:txBody>
      </p:sp>
      <p:sp>
        <p:nvSpPr>
          <p:cNvPr id="18" name="text17" descr="sci-ppt:C1-E34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Π₀</a:t>
            </a:r>
          </a:p>
        </p:txBody>
      </p:sp>
      <p:sp>
        <p:nvSpPr>
          <p:cNvPr id="19" name="text18" descr="sci-ppt:C1-E34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Ucolumn</a:t>
            </a:r>
          </a:p>
        </p:txBody>
      </p:sp>
      <p:sp>
        <p:nvSpPr>
          <p:cNvPr id="20" name="text19" descr="sci-ppt:C1-E34-019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</a:t>
            </a:r>
          </a:p>
        </p:txBody>
      </p:sp>
      <p:sp>
        <p:nvSpPr>
          <p:cNvPr id="21" name="text20" descr="sci-ppt:C1-E34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Pa s is impulse per area; seconds is travel time</a:t>
            </a:r>
          </a:p>
        </p:txBody>
      </p:sp>
      <p:sp>
        <p:nvSpPr>
          <p:cNvPr id="22" name="text21" descr="sci-ppt:C1-E34-021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 spatial gradient, not a scalar peak, sets velocity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