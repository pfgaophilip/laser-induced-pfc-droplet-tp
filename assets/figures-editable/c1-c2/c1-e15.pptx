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80954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5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C1-E15 | Physical-variable diagram</a:t>
            </a:r>
          </a:p>
        </p:txBody>
      </p:sp>
      <p:sp>
        <p:nvSpPr>
          <p:cNvPr id="3" name="ellipse2" descr="sci-ppt:C1-E15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5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5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5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5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5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5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5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5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5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5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5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5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5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17" name="text16" descr="sci-ppt:C1-E15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integration radius</a:t>
            </a:r>
          </a:p>
        </p:txBody>
      </p:sp>
      <p:sp>
        <p:nvSpPr>
          <p:cNvPr id="18" name="text17" descr="sci-ppt:C1-E15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&lt; 0</a:t>
            </a:r>
          </a:p>
        </p:txBody>
      </p:sp>
      <p:sp>
        <p:nvSpPr>
          <p:cNvPr id="19" name="text18" descr="sci-ppt:C1-E15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0" name="text19" descr="sci-ppt:C1-E15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21" name="text20" descr="sci-ppt:C1-E15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y = Ṙ²</a:t>
            </a:r>
          </a:p>
        </p:txBody>
      </p:sp>
      <p:sp>
        <p:nvSpPr>
          <p:cNvPr id="22" name="text21" descr="sci-ppt:C1-E15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23" name="text22" descr="sci-ppt:C1-E15-022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Speed is zero at R = Rmax</a:t>
            </a:r>
          </a:p>
        </p:txBody>
      </p:sp>
      <p:sp>
        <p:nvSpPr>
          <p:cNvPr id="24" name="text23" descr="sci-ppt:C1-E15-023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Zero radius is an excluded model endpoint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