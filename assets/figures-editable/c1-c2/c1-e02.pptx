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2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C1-E02 | Physical-variable diagram</a:t>
            </a:r>
          </a:p>
        </p:txBody>
      </p:sp>
      <p:sp>
        <p:nvSpPr>
          <p:cNvPr id="3" name="ellipse2" descr="sci-ppt:C1-E02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2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2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2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2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2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2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2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2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2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2-012"/>
          <p:cNvSpPr txBox="1"/>
          <p:nvPr/>
        </p:nvSpPr>
        <p:spPr>
          <a:xfrm>
            <a:off x="1219200" y="457200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ellipse13" descr="sci-ppt:C1-E02-013"/>
          <p:cNvSpPr/>
          <p:nvPr/>
        </p:nvSpPr>
        <p:spPr>
          <a:xfrm>
            <a:off x="1463040" y="792480"/>
            <a:ext cx="3657600" cy="3657600"/>
          </a:xfrm>
          <a:prstGeom prst="ellipse">
            <a:avLst/>
          </a:prstGeom>
          <a:noFill/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14" descr="sci-ppt:C1-E02-014"/>
          <p:cNvSpPr txBox="1"/>
          <p:nvPr/>
        </p:nvSpPr>
        <p:spPr>
          <a:xfrm>
            <a:off x="5852160" y="3230880"/>
            <a:ext cx="48768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u(2R) = (Ṙ)/4</a:t>
            </a:r>
          </a:p>
        </p:txBody>
      </p:sp>
      <p:sp>
        <p:nvSpPr>
          <p:cNvPr id="16" name="text15" descr="sci-ppt:C1-E02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sp>
        <p:nvSpPr>
          <p:cNvPr id="17" name="text16" descr="sci-ppt:C1-E02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18" name="text17" descr="sci-ppt:C1-E02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9" name="text18" descr="sci-ppt:C1-E02-018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u(r,t)</a:t>
            </a:r>
          </a:p>
        </p:txBody>
      </p:sp>
      <p:sp>
        <p:nvSpPr>
          <p:cNvPr id="20" name="text19" descr="sci-ppt:C1-E02-019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C(t) = R²Ṙ</a:t>
            </a:r>
          </a:p>
        </p:txBody>
      </p:sp>
      <p:sp>
        <p:nvSpPr>
          <p:cNvPr id="21" name="text20" descr="sci-ppt:C1-E02-020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r²u = constant</a:t>
            </a:r>
          </a:p>
        </p:txBody>
      </p:sp>
      <p:sp>
        <p:nvSpPr>
          <p:cNvPr id="22" name="text21" descr="sci-ppt:C1-E02-021"/>
          <p:cNvSpPr txBox="1"/>
          <p:nvPr/>
        </p:nvSpPr>
        <p:spPr>
          <a:xfrm>
            <a:off x="365760" y="627888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Concentric surfaces carry the same volume flux</a:t>
            </a:r>
          </a:p>
        </p:txBody>
      </p:sp>
      <p:sp>
        <p:nvSpPr>
          <p:cNvPr id="23" name="text22" descr="sci-ppt:C1-E02-022"/>
          <p:cNvSpPr txBox="1"/>
          <p:nvPr/>
        </p:nvSpPr>
        <p:spPr>
          <a:xfrm>
            <a:off x="365760" y="657148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At r = 2R the speed is Ṙ/4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