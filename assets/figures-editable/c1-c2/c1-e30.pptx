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30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C1-E30 | Physical-variable diagram</a:t>
            </a:r>
          </a:p>
        </p:txBody>
      </p:sp>
      <p:sp>
        <p:nvSpPr>
          <p:cNvPr id="3" name="ellipse2" descr="sci-ppt:C1-E30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30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30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30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30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30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30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30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30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30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30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30-013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φΓ = −R Ṙ</a:t>
            </a:r>
          </a:p>
        </p:txBody>
      </p:sp>
      <p:sp>
        <p:nvSpPr>
          <p:cNvPr id="15" name="text14" descr="sci-ppt:C1-E30-014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6" name="text15" descr="sci-ppt:C1-E30-015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17" name="text16" descr="sci-ppt:C1-E30-016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18" name="text17" descr="sci-ppt:C1-E30-017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9" name="text18" descr="sci-ppt:C1-E30-018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κ = −2/R</a:t>
            </a:r>
          </a:p>
        </p:txBody>
      </p:sp>
      <p:sp>
        <p:nvSpPr>
          <p:cNvPr id="20" name="text19" descr="sci-ppt:C1-E30-019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1" name="text20" descr="sci-ppt:C1-E30-020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2" name="text21" descr="sci-ppt:C1-E30-021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σ</a:t>
            </a:r>
          </a:p>
        </p:txBody>
      </p:sp>
      <p:sp>
        <p:nvSpPr>
          <p:cNvPr id="23" name="text22" descr="sci-ppt:C1-E30-022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Recover the same 3/2 coefficient from the material derivative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