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C1-E16 · Exact separation and nondimensionalization</a:t>
            </a:r>
          </a:p>
        </p:txBody>
      </p:sp>
      <p:cxnSp>
        <p:nvCxnSpPr>
          <p:cNvPr id="3" name="C1-E16 line 1" descr="sci-ppt:o001"/>
          <p:cNvCxnSpPr/>
          <p:nvPr/>
        </p:nvCxnSpPr>
        <p:spPr>
          <a:xfrm>
            <a:off x="914400" y="5029200"/>
            <a:ext cx="60350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6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6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6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6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1-E16 line 6" descr="sci-ppt:o006"/>
          <p:cNvCxnSpPr/>
          <p:nvPr/>
        </p:nvCxnSpPr>
        <p:spPr>
          <a:xfrm>
            <a:off x="24231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6 line 7" descr="sci-ppt:o007"/>
          <p:cNvCxnSpPr/>
          <p:nvPr/>
        </p:nvCxnSpPr>
        <p:spPr>
          <a:xfrm>
            <a:off x="24231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6 text 8" descr="sci-ppt:o008"/>
          <p:cNvSpPr txBox="1"/>
          <p:nvPr/>
        </p:nvSpPr>
        <p:spPr>
          <a:xfrm>
            <a:off x="19659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1-E16 line 9" descr="sci-ppt:o009"/>
          <p:cNvCxnSpPr/>
          <p:nvPr/>
        </p:nvCxnSpPr>
        <p:spPr>
          <a:xfrm>
            <a:off x="39319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6 line 10" descr="sci-ppt:o010"/>
          <p:cNvCxnSpPr/>
          <p:nvPr/>
        </p:nvCxnSpPr>
        <p:spPr>
          <a:xfrm>
            <a:off x="39319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6 text 11" descr="sci-ppt:o011"/>
          <p:cNvSpPr txBox="1"/>
          <p:nvPr/>
        </p:nvSpPr>
        <p:spPr>
          <a:xfrm>
            <a:off x="34747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1-E16 line 12" descr="sci-ppt:o012"/>
          <p:cNvCxnSpPr/>
          <p:nvPr/>
        </p:nvCxnSpPr>
        <p:spPr>
          <a:xfrm>
            <a:off x="5440679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6 line 13" descr="sci-ppt:o013"/>
          <p:cNvCxnSpPr/>
          <p:nvPr/>
        </p:nvCxnSpPr>
        <p:spPr>
          <a:xfrm>
            <a:off x="5440679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6 text 14" descr="sci-ppt:o014"/>
          <p:cNvSpPr txBox="1"/>
          <p:nvPr/>
        </p:nvSpPr>
        <p:spPr>
          <a:xfrm>
            <a:off x="4983479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1-E16 line 15" descr="sci-ppt:o015"/>
          <p:cNvCxnSpPr/>
          <p:nvPr/>
        </p:nvCxnSpPr>
        <p:spPr>
          <a:xfrm>
            <a:off x="69494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6 line 16" descr="sci-ppt:o016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6 text 17" descr="sci-ppt:o017"/>
          <p:cNvSpPr txBox="1"/>
          <p:nvPr/>
        </p:nvSpPr>
        <p:spPr>
          <a:xfrm>
            <a:off x="64922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1-E16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6 line 19" descr="sci-ppt:o019"/>
          <p:cNvCxnSpPr/>
          <p:nvPr/>
        </p:nvCxnSpPr>
        <p:spPr>
          <a:xfrm>
            <a:off x="850392" y="3810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6 line 20" descr="sci-ppt:o020"/>
          <p:cNvCxnSpPr/>
          <p:nvPr/>
        </p:nvCxnSpPr>
        <p:spPr>
          <a:xfrm>
            <a:off x="914400" y="38100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6 text 21" descr="sci-ppt:o021"/>
          <p:cNvSpPr txBox="1"/>
          <p:nvPr/>
        </p:nvSpPr>
        <p:spPr>
          <a:xfrm>
            <a:off x="45720" y="37277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16 line 22" descr="sci-ppt:o022"/>
          <p:cNvCxnSpPr/>
          <p:nvPr/>
        </p:nvCxnSpPr>
        <p:spPr>
          <a:xfrm>
            <a:off x="850392" y="25908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6 line 23" descr="sci-ppt:o023"/>
          <p:cNvCxnSpPr/>
          <p:nvPr/>
        </p:nvCxnSpPr>
        <p:spPr>
          <a:xfrm>
            <a:off x="914400" y="25908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6 text 24" descr="sci-ppt:o024"/>
          <p:cNvSpPr txBox="1"/>
          <p:nvPr/>
        </p:nvSpPr>
        <p:spPr>
          <a:xfrm>
            <a:off x="45720" y="25085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7" name="C1-E16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6 line 26" descr="sci-ppt:o026"/>
          <p:cNvCxnSpPr/>
          <p:nvPr/>
        </p:nvCxnSpPr>
        <p:spPr>
          <a:xfrm>
            <a:off x="914400" y="1371600"/>
            <a:ext cx="60350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6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30" name="C1-E16 text 28" descr="sci-ppt:o028"/>
          <p:cNvSpPr txBox="1"/>
          <p:nvPr/>
        </p:nvSpPr>
        <p:spPr>
          <a:xfrm>
            <a:off x="914400" y="5312664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 = R / Rₘₐₓ</a:t>
            </a:r>
          </a:p>
        </p:txBody>
      </p:sp>
      <p:sp>
        <p:nvSpPr>
          <p:cNvPr id="31" name="C1-E16 text 29" descr="sci-ppt:o029"/>
          <p:cNvSpPr txBox="1"/>
          <p:nvPr/>
        </p:nvSpPr>
        <p:spPr>
          <a:xfrm>
            <a:off x="365760" y="1024128"/>
            <a:ext cx="6035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x^(3/2) / √(1 − x³)</a:t>
            </a:r>
          </a:p>
        </p:txBody>
      </p:sp>
      <p:sp>
        <p:nvSpPr>
          <p:cNvPr id="32" name="C1-E16 polygon 30" descr="sci-ppt:o030"/>
          <p:cNvSpPr/>
          <p:nvPr/>
        </p:nvSpPr>
        <p:spPr>
          <a:xfrm>
            <a:off x="914400" y="1371600"/>
            <a:ext cx="6032022" cy="3657600"/>
          </a:xfrm>
          <a:custGeom>
            <a:avLst/>
            <a:gdLst/>
            <a:ahLst/>
            <a:cxnLst/>
            <a:rect l="l" t="t" r="r" b="b"/>
            <a:pathLst>
              <a:path w="6032022" h="3657600">
                <a:moveTo>
                  <a:pt x="0" y="3657600"/>
                </a:moveTo>
                <a:lnTo>
                  <a:pt x="7549" y="3657573"/>
                </a:lnTo>
                <a:lnTo>
                  <a:pt x="15098" y="3657523"/>
                </a:lnTo>
                <a:lnTo>
                  <a:pt x="22648" y="3657459"/>
                </a:lnTo>
                <a:lnTo>
                  <a:pt x="30197" y="3657384"/>
                </a:lnTo>
                <a:lnTo>
                  <a:pt x="37747" y="3657298"/>
                </a:lnTo>
                <a:lnTo>
                  <a:pt x="45296" y="3657203"/>
                </a:lnTo>
                <a:lnTo>
                  <a:pt x="52846" y="3657100"/>
                </a:lnTo>
                <a:lnTo>
                  <a:pt x="60395" y="3656989"/>
                </a:lnTo>
                <a:lnTo>
                  <a:pt x="67945" y="3656871"/>
                </a:lnTo>
                <a:lnTo>
                  <a:pt x="75494" y="3656747"/>
                </a:lnTo>
                <a:lnTo>
                  <a:pt x="83044" y="3656616"/>
                </a:lnTo>
                <a:lnTo>
                  <a:pt x="90593" y="3656478"/>
                </a:lnTo>
                <a:lnTo>
                  <a:pt x="98143" y="3656335"/>
                </a:lnTo>
                <a:lnTo>
                  <a:pt x="105692" y="3656187"/>
                </a:lnTo>
                <a:lnTo>
                  <a:pt x="113241" y="3656033"/>
                </a:lnTo>
                <a:lnTo>
                  <a:pt x="120791" y="3655873"/>
                </a:lnTo>
                <a:lnTo>
                  <a:pt x="128340" y="3655709"/>
                </a:lnTo>
                <a:lnTo>
                  <a:pt x="135890" y="3655540"/>
                </a:lnTo>
                <a:lnTo>
                  <a:pt x="143439" y="3655366"/>
                </a:lnTo>
                <a:lnTo>
                  <a:pt x="150989" y="3655187"/>
                </a:lnTo>
                <a:lnTo>
                  <a:pt x="158538" y="3655004"/>
                </a:lnTo>
                <a:lnTo>
                  <a:pt x="166088" y="3654816"/>
                </a:lnTo>
                <a:lnTo>
                  <a:pt x="173637" y="3654624"/>
                </a:lnTo>
                <a:lnTo>
                  <a:pt x="181187" y="3654428"/>
                </a:lnTo>
                <a:lnTo>
                  <a:pt x="188736" y="3654228"/>
                </a:lnTo>
                <a:lnTo>
                  <a:pt x="196286" y="3654024"/>
                </a:lnTo>
                <a:lnTo>
                  <a:pt x="203835" y="3653815"/>
                </a:lnTo>
                <a:lnTo>
                  <a:pt x="211385" y="3653603"/>
                </a:lnTo>
                <a:lnTo>
                  <a:pt x="218934" y="3653387"/>
                </a:lnTo>
                <a:lnTo>
                  <a:pt x="226483" y="3653168"/>
                </a:lnTo>
                <a:lnTo>
                  <a:pt x="234033" y="3652944"/>
                </a:lnTo>
                <a:lnTo>
                  <a:pt x="241582" y="3652717"/>
                </a:lnTo>
                <a:lnTo>
                  <a:pt x="249132" y="3652486"/>
                </a:lnTo>
                <a:lnTo>
                  <a:pt x="256681" y="3652252"/>
                </a:lnTo>
                <a:lnTo>
                  <a:pt x="264231" y="3652015"/>
                </a:lnTo>
                <a:lnTo>
                  <a:pt x="271780" y="3651773"/>
                </a:lnTo>
                <a:lnTo>
                  <a:pt x="279330" y="3651529"/>
                </a:lnTo>
                <a:lnTo>
                  <a:pt x="286879" y="3651281"/>
                </a:lnTo>
                <a:lnTo>
                  <a:pt x="294429" y="3651030"/>
                </a:lnTo>
                <a:lnTo>
                  <a:pt x="301978" y="3650776"/>
                </a:lnTo>
                <a:lnTo>
                  <a:pt x="309528" y="3650518"/>
                </a:lnTo>
                <a:lnTo>
                  <a:pt x="317077" y="3650258"/>
                </a:lnTo>
                <a:lnTo>
                  <a:pt x="324626" y="3649994"/>
                </a:lnTo>
                <a:lnTo>
                  <a:pt x="332176" y="3649727"/>
                </a:lnTo>
                <a:lnTo>
                  <a:pt x="339725" y="3649457"/>
                </a:lnTo>
                <a:lnTo>
                  <a:pt x="347275" y="3649184"/>
                </a:lnTo>
                <a:lnTo>
                  <a:pt x="354824" y="3648908"/>
                </a:lnTo>
                <a:lnTo>
                  <a:pt x="362374" y="3648629"/>
                </a:lnTo>
                <a:lnTo>
                  <a:pt x="369923" y="3648347"/>
                </a:lnTo>
                <a:lnTo>
                  <a:pt x="377473" y="3648063"/>
                </a:lnTo>
                <a:lnTo>
                  <a:pt x="385022" y="3647775"/>
                </a:lnTo>
                <a:lnTo>
                  <a:pt x="392572" y="3647485"/>
                </a:lnTo>
                <a:lnTo>
                  <a:pt x="400121" y="3647191"/>
                </a:lnTo>
                <a:lnTo>
                  <a:pt x="407671" y="3646895"/>
                </a:lnTo>
                <a:lnTo>
                  <a:pt x="415220" y="3646596"/>
                </a:lnTo>
                <a:lnTo>
                  <a:pt x="422770" y="3646295"/>
                </a:lnTo>
                <a:lnTo>
                  <a:pt x="430319" y="3645991"/>
                </a:lnTo>
                <a:lnTo>
                  <a:pt x="437868" y="3645684"/>
                </a:lnTo>
                <a:lnTo>
                  <a:pt x="445418" y="3645374"/>
                </a:lnTo>
                <a:lnTo>
                  <a:pt x="452967" y="3645062"/>
                </a:lnTo>
                <a:lnTo>
                  <a:pt x="460517" y="3644747"/>
                </a:lnTo>
                <a:lnTo>
                  <a:pt x="468066" y="3644429"/>
                </a:lnTo>
                <a:lnTo>
                  <a:pt x="475616" y="3644109"/>
                </a:lnTo>
                <a:lnTo>
                  <a:pt x="483165" y="3643787"/>
                </a:lnTo>
                <a:lnTo>
                  <a:pt x="490715" y="3643462"/>
                </a:lnTo>
                <a:lnTo>
                  <a:pt x="498264" y="3643134"/>
                </a:lnTo>
                <a:lnTo>
                  <a:pt x="505814" y="3642804"/>
                </a:lnTo>
                <a:lnTo>
                  <a:pt x="513363" y="3642471"/>
                </a:lnTo>
                <a:lnTo>
                  <a:pt x="520913" y="3642136"/>
                </a:lnTo>
                <a:lnTo>
                  <a:pt x="528462" y="3641798"/>
                </a:lnTo>
                <a:lnTo>
                  <a:pt x="536012" y="3641458"/>
                </a:lnTo>
                <a:lnTo>
                  <a:pt x="543561" y="3641116"/>
                </a:lnTo>
                <a:lnTo>
                  <a:pt x="551110" y="3640771"/>
                </a:lnTo>
                <a:lnTo>
                  <a:pt x="558660" y="3640424"/>
                </a:lnTo>
                <a:lnTo>
                  <a:pt x="566209" y="3640074"/>
                </a:lnTo>
                <a:lnTo>
                  <a:pt x="573759" y="3639722"/>
                </a:lnTo>
                <a:lnTo>
                  <a:pt x="581308" y="3639368"/>
                </a:lnTo>
                <a:lnTo>
                  <a:pt x="588858" y="3639011"/>
                </a:lnTo>
                <a:lnTo>
                  <a:pt x="596407" y="3638652"/>
                </a:lnTo>
                <a:lnTo>
                  <a:pt x="603957" y="3638291"/>
                </a:lnTo>
                <a:lnTo>
                  <a:pt x="611506" y="3637927"/>
                </a:lnTo>
                <a:lnTo>
                  <a:pt x="619056" y="3637562"/>
                </a:lnTo>
                <a:lnTo>
                  <a:pt x="626605" y="3637193"/>
                </a:lnTo>
                <a:lnTo>
                  <a:pt x="634155" y="3636823"/>
                </a:lnTo>
                <a:lnTo>
                  <a:pt x="641704" y="3636451"/>
                </a:lnTo>
                <a:lnTo>
                  <a:pt x="649253" y="3636076"/>
                </a:lnTo>
                <a:lnTo>
                  <a:pt x="656803" y="3635699"/>
                </a:lnTo>
                <a:lnTo>
                  <a:pt x="664352" y="3635320"/>
                </a:lnTo>
                <a:lnTo>
                  <a:pt x="671902" y="3634938"/>
                </a:lnTo>
                <a:lnTo>
                  <a:pt x="679451" y="3634555"/>
                </a:lnTo>
                <a:lnTo>
                  <a:pt x="687001" y="3634169"/>
                </a:lnTo>
                <a:lnTo>
                  <a:pt x="694550" y="3633781"/>
                </a:lnTo>
                <a:lnTo>
                  <a:pt x="702100" y="3633391"/>
                </a:lnTo>
                <a:lnTo>
                  <a:pt x="709649" y="3632999"/>
                </a:lnTo>
                <a:lnTo>
                  <a:pt x="717199" y="3632605"/>
                </a:lnTo>
                <a:lnTo>
                  <a:pt x="724748" y="3632208"/>
                </a:lnTo>
                <a:lnTo>
                  <a:pt x="732298" y="3631810"/>
                </a:lnTo>
                <a:lnTo>
                  <a:pt x="739847" y="3631409"/>
                </a:lnTo>
                <a:lnTo>
                  <a:pt x="747397" y="3631007"/>
                </a:lnTo>
                <a:lnTo>
                  <a:pt x="754946" y="3630602"/>
                </a:lnTo>
                <a:lnTo>
                  <a:pt x="762495" y="3630195"/>
                </a:lnTo>
                <a:lnTo>
                  <a:pt x="770045" y="3629786"/>
                </a:lnTo>
                <a:lnTo>
                  <a:pt x="777594" y="3629375"/>
                </a:lnTo>
                <a:lnTo>
                  <a:pt x="785144" y="3628962"/>
                </a:lnTo>
                <a:lnTo>
                  <a:pt x="792693" y="3628548"/>
                </a:lnTo>
                <a:lnTo>
                  <a:pt x="800243" y="3628131"/>
                </a:lnTo>
                <a:lnTo>
                  <a:pt x="807792" y="3627712"/>
                </a:lnTo>
                <a:lnTo>
                  <a:pt x="815342" y="3627291"/>
                </a:lnTo>
                <a:lnTo>
                  <a:pt x="822891" y="3626868"/>
                </a:lnTo>
                <a:lnTo>
                  <a:pt x="830441" y="3626443"/>
                </a:lnTo>
                <a:lnTo>
                  <a:pt x="837990" y="3626016"/>
                </a:lnTo>
                <a:lnTo>
                  <a:pt x="845540" y="3625587"/>
                </a:lnTo>
                <a:lnTo>
                  <a:pt x="853089" y="3625156"/>
                </a:lnTo>
                <a:lnTo>
                  <a:pt x="860639" y="3624723"/>
                </a:lnTo>
                <a:lnTo>
                  <a:pt x="868188" y="3624288"/>
                </a:lnTo>
                <a:lnTo>
                  <a:pt x="875737" y="3623851"/>
                </a:lnTo>
                <a:lnTo>
                  <a:pt x="883287" y="3623413"/>
                </a:lnTo>
                <a:lnTo>
                  <a:pt x="890836" y="3622972"/>
                </a:lnTo>
                <a:lnTo>
                  <a:pt x="898386" y="3622529"/>
                </a:lnTo>
                <a:lnTo>
                  <a:pt x="905935" y="3622085"/>
                </a:lnTo>
                <a:lnTo>
                  <a:pt x="913485" y="3621639"/>
                </a:lnTo>
                <a:lnTo>
                  <a:pt x="921034" y="3621190"/>
                </a:lnTo>
                <a:lnTo>
                  <a:pt x="928584" y="3620740"/>
                </a:lnTo>
                <a:lnTo>
                  <a:pt x="936133" y="3620288"/>
                </a:lnTo>
                <a:lnTo>
                  <a:pt x="943683" y="3619834"/>
                </a:lnTo>
                <a:lnTo>
                  <a:pt x="951232" y="3619378"/>
                </a:lnTo>
                <a:lnTo>
                  <a:pt x="958782" y="3618920"/>
                </a:lnTo>
                <a:lnTo>
                  <a:pt x="966331" y="3618461"/>
                </a:lnTo>
                <a:lnTo>
                  <a:pt x="973880" y="3617999"/>
                </a:lnTo>
                <a:lnTo>
                  <a:pt x="981430" y="3617536"/>
                </a:lnTo>
                <a:lnTo>
                  <a:pt x="988979" y="3617071"/>
                </a:lnTo>
                <a:lnTo>
                  <a:pt x="996529" y="3616604"/>
                </a:lnTo>
                <a:lnTo>
                  <a:pt x="1004078" y="3616135"/>
                </a:lnTo>
                <a:lnTo>
                  <a:pt x="1011628" y="3615664"/>
                </a:lnTo>
                <a:lnTo>
                  <a:pt x="1019177" y="3615191"/>
                </a:lnTo>
                <a:lnTo>
                  <a:pt x="1026727" y="3614717"/>
                </a:lnTo>
                <a:lnTo>
                  <a:pt x="1034276" y="3614241"/>
                </a:lnTo>
                <a:lnTo>
                  <a:pt x="1041826" y="3613763"/>
                </a:lnTo>
                <a:lnTo>
                  <a:pt x="1049375" y="3613283"/>
                </a:lnTo>
                <a:lnTo>
                  <a:pt x="1056925" y="3612801"/>
                </a:lnTo>
                <a:lnTo>
                  <a:pt x="1064474" y="3612318"/>
                </a:lnTo>
                <a:lnTo>
                  <a:pt x="1072024" y="3611833"/>
                </a:lnTo>
                <a:lnTo>
                  <a:pt x="1079573" y="3611345"/>
                </a:lnTo>
                <a:lnTo>
                  <a:pt x="1087122" y="3610857"/>
                </a:lnTo>
                <a:lnTo>
                  <a:pt x="1094672" y="3610366"/>
                </a:lnTo>
                <a:lnTo>
                  <a:pt x="1102221" y="3609873"/>
                </a:lnTo>
                <a:lnTo>
                  <a:pt x="1109771" y="3609379"/>
                </a:lnTo>
                <a:lnTo>
                  <a:pt x="1117320" y="3608883"/>
                </a:lnTo>
                <a:lnTo>
                  <a:pt x="1124870" y="3608385"/>
                </a:lnTo>
                <a:lnTo>
                  <a:pt x="1132419" y="3607886"/>
                </a:lnTo>
                <a:lnTo>
                  <a:pt x="1139969" y="3607385"/>
                </a:lnTo>
                <a:lnTo>
                  <a:pt x="1147518" y="3606881"/>
                </a:lnTo>
                <a:lnTo>
                  <a:pt x="1155068" y="3606377"/>
                </a:lnTo>
                <a:lnTo>
                  <a:pt x="1162617" y="3605870"/>
                </a:lnTo>
                <a:lnTo>
                  <a:pt x="1170167" y="3605362"/>
                </a:lnTo>
                <a:lnTo>
                  <a:pt x="1177716" y="3604852"/>
                </a:lnTo>
                <a:lnTo>
                  <a:pt x="1185265" y="3604340"/>
                </a:lnTo>
                <a:lnTo>
                  <a:pt x="1192815" y="3603826"/>
                </a:lnTo>
                <a:lnTo>
                  <a:pt x="1200364" y="3603311"/>
                </a:lnTo>
                <a:lnTo>
                  <a:pt x="1207914" y="3602794"/>
                </a:lnTo>
                <a:lnTo>
                  <a:pt x="1215463" y="3602275"/>
                </a:lnTo>
                <a:lnTo>
                  <a:pt x="1223013" y="3601754"/>
                </a:lnTo>
                <a:lnTo>
                  <a:pt x="1230562" y="3601232"/>
                </a:lnTo>
                <a:lnTo>
                  <a:pt x="1238112" y="3600708"/>
                </a:lnTo>
                <a:lnTo>
                  <a:pt x="1245661" y="3600182"/>
                </a:lnTo>
                <a:lnTo>
                  <a:pt x="1253211" y="3599655"/>
                </a:lnTo>
                <a:lnTo>
                  <a:pt x="1260760" y="3599126"/>
                </a:lnTo>
                <a:lnTo>
                  <a:pt x="1268310" y="3598595"/>
                </a:lnTo>
                <a:lnTo>
                  <a:pt x="1275859" y="3598062"/>
                </a:lnTo>
                <a:lnTo>
                  <a:pt x="1283409" y="3597528"/>
                </a:lnTo>
                <a:lnTo>
                  <a:pt x="1290958" y="3596992"/>
                </a:lnTo>
                <a:lnTo>
                  <a:pt x="1298507" y="3596454"/>
                </a:lnTo>
                <a:lnTo>
                  <a:pt x="1306057" y="3595914"/>
                </a:lnTo>
                <a:lnTo>
                  <a:pt x="1313606" y="3595373"/>
                </a:lnTo>
                <a:lnTo>
                  <a:pt x="1321156" y="3594830"/>
                </a:lnTo>
                <a:lnTo>
                  <a:pt x="1328705" y="3594286"/>
                </a:lnTo>
                <a:lnTo>
                  <a:pt x="1336255" y="3593740"/>
                </a:lnTo>
                <a:lnTo>
                  <a:pt x="1343804" y="3593192"/>
                </a:lnTo>
                <a:lnTo>
                  <a:pt x="1351354" y="3592642"/>
                </a:lnTo>
                <a:lnTo>
                  <a:pt x="1358903" y="3592090"/>
                </a:lnTo>
                <a:lnTo>
                  <a:pt x="1366453" y="3591537"/>
                </a:lnTo>
                <a:lnTo>
                  <a:pt x="1374002" y="3590983"/>
                </a:lnTo>
                <a:lnTo>
                  <a:pt x="1381552" y="3590426"/>
                </a:lnTo>
                <a:lnTo>
                  <a:pt x="1389101" y="3589868"/>
                </a:lnTo>
                <a:lnTo>
                  <a:pt x="1396651" y="3589308"/>
                </a:lnTo>
                <a:lnTo>
                  <a:pt x="1404200" y="3588747"/>
                </a:lnTo>
                <a:lnTo>
                  <a:pt x="1411749" y="3588184"/>
                </a:lnTo>
                <a:lnTo>
                  <a:pt x="1419299" y="3587619"/>
                </a:lnTo>
                <a:lnTo>
                  <a:pt x="1426848" y="3587052"/>
                </a:lnTo>
                <a:lnTo>
                  <a:pt x="1434398" y="3586484"/>
                </a:lnTo>
                <a:lnTo>
                  <a:pt x="1441947" y="3585914"/>
                </a:lnTo>
                <a:lnTo>
                  <a:pt x="1449497" y="3585342"/>
                </a:lnTo>
                <a:lnTo>
                  <a:pt x="1457046" y="3584769"/>
                </a:lnTo>
                <a:lnTo>
                  <a:pt x="1464596" y="3584194"/>
                </a:lnTo>
                <a:lnTo>
                  <a:pt x="1472145" y="3583618"/>
                </a:lnTo>
                <a:lnTo>
                  <a:pt x="1479695" y="3583039"/>
                </a:lnTo>
                <a:lnTo>
                  <a:pt x="1487244" y="3582459"/>
                </a:lnTo>
                <a:lnTo>
                  <a:pt x="1494794" y="3581878"/>
                </a:lnTo>
                <a:lnTo>
                  <a:pt x="1502343" y="3581294"/>
                </a:lnTo>
                <a:lnTo>
                  <a:pt x="1509892" y="3580709"/>
                </a:lnTo>
                <a:lnTo>
                  <a:pt x="1517442" y="3580123"/>
                </a:lnTo>
                <a:lnTo>
                  <a:pt x="1524991" y="3579534"/>
                </a:lnTo>
                <a:lnTo>
                  <a:pt x="1532541" y="3578944"/>
                </a:lnTo>
                <a:lnTo>
                  <a:pt x="1540090" y="3578352"/>
                </a:lnTo>
                <a:lnTo>
                  <a:pt x="1547640" y="3577759"/>
                </a:lnTo>
                <a:lnTo>
                  <a:pt x="1555189" y="3577164"/>
                </a:lnTo>
                <a:lnTo>
                  <a:pt x="1562739" y="3576567"/>
                </a:lnTo>
                <a:lnTo>
                  <a:pt x="1570288" y="3575969"/>
                </a:lnTo>
                <a:lnTo>
                  <a:pt x="1577838" y="3575369"/>
                </a:lnTo>
                <a:lnTo>
                  <a:pt x="1585387" y="3574767"/>
                </a:lnTo>
                <a:lnTo>
                  <a:pt x="1592937" y="3574164"/>
                </a:lnTo>
                <a:lnTo>
                  <a:pt x="1600486" y="3573559"/>
                </a:lnTo>
                <a:lnTo>
                  <a:pt x="1608036" y="3572952"/>
                </a:lnTo>
                <a:lnTo>
                  <a:pt x="1615585" y="3572343"/>
                </a:lnTo>
                <a:lnTo>
                  <a:pt x="1623134" y="3571733"/>
                </a:lnTo>
                <a:lnTo>
                  <a:pt x="1630684" y="3571121"/>
                </a:lnTo>
                <a:lnTo>
                  <a:pt x="1638233" y="3570508"/>
                </a:lnTo>
                <a:lnTo>
                  <a:pt x="1645783" y="3569893"/>
                </a:lnTo>
                <a:lnTo>
                  <a:pt x="1653332" y="3569276"/>
                </a:lnTo>
                <a:lnTo>
                  <a:pt x="1660882" y="3568657"/>
                </a:lnTo>
                <a:lnTo>
                  <a:pt x="1668431" y="3568037"/>
                </a:lnTo>
                <a:lnTo>
                  <a:pt x="1675981" y="3567415"/>
                </a:lnTo>
                <a:lnTo>
                  <a:pt x="1683530" y="3566792"/>
                </a:lnTo>
                <a:lnTo>
                  <a:pt x="1691080" y="3566167"/>
                </a:lnTo>
                <a:lnTo>
                  <a:pt x="1698629" y="3565540"/>
                </a:lnTo>
                <a:lnTo>
                  <a:pt x="1706179" y="3564911"/>
                </a:lnTo>
                <a:lnTo>
                  <a:pt x="1713728" y="3564281"/>
                </a:lnTo>
                <a:lnTo>
                  <a:pt x="1721278" y="3563649"/>
                </a:lnTo>
                <a:lnTo>
                  <a:pt x="1728827" y="3563015"/>
                </a:lnTo>
                <a:lnTo>
                  <a:pt x="1736376" y="3562380"/>
                </a:lnTo>
                <a:lnTo>
                  <a:pt x="1743926" y="3561743"/>
                </a:lnTo>
                <a:lnTo>
                  <a:pt x="1751475" y="3561104"/>
                </a:lnTo>
                <a:lnTo>
                  <a:pt x="1759025" y="3560464"/>
                </a:lnTo>
                <a:lnTo>
                  <a:pt x="1766574" y="3559822"/>
                </a:lnTo>
                <a:lnTo>
                  <a:pt x="1774124" y="3559178"/>
                </a:lnTo>
                <a:lnTo>
                  <a:pt x="1781673" y="3558533"/>
                </a:lnTo>
                <a:lnTo>
                  <a:pt x="1789223" y="3557886"/>
                </a:lnTo>
                <a:lnTo>
                  <a:pt x="1796772" y="3557237"/>
                </a:lnTo>
                <a:lnTo>
                  <a:pt x="1804322" y="3556586"/>
                </a:lnTo>
                <a:lnTo>
                  <a:pt x="1811871" y="3555934"/>
                </a:lnTo>
                <a:lnTo>
                  <a:pt x="1819421" y="3555280"/>
                </a:lnTo>
                <a:lnTo>
                  <a:pt x="1826970" y="3554625"/>
                </a:lnTo>
                <a:lnTo>
                  <a:pt x="1834519" y="3553967"/>
                </a:lnTo>
                <a:lnTo>
                  <a:pt x="1842069" y="3553308"/>
                </a:lnTo>
                <a:lnTo>
                  <a:pt x="1849618" y="3552647"/>
                </a:lnTo>
                <a:lnTo>
                  <a:pt x="1857168" y="3551985"/>
                </a:lnTo>
                <a:lnTo>
                  <a:pt x="1864717" y="3551321"/>
                </a:lnTo>
                <a:lnTo>
                  <a:pt x="1872267" y="3550655"/>
                </a:lnTo>
                <a:lnTo>
                  <a:pt x="1879816" y="3549987"/>
                </a:lnTo>
                <a:lnTo>
                  <a:pt x="1887366" y="3549318"/>
                </a:lnTo>
                <a:lnTo>
                  <a:pt x="1894915" y="3548647"/>
                </a:lnTo>
                <a:lnTo>
                  <a:pt x="1902465" y="3547974"/>
                </a:lnTo>
                <a:lnTo>
                  <a:pt x="1910014" y="3547300"/>
                </a:lnTo>
                <a:lnTo>
                  <a:pt x="1917564" y="3546623"/>
                </a:lnTo>
                <a:lnTo>
                  <a:pt x="1925113" y="3545945"/>
                </a:lnTo>
                <a:lnTo>
                  <a:pt x="1932663" y="3545266"/>
                </a:lnTo>
                <a:lnTo>
                  <a:pt x="1940212" y="3544584"/>
                </a:lnTo>
                <a:lnTo>
                  <a:pt x="1947761" y="3543901"/>
                </a:lnTo>
                <a:lnTo>
                  <a:pt x="1955311" y="3543216"/>
                </a:lnTo>
                <a:lnTo>
                  <a:pt x="1962860" y="3542530"/>
                </a:lnTo>
                <a:lnTo>
                  <a:pt x="1970410" y="3541841"/>
                </a:lnTo>
                <a:lnTo>
                  <a:pt x="1977959" y="3541151"/>
                </a:lnTo>
                <a:lnTo>
                  <a:pt x="1985509" y="3540459"/>
                </a:lnTo>
                <a:lnTo>
                  <a:pt x="1993058" y="3539766"/>
                </a:lnTo>
                <a:lnTo>
                  <a:pt x="2000608" y="3539070"/>
                </a:lnTo>
                <a:lnTo>
                  <a:pt x="2008157" y="3538373"/>
                </a:lnTo>
                <a:lnTo>
                  <a:pt x="2015707" y="3537674"/>
                </a:lnTo>
                <a:lnTo>
                  <a:pt x="2023256" y="3536973"/>
                </a:lnTo>
                <a:lnTo>
                  <a:pt x="2030806" y="3536271"/>
                </a:lnTo>
                <a:lnTo>
                  <a:pt x="2038355" y="3535567"/>
                </a:lnTo>
                <a:lnTo>
                  <a:pt x="2045904" y="3534861"/>
                </a:lnTo>
                <a:lnTo>
                  <a:pt x="2053454" y="3534153"/>
                </a:lnTo>
                <a:lnTo>
                  <a:pt x="2061003" y="3533443"/>
                </a:lnTo>
                <a:lnTo>
                  <a:pt x="2068553" y="3532732"/>
                </a:lnTo>
                <a:lnTo>
                  <a:pt x="2076102" y="3532019"/>
                </a:lnTo>
                <a:lnTo>
                  <a:pt x="2083652" y="3531304"/>
                </a:lnTo>
                <a:lnTo>
                  <a:pt x="2091201" y="3530587"/>
                </a:lnTo>
                <a:lnTo>
                  <a:pt x="2098751" y="3529868"/>
                </a:lnTo>
                <a:lnTo>
                  <a:pt x="2106300" y="3529148"/>
                </a:lnTo>
                <a:lnTo>
                  <a:pt x="2113850" y="3528426"/>
                </a:lnTo>
                <a:lnTo>
                  <a:pt x="2121399" y="3527702"/>
                </a:lnTo>
                <a:lnTo>
                  <a:pt x="2128949" y="3526976"/>
                </a:lnTo>
                <a:lnTo>
                  <a:pt x="2136498" y="3526249"/>
                </a:lnTo>
                <a:lnTo>
                  <a:pt x="2144048" y="3525519"/>
                </a:lnTo>
                <a:lnTo>
                  <a:pt x="2151597" y="3524788"/>
                </a:lnTo>
                <a:lnTo>
                  <a:pt x="2159146" y="3524055"/>
                </a:lnTo>
                <a:lnTo>
                  <a:pt x="2166696" y="3523320"/>
                </a:lnTo>
                <a:lnTo>
                  <a:pt x="2174245" y="3522583"/>
                </a:lnTo>
                <a:lnTo>
                  <a:pt x="2181795" y="3521844"/>
                </a:lnTo>
                <a:lnTo>
                  <a:pt x="2189344" y="3521104"/>
                </a:lnTo>
                <a:lnTo>
                  <a:pt x="2196894" y="3520362"/>
                </a:lnTo>
                <a:lnTo>
                  <a:pt x="2204443" y="3519617"/>
                </a:lnTo>
                <a:lnTo>
                  <a:pt x="2211993" y="3518871"/>
                </a:lnTo>
                <a:lnTo>
                  <a:pt x="2219542" y="3518123"/>
                </a:lnTo>
                <a:lnTo>
                  <a:pt x="2227092" y="3517374"/>
                </a:lnTo>
                <a:lnTo>
                  <a:pt x="2234641" y="3516622"/>
                </a:lnTo>
                <a:lnTo>
                  <a:pt x="2242191" y="3515868"/>
                </a:lnTo>
                <a:lnTo>
                  <a:pt x="2249740" y="3515113"/>
                </a:lnTo>
                <a:lnTo>
                  <a:pt x="2257290" y="3514356"/>
                </a:lnTo>
                <a:lnTo>
                  <a:pt x="2264839" y="3513596"/>
                </a:lnTo>
                <a:lnTo>
                  <a:pt x="2272388" y="3512835"/>
                </a:lnTo>
                <a:lnTo>
                  <a:pt x="2279938" y="3512072"/>
                </a:lnTo>
                <a:lnTo>
                  <a:pt x="2287487" y="3511307"/>
                </a:lnTo>
                <a:lnTo>
                  <a:pt x="2295037" y="3510540"/>
                </a:lnTo>
                <a:lnTo>
                  <a:pt x="2302586" y="3509771"/>
                </a:lnTo>
                <a:lnTo>
                  <a:pt x="2310136" y="3509001"/>
                </a:lnTo>
                <a:lnTo>
                  <a:pt x="2317685" y="3508228"/>
                </a:lnTo>
                <a:lnTo>
                  <a:pt x="2325235" y="3507453"/>
                </a:lnTo>
                <a:lnTo>
                  <a:pt x="2332784" y="3506677"/>
                </a:lnTo>
                <a:lnTo>
                  <a:pt x="2340334" y="3505898"/>
                </a:lnTo>
                <a:lnTo>
                  <a:pt x="2347883" y="3505118"/>
                </a:lnTo>
                <a:lnTo>
                  <a:pt x="2355433" y="3504335"/>
                </a:lnTo>
                <a:lnTo>
                  <a:pt x="2362982" y="3503551"/>
                </a:lnTo>
                <a:lnTo>
                  <a:pt x="2370531" y="3502765"/>
                </a:lnTo>
                <a:lnTo>
                  <a:pt x="2378081" y="3501976"/>
                </a:lnTo>
                <a:lnTo>
                  <a:pt x="2385630" y="3501186"/>
                </a:lnTo>
                <a:lnTo>
                  <a:pt x="2393180" y="3500393"/>
                </a:lnTo>
                <a:lnTo>
                  <a:pt x="2400729" y="3499599"/>
                </a:lnTo>
                <a:lnTo>
                  <a:pt x="2408279" y="3498803"/>
                </a:lnTo>
                <a:lnTo>
                  <a:pt x="2415828" y="3498004"/>
                </a:lnTo>
                <a:lnTo>
                  <a:pt x="2423378" y="3497204"/>
                </a:lnTo>
                <a:lnTo>
                  <a:pt x="2430927" y="3496402"/>
                </a:lnTo>
                <a:lnTo>
                  <a:pt x="2438477" y="3495597"/>
                </a:lnTo>
                <a:lnTo>
                  <a:pt x="2446026" y="3494791"/>
                </a:lnTo>
                <a:lnTo>
                  <a:pt x="2453576" y="3493982"/>
                </a:lnTo>
                <a:lnTo>
                  <a:pt x="2461125" y="3493172"/>
                </a:lnTo>
                <a:lnTo>
                  <a:pt x="2468675" y="3492359"/>
                </a:lnTo>
                <a:lnTo>
                  <a:pt x="2476224" y="3491544"/>
                </a:lnTo>
                <a:lnTo>
                  <a:pt x="2483773" y="3490727"/>
                </a:lnTo>
                <a:lnTo>
                  <a:pt x="2491323" y="3489909"/>
                </a:lnTo>
                <a:lnTo>
                  <a:pt x="2498872" y="3489088"/>
                </a:lnTo>
                <a:lnTo>
                  <a:pt x="2506422" y="3488265"/>
                </a:lnTo>
                <a:lnTo>
                  <a:pt x="2513971" y="3487439"/>
                </a:lnTo>
                <a:lnTo>
                  <a:pt x="2521521" y="3486612"/>
                </a:lnTo>
                <a:lnTo>
                  <a:pt x="2529070" y="3485783"/>
                </a:lnTo>
                <a:lnTo>
                  <a:pt x="2536620" y="3484951"/>
                </a:lnTo>
                <a:lnTo>
                  <a:pt x="2544169" y="3484118"/>
                </a:lnTo>
                <a:lnTo>
                  <a:pt x="2551719" y="3483282"/>
                </a:lnTo>
                <a:lnTo>
                  <a:pt x="2559268" y="3482444"/>
                </a:lnTo>
                <a:lnTo>
                  <a:pt x="2566818" y="3481604"/>
                </a:lnTo>
                <a:lnTo>
                  <a:pt x="2574367" y="3480762"/>
                </a:lnTo>
                <a:lnTo>
                  <a:pt x="2581917" y="3479917"/>
                </a:lnTo>
                <a:lnTo>
                  <a:pt x="2589466" y="3479070"/>
                </a:lnTo>
                <a:lnTo>
                  <a:pt x="2597015" y="3478222"/>
                </a:lnTo>
                <a:lnTo>
                  <a:pt x="2604565" y="3477371"/>
                </a:lnTo>
                <a:lnTo>
                  <a:pt x="2612114" y="3476518"/>
                </a:lnTo>
                <a:lnTo>
                  <a:pt x="2619664" y="3475662"/>
                </a:lnTo>
                <a:lnTo>
                  <a:pt x="2627213" y="3474804"/>
                </a:lnTo>
                <a:lnTo>
                  <a:pt x="2634763" y="3473945"/>
                </a:lnTo>
                <a:lnTo>
                  <a:pt x="2642312" y="3473082"/>
                </a:lnTo>
                <a:lnTo>
                  <a:pt x="2649862" y="3472218"/>
                </a:lnTo>
                <a:lnTo>
                  <a:pt x="2657411" y="3471351"/>
                </a:lnTo>
                <a:lnTo>
                  <a:pt x="2664961" y="3470483"/>
                </a:lnTo>
                <a:lnTo>
                  <a:pt x="2672510" y="3469611"/>
                </a:lnTo>
                <a:lnTo>
                  <a:pt x="2680060" y="3468738"/>
                </a:lnTo>
                <a:lnTo>
                  <a:pt x="2687609" y="3467862"/>
                </a:lnTo>
                <a:lnTo>
                  <a:pt x="2695158" y="3466984"/>
                </a:lnTo>
                <a:lnTo>
                  <a:pt x="2702708" y="3466104"/>
                </a:lnTo>
                <a:lnTo>
                  <a:pt x="2710257" y="3465221"/>
                </a:lnTo>
                <a:lnTo>
                  <a:pt x="2717807" y="3464336"/>
                </a:lnTo>
                <a:lnTo>
                  <a:pt x="2725356" y="3463449"/>
                </a:lnTo>
                <a:lnTo>
                  <a:pt x="2732906" y="3462559"/>
                </a:lnTo>
                <a:lnTo>
                  <a:pt x="2740455" y="3461667"/>
                </a:lnTo>
                <a:lnTo>
                  <a:pt x="2748005" y="3460772"/>
                </a:lnTo>
                <a:lnTo>
                  <a:pt x="2755554" y="3459876"/>
                </a:lnTo>
                <a:lnTo>
                  <a:pt x="2763104" y="3458976"/>
                </a:lnTo>
                <a:lnTo>
                  <a:pt x="2770653" y="3458075"/>
                </a:lnTo>
                <a:lnTo>
                  <a:pt x="2778203" y="3457171"/>
                </a:lnTo>
                <a:lnTo>
                  <a:pt x="2785752" y="3456264"/>
                </a:lnTo>
                <a:lnTo>
                  <a:pt x="2793302" y="3455355"/>
                </a:lnTo>
                <a:lnTo>
                  <a:pt x="2800851" y="3454444"/>
                </a:lnTo>
                <a:lnTo>
                  <a:pt x="2808400" y="3453530"/>
                </a:lnTo>
                <a:lnTo>
                  <a:pt x="2815950" y="3452614"/>
                </a:lnTo>
                <a:lnTo>
                  <a:pt x="2823499" y="3451695"/>
                </a:lnTo>
                <a:lnTo>
                  <a:pt x="2831049" y="3450774"/>
                </a:lnTo>
                <a:lnTo>
                  <a:pt x="2838598" y="3449850"/>
                </a:lnTo>
                <a:lnTo>
                  <a:pt x="2846148" y="3448923"/>
                </a:lnTo>
                <a:lnTo>
                  <a:pt x="2853697" y="3447995"/>
                </a:lnTo>
                <a:lnTo>
                  <a:pt x="2861247" y="3447063"/>
                </a:lnTo>
                <a:lnTo>
                  <a:pt x="2868796" y="3446129"/>
                </a:lnTo>
                <a:lnTo>
                  <a:pt x="2876346" y="3445193"/>
                </a:lnTo>
                <a:lnTo>
                  <a:pt x="2883895" y="3444254"/>
                </a:lnTo>
                <a:lnTo>
                  <a:pt x="2891445" y="3443312"/>
                </a:lnTo>
                <a:lnTo>
                  <a:pt x="2898994" y="3442368"/>
                </a:lnTo>
                <a:lnTo>
                  <a:pt x="2906543" y="3441421"/>
                </a:lnTo>
                <a:lnTo>
                  <a:pt x="2914093" y="3440471"/>
                </a:lnTo>
                <a:lnTo>
                  <a:pt x="2921642" y="3439519"/>
                </a:lnTo>
                <a:lnTo>
                  <a:pt x="2929192" y="3438565"/>
                </a:lnTo>
                <a:lnTo>
                  <a:pt x="2936741" y="3437607"/>
                </a:lnTo>
                <a:lnTo>
                  <a:pt x="2944291" y="3436647"/>
                </a:lnTo>
                <a:lnTo>
                  <a:pt x="2951840" y="3435684"/>
                </a:lnTo>
                <a:lnTo>
                  <a:pt x="2959390" y="3434719"/>
                </a:lnTo>
                <a:lnTo>
                  <a:pt x="2966939" y="3433750"/>
                </a:lnTo>
                <a:lnTo>
                  <a:pt x="2974489" y="3432779"/>
                </a:lnTo>
                <a:lnTo>
                  <a:pt x="2982038" y="3431806"/>
                </a:lnTo>
                <a:lnTo>
                  <a:pt x="2989588" y="3430829"/>
                </a:lnTo>
                <a:lnTo>
                  <a:pt x="2997137" y="3429850"/>
                </a:lnTo>
                <a:lnTo>
                  <a:pt x="3004687" y="3428868"/>
                </a:lnTo>
                <a:lnTo>
                  <a:pt x="3012236" y="3427883"/>
                </a:lnTo>
                <a:lnTo>
                  <a:pt x="3019785" y="3426896"/>
                </a:lnTo>
                <a:lnTo>
                  <a:pt x="3027335" y="3425905"/>
                </a:lnTo>
                <a:lnTo>
                  <a:pt x="3034884" y="3424912"/>
                </a:lnTo>
                <a:lnTo>
                  <a:pt x="3042434" y="3423916"/>
                </a:lnTo>
                <a:lnTo>
                  <a:pt x="3049983" y="3422917"/>
                </a:lnTo>
                <a:lnTo>
                  <a:pt x="3057533" y="3421915"/>
                </a:lnTo>
                <a:lnTo>
                  <a:pt x="3065082" y="3420910"/>
                </a:lnTo>
                <a:lnTo>
                  <a:pt x="3072632" y="3419902"/>
                </a:lnTo>
                <a:lnTo>
                  <a:pt x="3080181" y="3418891"/>
                </a:lnTo>
                <a:lnTo>
                  <a:pt x="3087731" y="3417878"/>
                </a:lnTo>
                <a:lnTo>
                  <a:pt x="3095280" y="3416861"/>
                </a:lnTo>
                <a:lnTo>
                  <a:pt x="3102830" y="3415842"/>
                </a:lnTo>
                <a:lnTo>
                  <a:pt x="3110379" y="3414819"/>
                </a:lnTo>
                <a:lnTo>
                  <a:pt x="3117929" y="3413793"/>
                </a:lnTo>
                <a:lnTo>
                  <a:pt x="3125478" y="3412765"/>
                </a:lnTo>
                <a:lnTo>
                  <a:pt x="3133027" y="3411733"/>
                </a:lnTo>
                <a:lnTo>
                  <a:pt x="3140577" y="3410698"/>
                </a:lnTo>
                <a:lnTo>
                  <a:pt x="3148126" y="3409660"/>
                </a:lnTo>
                <a:lnTo>
                  <a:pt x="3155676" y="3408619"/>
                </a:lnTo>
                <a:lnTo>
                  <a:pt x="3163225" y="3407575"/>
                </a:lnTo>
                <a:lnTo>
                  <a:pt x="3170775" y="3406528"/>
                </a:lnTo>
                <a:lnTo>
                  <a:pt x="3178324" y="3405478"/>
                </a:lnTo>
                <a:lnTo>
                  <a:pt x="3185874" y="3404424"/>
                </a:lnTo>
                <a:lnTo>
                  <a:pt x="3193423" y="3403367"/>
                </a:lnTo>
                <a:lnTo>
                  <a:pt x="3200973" y="3402307"/>
                </a:lnTo>
                <a:lnTo>
                  <a:pt x="3208522" y="3401244"/>
                </a:lnTo>
                <a:lnTo>
                  <a:pt x="3216072" y="3400178"/>
                </a:lnTo>
                <a:lnTo>
                  <a:pt x="3223621" y="3399108"/>
                </a:lnTo>
                <a:lnTo>
                  <a:pt x="3231170" y="3398035"/>
                </a:lnTo>
                <a:lnTo>
                  <a:pt x="3238720" y="3396959"/>
                </a:lnTo>
                <a:lnTo>
                  <a:pt x="3246269" y="3395879"/>
                </a:lnTo>
                <a:lnTo>
                  <a:pt x="3253819" y="3394796"/>
                </a:lnTo>
                <a:lnTo>
                  <a:pt x="3261368" y="3393710"/>
                </a:lnTo>
                <a:lnTo>
                  <a:pt x="3268918" y="3392620"/>
                </a:lnTo>
                <a:lnTo>
                  <a:pt x="3276467" y="3391527"/>
                </a:lnTo>
                <a:lnTo>
                  <a:pt x="3284017" y="3390431"/>
                </a:lnTo>
                <a:lnTo>
                  <a:pt x="3291566" y="3389331"/>
                </a:lnTo>
                <a:lnTo>
                  <a:pt x="3299116" y="3388227"/>
                </a:lnTo>
                <a:lnTo>
                  <a:pt x="3306665" y="3387121"/>
                </a:lnTo>
                <a:lnTo>
                  <a:pt x="3314215" y="3386010"/>
                </a:lnTo>
                <a:lnTo>
                  <a:pt x="3321764" y="3384896"/>
                </a:lnTo>
                <a:lnTo>
                  <a:pt x="3329314" y="3383779"/>
                </a:lnTo>
                <a:lnTo>
                  <a:pt x="3336863" y="3382658"/>
                </a:lnTo>
                <a:lnTo>
                  <a:pt x="3344412" y="3381533"/>
                </a:lnTo>
                <a:lnTo>
                  <a:pt x="3351962" y="3380405"/>
                </a:lnTo>
                <a:lnTo>
                  <a:pt x="3359511" y="3379273"/>
                </a:lnTo>
                <a:lnTo>
                  <a:pt x="3367061" y="3378137"/>
                </a:lnTo>
                <a:lnTo>
                  <a:pt x="3374610" y="3376998"/>
                </a:lnTo>
                <a:lnTo>
                  <a:pt x="3382160" y="3375855"/>
                </a:lnTo>
                <a:lnTo>
                  <a:pt x="3389709" y="3374708"/>
                </a:lnTo>
                <a:lnTo>
                  <a:pt x="3397259" y="3373558"/>
                </a:lnTo>
                <a:lnTo>
                  <a:pt x="3404808" y="3372403"/>
                </a:lnTo>
                <a:lnTo>
                  <a:pt x="3412358" y="3371245"/>
                </a:lnTo>
                <a:lnTo>
                  <a:pt x="3419907" y="3370084"/>
                </a:lnTo>
                <a:lnTo>
                  <a:pt x="3427457" y="3368918"/>
                </a:lnTo>
                <a:lnTo>
                  <a:pt x="3435006" y="3367748"/>
                </a:lnTo>
                <a:lnTo>
                  <a:pt x="3442556" y="3366575"/>
                </a:lnTo>
                <a:lnTo>
                  <a:pt x="3450105" y="3365397"/>
                </a:lnTo>
                <a:lnTo>
                  <a:pt x="3457654" y="3364216"/>
                </a:lnTo>
                <a:lnTo>
                  <a:pt x="3465204" y="3363030"/>
                </a:lnTo>
                <a:lnTo>
                  <a:pt x="3472753" y="3361841"/>
                </a:lnTo>
                <a:lnTo>
                  <a:pt x="3480303" y="3360647"/>
                </a:lnTo>
                <a:lnTo>
                  <a:pt x="3487852" y="3359450"/>
                </a:lnTo>
                <a:lnTo>
                  <a:pt x="3495402" y="3358248"/>
                </a:lnTo>
                <a:lnTo>
                  <a:pt x="3502951" y="3357042"/>
                </a:lnTo>
                <a:lnTo>
                  <a:pt x="3510501" y="3355833"/>
                </a:lnTo>
                <a:lnTo>
                  <a:pt x="3518050" y="3354618"/>
                </a:lnTo>
                <a:lnTo>
                  <a:pt x="3525600" y="3353400"/>
                </a:lnTo>
                <a:lnTo>
                  <a:pt x="3533149" y="3352178"/>
                </a:lnTo>
                <a:lnTo>
                  <a:pt x="3540699" y="3350951"/>
                </a:lnTo>
                <a:lnTo>
                  <a:pt x="3548248" y="3349720"/>
                </a:lnTo>
                <a:lnTo>
                  <a:pt x="3555797" y="3348484"/>
                </a:lnTo>
                <a:lnTo>
                  <a:pt x="3563347" y="3347245"/>
                </a:lnTo>
                <a:lnTo>
                  <a:pt x="3570896" y="3346001"/>
                </a:lnTo>
                <a:lnTo>
                  <a:pt x="3578446" y="3344752"/>
                </a:lnTo>
                <a:lnTo>
                  <a:pt x="3585995" y="3343499"/>
                </a:lnTo>
                <a:lnTo>
                  <a:pt x="3593545" y="3342241"/>
                </a:lnTo>
                <a:lnTo>
                  <a:pt x="3601094" y="3340979"/>
                </a:lnTo>
                <a:lnTo>
                  <a:pt x="3608644" y="3339713"/>
                </a:lnTo>
                <a:lnTo>
                  <a:pt x="3616193" y="3338442"/>
                </a:lnTo>
                <a:lnTo>
                  <a:pt x="3623743" y="3337166"/>
                </a:lnTo>
                <a:lnTo>
                  <a:pt x="3631292" y="3335886"/>
                </a:lnTo>
                <a:lnTo>
                  <a:pt x="3638842" y="3334601"/>
                </a:lnTo>
                <a:lnTo>
                  <a:pt x="3646391" y="3333311"/>
                </a:lnTo>
                <a:lnTo>
                  <a:pt x="3653941" y="3332017"/>
                </a:lnTo>
                <a:lnTo>
                  <a:pt x="3661490" y="3330717"/>
                </a:lnTo>
                <a:lnTo>
                  <a:pt x="3669039" y="3329413"/>
                </a:lnTo>
                <a:lnTo>
                  <a:pt x="3676589" y="3328104"/>
                </a:lnTo>
                <a:lnTo>
                  <a:pt x="3684138" y="3326790"/>
                </a:lnTo>
                <a:lnTo>
                  <a:pt x="3691688" y="3325472"/>
                </a:lnTo>
                <a:lnTo>
                  <a:pt x="3699237" y="3324148"/>
                </a:lnTo>
                <a:lnTo>
                  <a:pt x="3706787" y="3322819"/>
                </a:lnTo>
                <a:lnTo>
                  <a:pt x="3714336" y="3321486"/>
                </a:lnTo>
                <a:lnTo>
                  <a:pt x="3721886" y="3320147"/>
                </a:lnTo>
                <a:lnTo>
                  <a:pt x="3729435" y="3318803"/>
                </a:lnTo>
                <a:lnTo>
                  <a:pt x="3736985" y="3317454"/>
                </a:lnTo>
                <a:lnTo>
                  <a:pt x="3744534" y="3316099"/>
                </a:lnTo>
                <a:lnTo>
                  <a:pt x="3752084" y="3314740"/>
                </a:lnTo>
                <a:lnTo>
                  <a:pt x="3759633" y="3313375"/>
                </a:lnTo>
                <a:lnTo>
                  <a:pt x="3767183" y="3312005"/>
                </a:lnTo>
                <a:lnTo>
                  <a:pt x="3774732" y="3310630"/>
                </a:lnTo>
                <a:lnTo>
                  <a:pt x="3782281" y="3309249"/>
                </a:lnTo>
                <a:lnTo>
                  <a:pt x="3789831" y="3307863"/>
                </a:lnTo>
                <a:lnTo>
                  <a:pt x="3797380" y="3306471"/>
                </a:lnTo>
                <a:lnTo>
                  <a:pt x="3804930" y="3305074"/>
                </a:lnTo>
                <a:lnTo>
                  <a:pt x="3812479" y="3303671"/>
                </a:lnTo>
                <a:lnTo>
                  <a:pt x="3820029" y="3302262"/>
                </a:lnTo>
                <a:lnTo>
                  <a:pt x="3827578" y="3300848"/>
                </a:lnTo>
                <a:lnTo>
                  <a:pt x="3835128" y="3299428"/>
                </a:lnTo>
                <a:lnTo>
                  <a:pt x="3842677" y="3298003"/>
                </a:lnTo>
                <a:lnTo>
                  <a:pt x="3850227" y="3296571"/>
                </a:lnTo>
                <a:lnTo>
                  <a:pt x="3857776" y="3295134"/>
                </a:lnTo>
                <a:lnTo>
                  <a:pt x="3865326" y="3293691"/>
                </a:lnTo>
                <a:lnTo>
                  <a:pt x="3872875" y="3292242"/>
                </a:lnTo>
                <a:lnTo>
                  <a:pt x="3880424" y="3290787"/>
                </a:lnTo>
                <a:lnTo>
                  <a:pt x="3887974" y="3289326"/>
                </a:lnTo>
                <a:lnTo>
                  <a:pt x="3895523" y="3287859"/>
                </a:lnTo>
                <a:lnTo>
                  <a:pt x="3903073" y="3286385"/>
                </a:lnTo>
                <a:lnTo>
                  <a:pt x="3910622" y="3284906"/>
                </a:lnTo>
                <a:lnTo>
                  <a:pt x="3918172" y="3283420"/>
                </a:lnTo>
                <a:lnTo>
                  <a:pt x="3925721" y="3281928"/>
                </a:lnTo>
                <a:lnTo>
                  <a:pt x="3933271" y="3280430"/>
                </a:lnTo>
                <a:lnTo>
                  <a:pt x="3940820" y="3278925"/>
                </a:lnTo>
                <a:lnTo>
                  <a:pt x="3948370" y="3277414"/>
                </a:lnTo>
                <a:lnTo>
                  <a:pt x="3955919" y="3275896"/>
                </a:lnTo>
                <a:lnTo>
                  <a:pt x="3963469" y="3274371"/>
                </a:lnTo>
                <a:lnTo>
                  <a:pt x="3971018" y="3272840"/>
                </a:lnTo>
                <a:lnTo>
                  <a:pt x="3978568" y="3271303"/>
                </a:lnTo>
                <a:lnTo>
                  <a:pt x="3986117" y="3269758"/>
                </a:lnTo>
                <a:lnTo>
                  <a:pt x="3993666" y="3268207"/>
                </a:lnTo>
                <a:lnTo>
                  <a:pt x="4001216" y="3266649"/>
                </a:lnTo>
                <a:lnTo>
                  <a:pt x="4008765" y="3265084"/>
                </a:lnTo>
                <a:lnTo>
                  <a:pt x="4016315" y="3263512"/>
                </a:lnTo>
                <a:lnTo>
                  <a:pt x="4023864" y="3261933"/>
                </a:lnTo>
                <a:lnTo>
                  <a:pt x="4031414" y="3260347"/>
                </a:lnTo>
                <a:lnTo>
                  <a:pt x="4038963" y="3258753"/>
                </a:lnTo>
                <a:lnTo>
                  <a:pt x="4046513" y="3257153"/>
                </a:lnTo>
                <a:lnTo>
                  <a:pt x="4054062" y="3255545"/>
                </a:lnTo>
                <a:lnTo>
                  <a:pt x="4061612" y="3253930"/>
                </a:lnTo>
                <a:lnTo>
                  <a:pt x="4069161" y="3252307"/>
                </a:lnTo>
                <a:lnTo>
                  <a:pt x="4076711" y="3250677"/>
                </a:lnTo>
                <a:lnTo>
                  <a:pt x="4084260" y="3249039"/>
                </a:lnTo>
                <a:lnTo>
                  <a:pt x="4091809" y="3247393"/>
                </a:lnTo>
                <a:lnTo>
                  <a:pt x="4099359" y="3245740"/>
                </a:lnTo>
                <a:lnTo>
                  <a:pt x="4106908" y="3244079"/>
                </a:lnTo>
                <a:lnTo>
                  <a:pt x="4114458" y="3242410"/>
                </a:lnTo>
                <a:lnTo>
                  <a:pt x="4122007" y="3240734"/>
                </a:lnTo>
                <a:lnTo>
                  <a:pt x="4129557" y="3239049"/>
                </a:lnTo>
                <a:lnTo>
                  <a:pt x="4137106" y="3237356"/>
                </a:lnTo>
                <a:lnTo>
                  <a:pt x="4144656" y="3235655"/>
                </a:lnTo>
                <a:lnTo>
                  <a:pt x="4152205" y="3233946"/>
                </a:lnTo>
                <a:lnTo>
                  <a:pt x="4159755" y="3232228"/>
                </a:lnTo>
                <a:lnTo>
                  <a:pt x="4167304" y="3230502"/>
                </a:lnTo>
                <a:lnTo>
                  <a:pt x="4174854" y="3228767"/>
                </a:lnTo>
                <a:lnTo>
                  <a:pt x="4182403" y="3227024"/>
                </a:lnTo>
                <a:lnTo>
                  <a:pt x="4189953" y="3225272"/>
                </a:lnTo>
                <a:lnTo>
                  <a:pt x="4197502" y="3223512"/>
                </a:lnTo>
                <a:lnTo>
                  <a:pt x="4205051" y="3221743"/>
                </a:lnTo>
                <a:lnTo>
                  <a:pt x="4212601" y="3219964"/>
                </a:lnTo>
                <a:lnTo>
                  <a:pt x="4220150" y="3218177"/>
                </a:lnTo>
                <a:lnTo>
                  <a:pt x="4227700" y="3216381"/>
                </a:lnTo>
                <a:lnTo>
                  <a:pt x="4235249" y="3214575"/>
                </a:lnTo>
                <a:lnTo>
                  <a:pt x="4242799" y="3212760"/>
                </a:lnTo>
                <a:lnTo>
                  <a:pt x="4250348" y="3210936"/>
                </a:lnTo>
                <a:lnTo>
                  <a:pt x="4257898" y="3209102"/>
                </a:lnTo>
                <a:lnTo>
                  <a:pt x="4265447" y="3207259"/>
                </a:lnTo>
                <a:lnTo>
                  <a:pt x="4272997" y="3205406"/>
                </a:lnTo>
                <a:lnTo>
                  <a:pt x="4280546" y="3203543"/>
                </a:lnTo>
                <a:lnTo>
                  <a:pt x="4288096" y="3201671"/>
                </a:lnTo>
                <a:lnTo>
                  <a:pt x="4295645" y="3199788"/>
                </a:lnTo>
                <a:lnTo>
                  <a:pt x="4303195" y="3197896"/>
                </a:lnTo>
                <a:lnTo>
                  <a:pt x="4310744" y="3195993"/>
                </a:lnTo>
                <a:lnTo>
                  <a:pt x="4318293" y="3194080"/>
                </a:lnTo>
                <a:lnTo>
                  <a:pt x="4325843" y="3192156"/>
                </a:lnTo>
                <a:lnTo>
                  <a:pt x="4333392" y="3190222"/>
                </a:lnTo>
                <a:lnTo>
                  <a:pt x="4340942" y="3188278"/>
                </a:lnTo>
                <a:lnTo>
                  <a:pt x="4348491" y="3186322"/>
                </a:lnTo>
                <a:lnTo>
                  <a:pt x="4356041" y="3184356"/>
                </a:lnTo>
                <a:lnTo>
                  <a:pt x="4363590" y="3182379"/>
                </a:lnTo>
                <a:lnTo>
                  <a:pt x="4371140" y="3180390"/>
                </a:lnTo>
                <a:lnTo>
                  <a:pt x="4378689" y="3178391"/>
                </a:lnTo>
                <a:lnTo>
                  <a:pt x="4386239" y="3176380"/>
                </a:lnTo>
                <a:lnTo>
                  <a:pt x="4393788" y="3174358"/>
                </a:lnTo>
                <a:lnTo>
                  <a:pt x="4401338" y="3172324"/>
                </a:lnTo>
                <a:lnTo>
                  <a:pt x="4408887" y="3170278"/>
                </a:lnTo>
                <a:lnTo>
                  <a:pt x="4416436" y="3168220"/>
                </a:lnTo>
                <a:lnTo>
                  <a:pt x="4423986" y="3166151"/>
                </a:lnTo>
                <a:lnTo>
                  <a:pt x="4431535" y="3164069"/>
                </a:lnTo>
                <a:lnTo>
                  <a:pt x="4439085" y="3161975"/>
                </a:lnTo>
                <a:lnTo>
                  <a:pt x="4446634" y="3159869"/>
                </a:lnTo>
                <a:lnTo>
                  <a:pt x="4454184" y="3157750"/>
                </a:lnTo>
                <a:lnTo>
                  <a:pt x="4461733" y="3155618"/>
                </a:lnTo>
                <a:lnTo>
                  <a:pt x="4469283" y="3153474"/>
                </a:lnTo>
                <a:lnTo>
                  <a:pt x="4476832" y="3151317"/>
                </a:lnTo>
                <a:lnTo>
                  <a:pt x="4484382" y="3149146"/>
                </a:lnTo>
                <a:lnTo>
                  <a:pt x="4491931" y="3146962"/>
                </a:lnTo>
                <a:lnTo>
                  <a:pt x="4499481" y="3144765"/>
                </a:lnTo>
                <a:lnTo>
                  <a:pt x="4507030" y="3142554"/>
                </a:lnTo>
                <a:lnTo>
                  <a:pt x="4514580" y="3140329"/>
                </a:lnTo>
                <a:lnTo>
                  <a:pt x="4522129" y="3138090"/>
                </a:lnTo>
                <a:lnTo>
                  <a:pt x="4529678" y="3135837"/>
                </a:lnTo>
                <a:lnTo>
                  <a:pt x="4537228" y="3133570"/>
                </a:lnTo>
                <a:lnTo>
                  <a:pt x="4544777" y="3131289"/>
                </a:lnTo>
                <a:lnTo>
                  <a:pt x="4552327" y="3128992"/>
                </a:lnTo>
                <a:lnTo>
                  <a:pt x="4559876" y="3126681"/>
                </a:lnTo>
                <a:lnTo>
                  <a:pt x="4567426" y="3124355"/>
                </a:lnTo>
                <a:lnTo>
                  <a:pt x="4574975" y="3122014"/>
                </a:lnTo>
                <a:lnTo>
                  <a:pt x="4582525" y="3119657"/>
                </a:lnTo>
                <a:lnTo>
                  <a:pt x="4590074" y="3117284"/>
                </a:lnTo>
                <a:lnTo>
                  <a:pt x="4597624" y="3114896"/>
                </a:lnTo>
                <a:lnTo>
                  <a:pt x="4605173" y="3112492"/>
                </a:lnTo>
                <a:lnTo>
                  <a:pt x="4612723" y="3110072"/>
                </a:lnTo>
                <a:lnTo>
                  <a:pt x="4620272" y="3107635"/>
                </a:lnTo>
                <a:lnTo>
                  <a:pt x="4627822" y="3105182"/>
                </a:lnTo>
                <a:lnTo>
                  <a:pt x="4635371" y="3102711"/>
                </a:lnTo>
                <a:lnTo>
                  <a:pt x="4642920" y="3100224"/>
                </a:lnTo>
                <a:lnTo>
                  <a:pt x="4650470" y="3097719"/>
                </a:lnTo>
                <a:lnTo>
                  <a:pt x="4658019" y="3095197"/>
                </a:lnTo>
                <a:lnTo>
                  <a:pt x="4665569" y="3092657"/>
                </a:lnTo>
                <a:lnTo>
                  <a:pt x="4673118" y="3090099"/>
                </a:lnTo>
                <a:lnTo>
                  <a:pt x="4680668" y="3087523"/>
                </a:lnTo>
                <a:lnTo>
                  <a:pt x="4688217" y="3084928"/>
                </a:lnTo>
                <a:lnTo>
                  <a:pt x="4695767" y="3082315"/>
                </a:lnTo>
                <a:lnTo>
                  <a:pt x="4703316" y="3079683"/>
                </a:lnTo>
                <a:lnTo>
                  <a:pt x="4710866" y="3077031"/>
                </a:lnTo>
                <a:lnTo>
                  <a:pt x="4718415" y="3074360"/>
                </a:lnTo>
                <a:lnTo>
                  <a:pt x="4725965" y="3071669"/>
                </a:lnTo>
                <a:lnTo>
                  <a:pt x="4733514" y="3068957"/>
                </a:lnTo>
                <a:lnTo>
                  <a:pt x="4741063" y="3066226"/>
                </a:lnTo>
                <a:lnTo>
                  <a:pt x="4748613" y="3063474"/>
                </a:lnTo>
                <a:lnTo>
                  <a:pt x="4756162" y="3060700"/>
                </a:lnTo>
                <a:lnTo>
                  <a:pt x="4763712" y="3057906"/>
                </a:lnTo>
                <a:lnTo>
                  <a:pt x="4771261" y="3055090"/>
                </a:lnTo>
                <a:lnTo>
                  <a:pt x="4778811" y="3052252"/>
                </a:lnTo>
                <a:lnTo>
                  <a:pt x="4786360" y="3049392"/>
                </a:lnTo>
                <a:lnTo>
                  <a:pt x="4793910" y="3046509"/>
                </a:lnTo>
                <a:lnTo>
                  <a:pt x="4801459" y="3043603"/>
                </a:lnTo>
                <a:lnTo>
                  <a:pt x="4809009" y="3040675"/>
                </a:lnTo>
                <a:lnTo>
                  <a:pt x="4816558" y="3037722"/>
                </a:lnTo>
                <a:lnTo>
                  <a:pt x="4824108" y="3034746"/>
                </a:lnTo>
                <a:lnTo>
                  <a:pt x="4831657" y="3031745"/>
                </a:lnTo>
                <a:lnTo>
                  <a:pt x="4839207" y="3028720"/>
                </a:lnTo>
                <a:lnTo>
                  <a:pt x="4846756" y="3025669"/>
                </a:lnTo>
                <a:lnTo>
                  <a:pt x="4854305" y="3022593"/>
                </a:lnTo>
                <a:lnTo>
                  <a:pt x="4861855" y="3019492"/>
                </a:lnTo>
                <a:lnTo>
                  <a:pt x="4869404" y="3016364"/>
                </a:lnTo>
                <a:lnTo>
                  <a:pt x="4876954" y="3013209"/>
                </a:lnTo>
                <a:lnTo>
                  <a:pt x="4884503" y="3010027"/>
                </a:lnTo>
                <a:lnTo>
                  <a:pt x="4892053" y="3006818"/>
                </a:lnTo>
                <a:lnTo>
                  <a:pt x="4899602" y="3003580"/>
                </a:lnTo>
                <a:lnTo>
                  <a:pt x="4907152" y="3000315"/>
                </a:lnTo>
                <a:lnTo>
                  <a:pt x="4914701" y="2997020"/>
                </a:lnTo>
                <a:lnTo>
                  <a:pt x="4922251" y="2993696"/>
                </a:lnTo>
                <a:lnTo>
                  <a:pt x="4929800" y="2990342"/>
                </a:lnTo>
                <a:lnTo>
                  <a:pt x="4937350" y="2986957"/>
                </a:lnTo>
                <a:lnTo>
                  <a:pt x="4944899" y="2983542"/>
                </a:lnTo>
                <a:lnTo>
                  <a:pt x="4952448" y="2980095"/>
                </a:lnTo>
                <a:lnTo>
                  <a:pt x="4959998" y="2976616"/>
                </a:lnTo>
                <a:lnTo>
                  <a:pt x="4967547" y="2973105"/>
                </a:lnTo>
                <a:lnTo>
                  <a:pt x="4975097" y="2969561"/>
                </a:lnTo>
                <a:lnTo>
                  <a:pt x="4982646" y="2965983"/>
                </a:lnTo>
                <a:lnTo>
                  <a:pt x="4990196" y="2962370"/>
                </a:lnTo>
                <a:lnTo>
                  <a:pt x="4997745" y="2958723"/>
                </a:lnTo>
                <a:lnTo>
                  <a:pt x="5005295" y="2955040"/>
                </a:lnTo>
                <a:lnTo>
                  <a:pt x="5012844" y="2951321"/>
                </a:lnTo>
                <a:lnTo>
                  <a:pt x="5020394" y="2947565"/>
                </a:lnTo>
                <a:lnTo>
                  <a:pt x="5027943" y="2943772"/>
                </a:lnTo>
                <a:lnTo>
                  <a:pt x="5035493" y="2939941"/>
                </a:lnTo>
                <a:lnTo>
                  <a:pt x="5043042" y="2936071"/>
                </a:lnTo>
                <a:lnTo>
                  <a:pt x="5050592" y="2932161"/>
                </a:lnTo>
                <a:lnTo>
                  <a:pt x="5058141" y="2928210"/>
                </a:lnTo>
                <a:lnTo>
                  <a:pt x="5065690" y="2924219"/>
                </a:lnTo>
                <a:lnTo>
                  <a:pt x="5073240" y="2920185"/>
                </a:lnTo>
                <a:lnTo>
                  <a:pt x="5080789" y="2916109"/>
                </a:lnTo>
                <a:lnTo>
                  <a:pt x="5088339" y="2911990"/>
                </a:lnTo>
                <a:lnTo>
                  <a:pt x="5095888" y="2907825"/>
                </a:lnTo>
                <a:lnTo>
                  <a:pt x="5103438" y="2903616"/>
                </a:lnTo>
                <a:lnTo>
                  <a:pt x="5110987" y="2899360"/>
                </a:lnTo>
                <a:lnTo>
                  <a:pt x="5118537" y="2895057"/>
                </a:lnTo>
                <a:lnTo>
                  <a:pt x="5126086" y="2890706"/>
                </a:lnTo>
                <a:lnTo>
                  <a:pt x="5133636" y="2886306"/>
                </a:lnTo>
                <a:lnTo>
                  <a:pt x="5141185" y="2881856"/>
                </a:lnTo>
                <a:lnTo>
                  <a:pt x="5148735" y="2877354"/>
                </a:lnTo>
                <a:lnTo>
                  <a:pt x="5156284" y="2872801"/>
                </a:lnTo>
                <a:lnTo>
                  <a:pt x="5163834" y="2868194"/>
                </a:lnTo>
                <a:lnTo>
                  <a:pt x="5171383" y="2863532"/>
                </a:lnTo>
                <a:lnTo>
                  <a:pt x="5178932" y="2858815"/>
                </a:lnTo>
                <a:lnTo>
                  <a:pt x="5186482" y="2854041"/>
                </a:lnTo>
                <a:lnTo>
                  <a:pt x="5194031" y="2849208"/>
                </a:lnTo>
                <a:lnTo>
                  <a:pt x="5201581" y="2844316"/>
                </a:lnTo>
                <a:lnTo>
                  <a:pt x="5209130" y="2839364"/>
                </a:lnTo>
                <a:lnTo>
                  <a:pt x="5216680" y="2834349"/>
                </a:lnTo>
                <a:lnTo>
                  <a:pt x="5224229" y="2829271"/>
                </a:lnTo>
                <a:lnTo>
                  <a:pt x="5231779" y="2824127"/>
                </a:lnTo>
                <a:lnTo>
                  <a:pt x="5239328" y="2818917"/>
                </a:lnTo>
                <a:lnTo>
                  <a:pt x="5246878" y="2813639"/>
                </a:lnTo>
                <a:lnTo>
                  <a:pt x="5254427" y="2808291"/>
                </a:lnTo>
                <a:lnTo>
                  <a:pt x="5261977" y="2802872"/>
                </a:lnTo>
                <a:lnTo>
                  <a:pt x="5269526" y="2797379"/>
                </a:lnTo>
                <a:lnTo>
                  <a:pt x="5277075" y="2791812"/>
                </a:lnTo>
                <a:lnTo>
                  <a:pt x="5284625" y="2786167"/>
                </a:lnTo>
                <a:lnTo>
                  <a:pt x="5292174" y="2780444"/>
                </a:lnTo>
                <a:lnTo>
                  <a:pt x="5299724" y="2774641"/>
                </a:lnTo>
                <a:lnTo>
                  <a:pt x="5307273" y="2768754"/>
                </a:lnTo>
                <a:lnTo>
                  <a:pt x="5314823" y="2762783"/>
                </a:lnTo>
                <a:lnTo>
                  <a:pt x="5322372" y="2756724"/>
                </a:lnTo>
                <a:lnTo>
                  <a:pt x="5329922" y="2750576"/>
                </a:lnTo>
                <a:lnTo>
                  <a:pt x="5337471" y="2744337"/>
                </a:lnTo>
                <a:lnTo>
                  <a:pt x="5345021" y="2738003"/>
                </a:lnTo>
                <a:lnTo>
                  <a:pt x="5352570" y="2731572"/>
                </a:lnTo>
                <a:lnTo>
                  <a:pt x="5360120" y="2725042"/>
                </a:lnTo>
                <a:lnTo>
                  <a:pt x="5367669" y="2718409"/>
                </a:lnTo>
                <a:lnTo>
                  <a:pt x="5375219" y="2711671"/>
                </a:lnTo>
                <a:lnTo>
                  <a:pt x="5382768" y="2704826"/>
                </a:lnTo>
                <a:lnTo>
                  <a:pt x="5390317" y="2697869"/>
                </a:lnTo>
                <a:lnTo>
                  <a:pt x="5397867" y="2690797"/>
                </a:lnTo>
                <a:lnTo>
                  <a:pt x="5405416" y="2683608"/>
                </a:lnTo>
                <a:lnTo>
                  <a:pt x="5412966" y="2676297"/>
                </a:lnTo>
                <a:lnTo>
                  <a:pt x="5420515" y="2668861"/>
                </a:lnTo>
                <a:lnTo>
                  <a:pt x="5428065" y="2661296"/>
                </a:lnTo>
                <a:lnTo>
                  <a:pt x="5435614" y="2653599"/>
                </a:lnTo>
                <a:lnTo>
                  <a:pt x="5443164" y="2645764"/>
                </a:lnTo>
                <a:lnTo>
                  <a:pt x="5450713" y="2637788"/>
                </a:lnTo>
                <a:lnTo>
                  <a:pt x="5458263" y="2629666"/>
                </a:lnTo>
                <a:lnTo>
                  <a:pt x="5465812" y="2621393"/>
                </a:lnTo>
                <a:lnTo>
                  <a:pt x="5473362" y="2612965"/>
                </a:lnTo>
                <a:lnTo>
                  <a:pt x="5480911" y="2604375"/>
                </a:lnTo>
                <a:lnTo>
                  <a:pt x="5488461" y="2595619"/>
                </a:lnTo>
                <a:lnTo>
                  <a:pt x="5496010" y="2586691"/>
                </a:lnTo>
                <a:lnTo>
                  <a:pt x="5503559" y="2577585"/>
                </a:lnTo>
                <a:lnTo>
                  <a:pt x="5511109" y="2568294"/>
                </a:lnTo>
                <a:lnTo>
                  <a:pt x="5518658" y="2558812"/>
                </a:lnTo>
                <a:lnTo>
                  <a:pt x="5526208" y="2549131"/>
                </a:lnTo>
                <a:lnTo>
                  <a:pt x="5533757" y="2539245"/>
                </a:lnTo>
                <a:lnTo>
                  <a:pt x="5541307" y="2529146"/>
                </a:lnTo>
                <a:lnTo>
                  <a:pt x="5548856" y="2518826"/>
                </a:lnTo>
                <a:lnTo>
                  <a:pt x="5556406" y="2508275"/>
                </a:lnTo>
                <a:lnTo>
                  <a:pt x="5563955" y="2497485"/>
                </a:lnTo>
                <a:lnTo>
                  <a:pt x="5571505" y="2486447"/>
                </a:lnTo>
                <a:lnTo>
                  <a:pt x="5579054" y="2475149"/>
                </a:lnTo>
                <a:lnTo>
                  <a:pt x="5586604" y="2463582"/>
                </a:lnTo>
                <a:lnTo>
                  <a:pt x="5594153" y="2451734"/>
                </a:lnTo>
                <a:lnTo>
                  <a:pt x="5601702" y="2439593"/>
                </a:lnTo>
                <a:lnTo>
                  <a:pt x="5609252" y="2427145"/>
                </a:lnTo>
                <a:lnTo>
                  <a:pt x="5616801" y="2414378"/>
                </a:lnTo>
                <a:lnTo>
                  <a:pt x="5624351" y="2401277"/>
                </a:lnTo>
                <a:lnTo>
                  <a:pt x="5631900" y="2387827"/>
                </a:lnTo>
                <a:lnTo>
                  <a:pt x="5639450" y="2374011"/>
                </a:lnTo>
                <a:lnTo>
                  <a:pt x="5646999" y="2359811"/>
                </a:lnTo>
                <a:lnTo>
                  <a:pt x="5654549" y="2345208"/>
                </a:lnTo>
                <a:lnTo>
                  <a:pt x="5662098" y="2330184"/>
                </a:lnTo>
                <a:lnTo>
                  <a:pt x="5669648" y="2314715"/>
                </a:lnTo>
                <a:lnTo>
                  <a:pt x="5677197" y="2298779"/>
                </a:lnTo>
                <a:lnTo>
                  <a:pt x="5684747" y="2282352"/>
                </a:lnTo>
                <a:lnTo>
                  <a:pt x="5692296" y="2265405"/>
                </a:lnTo>
                <a:lnTo>
                  <a:pt x="5699846" y="2247912"/>
                </a:lnTo>
                <a:lnTo>
                  <a:pt x="5707395" y="2229839"/>
                </a:lnTo>
                <a:lnTo>
                  <a:pt x="5714944" y="2211155"/>
                </a:lnTo>
                <a:lnTo>
                  <a:pt x="5722494" y="2191821"/>
                </a:lnTo>
                <a:lnTo>
                  <a:pt x="5730043" y="2171799"/>
                </a:lnTo>
                <a:lnTo>
                  <a:pt x="5737593" y="2151046"/>
                </a:lnTo>
                <a:lnTo>
                  <a:pt x="5745142" y="2129514"/>
                </a:lnTo>
                <a:lnTo>
                  <a:pt x="5752692" y="2107152"/>
                </a:lnTo>
                <a:lnTo>
                  <a:pt x="5760241" y="2083904"/>
                </a:lnTo>
                <a:lnTo>
                  <a:pt x="5767791" y="2059707"/>
                </a:lnTo>
                <a:lnTo>
                  <a:pt x="5775340" y="2034495"/>
                </a:lnTo>
                <a:lnTo>
                  <a:pt x="5782890" y="2008192"/>
                </a:lnTo>
                <a:lnTo>
                  <a:pt x="5790439" y="1980714"/>
                </a:lnTo>
                <a:lnTo>
                  <a:pt x="5797989" y="1951970"/>
                </a:lnTo>
                <a:lnTo>
                  <a:pt x="5805538" y="1921857"/>
                </a:lnTo>
                <a:lnTo>
                  <a:pt x="5813087" y="1890260"/>
                </a:lnTo>
                <a:lnTo>
                  <a:pt x="5820637" y="1857050"/>
                </a:lnTo>
                <a:lnTo>
                  <a:pt x="5828186" y="1822081"/>
                </a:lnTo>
                <a:lnTo>
                  <a:pt x="5835736" y="1785191"/>
                </a:lnTo>
                <a:lnTo>
                  <a:pt x="5843285" y="1746191"/>
                </a:lnTo>
                <a:lnTo>
                  <a:pt x="5850835" y="1704869"/>
                </a:lnTo>
                <a:lnTo>
                  <a:pt x="5858384" y="1660981"/>
                </a:lnTo>
                <a:lnTo>
                  <a:pt x="5865934" y="1614245"/>
                </a:lnTo>
                <a:lnTo>
                  <a:pt x="5873483" y="1564332"/>
                </a:lnTo>
                <a:lnTo>
                  <a:pt x="5881033" y="1510859"/>
                </a:lnTo>
                <a:lnTo>
                  <a:pt x="5888582" y="1453375"/>
                </a:lnTo>
                <a:lnTo>
                  <a:pt x="5896132" y="1391345"/>
                </a:lnTo>
                <a:lnTo>
                  <a:pt x="5903681" y="1324124"/>
                </a:lnTo>
                <a:lnTo>
                  <a:pt x="5911231" y="1250938"/>
                </a:lnTo>
                <a:lnTo>
                  <a:pt x="5918780" y="1170834"/>
                </a:lnTo>
                <a:lnTo>
                  <a:pt x="5926329" y="1082634"/>
                </a:lnTo>
                <a:lnTo>
                  <a:pt x="5933879" y="984860"/>
                </a:lnTo>
                <a:lnTo>
                  <a:pt x="5941428" y="875621"/>
                </a:lnTo>
                <a:lnTo>
                  <a:pt x="5948978" y="752460"/>
                </a:lnTo>
                <a:lnTo>
                  <a:pt x="5956527" y="612114"/>
                </a:lnTo>
                <a:lnTo>
                  <a:pt x="5964077" y="450132"/>
                </a:lnTo>
                <a:lnTo>
                  <a:pt x="5971626" y="260261"/>
                </a:lnTo>
                <a:lnTo>
                  <a:pt x="5979176" y="33382"/>
                </a:lnTo>
                <a:lnTo>
                  <a:pt x="5986725" y="0"/>
                </a:lnTo>
                <a:lnTo>
                  <a:pt x="5994275" y="0"/>
                </a:lnTo>
                <a:lnTo>
                  <a:pt x="6001824" y="0"/>
                </a:lnTo>
                <a:lnTo>
                  <a:pt x="6009374" y="0"/>
                </a:lnTo>
                <a:lnTo>
                  <a:pt x="6016923" y="0"/>
                </a:lnTo>
                <a:lnTo>
                  <a:pt x="6024473" y="0"/>
                </a:lnTo>
                <a:lnTo>
                  <a:pt x="6032022" y="0"/>
                </a:lnTo>
                <a:lnTo>
                  <a:pt x="6032022" y="3657600"/>
                </a:lnTo>
                <a:lnTo>
                  <a:pt x="6024473" y="3657600"/>
                </a:lnTo>
                <a:lnTo>
                  <a:pt x="6016923" y="3657600"/>
                </a:lnTo>
                <a:lnTo>
                  <a:pt x="6009374" y="3657600"/>
                </a:lnTo>
                <a:lnTo>
                  <a:pt x="6001824" y="3657600"/>
                </a:lnTo>
                <a:lnTo>
                  <a:pt x="5994275" y="3657600"/>
                </a:lnTo>
                <a:lnTo>
                  <a:pt x="5986725" y="3657600"/>
                </a:lnTo>
                <a:lnTo>
                  <a:pt x="5979176" y="3657600"/>
                </a:lnTo>
                <a:lnTo>
                  <a:pt x="5971626" y="3657600"/>
                </a:lnTo>
                <a:lnTo>
                  <a:pt x="5964077" y="3657600"/>
                </a:lnTo>
                <a:lnTo>
                  <a:pt x="5956527" y="3657600"/>
                </a:lnTo>
                <a:lnTo>
                  <a:pt x="5948978" y="3657600"/>
                </a:lnTo>
                <a:lnTo>
                  <a:pt x="5941428" y="3657600"/>
                </a:lnTo>
                <a:lnTo>
                  <a:pt x="5933879" y="3657600"/>
                </a:lnTo>
                <a:lnTo>
                  <a:pt x="5926329" y="3657600"/>
                </a:lnTo>
                <a:lnTo>
                  <a:pt x="5918780" y="3657600"/>
                </a:lnTo>
                <a:lnTo>
                  <a:pt x="5911231" y="3657600"/>
                </a:lnTo>
                <a:lnTo>
                  <a:pt x="5903681" y="3657600"/>
                </a:lnTo>
                <a:lnTo>
                  <a:pt x="5896132" y="3657600"/>
                </a:lnTo>
                <a:lnTo>
                  <a:pt x="5888582" y="3657600"/>
                </a:lnTo>
                <a:lnTo>
                  <a:pt x="5881033" y="3657600"/>
                </a:lnTo>
                <a:lnTo>
                  <a:pt x="5873483" y="3657600"/>
                </a:lnTo>
                <a:lnTo>
                  <a:pt x="5865934" y="3657600"/>
                </a:lnTo>
                <a:lnTo>
                  <a:pt x="5858384" y="3657600"/>
                </a:lnTo>
                <a:lnTo>
                  <a:pt x="5850835" y="3657600"/>
                </a:lnTo>
                <a:lnTo>
                  <a:pt x="5843285" y="3657600"/>
                </a:lnTo>
                <a:lnTo>
                  <a:pt x="5835736" y="3657600"/>
                </a:lnTo>
                <a:lnTo>
                  <a:pt x="5828186" y="3657600"/>
                </a:lnTo>
                <a:lnTo>
                  <a:pt x="5820637" y="3657600"/>
                </a:lnTo>
                <a:lnTo>
                  <a:pt x="5813087" y="3657600"/>
                </a:lnTo>
                <a:lnTo>
                  <a:pt x="5805538" y="3657600"/>
                </a:lnTo>
                <a:lnTo>
                  <a:pt x="5797989" y="3657600"/>
                </a:lnTo>
                <a:lnTo>
                  <a:pt x="5790439" y="3657600"/>
                </a:lnTo>
                <a:lnTo>
                  <a:pt x="5782890" y="3657600"/>
                </a:lnTo>
                <a:lnTo>
                  <a:pt x="5775340" y="3657600"/>
                </a:lnTo>
                <a:lnTo>
                  <a:pt x="5767791" y="3657600"/>
                </a:lnTo>
                <a:lnTo>
                  <a:pt x="5760241" y="3657600"/>
                </a:lnTo>
                <a:lnTo>
                  <a:pt x="5752692" y="3657600"/>
                </a:lnTo>
                <a:lnTo>
                  <a:pt x="5745142" y="3657600"/>
                </a:lnTo>
                <a:lnTo>
                  <a:pt x="5737593" y="3657600"/>
                </a:lnTo>
                <a:lnTo>
                  <a:pt x="5730043" y="3657600"/>
                </a:lnTo>
                <a:lnTo>
                  <a:pt x="5722494" y="3657600"/>
                </a:lnTo>
                <a:lnTo>
                  <a:pt x="5714944" y="3657600"/>
                </a:lnTo>
                <a:lnTo>
                  <a:pt x="5707395" y="3657600"/>
                </a:lnTo>
                <a:lnTo>
                  <a:pt x="5699846" y="3657600"/>
                </a:lnTo>
                <a:lnTo>
                  <a:pt x="5692296" y="3657600"/>
                </a:lnTo>
                <a:lnTo>
                  <a:pt x="5684747" y="3657600"/>
                </a:lnTo>
                <a:lnTo>
                  <a:pt x="5677197" y="3657600"/>
                </a:lnTo>
                <a:lnTo>
                  <a:pt x="5669648" y="3657600"/>
                </a:lnTo>
                <a:lnTo>
                  <a:pt x="5662098" y="3657600"/>
                </a:lnTo>
                <a:lnTo>
                  <a:pt x="5654549" y="3657600"/>
                </a:lnTo>
                <a:lnTo>
                  <a:pt x="5646999" y="3657600"/>
                </a:lnTo>
                <a:lnTo>
                  <a:pt x="5639450" y="3657600"/>
                </a:lnTo>
                <a:lnTo>
                  <a:pt x="5631900" y="3657600"/>
                </a:lnTo>
                <a:lnTo>
                  <a:pt x="5624351" y="3657600"/>
                </a:lnTo>
                <a:lnTo>
                  <a:pt x="5616801" y="3657600"/>
                </a:lnTo>
                <a:lnTo>
                  <a:pt x="5609252" y="3657600"/>
                </a:lnTo>
                <a:lnTo>
                  <a:pt x="5601702" y="3657600"/>
                </a:lnTo>
                <a:lnTo>
                  <a:pt x="5594153" y="3657600"/>
                </a:lnTo>
                <a:lnTo>
                  <a:pt x="5586604" y="3657600"/>
                </a:lnTo>
                <a:lnTo>
                  <a:pt x="5579054" y="3657600"/>
                </a:lnTo>
                <a:lnTo>
                  <a:pt x="5571505" y="3657600"/>
                </a:lnTo>
                <a:lnTo>
                  <a:pt x="5563955" y="3657600"/>
                </a:lnTo>
                <a:lnTo>
                  <a:pt x="5556406" y="3657600"/>
                </a:lnTo>
                <a:lnTo>
                  <a:pt x="5548856" y="3657600"/>
                </a:lnTo>
                <a:lnTo>
                  <a:pt x="5541307" y="3657600"/>
                </a:lnTo>
                <a:lnTo>
                  <a:pt x="5533757" y="3657600"/>
                </a:lnTo>
                <a:lnTo>
                  <a:pt x="5526208" y="3657600"/>
                </a:lnTo>
                <a:lnTo>
                  <a:pt x="5518658" y="3657600"/>
                </a:lnTo>
                <a:lnTo>
                  <a:pt x="5511109" y="3657600"/>
                </a:lnTo>
                <a:lnTo>
                  <a:pt x="5503559" y="3657600"/>
                </a:lnTo>
                <a:lnTo>
                  <a:pt x="5496010" y="3657600"/>
                </a:lnTo>
                <a:lnTo>
                  <a:pt x="5488461" y="3657600"/>
                </a:lnTo>
                <a:lnTo>
                  <a:pt x="5480911" y="3657600"/>
                </a:lnTo>
                <a:lnTo>
                  <a:pt x="5473362" y="3657600"/>
                </a:lnTo>
                <a:lnTo>
                  <a:pt x="5465812" y="3657600"/>
                </a:lnTo>
                <a:lnTo>
                  <a:pt x="5458263" y="3657600"/>
                </a:lnTo>
                <a:lnTo>
                  <a:pt x="5450713" y="3657600"/>
                </a:lnTo>
                <a:lnTo>
                  <a:pt x="5443164" y="3657600"/>
                </a:lnTo>
                <a:lnTo>
                  <a:pt x="5435614" y="3657600"/>
                </a:lnTo>
                <a:lnTo>
                  <a:pt x="5428065" y="3657600"/>
                </a:lnTo>
                <a:lnTo>
                  <a:pt x="5420515" y="3657600"/>
                </a:lnTo>
                <a:lnTo>
                  <a:pt x="5412966" y="3657600"/>
                </a:lnTo>
                <a:lnTo>
                  <a:pt x="5405416" y="3657600"/>
                </a:lnTo>
                <a:lnTo>
                  <a:pt x="5397867" y="3657600"/>
                </a:lnTo>
                <a:lnTo>
                  <a:pt x="5390317" y="3657600"/>
                </a:lnTo>
                <a:lnTo>
                  <a:pt x="5382768" y="3657600"/>
                </a:lnTo>
                <a:lnTo>
                  <a:pt x="5375219" y="3657600"/>
                </a:lnTo>
                <a:lnTo>
                  <a:pt x="5367669" y="3657600"/>
                </a:lnTo>
                <a:lnTo>
                  <a:pt x="5360120" y="3657600"/>
                </a:lnTo>
                <a:lnTo>
                  <a:pt x="5352570" y="3657600"/>
                </a:lnTo>
                <a:lnTo>
                  <a:pt x="5345021" y="3657600"/>
                </a:lnTo>
                <a:lnTo>
                  <a:pt x="5337471" y="3657600"/>
                </a:lnTo>
                <a:lnTo>
                  <a:pt x="5329922" y="3657600"/>
                </a:lnTo>
                <a:lnTo>
                  <a:pt x="5322372" y="3657600"/>
                </a:lnTo>
                <a:lnTo>
                  <a:pt x="5314823" y="3657600"/>
                </a:lnTo>
                <a:lnTo>
                  <a:pt x="5307273" y="3657600"/>
                </a:lnTo>
                <a:lnTo>
                  <a:pt x="5299724" y="3657600"/>
                </a:lnTo>
                <a:lnTo>
                  <a:pt x="5292174" y="3657600"/>
                </a:lnTo>
                <a:lnTo>
                  <a:pt x="5284625" y="3657600"/>
                </a:lnTo>
                <a:lnTo>
                  <a:pt x="5277075" y="3657600"/>
                </a:lnTo>
                <a:lnTo>
                  <a:pt x="5269526" y="3657600"/>
                </a:lnTo>
                <a:lnTo>
                  <a:pt x="5261977" y="3657600"/>
                </a:lnTo>
                <a:lnTo>
                  <a:pt x="5254427" y="3657600"/>
                </a:lnTo>
                <a:lnTo>
                  <a:pt x="5246878" y="3657600"/>
                </a:lnTo>
                <a:lnTo>
                  <a:pt x="5239328" y="3657600"/>
                </a:lnTo>
                <a:lnTo>
                  <a:pt x="5231779" y="3657600"/>
                </a:lnTo>
                <a:lnTo>
                  <a:pt x="5224229" y="3657600"/>
                </a:lnTo>
                <a:lnTo>
                  <a:pt x="5216680" y="3657600"/>
                </a:lnTo>
                <a:lnTo>
                  <a:pt x="5209130" y="3657600"/>
                </a:lnTo>
                <a:lnTo>
                  <a:pt x="5201581" y="3657600"/>
                </a:lnTo>
                <a:lnTo>
                  <a:pt x="5194031" y="3657600"/>
                </a:lnTo>
                <a:lnTo>
                  <a:pt x="5186482" y="3657600"/>
                </a:lnTo>
                <a:lnTo>
                  <a:pt x="5178932" y="3657600"/>
                </a:lnTo>
                <a:lnTo>
                  <a:pt x="5171383" y="3657600"/>
                </a:lnTo>
                <a:lnTo>
                  <a:pt x="5163834" y="3657600"/>
                </a:lnTo>
                <a:lnTo>
                  <a:pt x="5156284" y="3657600"/>
                </a:lnTo>
                <a:lnTo>
                  <a:pt x="5148735" y="3657600"/>
                </a:lnTo>
                <a:lnTo>
                  <a:pt x="5141185" y="3657600"/>
                </a:lnTo>
                <a:lnTo>
                  <a:pt x="5133636" y="3657600"/>
                </a:lnTo>
                <a:lnTo>
                  <a:pt x="5126086" y="3657600"/>
                </a:lnTo>
                <a:lnTo>
                  <a:pt x="5118537" y="3657600"/>
                </a:lnTo>
                <a:lnTo>
                  <a:pt x="5110987" y="3657600"/>
                </a:lnTo>
                <a:lnTo>
                  <a:pt x="5103438" y="3657600"/>
                </a:lnTo>
                <a:lnTo>
                  <a:pt x="5095888" y="3657600"/>
                </a:lnTo>
                <a:lnTo>
                  <a:pt x="5088339" y="3657600"/>
                </a:lnTo>
                <a:lnTo>
                  <a:pt x="5080789" y="3657600"/>
                </a:lnTo>
                <a:lnTo>
                  <a:pt x="5073240" y="3657600"/>
                </a:lnTo>
                <a:lnTo>
                  <a:pt x="5065690" y="3657600"/>
                </a:lnTo>
                <a:lnTo>
                  <a:pt x="5058141" y="3657600"/>
                </a:lnTo>
                <a:lnTo>
                  <a:pt x="5050592" y="3657600"/>
                </a:lnTo>
                <a:lnTo>
                  <a:pt x="5043042" y="3657600"/>
                </a:lnTo>
                <a:lnTo>
                  <a:pt x="5035493" y="3657600"/>
                </a:lnTo>
                <a:lnTo>
                  <a:pt x="5027943" y="3657600"/>
                </a:lnTo>
                <a:lnTo>
                  <a:pt x="5020394" y="3657600"/>
                </a:lnTo>
                <a:lnTo>
                  <a:pt x="5012844" y="3657600"/>
                </a:lnTo>
                <a:lnTo>
                  <a:pt x="5005295" y="3657600"/>
                </a:lnTo>
                <a:lnTo>
                  <a:pt x="4997745" y="3657600"/>
                </a:lnTo>
                <a:lnTo>
                  <a:pt x="4990196" y="3657600"/>
                </a:lnTo>
                <a:lnTo>
                  <a:pt x="4982646" y="3657600"/>
                </a:lnTo>
                <a:lnTo>
                  <a:pt x="4975097" y="3657600"/>
                </a:lnTo>
                <a:lnTo>
                  <a:pt x="4967547" y="3657600"/>
                </a:lnTo>
                <a:lnTo>
                  <a:pt x="4959998" y="3657600"/>
                </a:lnTo>
                <a:lnTo>
                  <a:pt x="4952448" y="3657600"/>
                </a:lnTo>
                <a:lnTo>
                  <a:pt x="4944899" y="3657600"/>
                </a:lnTo>
                <a:lnTo>
                  <a:pt x="4937350" y="3657600"/>
                </a:lnTo>
                <a:lnTo>
                  <a:pt x="4929800" y="3657600"/>
                </a:lnTo>
                <a:lnTo>
                  <a:pt x="4922251" y="3657600"/>
                </a:lnTo>
                <a:lnTo>
                  <a:pt x="4914701" y="3657600"/>
                </a:lnTo>
                <a:lnTo>
                  <a:pt x="4907152" y="3657600"/>
                </a:lnTo>
                <a:lnTo>
                  <a:pt x="4899602" y="3657600"/>
                </a:lnTo>
                <a:lnTo>
                  <a:pt x="4892053" y="3657600"/>
                </a:lnTo>
                <a:lnTo>
                  <a:pt x="4884503" y="3657600"/>
                </a:lnTo>
                <a:lnTo>
                  <a:pt x="4876954" y="3657600"/>
                </a:lnTo>
                <a:lnTo>
                  <a:pt x="4869404" y="3657600"/>
                </a:lnTo>
                <a:lnTo>
                  <a:pt x="4861855" y="3657600"/>
                </a:lnTo>
                <a:lnTo>
                  <a:pt x="4854305" y="3657600"/>
                </a:lnTo>
                <a:lnTo>
                  <a:pt x="4846756" y="3657600"/>
                </a:lnTo>
                <a:lnTo>
                  <a:pt x="4839207" y="3657600"/>
                </a:lnTo>
                <a:lnTo>
                  <a:pt x="4831657" y="3657600"/>
                </a:lnTo>
                <a:lnTo>
                  <a:pt x="4824108" y="3657600"/>
                </a:lnTo>
                <a:lnTo>
                  <a:pt x="4816558" y="3657600"/>
                </a:lnTo>
                <a:lnTo>
                  <a:pt x="4809009" y="3657600"/>
                </a:lnTo>
                <a:lnTo>
                  <a:pt x="4801459" y="3657600"/>
                </a:lnTo>
                <a:lnTo>
                  <a:pt x="4793910" y="3657600"/>
                </a:lnTo>
                <a:lnTo>
                  <a:pt x="4786360" y="3657600"/>
                </a:lnTo>
                <a:lnTo>
                  <a:pt x="4778811" y="3657600"/>
                </a:lnTo>
                <a:lnTo>
                  <a:pt x="4771261" y="3657600"/>
                </a:lnTo>
                <a:lnTo>
                  <a:pt x="4763712" y="3657600"/>
                </a:lnTo>
                <a:lnTo>
                  <a:pt x="4756162" y="3657600"/>
                </a:lnTo>
                <a:lnTo>
                  <a:pt x="4748613" y="3657600"/>
                </a:lnTo>
                <a:lnTo>
                  <a:pt x="4741063" y="3657600"/>
                </a:lnTo>
                <a:lnTo>
                  <a:pt x="4733514" y="3657600"/>
                </a:lnTo>
                <a:lnTo>
                  <a:pt x="4725965" y="3657600"/>
                </a:lnTo>
                <a:lnTo>
                  <a:pt x="4718415" y="3657600"/>
                </a:lnTo>
                <a:lnTo>
                  <a:pt x="4710866" y="3657600"/>
                </a:lnTo>
                <a:lnTo>
                  <a:pt x="4703316" y="3657600"/>
                </a:lnTo>
                <a:lnTo>
                  <a:pt x="4695767" y="3657600"/>
                </a:lnTo>
                <a:lnTo>
                  <a:pt x="4688217" y="3657600"/>
                </a:lnTo>
                <a:lnTo>
                  <a:pt x="4680668" y="3657600"/>
                </a:lnTo>
                <a:lnTo>
                  <a:pt x="4673118" y="3657600"/>
                </a:lnTo>
                <a:lnTo>
                  <a:pt x="4665569" y="3657600"/>
                </a:lnTo>
                <a:lnTo>
                  <a:pt x="4658019" y="3657600"/>
                </a:lnTo>
                <a:lnTo>
                  <a:pt x="4650470" y="3657600"/>
                </a:lnTo>
                <a:lnTo>
                  <a:pt x="4642920" y="3657600"/>
                </a:lnTo>
                <a:lnTo>
                  <a:pt x="4635371" y="3657600"/>
                </a:lnTo>
                <a:lnTo>
                  <a:pt x="4627822" y="3657600"/>
                </a:lnTo>
                <a:lnTo>
                  <a:pt x="4620272" y="3657600"/>
                </a:lnTo>
                <a:lnTo>
                  <a:pt x="4612723" y="3657600"/>
                </a:lnTo>
                <a:lnTo>
                  <a:pt x="4605173" y="3657600"/>
                </a:lnTo>
                <a:lnTo>
                  <a:pt x="4597624" y="3657600"/>
                </a:lnTo>
                <a:lnTo>
                  <a:pt x="4590074" y="3657600"/>
                </a:lnTo>
                <a:lnTo>
                  <a:pt x="4582525" y="3657600"/>
                </a:lnTo>
                <a:lnTo>
                  <a:pt x="4574975" y="3657600"/>
                </a:lnTo>
                <a:lnTo>
                  <a:pt x="4567426" y="3657600"/>
                </a:lnTo>
                <a:lnTo>
                  <a:pt x="4559876" y="3657600"/>
                </a:lnTo>
                <a:lnTo>
                  <a:pt x="4552327" y="3657600"/>
                </a:lnTo>
                <a:lnTo>
                  <a:pt x="4544777" y="3657600"/>
                </a:lnTo>
                <a:lnTo>
                  <a:pt x="4537228" y="3657600"/>
                </a:lnTo>
                <a:lnTo>
                  <a:pt x="4529678" y="3657600"/>
                </a:lnTo>
                <a:lnTo>
                  <a:pt x="4522129" y="3657600"/>
                </a:lnTo>
                <a:lnTo>
                  <a:pt x="4514580" y="3657600"/>
                </a:lnTo>
                <a:lnTo>
                  <a:pt x="4507030" y="3657600"/>
                </a:lnTo>
                <a:lnTo>
                  <a:pt x="4499481" y="3657600"/>
                </a:lnTo>
                <a:lnTo>
                  <a:pt x="4491931" y="3657600"/>
                </a:lnTo>
                <a:lnTo>
                  <a:pt x="4484382" y="3657600"/>
                </a:lnTo>
                <a:lnTo>
                  <a:pt x="4476832" y="3657600"/>
                </a:lnTo>
                <a:lnTo>
                  <a:pt x="4469283" y="3657600"/>
                </a:lnTo>
                <a:lnTo>
                  <a:pt x="4461733" y="3657600"/>
                </a:lnTo>
                <a:lnTo>
                  <a:pt x="4454184" y="3657600"/>
                </a:lnTo>
                <a:lnTo>
                  <a:pt x="4446634" y="3657600"/>
                </a:lnTo>
                <a:lnTo>
                  <a:pt x="4439085" y="3657600"/>
                </a:lnTo>
                <a:lnTo>
                  <a:pt x="4431535" y="3657600"/>
                </a:lnTo>
                <a:lnTo>
                  <a:pt x="4423986" y="3657600"/>
                </a:lnTo>
                <a:lnTo>
                  <a:pt x="4416436" y="3657600"/>
                </a:lnTo>
                <a:lnTo>
                  <a:pt x="4408887" y="3657600"/>
                </a:lnTo>
                <a:lnTo>
                  <a:pt x="4401338" y="3657600"/>
                </a:lnTo>
                <a:lnTo>
                  <a:pt x="4393788" y="3657600"/>
                </a:lnTo>
                <a:lnTo>
                  <a:pt x="4386239" y="3657600"/>
                </a:lnTo>
                <a:lnTo>
                  <a:pt x="4378689" y="3657600"/>
                </a:lnTo>
                <a:lnTo>
                  <a:pt x="4371140" y="3657600"/>
                </a:lnTo>
                <a:lnTo>
                  <a:pt x="4363590" y="3657600"/>
                </a:lnTo>
                <a:lnTo>
                  <a:pt x="4356041" y="3657600"/>
                </a:lnTo>
                <a:lnTo>
                  <a:pt x="4348491" y="3657600"/>
                </a:lnTo>
                <a:lnTo>
                  <a:pt x="4340942" y="3657600"/>
                </a:lnTo>
                <a:lnTo>
                  <a:pt x="4333392" y="3657600"/>
                </a:lnTo>
                <a:lnTo>
                  <a:pt x="4325843" y="3657600"/>
                </a:lnTo>
                <a:lnTo>
                  <a:pt x="4318293" y="3657600"/>
                </a:lnTo>
                <a:lnTo>
                  <a:pt x="4310744" y="3657600"/>
                </a:lnTo>
                <a:lnTo>
                  <a:pt x="4303195" y="3657600"/>
                </a:lnTo>
                <a:lnTo>
                  <a:pt x="4295645" y="3657600"/>
                </a:lnTo>
                <a:lnTo>
                  <a:pt x="4288096" y="3657600"/>
                </a:lnTo>
                <a:lnTo>
                  <a:pt x="4280546" y="3657600"/>
                </a:lnTo>
                <a:lnTo>
                  <a:pt x="4272997" y="3657600"/>
                </a:lnTo>
                <a:lnTo>
                  <a:pt x="4265447" y="3657600"/>
                </a:lnTo>
                <a:lnTo>
                  <a:pt x="4257898" y="3657600"/>
                </a:lnTo>
                <a:lnTo>
                  <a:pt x="4250348" y="3657600"/>
                </a:lnTo>
                <a:lnTo>
                  <a:pt x="4242799" y="3657600"/>
                </a:lnTo>
                <a:lnTo>
                  <a:pt x="4235249" y="3657600"/>
                </a:lnTo>
                <a:lnTo>
                  <a:pt x="4227700" y="3657600"/>
                </a:lnTo>
                <a:lnTo>
                  <a:pt x="4220150" y="3657600"/>
                </a:lnTo>
                <a:lnTo>
                  <a:pt x="4212601" y="3657600"/>
                </a:lnTo>
                <a:lnTo>
                  <a:pt x="4205051" y="3657600"/>
                </a:lnTo>
                <a:lnTo>
                  <a:pt x="4197502" y="3657600"/>
                </a:lnTo>
                <a:lnTo>
                  <a:pt x="4189953" y="3657600"/>
                </a:lnTo>
                <a:lnTo>
                  <a:pt x="4182403" y="3657600"/>
                </a:lnTo>
                <a:lnTo>
                  <a:pt x="4174854" y="3657600"/>
                </a:lnTo>
                <a:lnTo>
                  <a:pt x="4167304" y="3657600"/>
                </a:lnTo>
                <a:lnTo>
                  <a:pt x="4159755" y="3657600"/>
                </a:lnTo>
                <a:lnTo>
                  <a:pt x="4152205" y="3657600"/>
                </a:lnTo>
                <a:lnTo>
                  <a:pt x="4144656" y="3657600"/>
                </a:lnTo>
                <a:lnTo>
                  <a:pt x="4137106" y="3657600"/>
                </a:lnTo>
                <a:lnTo>
                  <a:pt x="4129557" y="3657600"/>
                </a:lnTo>
                <a:lnTo>
                  <a:pt x="4122007" y="3657600"/>
                </a:lnTo>
                <a:lnTo>
                  <a:pt x="4114458" y="3657600"/>
                </a:lnTo>
                <a:lnTo>
                  <a:pt x="4106908" y="3657600"/>
                </a:lnTo>
                <a:lnTo>
                  <a:pt x="4099359" y="3657600"/>
                </a:lnTo>
                <a:lnTo>
                  <a:pt x="4091809" y="3657600"/>
                </a:lnTo>
                <a:lnTo>
                  <a:pt x="4084260" y="3657600"/>
                </a:lnTo>
                <a:lnTo>
                  <a:pt x="4076711" y="3657600"/>
                </a:lnTo>
                <a:lnTo>
                  <a:pt x="4069161" y="3657600"/>
                </a:lnTo>
                <a:lnTo>
                  <a:pt x="4061612" y="3657600"/>
                </a:lnTo>
                <a:lnTo>
                  <a:pt x="4054062" y="3657600"/>
                </a:lnTo>
                <a:lnTo>
                  <a:pt x="4046513" y="3657600"/>
                </a:lnTo>
                <a:lnTo>
                  <a:pt x="4038963" y="3657600"/>
                </a:lnTo>
                <a:lnTo>
                  <a:pt x="4031414" y="3657600"/>
                </a:lnTo>
                <a:lnTo>
                  <a:pt x="4023864" y="3657600"/>
                </a:lnTo>
                <a:lnTo>
                  <a:pt x="4016315" y="3657600"/>
                </a:lnTo>
                <a:lnTo>
                  <a:pt x="4008765" y="3657600"/>
                </a:lnTo>
                <a:lnTo>
                  <a:pt x="4001216" y="3657600"/>
                </a:lnTo>
                <a:lnTo>
                  <a:pt x="3993666" y="3657600"/>
                </a:lnTo>
                <a:lnTo>
                  <a:pt x="3986117" y="3657600"/>
                </a:lnTo>
                <a:lnTo>
                  <a:pt x="3978568" y="3657600"/>
                </a:lnTo>
                <a:lnTo>
                  <a:pt x="3971018" y="3657600"/>
                </a:lnTo>
                <a:lnTo>
                  <a:pt x="3963469" y="3657600"/>
                </a:lnTo>
                <a:lnTo>
                  <a:pt x="3955919" y="3657600"/>
                </a:lnTo>
                <a:lnTo>
                  <a:pt x="3948370" y="3657600"/>
                </a:lnTo>
                <a:lnTo>
                  <a:pt x="3940820" y="3657600"/>
                </a:lnTo>
                <a:lnTo>
                  <a:pt x="3933271" y="3657600"/>
                </a:lnTo>
                <a:lnTo>
                  <a:pt x="3925721" y="3657600"/>
                </a:lnTo>
                <a:lnTo>
                  <a:pt x="3918172" y="3657600"/>
                </a:lnTo>
                <a:lnTo>
                  <a:pt x="3910622" y="3657600"/>
                </a:lnTo>
                <a:lnTo>
                  <a:pt x="3903073" y="3657600"/>
                </a:lnTo>
                <a:lnTo>
                  <a:pt x="3895523" y="3657600"/>
                </a:lnTo>
                <a:lnTo>
                  <a:pt x="3887974" y="3657600"/>
                </a:lnTo>
                <a:lnTo>
                  <a:pt x="3880424" y="3657600"/>
                </a:lnTo>
                <a:lnTo>
                  <a:pt x="3872875" y="3657600"/>
                </a:lnTo>
                <a:lnTo>
                  <a:pt x="3865326" y="3657600"/>
                </a:lnTo>
                <a:lnTo>
                  <a:pt x="3857776" y="3657600"/>
                </a:lnTo>
                <a:lnTo>
                  <a:pt x="3850227" y="3657600"/>
                </a:lnTo>
                <a:lnTo>
                  <a:pt x="3842677" y="3657600"/>
                </a:lnTo>
                <a:lnTo>
                  <a:pt x="3835128" y="3657600"/>
                </a:lnTo>
                <a:lnTo>
                  <a:pt x="3827578" y="3657600"/>
                </a:lnTo>
                <a:lnTo>
                  <a:pt x="3820029" y="3657600"/>
                </a:lnTo>
                <a:lnTo>
                  <a:pt x="3812479" y="3657600"/>
                </a:lnTo>
                <a:lnTo>
                  <a:pt x="3804930" y="3657600"/>
                </a:lnTo>
                <a:lnTo>
                  <a:pt x="3797380" y="3657600"/>
                </a:lnTo>
                <a:lnTo>
                  <a:pt x="3789831" y="3657600"/>
                </a:lnTo>
                <a:lnTo>
                  <a:pt x="3782281" y="3657600"/>
                </a:lnTo>
                <a:lnTo>
                  <a:pt x="3774732" y="3657600"/>
                </a:lnTo>
                <a:lnTo>
                  <a:pt x="3767183" y="3657600"/>
                </a:lnTo>
                <a:lnTo>
                  <a:pt x="3759633" y="3657600"/>
                </a:lnTo>
                <a:lnTo>
                  <a:pt x="3752084" y="3657600"/>
                </a:lnTo>
                <a:lnTo>
                  <a:pt x="3744534" y="3657600"/>
                </a:lnTo>
                <a:lnTo>
                  <a:pt x="3736985" y="3657600"/>
                </a:lnTo>
                <a:lnTo>
                  <a:pt x="3729435" y="3657600"/>
                </a:lnTo>
                <a:lnTo>
                  <a:pt x="3721886" y="3657600"/>
                </a:lnTo>
                <a:lnTo>
                  <a:pt x="3714336" y="3657600"/>
                </a:lnTo>
                <a:lnTo>
                  <a:pt x="3706787" y="3657600"/>
                </a:lnTo>
                <a:lnTo>
                  <a:pt x="3699237" y="3657600"/>
                </a:lnTo>
                <a:lnTo>
                  <a:pt x="3691688" y="3657600"/>
                </a:lnTo>
                <a:lnTo>
                  <a:pt x="3684138" y="3657600"/>
                </a:lnTo>
                <a:lnTo>
                  <a:pt x="3676589" y="3657600"/>
                </a:lnTo>
                <a:lnTo>
                  <a:pt x="3669039" y="3657600"/>
                </a:lnTo>
                <a:lnTo>
                  <a:pt x="3661490" y="3657600"/>
                </a:lnTo>
                <a:lnTo>
                  <a:pt x="3653941" y="3657600"/>
                </a:lnTo>
                <a:lnTo>
                  <a:pt x="3646391" y="3657600"/>
                </a:lnTo>
                <a:lnTo>
                  <a:pt x="3638842" y="3657600"/>
                </a:lnTo>
                <a:lnTo>
                  <a:pt x="3631292" y="3657600"/>
                </a:lnTo>
                <a:lnTo>
                  <a:pt x="3623743" y="3657600"/>
                </a:lnTo>
                <a:lnTo>
                  <a:pt x="3616193" y="3657600"/>
                </a:lnTo>
                <a:lnTo>
                  <a:pt x="3608644" y="3657600"/>
                </a:lnTo>
                <a:lnTo>
                  <a:pt x="3601094" y="3657600"/>
                </a:lnTo>
                <a:lnTo>
                  <a:pt x="3593545" y="3657600"/>
                </a:lnTo>
                <a:lnTo>
                  <a:pt x="3585995" y="3657600"/>
                </a:lnTo>
                <a:lnTo>
                  <a:pt x="3578446" y="3657600"/>
                </a:lnTo>
                <a:lnTo>
                  <a:pt x="3570896" y="3657600"/>
                </a:lnTo>
                <a:lnTo>
                  <a:pt x="3563347" y="3657600"/>
                </a:lnTo>
                <a:lnTo>
                  <a:pt x="3555797" y="3657600"/>
                </a:lnTo>
                <a:lnTo>
                  <a:pt x="3548248" y="3657600"/>
                </a:lnTo>
                <a:lnTo>
                  <a:pt x="3540699" y="3657600"/>
                </a:lnTo>
                <a:lnTo>
                  <a:pt x="3533149" y="3657600"/>
                </a:lnTo>
                <a:lnTo>
                  <a:pt x="3525600" y="3657600"/>
                </a:lnTo>
                <a:lnTo>
                  <a:pt x="3518050" y="3657600"/>
                </a:lnTo>
                <a:lnTo>
                  <a:pt x="3510501" y="3657600"/>
                </a:lnTo>
                <a:lnTo>
                  <a:pt x="3502951" y="3657600"/>
                </a:lnTo>
                <a:lnTo>
                  <a:pt x="3495402" y="3657600"/>
                </a:lnTo>
                <a:lnTo>
                  <a:pt x="3487852" y="3657600"/>
                </a:lnTo>
                <a:lnTo>
                  <a:pt x="3480303" y="3657600"/>
                </a:lnTo>
                <a:lnTo>
                  <a:pt x="3472753" y="3657600"/>
                </a:lnTo>
                <a:lnTo>
                  <a:pt x="3465204" y="3657600"/>
                </a:lnTo>
                <a:lnTo>
                  <a:pt x="3457654" y="3657600"/>
                </a:lnTo>
                <a:lnTo>
                  <a:pt x="3450105" y="3657600"/>
                </a:lnTo>
                <a:lnTo>
                  <a:pt x="3442556" y="3657600"/>
                </a:lnTo>
                <a:lnTo>
                  <a:pt x="3435006" y="3657600"/>
                </a:lnTo>
                <a:lnTo>
                  <a:pt x="3427457" y="3657600"/>
                </a:lnTo>
                <a:lnTo>
                  <a:pt x="3419907" y="3657600"/>
                </a:lnTo>
                <a:lnTo>
                  <a:pt x="3412358" y="3657600"/>
                </a:lnTo>
                <a:lnTo>
                  <a:pt x="3404808" y="3657600"/>
                </a:lnTo>
                <a:lnTo>
                  <a:pt x="3397259" y="3657600"/>
                </a:lnTo>
                <a:lnTo>
                  <a:pt x="3389709" y="3657600"/>
                </a:lnTo>
                <a:lnTo>
                  <a:pt x="3382160" y="3657600"/>
                </a:lnTo>
                <a:lnTo>
                  <a:pt x="3374610" y="3657600"/>
                </a:lnTo>
                <a:lnTo>
                  <a:pt x="3367061" y="3657600"/>
                </a:lnTo>
                <a:lnTo>
                  <a:pt x="3359511" y="3657600"/>
                </a:lnTo>
                <a:lnTo>
                  <a:pt x="3351962" y="3657600"/>
                </a:lnTo>
                <a:lnTo>
                  <a:pt x="3344412" y="3657600"/>
                </a:lnTo>
                <a:lnTo>
                  <a:pt x="3336863" y="3657600"/>
                </a:lnTo>
                <a:lnTo>
                  <a:pt x="3329314" y="3657600"/>
                </a:lnTo>
                <a:lnTo>
                  <a:pt x="3321764" y="3657600"/>
                </a:lnTo>
                <a:lnTo>
                  <a:pt x="3314215" y="3657600"/>
                </a:lnTo>
                <a:lnTo>
                  <a:pt x="3306665" y="3657600"/>
                </a:lnTo>
                <a:lnTo>
                  <a:pt x="3299116" y="3657600"/>
                </a:lnTo>
                <a:lnTo>
                  <a:pt x="3291566" y="3657600"/>
                </a:lnTo>
                <a:lnTo>
                  <a:pt x="3284017" y="3657600"/>
                </a:lnTo>
                <a:lnTo>
                  <a:pt x="3276467" y="3657600"/>
                </a:lnTo>
                <a:lnTo>
                  <a:pt x="3268918" y="3657600"/>
                </a:lnTo>
                <a:lnTo>
                  <a:pt x="3261368" y="3657600"/>
                </a:lnTo>
                <a:lnTo>
                  <a:pt x="3253819" y="3657600"/>
                </a:lnTo>
                <a:lnTo>
                  <a:pt x="3246269" y="3657600"/>
                </a:lnTo>
                <a:lnTo>
                  <a:pt x="3238720" y="3657600"/>
                </a:lnTo>
                <a:lnTo>
                  <a:pt x="3231170" y="3657600"/>
                </a:lnTo>
                <a:lnTo>
                  <a:pt x="3223621" y="3657600"/>
                </a:lnTo>
                <a:lnTo>
                  <a:pt x="3216072" y="3657600"/>
                </a:lnTo>
                <a:lnTo>
                  <a:pt x="3208522" y="3657600"/>
                </a:lnTo>
                <a:lnTo>
                  <a:pt x="3200973" y="3657600"/>
                </a:lnTo>
                <a:lnTo>
                  <a:pt x="3193423" y="3657600"/>
                </a:lnTo>
                <a:lnTo>
                  <a:pt x="3185874" y="3657600"/>
                </a:lnTo>
                <a:lnTo>
                  <a:pt x="3178324" y="3657600"/>
                </a:lnTo>
                <a:lnTo>
                  <a:pt x="3170775" y="3657600"/>
                </a:lnTo>
                <a:lnTo>
                  <a:pt x="3163225" y="3657600"/>
                </a:lnTo>
                <a:lnTo>
                  <a:pt x="3155676" y="3657600"/>
                </a:lnTo>
                <a:lnTo>
                  <a:pt x="3148126" y="3657600"/>
                </a:lnTo>
                <a:lnTo>
                  <a:pt x="3140577" y="3657600"/>
                </a:lnTo>
                <a:lnTo>
                  <a:pt x="3133027" y="3657600"/>
                </a:lnTo>
                <a:lnTo>
                  <a:pt x="3125478" y="3657600"/>
                </a:lnTo>
                <a:lnTo>
                  <a:pt x="3117929" y="3657600"/>
                </a:lnTo>
                <a:lnTo>
                  <a:pt x="3110379" y="3657600"/>
                </a:lnTo>
                <a:lnTo>
                  <a:pt x="3102830" y="3657600"/>
                </a:lnTo>
                <a:lnTo>
                  <a:pt x="3095280" y="3657600"/>
                </a:lnTo>
                <a:lnTo>
                  <a:pt x="3087731" y="3657600"/>
                </a:lnTo>
                <a:lnTo>
                  <a:pt x="3080181" y="3657600"/>
                </a:lnTo>
                <a:lnTo>
                  <a:pt x="3072632" y="3657600"/>
                </a:lnTo>
                <a:lnTo>
                  <a:pt x="3065082" y="3657600"/>
                </a:lnTo>
                <a:lnTo>
                  <a:pt x="3057533" y="3657600"/>
                </a:lnTo>
                <a:lnTo>
                  <a:pt x="3049983" y="3657600"/>
                </a:lnTo>
                <a:lnTo>
                  <a:pt x="3042434" y="3657600"/>
                </a:lnTo>
                <a:lnTo>
                  <a:pt x="3034884" y="3657600"/>
                </a:lnTo>
                <a:lnTo>
                  <a:pt x="3027335" y="3657600"/>
                </a:lnTo>
                <a:lnTo>
                  <a:pt x="3019785" y="3657600"/>
                </a:lnTo>
                <a:lnTo>
                  <a:pt x="3012236" y="3657600"/>
                </a:lnTo>
                <a:lnTo>
                  <a:pt x="3004687" y="3657600"/>
                </a:lnTo>
                <a:lnTo>
                  <a:pt x="2997137" y="3657600"/>
                </a:lnTo>
                <a:lnTo>
                  <a:pt x="2989588" y="3657600"/>
                </a:lnTo>
                <a:lnTo>
                  <a:pt x="2982038" y="3657600"/>
                </a:lnTo>
                <a:lnTo>
                  <a:pt x="2974489" y="3657600"/>
                </a:lnTo>
                <a:lnTo>
                  <a:pt x="2966939" y="3657600"/>
                </a:lnTo>
                <a:lnTo>
                  <a:pt x="2959390" y="3657600"/>
                </a:lnTo>
                <a:lnTo>
                  <a:pt x="2951840" y="3657600"/>
                </a:lnTo>
                <a:lnTo>
                  <a:pt x="2944291" y="3657600"/>
                </a:lnTo>
                <a:lnTo>
                  <a:pt x="2936741" y="3657600"/>
                </a:lnTo>
                <a:lnTo>
                  <a:pt x="2929192" y="3657600"/>
                </a:lnTo>
                <a:lnTo>
                  <a:pt x="2921642" y="3657600"/>
                </a:lnTo>
                <a:lnTo>
                  <a:pt x="2914093" y="3657600"/>
                </a:lnTo>
                <a:lnTo>
                  <a:pt x="2906543" y="3657600"/>
                </a:lnTo>
                <a:lnTo>
                  <a:pt x="2898994" y="3657600"/>
                </a:lnTo>
                <a:lnTo>
                  <a:pt x="2891445" y="3657600"/>
                </a:lnTo>
                <a:lnTo>
                  <a:pt x="2883895" y="3657600"/>
                </a:lnTo>
                <a:lnTo>
                  <a:pt x="2876346" y="3657600"/>
                </a:lnTo>
                <a:lnTo>
                  <a:pt x="2868796" y="3657600"/>
                </a:lnTo>
                <a:lnTo>
                  <a:pt x="2861247" y="3657600"/>
                </a:lnTo>
                <a:lnTo>
                  <a:pt x="2853697" y="3657600"/>
                </a:lnTo>
                <a:lnTo>
                  <a:pt x="2846148" y="3657600"/>
                </a:lnTo>
                <a:lnTo>
                  <a:pt x="2838598" y="3657600"/>
                </a:lnTo>
                <a:lnTo>
                  <a:pt x="2831049" y="3657600"/>
                </a:lnTo>
                <a:lnTo>
                  <a:pt x="2823499" y="3657600"/>
                </a:lnTo>
                <a:lnTo>
                  <a:pt x="2815950" y="3657600"/>
                </a:lnTo>
                <a:lnTo>
                  <a:pt x="2808400" y="3657600"/>
                </a:lnTo>
                <a:lnTo>
                  <a:pt x="2800851" y="3657600"/>
                </a:lnTo>
                <a:lnTo>
                  <a:pt x="2793302" y="3657600"/>
                </a:lnTo>
                <a:lnTo>
                  <a:pt x="2785752" y="3657600"/>
                </a:lnTo>
                <a:lnTo>
                  <a:pt x="2778203" y="3657600"/>
                </a:lnTo>
                <a:lnTo>
                  <a:pt x="2770653" y="3657600"/>
                </a:lnTo>
                <a:lnTo>
                  <a:pt x="2763104" y="3657600"/>
                </a:lnTo>
                <a:lnTo>
                  <a:pt x="2755554" y="3657600"/>
                </a:lnTo>
                <a:lnTo>
                  <a:pt x="2748005" y="3657600"/>
                </a:lnTo>
                <a:lnTo>
                  <a:pt x="2740455" y="3657600"/>
                </a:lnTo>
                <a:lnTo>
                  <a:pt x="2732906" y="3657600"/>
                </a:lnTo>
                <a:lnTo>
                  <a:pt x="2725356" y="3657600"/>
                </a:lnTo>
                <a:lnTo>
                  <a:pt x="2717807" y="3657600"/>
                </a:lnTo>
                <a:lnTo>
                  <a:pt x="2710257" y="3657600"/>
                </a:lnTo>
                <a:lnTo>
                  <a:pt x="2702708" y="3657600"/>
                </a:lnTo>
                <a:lnTo>
                  <a:pt x="2695158" y="3657600"/>
                </a:lnTo>
                <a:lnTo>
                  <a:pt x="2687609" y="3657600"/>
                </a:lnTo>
                <a:lnTo>
                  <a:pt x="2680060" y="3657600"/>
                </a:lnTo>
                <a:lnTo>
                  <a:pt x="2672510" y="3657600"/>
                </a:lnTo>
                <a:lnTo>
                  <a:pt x="2664961" y="3657600"/>
                </a:lnTo>
                <a:lnTo>
                  <a:pt x="2657411" y="3657600"/>
                </a:lnTo>
                <a:lnTo>
                  <a:pt x="2649862" y="3657600"/>
                </a:lnTo>
                <a:lnTo>
                  <a:pt x="2642312" y="3657600"/>
                </a:lnTo>
                <a:lnTo>
                  <a:pt x="2634763" y="3657600"/>
                </a:lnTo>
                <a:lnTo>
                  <a:pt x="2627213" y="3657600"/>
                </a:lnTo>
                <a:lnTo>
                  <a:pt x="2619664" y="3657600"/>
                </a:lnTo>
                <a:lnTo>
                  <a:pt x="2612114" y="3657600"/>
                </a:lnTo>
                <a:lnTo>
                  <a:pt x="2604565" y="3657600"/>
                </a:lnTo>
                <a:lnTo>
                  <a:pt x="2597015" y="3657600"/>
                </a:lnTo>
                <a:lnTo>
                  <a:pt x="2589466" y="3657600"/>
                </a:lnTo>
                <a:lnTo>
                  <a:pt x="2581917" y="3657600"/>
                </a:lnTo>
                <a:lnTo>
                  <a:pt x="2574367" y="3657600"/>
                </a:lnTo>
                <a:lnTo>
                  <a:pt x="2566818" y="3657600"/>
                </a:lnTo>
                <a:lnTo>
                  <a:pt x="2559268" y="3657600"/>
                </a:lnTo>
                <a:lnTo>
                  <a:pt x="2551719" y="3657600"/>
                </a:lnTo>
                <a:lnTo>
                  <a:pt x="2544169" y="3657600"/>
                </a:lnTo>
                <a:lnTo>
                  <a:pt x="2536620" y="3657600"/>
                </a:lnTo>
                <a:lnTo>
                  <a:pt x="2529070" y="3657600"/>
                </a:lnTo>
                <a:lnTo>
                  <a:pt x="2521521" y="3657600"/>
                </a:lnTo>
                <a:lnTo>
                  <a:pt x="2513971" y="3657600"/>
                </a:lnTo>
                <a:lnTo>
                  <a:pt x="2506422" y="3657600"/>
                </a:lnTo>
                <a:lnTo>
                  <a:pt x="2498872" y="3657600"/>
                </a:lnTo>
                <a:lnTo>
                  <a:pt x="2491323" y="3657600"/>
                </a:lnTo>
                <a:lnTo>
                  <a:pt x="2483773" y="3657600"/>
                </a:lnTo>
                <a:lnTo>
                  <a:pt x="2476224" y="3657600"/>
                </a:lnTo>
                <a:lnTo>
                  <a:pt x="2468675" y="3657600"/>
                </a:lnTo>
                <a:lnTo>
                  <a:pt x="2461125" y="3657600"/>
                </a:lnTo>
                <a:lnTo>
                  <a:pt x="2453576" y="3657600"/>
                </a:lnTo>
                <a:lnTo>
                  <a:pt x="2446026" y="3657600"/>
                </a:lnTo>
                <a:lnTo>
                  <a:pt x="2438477" y="3657600"/>
                </a:lnTo>
                <a:lnTo>
                  <a:pt x="2430927" y="3657600"/>
                </a:lnTo>
                <a:lnTo>
                  <a:pt x="2423378" y="3657600"/>
                </a:lnTo>
                <a:lnTo>
                  <a:pt x="2415828" y="3657600"/>
                </a:lnTo>
                <a:lnTo>
                  <a:pt x="2408279" y="3657600"/>
                </a:lnTo>
                <a:lnTo>
                  <a:pt x="2400729" y="3657600"/>
                </a:lnTo>
                <a:lnTo>
                  <a:pt x="2393180" y="3657600"/>
                </a:lnTo>
                <a:lnTo>
                  <a:pt x="2385630" y="3657600"/>
                </a:lnTo>
                <a:lnTo>
                  <a:pt x="2378081" y="3657600"/>
                </a:lnTo>
                <a:lnTo>
                  <a:pt x="2370531" y="3657600"/>
                </a:lnTo>
                <a:lnTo>
                  <a:pt x="2362982" y="3657600"/>
                </a:lnTo>
                <a:lnTo>
                  <a:pt x="2355433" y="3657600"/>
                </a:lnTo>
                <a:lnTo>
                  <a:pt x="2347883" y="3657600"/>
                </a:lnTo>
                <a:lnTo>
                  <a:pt x="2340334" y="3657600"/>
                </a:lnTo>
                <a:lnTo>
                  <a:pt x="2332784" y="3657600"/>
                </a:lnTo>
                <a:lnTo>
                  <a:pt x="2325235" y="3657600"/>
                </a:lnTo>
                <a:lnTo>
                  <a:pt x="2317685" y="3657600"/>
                </a:lnTo>
                <a:lnTo>
                  <a:pt x="2310136" y="3657600"/>
                </a:lnTo>
                <a:lnTo>
                  <a:pt x="2302586" y="3657600"/>
                </a:lnTo>
                <a:lnTo>
                  <a:pt x="2295037" y="3657600"/>
                </a:lnTo>
                <a:lnTo>
                  <a:pt x="2287487" y="3657600"/>
                </a:lnTo>
                <a:lnTo>
                  <a:pt x="2279938" y="3657600"/>
                </a:lnTo>
                <a:lnTo>
                  <a:pt x="2272388" y="3657600"/>
                </a:lnTo>
                <a:lnTo>
                  <a:pt x="2264839" y="3657600"/>
                </a:lnTo>
                <a:lnTo>
                  <a:pt x="2257290" y="3657600"/>
                </a:lnTo>
                <a:lnTo>
                  <a:pt x="2249740" y="3657600"/>
                </a:lnTo>
                <a:lnTo>
                  <a:pt x="2242191" y="3657600"/>
                </a:lnTo>
                <a:lnTo>
                  <a:pt x="2234641" y="3657600"/>
                </a:lnTo>
                <a:lnTo>
                  <a:pt x="2227092" y="3657600"/>
                </a:lnTo>
                <a:lnTo>
                  <a:pt x="2219542" y="3657600"/>
                </a:lnTo>
                <a:lnTo>
                  <a:pt x="2211993" y="3657600"/>
                </a:lnTo>
                <a:lnTo>
                  <a:pt x="2204443" y="3657600"/>
                </a:lnTo>
                <a:lnTo>
                  <a:pt x="2196894" y="3657600"/>
                </a:lnTo>
                <a:lnTo>
                  <a:pt x="2189344" y="3657600"/>
                </a:lnTo>
                <a:lnTo>
                  <a:pt x="2181795" y="3657600"/>
                </a:lnTo>
                <a:lnTo>
                  <a:pt x="2174245" y="3657600"/>
                </a:lnTo>
                <a:lnTo>
                  <a:pt x="2166696" y="3657600"/>
                </a:lnTo>
                <a:lnTo>
                  <a:pt x="2159146" y="3657600"/>
                </a:lnTo>
                <a:lnTo>
                  <a:pt x="2151597" y="3657600"/>
                </a:lnTo>
                <a:lnTo>
                  <a:pt x="2144048" y="3657600"/>
                </a:lnTo>
                <a:lnTo>
                  <a:pt x="2136498" y="3657600"/>
                </a:lnTo>
                <a:lnTo>
                  <a:pt x="2128949" y="3657600"/>
                </a:lnTo>
                <a:lnTo>
                  <a:pt x="2121399" y="3657600"/>
                </a:lnTo>
                <a:lnTo>
                  <a:pt x="2113850" y="3657600"/>
                </a:lnTo>
                <a:lnTo>
                  <a:pt x="2106300" y="3657600"/>
                </a:lnTo>
                <a:lnTo>
                  <a:pt x="2098751" y="3657600"/>
                </a:lnTo>
                <a:lnTo>
                  <a:pt x="2091201" y="3657600"/>
                </a:lnTo>
                <a:lnTo>
                  <a:pt x="2083652" y="3657600"/>
                </a:lnTo>
                <a:lnTo>
                  <a:pt x="2076102" y="3657600"/>
                </a:lnTo>
                <a:lnTo>
                  <a:pt x="2068553" y="3657600"/>
                </a:lnTo>
                <a:lnTo>
                  <a:pt x="2061003" y="3657600"/>
                </a:lnTo>
                <a:lnTo>
                  <a:pt x="2053454" y="3657600"/>
                </a:lnTo>
                <a:lnTo>
                  <a:pt x="2045904" y="3657600"/>
                </a:lnTo>
                <a:lnTo>
                  <a:pt x="2038355" y="3657600"/>
                </a:lnTo>
                <a:lnTo>
                  <a:pt x="2030806" y="3657600"/>
                </a:lnTo>
                <a:lnTo>
                  <a:pt x="2023256" y="3657600"/>
                </a:lnTo>
                <a:lnTo>
                  <a:pt x="2015707" y="3657600"/>
                </a:lnTo>
                <a:lnTo>
                  <a:pt x="2008157" y="3657600"/>
                </a:lnTo>
                <a:lnTo>
                  <a:pt x="2000608" y="3657600"/>
                </a:lnTo>
                <a:lnTo>
                  <a:pt x="1993058" y="3657600"/>
                </a:lnTo>
                <a:lnTo>
                  <a:pt x="1985509" y="3657600"/>
                </a:lnTo>
                <a:lnTo>
                  <a:pt x="1977959" y="3657600"/>
                </a:lnTo>
                <a:lnTo>
                  <a:pt x="1970410" y="3657600"/>
                </a:lnTo>
                <a:lnTo>
                  <a:pt x="1962860" y="3657600"/>
                </a:lnTo>
                <a:lnTo>
                  <a:pt x="1955311" y="3657600"/>
                </a:lnTo>
                <a:lnTo>
                  <a:pt x="1947761" y="3657600"/>
                </a:lnTo>
                <a:lnTo>
                  <a:pt x="1940212" y="3657600"/>
                </a:lnTo>
                <a:lnTo>
                  <a:pt x="1932663" y="3657600"/>
                </a:lnTo>
                <a:lnTo>
                  <a:pt x="1925113" y="3657600"/>
                </a:lnTo>
                <a:lnTo>
                  <a:pt x="1917564" y="3657600"/>
                </a:lnTo>
                <a:lnTo>
                  <a:pt x="1910014" y="3657600"/>
                </a:lnTo>
                <a:lnTo>
                  <a:pt x="1902465" y="3657600"/>
                </a:lnTo>
                <a:lnTo>
                  <a:pt x="1894915" y="3657600"/>
                </a:lnTo>
                <a:lnTo>
                  <a:pt x="1887366" y="3657600"/>
                </a:lnTo>
                <a:lnTo>
                  <a:pt x="1879816" y="3657600"/>
                </a:lnTo>
                <a:lnTo>
                  <a:pt x="1872267" y="3657600"/>
                </a:lnTo>
                <a:lnTo>
                  <a:pt x="1864717" y="3657600"/>
                </a:lnTo>
                <a:lnTo>
                  <a:pt x="1857168" y="3657600"/>
                </a:lnTo>
                <a:lnTo>
                  <a:pt x="1849618" y="3657600"/>
                </a:lnTo>
                <a:lnTo>
                  <a:pt x="1842069" y="3657600"/>
                </a:lnTo>
                <a:lnTo>
                  <a:pt x="1834519" y="3657600"/>
                </a:lnTo>
                <a:lnTo>
                  <a:pt x="1826970" y="3657600"/>
                </a:lnTo>
                <a:lnTo>
                  <a:pt x="1819421" y="3657600"/>
                </a:lnTo>
                <a:lnTo>
                  <a:pt x="1811871" y="3657600"/>
                </a:lnTo>
                <a:lnTo>
                  <a:pt x="1804322" y="3657600"/>
                </a:lnTo>
                <a:lnTo>
                  <a:pt x="1796772" y="3657600"/>
                </a:lnTo>
                <a:lnTo>
                  <a:pt x="1789223" y="3657600"/>
                </a:lnTo>
                <a:lnTo>
                  <a:pt x="1781673" y="3657600"/>
                </a:lnTo>
                <a:lnTo>
                  <a:pt x="1774124" y="3657600"/>
                </a:lnTo>
                <a:lnTo>
                  <a:pt x="1766574" y="3657600"/>
                </a:lnTo>
                <a:lnTo>
                  <a:pt x="1759025" y="3657600"/>
                </a:lnTo>
                <a:lnTo>
                  <a:pt x="1751475" y="3657600"/>
                </a:lnTo>
                <a:lnTo>
                  <a:pt x="1743926" y="3657600"/>
                </a:lnTo>
                <a:lnTo>
                  <a:pt x="1736376" y="3657600"/>
                </a:lnTo>
                <a:lnTo>
                  <a:pt x="1728827" y="3657600"/>
                </a:lnTo>
                <a:lnTo>
                  <a:pt x="1721278" y="3657600"/>
                </a:lnTo>
                <a:lnTo>
                  <a:pt x="1713728" y="3657600"/>
                </a:lnTo>
                <a:lnTo>
                  <a:pt x="1706179" y="3657600"/>
                </a:lnTo>
                <a:lnTo>
                  <a:pt x="1698629" y="3657600"/>
                </a:lnTo>
                <a:lnTo>
                  <a:pt x="1691080" y="3657600"/>
                </a:lnTo>
                <a:lnTo>
                  <a:pt x="1683530" y="3657600"/>
                </a:lnTo>
                <a:lnTo>
                  <a:pt x="1675981" y="3657600"/>
                </a:lnTo>
                <a:lnTo>
                  <a:pt x="1668431" y="3657600"/>
                </a:lnTo>
                <a:lnTo>
                  <a:pt x="1660882" y="3657600"/>
                </a:lnTo>
                <a:lnTo>
                  <a:pt x="1653332" y="3657600"/>
                </a:lnTo>
                <a:lnTo>
                  <a:pt x="1645783" y="3657600"/>
                </a:lnTo>
                <a:lnTo>
                  <a:pt x="1638233" y="3657600"/>
                </a:lnTo>
                <a:lnTo>
                  <a:pt x="1630684" y="3657600"/>
                </a:lnTo>
                <a:lnTo>
                  <a:pt x="1623134" y="3657600"/>
                </a:lnTo>
                <a:lnTo>
                  <a:pt x="1615585" y="3657600"/>
                </a:lnTo>
                <a:lnTo>
                  <a:pt x="1608036" y="3657600"/>
                </a:lnTo>
                <a:lnTo>
                  <a:pt x="1600486" y="3657600"/>
                </a:lnTo>
                <a:lnTo>
                  <a:pt x="1592937" y="3657600"/>
                </a:lnTo>
                <a:lnTo>
                  <a:pt x="1585387" y="3657600"/>
                </a:lnTo>
                <a:lnTo>
                  <a:pt x="1577838" y="3657600"/>
                </a:lnTo>
                <a:lnTo>
                  <a:pt x="1570288" y="3657600"/>
                </a:lnTo>
                <a:lnTo>
                  <a:pt x="1562739" y="3657600"/>
                </a:lnTo>
                <a:lnTo>
                  <a:pt x="1555189" y="3657600"/>
                </a:lnTo>
                <a:lnTo>
                  <a:pt x="1547640" y="3657600"/>
                </a:lnTo>
                <a:lnTo>
                  <a:pt x="1540090" y="3657600"/>
                </a:lnTo>
                <a:lnTo>
                  <a:pt x="1532541" y="3657600"/>
                </a:lnTo>
                <a:lnTo>
                  <a:pt x="1524991" y="3657600"/>
                </a:lnTo>
                <a:lnTo>
                  <a:pt x="1517442" y="3657600"/>
                </a:lnTo>
                <a:lnTo>
                  <a:pt x="1509892" y="3657600"/>
                </a:lnTo>
                <a:lnTo>
                  <a:pt x="1502343" y="3657600"/>
                </a:lnTo>
                <a:lnTo>
                  <a:pt x="1494794" y="3657600"/>
                </a:lnTo>
                <a:lnTo>
                  <a:pt x="1487244" y="3657600"/>
                </a:lnTo>
                <a:lnTo>
                  <a:pt x="1479695" y="3657600"/>
                </a:lnTo>
                <a:lnTo>
                  <a:pt x="1472145" y="3657600"/>
                </a:lnTo>
                <a:lnTo>
                  <a:pt x="1464596" y="3657600"/>
                </a:lnTo>
                <a:lnTo>
                  <a:pt x="1457046" y="3657600"/>
                </a:lnTo>
                <a:lnTo>
                  <a:pt x="1449497" y="3657600"/>
                </a:lnTo>
                <a:lnTo>
                  <a:pt x="1441947" y="3657600"/>
                </a:lnTo>
                <a:lnTo>
                  <a:pt x="1434398" y="3657600"/>
                </a:lnTo>
                <a:lnTo>
                  <a:pt x="1426848" y="3657600"/>
                </a:lnTo>
                <a:lnTo>
                  <a:pt x="1419299" y="3657600"/>
                </a:lnTo>
                <a:lnTo>
                  <a:pt x="1411749" y="3657600"/>
                </a:lnTo>
                <a:lnTo>
                  <a:pt x="1404200" y="3657600"/>
                </a:lnTo>
                <a:lnTo>
                  <a:pt x="1396651" y="3657600"/>
                </a:lnTo>
                <a:lnTo>
                  <a:pt x="1389101" y="3657600"/>
                </a:lnTo>
                <a:lnTo>
                  <a:pt x="1381552" y="3657600"/>
                </a:lnTo>
                <a:lnTo>
                  <a:pt x="1374002" y="3657600"/>
                </a:lnTo>
                <a:lnTo>
                  <a:pt x="1366453" y="3657600"/>
                </a:lnTo>
                <a:lnTo>
                  <a:pt x="1358903" y="3657600"/>
                </a:lnTo>
                <a:lnTo>
                  <a:pt x="1351354" y="3657600"/>
                </a:lnTo>
                <a:lnTo>
                  <a:pt x="1343804" y="3657600"/>
                </a:lnTo>
                <a:lnTo>
                  <a:pt x="1336255" y="3657600"/>
                </a:lnTo>
                <a:lnTo>
                  <a:pt x="1328705" y="3657600"/>
                </a:lnTo>
                <a:lnTo>
                  <a:pt x="1321156" y="3657600"/>
                </a:lnTo>
                <a:lnTo>
                  <a:pt x="1313606" y="3657600"/>
                </a:lnTo>
                <a:lnTo>
                  <a:pt x="1306057" y="3657600"/>
                </a:lnTo>
                <a:lnTo>
                  <a:pt x="1298507" y="3657600"/>
                </a:lnTo>
                <a:lnTo>
                  <a:pt x="1290958" y="3657600"/>
                </a:lnTo>
                <a:lnTo>
                  <a:pt x="1283409" y="3657600"/>
                </a:lnTo>
                <a:lnTo>
                  <a:pt x="1275859" y="3657600"/>
                </a:lnTo>
                <a:lnTo>
                  <a:pt x="1268310" y="3657600"/>
                </a:lnTo>
                <a:lnTo>
                  <a:pt x="1260760" y="3657600"/>
                </a:lnTo>
                <a:lnTo>
                  <a:pt x="1253211" y="3657600"/>
                </a:lnTo>
                <a:lnTo>
                  <a:pt x="1245661" y="3657600"/>
                </a:lnTo>
                <a:lnTo>
                  <a:pt x="1238112" y="3657600"/>
                </a:lnTo>
                <a:lnTo>
                  <a:pt x="1230562" y="3657600"/>
                </a:lnTo>
                <a:lnTo>
                  <a:pt x="1223013" y="3657600"/>
                </a:lnTo>
                <a:lnTo>
                  <a:pt x="1215463" y="3657600"/>
                </a:lnTo>
                <a:lnTo>
                  <a:pt x="1207914" y="3657600"/>
                </a:lnTo>
                <a:lnTo>
                  <a:pt x="1200364" y="3657600"/>
                </a:lnTo>
                <a:lnTo>
                  <a:pt x="1192815" y="3657600"/>
                </a:lnTo>
                <a:lnTo>
                  <a:pt x="1185265" y="3657600"/>
                </a:lnTo>
                <a:lnTo>
                  <a:pt x="1177716" y="3657600"/>
                </a:lnTo>
                <a:lnTo>
                  <a:pt x="1170167" y="3657600"/>
                </a:lnTo>
                <a:lnTo>
                  <a:pt x="1162617" y="3657600"/>
                </a:lnTo>
                <a:lnTo>
                  <a:pt x="1155068" y="3657600"/>
                </a:lnTo>
                <a:lnTo>
                  <a:pt x="1147518" y="3657600"/>
                </a:lnTo>
                <a:lnTo>
                  <a:pt x="1139969" y="3657600"/>
                </a:lnTo>
                <a:lnTo>
                  <a:pt x="1132419" y="3657600"/>
                </a:lnTo>
                <a:lnTo>
                  <a:pt x="1124870" y="3657600"/>
                </a:lnTo>
                <a:lnTo>
                  <a:pt x="1117320" y="3657600"/>
                </a:lnTo>
                <a:lnTo>
                  <a:pt x="1109771" y="3657600"/>
                </a:lnTo>
                <a:lnTo>
                  <a:pt x="1102221" y="3657600"/>
                </a:lnTo>
                <a:lnTo>
                  <a:pt x="1094672" y="3657600"/>
                </a:lnTo>
                <a:lnTo>
                  <a:pt x="1087122" y="3657600"/>
                </a:lnTo>
                <a:lnTo>
                  <a:pt x="1079573" y="3657600"/>
                </a:lnTo>
                <a:lnTo>
                  <a:pt x="1072024" y="3657600"/>
                </a:lnTo>
                <a:lnTo>
                  <a:pt x="1064474" y="3657600"/>
                </a:lnTo>
                <a:lnTo>
                  <a:pt x="1056925" y="3657600"/>
                </a:lnTo>
                <a:lnTo>
                  <a:pt x="1049375" y="3657600"/>
                </a:lnTo>
                <a:lnTo>
                  <a:pt x="1041826" y="3657600"/>
                </a:lnTo>
                <a:lnTo>
                  <a:pt x="1034276" y="3657600"/>
                </a:lnTo>
                <a:lnTo>
                  <a:pt x="1026727" y="3657600"/>
                </a:lnTo>
                <a:lnTo>
                  <a:pt x="1019177" y="3657600"/>
                </a:lnTo>
                <a:lnTo>
                  <a:pt x="1011628" y="3657600"/>
                </a:lnTo>
                <a:lnTo>
                  <a:pt x="1004078" y="3657600"/>
                </a:lnTo>
                <a:lnTo>
                  <a:pt x="996529" y="3657600"/>
                </a:lnTo>
                <a:lnTo>
                  <a:pt x="988979" y="3657600"/>
                </a:lnTo>
                <a:lnTo>
                  <a:pt x="981430" y="3657600"/>
                </a:lnTo>
                <a:lnTo>
                  <a:pt x="973880" y="3657600"/>
                </a:lnTo>
                <a:lnTo>
                  <a:pt x="966331" y="3657600"/>
                </a:lnTo>
                <a:lnTo>
                  <a:pt x="958782" y="3657600"/>
                </a:lnTo>
                <a:lnTo>
                  <a:pt x="951232" y="3657600"/>
                </a:lnTo>
                <a:lnTo>
                  <a:pt x="943683" y="3657600"/>
                </a:lnTo>
                <a:lnTo>
                  <a:pt x="936133" y="3657600"/>
                </a:lnTo>
                <a:lnTo>
                  <a:pt x="928584" y="3657600"/>
                </a:lnTo>
                <a:lnTo>
                  <a:pt x="921034" y="3657600"/>
                </a:lnTo>
                <a:lnTo>
                  <a:pt x="913485" y="3657600"/>
                </a:lnTo>
                <a:lnTo>
                  <a:pt x="905935" y="3657600"/>
                </a:lnTo>
                <a:lnTo>
                  <a:pt x="898386" y="3657600"/>
                </a:lnTo>
                <a:lnTo>
                  <a:pt x="890836" y="3657600"/>
                </a:lnTo>
                <a:lnTo>
                  <a:pt x="883287" y="3657600"/>
                </a:lnTo>
                <a:lnTo>
                  <a:pt x="875737" y="3657600"/>
                </a:lnTo>
                <a:lnTo>
                  <a:pt x="868188" y="3657600"/>
                </a:lnTo>
                <a:lnTo>
                  <a:pt x="860639" y="3657600"/>
                </a:lnTo>
                <a:lnTo>
                  <a:pt x="853089" y="3657600"/>
                </a:lnTo>
                <a:lnTo>
                  <a:pt x="845540" y="3657600"/>
                </a:lnTo>
                <a:lnTo>
                  <a:pt x="837990" y="3657600"/>
                </a:lnTo>
                <a:lnTo>
                  <a:pt x="830441" y="3657600"/>
                </a:lnTo>
                <a:lnTo>
                  <a:pt x="822891" y="3657600"/>
                </a:lnTo>
                <a:lnTo>
                  <a:pt x="815342" y="3657600"/>
                </a:lnTo>
                <a:lnTo>
                  <a:pt x="807792" y="3657600"/>
                </a:lnTo>
                <a:lnTo>
                  <a:pt x="800243" y="3657600"/>
                </a:lnTo>
                <a:lnTo>
                  <a:pt x="792693" y="3657600"/>
                </a:lnTo>
                <a:lnTo>
                  <a:pt x="785144" y="3657600"/>
                </a:lnTo>
                <a:lnTo>
                  <a:pt x="777594" y="3657600"/>
                </a:lnTo>
                <a:lnTo>
                  <a:pt x="770045" y="3657600"/>
                </a:lnTo>
                <a:lnTo>
                  <a:pt x="762495" y="3657600"/>
                </a:lnTo>
                <a:lnTo>
                  <a:pt x="754946" y="3657600"/>
                </a:lnTo>
                <a:lnTo>
                  <a:pt x="747397" y="3657600"/>
                </a:lnTo>
                <a:lnTo>
                  <a:pt x="739847" y="3657600"/>
                </a:lnTo>
                <a:lnTo>
                  <a:pt x="732298" y="3657600"/>
                </a:lnTo>
                <a:lnTo>
                  <a:pt x="724748" y="3657600"/>
                </a:lnTo>
                <a:lnTo>
                  <a:pt x="717199" y="3657600"/>
                </a:lnTo>
                <a:lnTo>
                  <a:pt x="709649" y="3657600"/>
                </a:lnTo>
                <a:lnTo>
                  <a:pt x="702100" y="3657600"/>
                </a:lnTo>
                <a:lnTo>
                  <a:pt x="694550" y="3657600"/>
                </a:lnTo>
                <a:lnTo>
                  <a:pt x="687001" y="3657600"/>
                </a:lnTo>
                <a:lnTo>
                  <a:pt x="679451" y="3657600"/>
                </a:lnTo>
                <a:lnTo>
                  <a:pt x="671902" y="3657600"/>
                </a:lnTo>
                <a:lnTo>
                  <a:pt x="664352" y="3657600"/>
                </a:lnTo>
                <a:lnTo>
                  <a:pt x="656803" y="3657600"/>
                </a:lnTo>
                <a:lnTo>
                  <a:pt x="649253" y="3657600"/>
                </a:lnTo>
                <a:lnTo>
                  <a:pt x="641704" y="3657600"/>
                </a:lnTo>
                <a:lnTo>
                  <a:pt x="634155" y="3657600"/>
                </a:lnTo>
                <a:lnTo>
                  <a:pt x="626605" y="3657600"/>
                </a:lnTo>
                <a:lnTo>
                  <a:pt x="619056" y="3657600"/>
                </a:lnTo>
                <a:lnTo>
                  <a:pt x="611506" y="3657600"/>
                </a:lnTo>
                <a:lnTo>
                  <a:pt x="603957" y="3657600"/>
                </a:lnTo>
                <a:lnTo>
                  <a:pt x="596407" y="3657600"/>
                </a:lnTo>
                <a:lnTo>
                  <a:pt x="588858" y="3657600"/>
                </a:lnTo>
                <a:lnTo>
                  <a:pt x="581308" y="3657600"/>
                </a:lnTo>
                <a:lnTo>
                  <a:pt x="573759" y="3657600"/>
                </a:lnTo>
                <a:lnTo>
                  <a:pt x="566209" y="3657600"/>
                </a:lnTo>
                <a:lnTo>
                  <a:pt x="558660" y="3657600"/>
                </a:lnTo>
                <a:lnTo>
                  <a:pt x="551110" y="3657600"/>
                </a:lnTo>
                <a:lnTo>
                  <a:pt x="543561" y="3657600"/>
                </a:lnTo>
                <a:lnTo>
                  <a:pt x="536012" y="3657600"/>
                </a:lnTo>
                <a:lnTo>
                  <a:pt x="528462" y="3657600"/>
                </a:lnTo>
                <a:lnTo>
                  <a:pt x="520913" y="3657600"/>
                </a:lnTo>
                <a:lnTo>
                  <a:pt x="513363" y="3657600"/>
                </a:lnTo>
                <a:lnTo>
                  <a:pt x="505814" y="3657600"/>
                </a:lnTo>
                <a:lnTo>
                  <a:pt x="498264" y="3657600"/>
                </a:lnTo>
                <a:lnTo>
                  <a:pt x="490715" y="3657600"/>
                </a:lnTo>
                <a:lnTo>
                  <a:pt x="483165" y="3657600"/>
                </a:lnTo>
                <a:lnTo>
                  <a:pt x="475616" y="3657600"/>
                </a:lnTo>
                <a:lnTo>
                  <a:pt x="468066" y="3657600"/>
                </a:lnTo>
                <a:lnTo>
                  <a:pt x="460517" y="3657600"/>
                </a:lnTo>
                <a:lnTo>
                  <a:pt x="452967" y="3657600"/>
                </a:lnTo>
                <a:lnTo>
                  <a:pt x="445418" y="3657600"/>
                </a:lnTo>
                <a:lnTo>
                  <a:pt x="437868" y="3657600"/>
                </a:lnTo>
                <a:lnTo>
                  <a:pt x="430319" y="3657600"/>
                </a:lnTo>
                <a:lnTo>
                  <a:pt x="422770" y="3657600"/>
                </a:lnTo>
                <a:lnTo>
                  <a:pt x="415220" y="3657600"/>
                </a:lnTo>
                <a:lnTo>
                  <a:pt x="407671" y="3657600"/>
                </a:lnTo>
                <a:lnTo>
                  <a:pt x="400121" y="3657600"/>
                </a:lnTo>
                <a:lnTo>
                  <a:pt x="392572" y="3657600"/>
                </a:lnTo>
                <a:lnTo>
                  <a:pt x="385022" y="3657600"/>
                </a:lnTo>
                <a:lnTo>
                  <a:pt x="377473" y="3657600"/>
                </a:lnTo>
                <a:lnTo>
                  <a:pt x="369923" y="3657600"/>
                </a:lnTo>
                <a:lnTo>
                  <a:pt x="362374" y="3657600"/>
                </a:lnTo>
                <a:lnTo>
                  <a:pt x="354824" y="3657600"/>
                </a:lnTo>
                <a:lnTo>
                  <a:pt x="347275" y="3657600"/>
                </a:lnTo>
                <a:lnTo>
                  <a:pt x="339725" y="3657600"/>
                </a:lnTo>
                <a:lnTo>
                  <a:pt x="332176" y="3657600"/>
                </a:lnTo>
                <a:lnTo>
                  <a:pt x="324626" y="3657600"/>
                </a:lnTo>
                <a:lnTo>
                  <a:pt x="317077" y="3657600"/>
                </a:lnTo>
                <a:lnTo>
                  <a:pt x="309528" y="3657600"/>
                </a:lnTo>
                <a:lnTo>
                  <a:pt x="301978" y="3657600"/>
                </a:lnTo>
                <a:lnTo>
                  <a:pt x="294429" y="3657600"/>
                </a:lnTo>
                <a:lnTo>
                  <a:pt x="286879" y="3657600"/>
                </a:lnTo>
                <a:lnTo>
                  <a:pt x="279330" y="3657600"/>
                </a:lnTo>
                <a:lnTo>
                  <a:pt x="271780" y="3657600"/>
                </a:lnTo>
                <a:lnTo>
                  <a:pt x="264231" y="3657600"/>
                </a:lnTo>
                <a:lnTo>
                  <a:pt x="256681" y="3657600"/>
                </a:lnTo>
                <a:lnTo>
                  <a:pt x="249132" y="3657600"/>
                </a:lnTo>
                <a:lnTo>
                  <a:pt x="241582" y="3657600"/>
                </a:lnTo>
                <a:lnTo>
                  <a:pt x="234033" y="3657600"/>
                </a:lnTo>
                <a:lnTo>
                  <a:pt x="226483" y="3657600"/>
                </a:lnTo>
                <a:lnTo>
                  <a:pt x="218934" y="3657600"/>
                </a:lnTo>
                <a:lnTo>
                  <a:pt x="211385" y="3657600"/>
                </a:lnTo>
                <a:lnTo>
                  <a:pt x="203835" y="3657600"/>
                </a:lnTo>
                <a:lnTo>
                  <a:pt x="196286" y="3657600"/>
                </a:lnTo>
                <a:lnTo>
                  <a:pt x="188736" y="3657600"/>
                </a:lnTo>
                <a:lnTo>
                  <a:pt x="181187" y="3657600"/>
                </a:lnTo>
                <a:lnTo>
                  <a:pt x="173637" y="3657600"/>
                </a:lnTo>
                <a:lnTo>
                  <a:pt x="166088" y="3657600"/>
                </a:lnTo>
                <a:lnTo>
                  <a:pt x="158538" y="3657600"/>
                </a:lnTo>
                <a:lnTo>
                  <a:pt x="150989" y="3657600"/>
                </a:lnTo>
                <a:lnTo>
                  <a:pt x="143439" y="3657600"/>
                </a:lnTo>
                <a:lnTo>
                  <a:pt x="135890" y="3657600"/>
                </a:lnTo>
                <a:lnTo>
                  <a:pt x="128340" y="3657600"/>
                </a:lnTo>
                <a:lnTo>
                  <a:pt x="120791" y="3657600"/>
                </a:lnTo>
                <a:lnTo>
                  <a:pt x="113241" y="3657600"/>
                </a:lnTo>
                <a:lnTo>
                  <a:pt x="105692" y="3657600"/>
                </a:lnTo>
                <a:lnTo>
                  <a:pt x="98143" y="3657600"/>
                </a:lnTo>
                <a:lnTo>
                  <a:pt x="90593" y="3657600"/>
                </a:lnTo>
                <a:lnTo>
                  <a:pt x="83044" y="3657600"/>
                </a:lnTo>
                <a:lnTo>
                  <a:pt x="75494" y="3657600"/>
                </a:lnTo>
                <a:lnTo>
                  <a:pt x="67945" y="3657600"/>
                </a:lnTo>
                <a:lnTo>
                  <a:pt x="60395" y="3657600"/>
                </a:lnTo>
                <a:lnTo>
                  <a:pt x="52846" y="3657600"/>
                </a:lnTo>
                <a:lnTo>
                  <a:pt x="45296" y="3657600"/>
                </a:lnTo>
                <a:lnTo>
                  <a:pt x="37747" y="3657600"/>
                </a:lnTo>
                <a:lnTo>
                  <a:pt x="30197" y="3657600"/>
                </a:lnTo>
                <a:lnTo>
                  <a:pt x="22648" y="3657600"/>
                </a:lnTo>
                <a:lnTo>
                  <a:pt x="15098" y="3657600"/>
                </a:lnTo>
                <a:lnTo>
                  <a:pt x="7549" y="3657600"/>
                </a:lnTo>
                <a:lnTo>
                  <a:pt x="0" y="3657600"/>
                </a:lnTo>
                <a:close/>
              </a:path>
            </a:pathLst>
          </a:custGeom>
          <a:solidFill>
            <a:srgbClr val="8EDBD4">
              <a:alpha val="30000"/>
            </a:srgbClr>
          </a:solidFill>
          <a:ln w="10160">
            <a:solidFill>
              <a:srgbClr val="8EDBD4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16 polygon 31" descr="sci-ppt:o031"/>
          <p:cNvSpPr/>
          <p:nvPr/>
        </p:nvSpPr>
        <p:spPr>
          <a:xfrm>
            <a:off x="914400" y="1821732"/>
            <a:ext cx="5964077" cy="3207468"/>
          </a:xfrm>
          <a:custGeom>
            <a:avLst/>
            <a:gdLst/>
            <a:ahLst/>
            <a:cxnLst/>
            <a:rect l="l" t="t" r="r" b="b"/>
            <a:pathLst>
              <a:path w="5964077" h="3207468">
                <a:moveTo>
                  <a:pt x="0" y="3207468"/>
                </a:moveTo>
                <a:lnTo>
                  <a:pt x="37747" y="3207166"/>
                </a:lnTo>
                <a:lnTo>
                  <a:pt x="75494" y="3206615"/>
                </a:lnTo>
                <a:lnTo>
                  <a:pt x="113241" y="3205901"/>
                </a:lnTo>
                <a:lnTo>
                  <a:pt x="150989" y="3205055"/>
                </a:lnTo>
                <a:lnTo>
                  <a:pt x="188736" y="3204096"/>
                </a:lnTo>
                <a:lnTo>
                  <a:pt x="226483" y="3203036"/>
                </a:lnTo>
                <a:lnTo>
                  <a:pt x="264231" y="3201883"/>
                </a:lnTo>
                <a:lnTo>
                  <a:pt x="301978" y="3200644"/>
                </a:lnTo>
                <a:lnTo>
                  <a:pt x="339725" y="3199325"/>
                </a:lnTo>
                <a:lnTo>
                  <a:pt x="377473" y="3197931"/>
                </a:lnTo>
                <a:lnTo>
                  <a:pt x="415220" y="3196464"/>
                </a:lnTo>
                <a:lnTo>
                  <a:pt x="452967" y="3194930"/>
                </a:lnTo>
                <a:lnTo>
                  <a:pt x="490715" y="3193330"/>
                </a:lnTo>
                <a:lnTo>
                  <a:pt x="528462" y="3191666"/>
                </a:lnTo>
                <a:lnTo>
                  <a:pt x="566209" y="3189942"/>
                </a:lnTo>
                <a:lnTo>
                  <a:pt x="603957" y="3188159"/>
                </a:lnTo>
                <a:lnTo>
                  <a:pt x="641704" y="3186319"/>
                </a:lnTo>
                <a:lnTo>
                  <a:pt x="679451" y="3184423"/>
                </a:lnTo>
                <a:lnTo>
                  <a:pt x="717199" y="3182473"/>
                </a:lnTo>
                <a:lnTo>
                  <a:pt x="754946" y="3180470"/>
                </a:lnTo>
                <a:lnTo>
                  <a:pt x="792693" y="3178416"/>
                </a:lnTo>
                <a:lnTo>
                  <a:pt x="830441" y="3176311"/>
                </a:lnTo>
                <a:lnTo>
                  <a:pt x="868188" y="3174156"/>
                </a:lnTo>
                <a:lnTo>
                  <a:pt x="905935" y="3171953"/>
                </a:lnTo>
                <a:lnTo>
                  <a:pt x="943683" y="3169702"/>
                </a:lnTo>
                <a:lnTo>
                  <a:pt x="981430" y="3167404"/>
                </a:lnTo>
                <a:lnTo>
                  <a:pt x="1019177" y="3165059"/>
                </a:lnTo>
                <a:lnTo>
                  <a:pt x="1056925" y="3162669"/>
                </a:lnTo>
                <a:lnTo>
                  <a:pt x="1094672" y="3160234"/>
                </a:lnTo>
                <a:lnTo>
                  <a:pt x="1132419" y="3157754"/>
                </a:lnTo>
                <a:lnTo>
                  <a:pt x="1170167" y="3155230"/>
                </a:lnTo>
                <a:lnTo>
                  <a:pt x="1207914" y="3152662"/>
                </a:lnTo>
                <a:lnTo>
                  <a:pt x="1245661" y="3150050"/>
                </a:lnTo>
                <a:lnTo>
                  <a:pt x="1283409" y="3147396"/>
                </a:lnTo>
                <a:lnTo>
                  <a:pt x="1321156" y="3144698"/>
                </a:lnTo>
                <a:lnTo>
                  <a:pt x="1358903" y="3141958"/>
                </a:lnTo>
                <a:lnTo>
                  <a:pt x="1396651" y="3139176"/>
                </a:lnTo>
                <a:lnTo>
                  <a:pt x="1434398" y="3136352"/>
                </a:lnTo>
                <a:lnTo>
                  <a:pt x="1472145" y="3133486"/>
                </a:lnTo>
                <a:lnTo>
                  <a:pt x="1509892" y="3130577"/>
                </a:lnTo>
                <a:lnTo>
                  <a:pt x="1547640" y="3127627"/>
                </a:lnTo>
                <a:lnTo>
                  <a:pt x="1585387" y="3124635"/>
                </a:lnTo>
                <a:lnTo>
                  <a:pt x="1623134" y="3121601"/>
                </a:lnTo>
                <a:lnTo>
                  <a:pt x="1660882" y="3118525"/>
                </a:lnTo>
                <a:lnTo>
                  <a:pt x="1698629" y="3115408"/>
                </a:lnTo>
                <a:lnTo>
                  <a:pt x="1736376" y="3112248"/>
                </a:lnTo>
                <a:lnTo>
                  <a:pt x="1774124" y="3109046"/>
                </a:lnTo>
                <a:lnTo>
                  <a:pt x="1811871" y="3105802"/>
                </a:lnTo>
                <a:lnTo>
                  <a:pt x="1849618" y="3102515"/>
                </a:lnTo>
                <a:lnTo>
                  <a:pt x="1887366" y="3099186"/>
                </a:lnTo>
                <a:lnTo>
                  <a:pt x="1925113" y="3095813"/>
                </a:lnTo>
                <a:lnTo>
                  <a:pt x="1962860" y="3092398"/>
                </a:lnTo>
                <a:lnTo>
                  <a:pt x="2000608" y="3088938"/>
                </a:lnTo>
                <a:lnTo>
                  <a:pt x="2038355" y="3085435"/>
                </a:lnTo>
                <a:lnTo>
                  <a:pt x="2076102" y="3081887"/>
                </a:lnTo>
                <a:lnTo>
                  <a:pt x="2113850" y="3078294"/>
                </a:lnTo>
                <a:lnTo>
                  <a:pt x="2151597" y="3074656"/>
                </a:lnTo>
                <a:lnTo>
                  <a:pt x="2189344" y="3070972"/>
                </a:lnTo>
                <a:lnTo>
                  <a:pt x="2227092" y="3067242"/>
                </a:lnTo>
                <a:lnTo>
                  <a:pt x="2264839" y="3063464"/>
                </a:lnTo>
                <a:lnTo>
                  <a:pt x="2302586" y="3059639"/>
                </a:lnTo>
                <a:lnTo>
                  <a:pt x="2340334" y="3055766"/>
                </a:lnTo>
                <a:lnTo>
                  <a:pt x="2378081" y="3051844"/>
                </a:lnTo>
                <a:lnTo>
                  <a:pt x="2415828" y="3047872"/>
                </a:lnTo>
                <a:lnTo>
                  <a:pt x="2453576" y="3043850"/>
                </a:lnTo>
                <a:lnTo>
                  <a:pt x="2491323" y="3039777"/>
                </a:lnTo>
                <a:lnTo>
                  <a:pt x="2529070" y="3035651"/>
                </a:lnTo>
                <a:lnTo>
                  <a:pt x="2566818" y="3031472"/>
                </a:lnTo>
                <a:lnTo>
                  <a:pt x="2604565" y="3027239"/>
                </a:lnTo>
                <a:lnTo>
                  <a:pt x="2642312" y="3022950"/>
                </a:lnTo>
                <a:lnTo>
                  <a:pt x="2680060" y="3018606"/>
                </a:lnTo>
                <a:lnTo>
                  <a:pt x="2717807" y="3014204"/>
                </a:lnTo>
                <a:lnTo>
                  <a:pt x="2755554" y="3009744"/>
                </a:lnTo>
                <a:lnTo>
                  <a:pt x="2793302" y="3005223"/>
                </a:lnTo>
                <a:lnTo>
                  <a:pt x="2831049" y="3000642"/>
                </a:lnTo>
                <a:lnTo>
                  <a:pt x="2868796" y="2995997"/>
                </a:lnTo>
                <a:lnTo>
                  <a:pt x="2906543" y="2991289"/>
                </a:lnTo>
                <a:lnTo>
                  <a:pt x="2944291" y="2986515"/>
                </a:lnTo>
                <a:lnTo>
                  <a:pt x="2982038" y="2981674"/>
                </a:lnTo>
                <a:lnTo>
                  <a:pt x="3019785" y="2976764"/>
                </a:lnTo>
                <a:lnTo>
                  <a:pt x="3057533" y="2971783"/>
                </a:lnTo>
                <a:lnTo>
                  <a:pt x="3095280" y="2966729"/>
                </a:lnTo>
                <a:lnTo>
                  <a:pt x="3133027" y="2961601"/>
                </a:lnTo>
                <a:lnTo>
                  <a:pt x="3170775" y="2956396"/>
                </a:lnTo>
                <a:lnTo>
                  <a:pt x="3208522" y="2951112"/>
                </a:lnTo>
                <a:lnTo>
                  <a:pt x="3246269" y="2945747"/>
                </a:lnTo>
                <a:lnTo>
                  <a:pt x="3284017" y="2940299"/>
                </a:lnTo>
                <a:lnTo>
                  <a:pt x="3321764" y="2934764"/>
                </a:lnTo>
                <a:lnTo>
                  <a:pt x="3359511" y="2929141"/>
                </a:lnTo>
                <a:lnTo>
                  <a:pt x="3397259" y="2923426"/>
                </a:lnTo>
                <a:lnTo>
                  <a:pt x="3435006" y="2917616"/>
                </a:lnTo>
                <a:lnTo>
                  <a:pt x="3472753" y="2911709"/>
                </a:lnTo>
                <a:lnTo>
                  <a:pt x="3510501" y="2905701"/>
                </a:lnTo>
                <a:lnTo>
                  <a:pt x="3548248" y="2899588"/>
                </a:lnTo>
                <a:lnTo>
                  <a:pt x="3585995" y="2893367"/>
                </a:lnTo>
                <a:lnTo>
                  <a:pt x="3623743" y="2887034"/>
                </a:lnTo>
                <a:lnTo>
                  <a:pt x="3661490" y="2880585"/>
                </a:lnTo>
                <a:lnTo>
                  <a:pt x="3699237" y="2874016"/>
                </a:lnTo>
                <a:lnTo>
                  <a:pt x="3736985" y="2867322"/>
                </a:lnTo>
                <a:lnTo>
                  <a:pt x="3774732" y="2860498"/>
                </a:lnTo>
                <a:lnTo>
                  <a:pt x="3812479" y="2853539"/>
                </a:lnTo>
                <a:lnTo>
                  <a:pt x="3850227" y="2846439"/>
                </a:lnTo>
                <a:lnTo>
                  <a:pt x="3887974" y="2839194"/>
                </a:lnTo>
                <a:lnTo>
                  <a:pt x="3925721" y="2831796"/>
                </a:lnTo>
                <a:lnTo>
                  <a:pt x="3963469" y="2824239"/>
                </a:lnTo>
                <a:lnTo>
                  <a:pt x="4001216" y="2816517"/>
                </a:lnTo>
                <a:lnTo>
                  <a:pt x="4038963" y="2808621"/>
                </a:lnTo>
                <a:lnTo>
                  <a:pt x="4076711" y="2800545"/>
                </a:lnTo>
                <a:lnTo>
                  <a:pt x="4114458" y="2792278"/>
                </a:lnTo>
                <a:lnTo>
                  <a:pt x="4152205" y="2783814"/>
                </a:lnTo>
                <a:lnTo>
                  <a:pt x="4189953" y="2775140"/>
                </a:lnTo>
                <a:lnTo>
                  <a:pt x="4227700" y="2766249"/>
                </a:lnTo>
                <a:lnTo>
                  <a:pt x="4265447" y="2757127"/>
                </a:lnTo>
                <a:lnTo>
                  <a:pt x="4303195" y="2747764"/>
                </a:lnTo>
                <a:lnTo>
                  <a:pt x="4340942" y="2738146"/>
                </a:lnTo>
                <a:lnTo>
                  <a:pt x="4378689" y="2728259"/>
                </a:lnTo>
                <a:lnTo>
                  <a:pt x="4416436" y="2718088"/>
                </a:lnTo>
                <a:lnTo>
                  <a:pt x="4454184" y="2707618"/>
                </a:lnTo>
                <a:lnTo>
                  <a:pt x="4491931" y="2696830"/>
                </a:lnTo>
                <a:lnTo>
                  <a:pt x="4529678" y="2685705"/>
                </a:lnTo>
                <a:lnTo>
                  <a:pt x="4567426" y="2674223"/>
                </a:lnTo>
                <a:lnTo>
                  <a:pt x="4605173" y="2662360"/>
                </a:lnTo>
                <a:lnTo>
                  <a:pt x="4642920" y="2650092"/>
                </a:lnTo>
                <a:lnTo>
                  <a:pt x="4680668" y="2637391"/>
                </a:lnTo>
                <a:lnTo>
                  <a:pt x="4718415" y="2624228"/>
                </a:lnTo>
                <a:lnTo>
                  <a:pt x="4756162" y="2610568"/>
                </a:lnTo>
                <a:lnTo>
                  <a:pt x="4793910" y="2596377"/>
                </a:lnTo>
                <a:lnTo>
                  <a:pt x="4831657" y="2581613"/>
                </a:lnTo>
                <a:lnTo>
                  <a:pt x="4869404" y="2566232"/>
                </a:lnTo>
                <a:lnTo>
                  <a:pt x="4907152" y="2550183"/>
                </a:lnTo>
                <a:lnTo>
                  <a:pt x="4944899" y="2533410"/>
                </a:lnTo>
                <a:lnTo>
                  <a:pt x="4982646" y="2515851"/>
                </a:lnTo>
                <a:lnTo>
                  <a:pt x="5020394" y="2497433"/>
                </a:lnTo>
                <a:lnTo>
                  <a:pt x="5058141" y="2478078"/>
                </a:lnTo>
                <a:lnTo>
                  <a:pt x="5095888" y="2457693"/>
                </a:lnTo>
                <a:lnTo>
                  <a:pt x="5133636" y="2436174"/>
                </a:lnTo>
                <a:lnTo>
                  <a:pt x="5171383" y="2413400"/>
                </a:lnTo>
                <a:lnTo>
                  <a:pt x="5209130" y="2389232"/>
                </a:lnTo>
                <a:lnTo>
                  <a:pt x="5246878" y="2363507"/>
                </a:lnTo>
                <a:lnTo>
                  <a:pt x="5284625" y="2336035"/>
                </a:lnTo>
                <a:lnTo>
                  <a:pt x="5322372" y="2306592"/>
                </a:lnTo>
                <a:lnTo>
                  <a:pt x="5360120" y="2274910"/>
                </a:lnTo>
                <a:lnTo>
                  <a:pt x="5397867" y="2240665"/>
                </a:lnTo>
                <a:lnTo>
                  <a:pt x="5435614" y="2203467"/>
                </a:lnTo>
                <a:lnTo>
                  <a:pt x="5473362" y="2162833"/>
                </a:lnTo>
                <a:lnTo>
                  <a:pt x="5511109" y="2118162"/>
                </a:lnTo>
                <a:lnTo>
                  <a:pt x="5548856" y="2068694"/>
                </a:lnTo>
                <a:lnTo>
                  <a:pt x="5586604" y="2013450"/>
                </a:lnTo>
                <a:lnTo>
                  <a:pt x="5624351" y="1951145"/>
                </a:lnTo>
                <a:lnTo>
                  <a:pt x="5662098" y="1880052"/>
                </a:lnTo>
                <a:lnTo>
                  <a:pt x="5699846" y="1797780"/>
                </a:lnTo>
                <a:lnTo>
                  <a:pt x="5737593" y="1700914"/>
                </a:lnTo>
                <a:lnTo>
                  <a:pt x="5775340" y="1584363"/>
                </a:lnTo>
                <a:lnTo>
                  <a:pt x="5813087" y="1440128"/>
                </a:lnTo>
                <a:lnTo>
                  <a:pt x="5850835" y="1254737"/>
                </a:lnTo>
                <a:lnTo>
                  <a:pt x="5888582" y="1003243"/>
                </a:lnTo>
                <a:lnTo>
                  <a:pt x="5926329" y="632502"/>
                </a:lnTo>
                <a:lnTo>
                  <a:pt x="5964077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1-E16 line 32" descr="sci-ppt:o032"/>
          <p:cNvCxnSpPr/>
          <p:nvPr/>
        </p:nvCxnSpPr>
        <p:spPr>
          <a:xfrm>
            <a:off x="6949440" y="1371600"/>
            <a:ext cx="0" cy="365760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sp>
        <p:nvSpPr>
          <p:cNvPr id="35" name="C1-E16 text 33" descr="sci-ppt:o033"/>
          <p:cNvSpPr txBox="1"/>
          <p:nvPr/>
        </p:nvSpPr>
        <p:spPr>
          <a:xfrm>
            <a:off x="4306824" y="1402080"/>
            <a:ext cx="292608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integrand → ∞ like (1 − x)^(−1/2)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at the endpoint: infinite height,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finite area</a:t>
            </a:r>
          </a:p>
        </p:txBody>
      </p:sp>
      <p:sp>
        <p:nvSpPr>
          <p:cNvPr id="36" name="C1-E16 text 34" descr="sci-ppt:o034"/>
          <p:cNvSpPr txBox="1"/>
          <p:nvPr/>
        </p:nvSpPr>
        <p:spPr>
          <a:xfrm>
            <a:off x="1591056" y="3962400"/>
            <a:ext cx="2926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shaded area ∫ = 0.7468</a:t>
            </a:r>
          </a:p>
        </p:txBody>
      </p:sp>
      <p:sp>
        <p:nvSpPr>
          <p:cNvPr id="37" name="C1-E16 round_rect 35" descr="sci-ppt:o035"/>
          <p:cNvSpPr/>
          <p:nvPr/>
        </p:nvSpPr>
        <p:spPr>
          <a:xfrm>
            <a:off x="7223760" y="1371600"/>
            <a:ext cx="461772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6 text 36" descr="sci-ppt:o036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Collapse time in dimensionless form</a:t>
            </a:r>
          </a:p>
        </p:txBody>
      </p:sp>
      <p:sp>
        <p:nvSpPr>
          <p:cNvPr id="39" name="C1-E16 text 37" descr="sci-ppt:o037"/>
          <p:cNvSpPr txBox="1"/>
          <p:nvPr/>
        </p:nvSpPr>
        <p:spPr>
          <a:xfrm>
            <a:off x="7360920" y="1828800"/>
            <a:ext cx="438912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t_c = ∫ dR / |Ṙ|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= Rₘₐₓ √(ρ/Δp_c) · Cₜ</a:t>
            </a:r>
          </a:p>
        </p:txBody>
      </p:sp>
      <p:sp>
        <p:nvSpPr>
          <p:cNvPr id="40" name="C1-E16 text 38" descr="sci-ppt:o038"/>
          <p:cNvSpPr txBox="1"/>
          <p:nvPr/>
        </p:nvSpPr>
        <p:spPr>
          <a:xfrm>
            <a:off x="7360920" y="274320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Cₜ = √(3/2) ∫₀¹ x^(3/2) / √(1 − x³) dx</a:t>
            </a:r>
          </a:p>
        </p:txBody>
      </p:sp>
      <p:sp>
        <p:nvSpPr>
          <p:cNvPr id="41" name="C1-E16 text 39" descr="sci-ppt:o039"/>
          <p:cNvSpPr txBox="1"/>
          <p:nvPr/>
        </p:nvSpPr>
        <p:spPr>
          <a:xfrm>
            <a:off x="7360920" y="333756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= √(3/2) × 0.7468 = 0.914681</a:t>
            </a:r>
          </a:p>
        </p:txBody>
      </p:sp>
      <p:sp>
        <p:nvSpPr>
          <p:cNvPr id="42" name="C1-E16 text 40" descr="sci-ppt:o040"/>
          <p:cNvSpPr txBox="1"/>
          <p:nvPr/>
        </p:nvSpPr>
        <p:spPr>
          <a:xfrm>
            <a:off x="7360920" y="3931920"/>
            <a:ext cx="438912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substitution x = R/Rₘₐₓ and dR = Rₘₐₓ dx moves all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dimensions into the prefactor.</a:t>
            </a:r>
          </a:p>
        </p:txBody>
      </p:sp>
      <p:sp>
        <p:nvSpPr>
          <p:cNvPr id="43" name="C1-E16 text 41" descr="sci-ppt:o041"/>
          <p:cNvSpPr txBox="1"/>
          <p:nvPr/>
        </p:nvSpPr>
        <p:spPr>
          <a:xfrm>
            <a:off x="914400" y="5733288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The endpoint singularity is integrable, so the ideal collapse takes a finite time, 0.91468 Rₘₐₓ √(ρ/Δp_c).</a:t>
            </a:r>
          </a:p>
        </p:txBody>
      </p:sp>
      <p:sp>
        <p:nvSpPr>
          <p:cNvPr id="44" name="C1-E16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Integrand from Eq. C1-E16; area by numerical quadrature.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