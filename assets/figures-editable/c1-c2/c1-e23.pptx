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C1-E23 | Physical-variable diagram</a:t>
            </a:r>
          </a:p>
        </p:txBody>
      </p:sp>
      <p:sp>
        <p:nvSpPr>
          <p:cNvPr id="3" name="rect2" descr="sci-ppt:C1-E23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3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3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3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3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3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3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3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3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</a:t>
            </a:r>
          </a:p>
        </p:txBody>
      </p:sp>
      <p:sp>
        <p:nvSpPr>
          <p:cNvPr id="12" name="text11" descr="sci-ppt:C1-E23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</a:t>
            </a:r>
          </a:p>
        </p:txBody>
      </p:sp>
      <p:sp>
        <p:nvSpPr>
          <p:cNvPr id="13" name="text12" descr="sci-ppt:C1-E23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Π(x)</a:t>
            </a:r>
          </a:p>
        </p:txBody>
      </p:sp>
      <p:sp>
        <p:nvSpPr>
          <p:cNvPr id="14" name="text13" descr="sci-ppt:C1-E23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∇²Π = 0</a:t>
            </a:r>
          </a:p>
        </p:txBody>
      </p:sp>
      <p:sp>
        <p:nvSpPr>
          <p:cNvPr id="15" name="text14" descr="sci-ppt:C1-E23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</a:t>
            </a:r>
          </a:p>
        </p:txBody>
      </p:sp>
      <p:sp>
        <p:nvSpPr>
          <p:cNvPr id="16" name="text15" descr="sci-ppt:C1-E23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ν</a:t>
            </a:r>
          </a:p>
        </p:txBody>
      </p:sp>
      <p:sp>
        <p:nvSpPr>
          <p:cNvPr id="17" name="text16" descr="sci-ppt:C1-E23-016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 ≈ −∇Π/ρ</a:t>
            </a:r>
          </a:p>
        </p:txBody>
      </p:sp>
      <p:sp>
        <p:nvSpPr>
          <p:cNvPr id="18" name="text17" descr="sci-ppt:C1-E23-017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9" name="text18" descr="sci-ppt:C1-E23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Freeze the domain only while displacement and residual impulses remain 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