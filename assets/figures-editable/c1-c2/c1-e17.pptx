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1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C1-E17 · Evaluated beta-function coefficient</a:t>
            </a:r>
          </a:p>
        </p:txBody>
      </p:sp>
      <p:cxnSp>
        <p:nvCxnSpPr>
          <p:cNvPr id="3" name="C1-E17 line 1" descr="sci-ppt:o001"/>
          <p:cNvCxnSpPr/>
          <p:nvPr/>
        </p:nvCxnSpPr>
        <p:spPr>
          <a:xfrm>
            <a:off x="914400" y="484632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17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17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17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17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0.00</a:t>
            </a:r>
          </a:p>
        </p:txBody>
      </p:sp>
      <p:cxnSp>
        <p:nvCxnSpPr>
          <p:cNvPr id="8" name="C1-E17 line 6" descr="sci-ppt:o006"/>
          <p:cNvCxnSpPr/>
          <p:nvPr/>
        </p:nvCxnSpPr>
        <p:spPr>
          <a:xfrm>
            <a:off x="22860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17 line 7" descr="sci-ppt:o007"/>
          <p:cNvCxnSpPr/>
          <p:nvPr/>
        </p:nvCxnSpPr>
        <p:spPr>
          <a:xfrm>
            <a:off x="22860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17 text 8" descr="sci-ppt:o008"/>
          <p:cNvSpPr txBox="1"/>
          <p:nvPr/>
        </p:nvSpPr>
        <p:spPr>
          <a:xfrm>
            <a:off x="18288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0.25</a:t>
            </a:r>
          </a:p>
        </p:txBody>
      </p:sp>
      <p:cxnSp>
        <p:nvCxnSpPr>
          <p:cNvPr id="11" name="C1-E17 line 9" descr="sci-ppt:o009"/>
          <p:cNvCxnSpPr/>
          <p:nvPr/>
        </p:nvCxnSpPr>
        <p:spPr>
          <a:xfrm>
            <a:off x="36576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17 line 10" descr="sci-ppt:o010"/>
          <p:cNvCxnSpPr/>
          <p:nvPr/>
        </p:nvCxnSpPr>
        <p:spPr>
          <a:xfrm>
            <a:off x="36576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17 text 11" descr="sci-ppt:o011"/>
          <p:cNvSpPr txBox="1"/>
          <p:nvPr/>
        </p:nvSpPr>
        <p:spPr>
          <a:xfrm>
            <a:off x="32004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0.50</a:t>
            </a:r>
          </a:p>
        </p:txBody>
      </p:sp>
      <p:cxnSp>
        <p:nvCxnSpPr>
          <p:cNvPr id="14" name="C1-E17 line 12" descr="sci-ppt:o012"/>
          <p:cNvCxnSpPr/>
          <p:nvPr/>
        </p:nvCxnSpPr>
        <p:spPr>
          <a:xfrm>
            <a:off x="50292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17 line 13" descr="sci-ppt:o013"/>
          <p:cNvCxnSpPr/>
          <p:nvPr/>
        </p:nvCxnSpPr>
        <p:spPr>
          <a:xfrm>
            <a:off x="50292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1-E17 text 14" descr="sci-ppt:o014"/>
          <p:cNvSpPr txBox="1"/>
          <p:nvPr/>
        </p:nvSpPr>
        <p:spPr>
          <a:xfrm>
            <a:off x="45720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0.75</a:t>
            </a:r>
          </a:p>
        </p:txBody>
      </p:sp>
      <p:cxnSp>
        <p:nvCxnSpPr>
          <p:cNvPr id="17" name="C1-E17 line 15" descr="sci-ppt:o015"/>
          <p:cNvCxnSpPr/>
          <p:nvPr/>
        </p:nvCxnSpPr>
        <p:spPr>
          <a:xfrm>
            <a:off x="64008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1-E17 line 16" descr="sci-ppt:o016"/>
          <p:cNvCxnSpPr/>
          <p:nvPr/>
        </p:nvCxnSpPr>
        <p:spPr>
          <a:xfrm>
            <a:off x="64008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1-E17 text 17" descr="sci-ppt:o017"/>
          <p:cNvSpPr txBox="1"/>
          <p:nvPr/>
        </p:nvSpPr>
        <p:spPr>
          <a:xfrm>
            <a:off x="59436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1.00</a:t>
            </a:r>
          </a:p>
        </p:txBody>
      </p:sp>
      <p:cxnSp>
        <p:nvCxnSpPr>
          <p:cNvPr id="20" name="C1-E17 line 18" descr="sci-ppt:o018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1-E17 line 19" descr="sci-ppt:o019"/>
          <p:cNvCxnSpPr/>
          <p:nvPr/>
        </p:nvCxnSpPr>
        <p:spPr>
          <a:xfrm>
            <a:off x="850392" y="3688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2" name="C1-E17 line 20" descr="sci-ppt:o020"/>
          <p:cNvCxnSpPr/>
          <p:nvPr/>
        </p:nvCxnSpPr>
        <p:spPr>
          <a:xfrm>
            <a:off x="914400" y="368808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3" name="C1-E17 text 21" descr="sci-ppt:o021"/>
          <p:cNvSpPr txBox="1"/>
          <p:nvPr/>
        </p:nvSpPr>
        <p:spPr>
          <a:xfrm>
            <a:off x="45720" y="3605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4" name="C1-E17 line 22" descr="sci-ppt:o022"/>
          <p:cNvCxnSpPr/>
          <p:nvPr/>
        </p:nvCxnSpPr>
        <p:spPr>
          <a:xfrm>
            <a:off x="850392" y="252984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1-E17 line 23" descr="sci-ppt:o023"/>
          <p:cNvCxnSpPr/>
          <p:nvPr/>
        </p:nvCxnSpPr>
        <p:spPr>
          <a:xfrm>
            <a:off x="914400" y="252984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1-E17 text 24" descr="sci-ppt:o024"/>
          <p:cNvSpPr txBox="1"/>
          <p:nvPr/>
        </p:nvSpPr>
        <p:spPr>
          <a:xfrm>
            <a:off x="45720" y="244754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27" name="C1-E17 line 25" descr="sci-ppt:o025"/>
          <p:cNvCxnSpPr/>
          <p:nvPr/>
        </p:nvCxnSpPr>
        <p:spPr>
          <a:xfrm>
            <a:off x="8503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1-E17 line 26" descr="sci-ppt:o026"/>
          <p:cNvCxnSpPr/>
          <p:nvPr/>
        </p:nvCxnSpPr>
        <p:spPr>
          <a:xfrm>
            <a:off x="914400" y="1371600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1-E17 text 27" descr="sci-ppt:o027"/>
          <p:cNvSpPr txBox="1"/>
          <p:nvPr/>
        </p:nvSpPr>
        <p:spPr>
          <a:xfrm>
            <a:off x="457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sp>
        <p:nvSpPr>
          <p:cNvPr id="30" name="C1-E17 text 28" descr="sci-ppt:o028"/>
          <p:cNvSpPr txBox="1"/>
          <p:nvPr/>
        </p:nvSpPr>
        <p:spPr>
          <a:xfrm>
            <a:off x="914400" y="5129783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 = x³</a:t>
            </a:r>
          </a:p>
        </p:txBody>
      </p:sp>
      <p:sp>
        <p:nvSpPr>
          <p:cNvPr id="31" name="C1-E17 text 29" descr="sci-ppt:o029"/>
          <p:cNvSpPr txBox="1"/>
          <p:nvPr/>
        </p:nvSpPr>
        <p:spPr>
          <a:xfrm>
            <a:off x="365760" y="102412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q^(−1/6) (1 − q)^(−1/2)</a:t>
            </a:r>
          </a:p>
        </p:txBody>
      </p:sp>
      <p:sp>
        <p:nvSpPr>
          <p:cNvPr id="32" name="C1-E17 polygon 30" descr="sci-ppt:o030"/>
          <p:cNvSpPr/>
          <p:nvPr/>
        </p:nvSpPr>
        <p:spPr>
          <a:xfrm>
            <a:off x="917143" y="1371600"/>
            <a:ext cx="5480913" cy="3474720"/>
          </a:xfrm>
          <a:custGeom>
            <a:avLst/>
            <a:gdLst/>
            <a:ahLst/>
            <a:cxnLst/>
            <a:rect l="l" t="t" r="r" b="b"/>
            <a:pathLst>
              <a:path w="5480913" h="3474720">
                <a:moveTo>
                  <a:pt x="0" y="1418598"/>
                </a:moveTo>
                <a:lnTo>
                  <a:pt x="3656" y="1688734"/>
                </a:lnTo>
                <a:lnTo>
                  <a:pt x="7312" y="1817764"/>
                </a:lnTo>
                <a:lnTo>
                  <a:pt x="10969" y="1900708"/>
                </a:lnTo>
                <a:lnTo>
                  <a:pt x="14625" y="1961006"/>
                </a:lnTo>
                <a:lnTo>
                  <a:pt x="18282" y="2007954"/>
                </a:lnTo>
                <a:lnTo>
                  <a:pt x="21938" y="2046153"/>
                </a:lnTo>
                <a:lnTo>
                  <a:pt x="25594" y="2078202"/>
                </a:lnTo>
                <a:lnTo>
                  <a:pt x="29251" y="2105706"/>
                </a:lnTo>
                <a:lnTo>
                  <a:pt x="32907" y="2129724"/>
                </a:lnTo>
                <a:lnTo>
                  <a:pt x="36563" y="2150989"/>
                </a:lnTo>
                <a:lnTo>
                  <a:pt x="40220" y="2170030"/>
                </a:lnTo>
                <a:lnTo>
                  <a:pt x="43876" y="2187237"/>
                </a:lnTo>
                <a:lnTo>
                  <a:pt x="47533" y="2202911"/>
                </a:lnTo>
                <a:lnTo>
                  <a:pt x="51189" y="2217282"/>
                </a:lnTo>
                <a:lnTo>
                  <a:pt x="54845" y="2230535"/>
                </a:lnTo>
                <a:lnTo>
                  <a:pt x="58502" y="2242820"/>
                </a:lnTo>
                <a:lnTo>
                  <a:pt x="62158" y="2254257"/>
                </a:lnTo>
                <a:lnTo>
                  <a:pt x="65815" y="2264946"/>
                </a:lnTo>
                <a:lnTo>
                  <a:pt x="69471" y="2274973"/>
                </a:lnTo>
                <a:lnTo>
                  <a:pt x="73127" y="2284406"/>
                </a:lnTo>
                <a:lnTo>
                  <a:pt x="76784" y="2293308"/>
                </a:lnTo>
                <a:lnTo>
                  <a:pt x="80440" y="2301729"/>
                </a:lnTo>
                <a:lnTo>
                  <a:pt x="84096" y="2309715"/>
                </a:lnTo>
                <a:lnTo>
                  <a:pt x="87753" y="2317303"/>
                </a:lnTo>
                <a:lnTo>
                  <a:pt x="91409" y="2324529"/>
                </a:lnTo>
                <a:lnTo>
                  <a:pt x="95066" y="2331422"/>
                </a:lnTo>
                <a:lnTo>
                  <a:pt x="98722" y="2338008"/>
                </a:lnTo>
                <a:lnTo>
                  <a:pt x="102378" y="2344311"/>
                </a:lnTo>
                <a:lnTo>
                  <a:pt x="106035" y="2350352"/>
                </a:lnTo>
                <a:lnTo>
                  <a:pt x="109691" y="2356150"/>
                </a:lnTo>
                <a:lnTo>
                  <a:pt x="113347" y="2361722"/>
                </a:lnTo>
                <a:lnTo>
                  <a:pt x="117004" y="2367082"/>
                </a:lnTo>
                <a:lnTo>
                  <a:pt x="120660" y="2372245"/>
                </a:lnTo>
                <a:lnTo>
                  <a:pt x="124317" y="2377223"/>
                </a:lnTo>
                <a:lnTo>
                  <a:pt x="127973" y="2382028"/>
                </a:lnTo>
                <a:lnTo>
                  <a:pt x="131629" y="2386669"/>
                </a:lnTo>
                <a:lnTo>
                  <a:pt x="135286" y="2391156"/>
                </a:lnTo>
                <a:lnTo>
                  <a:pt x="138942" y="2395499"/>
                </a:lnTo>
                <a:lnTo>
                  <a:pt x="142599" y="2399704"/>
                </a:lnTo>
                <a:lnTo>
                  <a:pt x="146255" y="2403780"/>
                </a:lnTo>
                <a:lnTo>
                  <a:pt x="149911" y="2407733"/>
                </a:lnTo>
                <a:lnTo>
                  <a:pt x="153568" y="2411569"/>
                </a:lnTo>
                <a:lnTo>
                  <a:pt x="157224" y="2415295"/>
                </a:lnTo>
                <a:lnTo>
                  <a:pt x="160880" y="2418915"/>
                </a:lnTo>
                <a:lnTo>
                  <a:pt x="164537" y="2422436"/>
                </a:lnTo>
                <a:lnTo>
                  <a:pt x="168193" y="2425861"/>
                </a:lnTo>
                <a:lnTo>
                  <a:pt x="171850" y="2429194"/>
                </a:lnTo>
                <a:lnTo>
                  <a:pt x="175506" y="2432441"/>
                </a:lnTo>
                <a:lnTo>
                  <a:pt x="179162" y="2435604"/>
                </a:lnTo>
                <a:lnTo>
                  <a:pt x="182819" y="2438688"/>
                </a:lnTo>
                <a:lnTo>
                  <a:pt x="186475" y="2441695"/>
                </a:lnTo>
                <a:lnTo>
                  <a:pt x="190131" y="2444630"/>
                </a:lnTo>
                <a:lnTo>
                  <a:pt x="193788" y="2447494"/>
                </a:lnTo>
                <a:lnTo>
                  <a:pt x="197444" y="2450291"/>
                </a:lnTo>
                <a:lnTo>
                  <a:pt x="201101" y="2453023"/>
                </a:lnTo>
                <a:lnTo>
                  <a:pt x="204757" y="2455693"/>
                </a:lnTo>
                <a:lnTo>
                  <a:pt x="208413" y="2458304"/>
                </a:lnTo>
                <a:lnTo>
                  <a:pt x="212070" y="2460856"/>
                </a:lnTo>
                <a:lnTo>
                  <a:pt x="215726" y="2463353"/>
                </a:lnTo>
                <a:lnTo>
                  <a:pt x="219382" y="2465797"/>
                </a:lnTo>
                <a:lnTo>
                  <a:pt x="223039" y="2468189"/>
                </a:lnTo>
                <a:lnTo>
                  <a:pt x="226695" y="2470532"/>
                </a:lnTo>
                <a:lnTo>
                  <a:pt x="230352" y="2472826"/>
                </a:lnTo>
                <a:lnTo>
                  <a:pt x="234008" y="2475073"/>
                </a:lnTo>
                <a:lnTo>
                  <a:pt x="237664" y="2477276"/>
                </a:lnTo>
                <a:lnTo>
                  <a:pt x="241321" y="2479435"/>
                </a:lnTo>
                <a:lnTo>
                  <a:pt x="244977" y="2481553"/>
                </a:lnTo>
                <a:lnTo>
                  <a:pt x="248634" y="2483629"/>
                </a:lnTo>
                <a:lnTo>
                  <a:pt x="252290" y="2485666"/>
                </a:lnTo>
                <a:lnTo>
                  <a:pt x="255946" y="2487665"/>
                </a:lnTo>
                <a:lnTo>
                  <a:pt x="259603" y="2489626"/>
                </a:lnTo>
                <a:lnTo>
                  <a:pt x="263259" y="2491552"/>
                </a:lnTo>
                <a:lnTo>
                  <a:pt x="266915" y="2493443"/>
                </a:lnTo>
                <a:lnTo>
                  <a:pt x="270572" y="2495300"/>
                </a:lnTo>
                <a:lnTo>
                  <a:pt x="274228" y="2497124"/>
                </a:lnTo>
                <a:lnTo>
                  <a:pt x="277885" y="2498916"/>
                </a:lnTo>
                <a:lnTo>
                  <a:pt x="281541" y="2500677"/>
                </a:lnTo>
                <a:lnTo>
                  <a:pt x="285197" y="2502407"/>
                </a:lnTo>
                <a:lnTo>
                  <a:pt x="288854" y="2504109"/>
                </a:lnTo>
                <a:lnTo>
                  <a:pt x="292510" y="2505781"/>
                </a:lnTo>
                <a:lnTo>
                  <a:pt x="296166" y="2507426"/>
                </a:lnTo>
                <a:lnTo>
                  <a:pt x="299823" y="2509044"/>
                </a:lnTo>
                <a:lnTo>
                  <a:pt x="303479" y="2510635"/>
                </a:lnTo>
                <a:lnTo>
                  <a:pt x="307136" y="2512201"/>
                </a:lnTo>
                <a:lnTo>
                  <a:pt x="310792" y="2513741"/>
                </a:lnTo>
                <a:lnTo>
                  <a:pt x="314448" y="2515257"/>
                </a:lnTo>
                <a:lnTo>
                  <a:pt x="318105" y="2516750"/>
                </a:lnTo>
                <a:lnTo>
                  <a:pt x="321761" y="2518218"/>
                </a:lnTo>
                <a:lnTo>
                  <a:pt x="325418" y="2519665"/>
                </a:lnTo>
                <a:lnTo>
                  <a:pt x="329074" y="2521089"/>
                </a:lnTo>
                <a:lnTo>
                  <a:pt x="332730" y="2522491"/>
                </a:lnTo>
                <a:lnTo>
                  <a:pt x="336387" y="2523872"/>
                </a:lnTo>
                <a:lnTo>
                  <a:pt x="340043" y="2525233"/>
                </a:lnTo>
                <a:lnTo>
                  <a:pt x="343699" y="2526574"/>
                </a:lnTo>
                <a:lnTo>
                  <a:pt x="347356" y="2527894"/>
                </a:lnTo>
                <a:lnTo>
                  <a:pt x="351012" y="2529196"/>
                </a:lnTo>
                <a:lnTo>
                  <a:pt x="354669" y="2530479"/>
                </a:lnTo>
                <a:lnTo>
                  <a:pt x="358325" y="2531743"/>
                </a:lnTo>
                <a:lnTo>
                  <a:pt x="361981" y="2532989"/>
                </a:lnTo>
                <a:lnTo>
                  <a:pt x="365638" y="2534218"/>
                </a:lnTo>
                <a:lnTo>
                  <a:pt x="369294" y="2535429"/>
                </a:lnTo>
                <a:lnTo>
                  <a:pt x="372950" y="2536623"/>
                </a:lnTo>
                <a:lnTo>
                  <a:pt x="376607" y="2537801"/>
                </a:lnTo>
                <a:lnTo>
                  <a:pt x="380263" y="2538963"/>
                </a:lnTo>
                <a:lnTo>
                  <a:pt x="383920" y="2540109"/>
                </a:lnTo>
                <a:lnTo>
                  <a:pt x="387576" y="2541239"/>
                </a:lnTo>
                <a:lnTo>
                  <a:pt x="391232" y="2542354"/>
                </a:lnTo>
                <a:lnTo>
                  <a:pt x="394889" y="2543454"/>
                </a:lnTo>
                <a:lnTo>
                  <a:pt x="398545" y="2544539"/>
                </a:lnTo>
                <a:lnTo>
                  <a:pt x="402201" y="2545610"/>
                </a:lnTo>
                <a:lnTo>
                  <a:pt x="405858" y="2546667"/>
                </a:lnTo>
                <a:lnTo>
                  <a:pt x="409514" y="2547710"/>
                </a:lnTo>
                <a:lnTo>
                  <a:pt x="413171" y="2548740"/>
                </a:lnTo>
                <a:lnTo>
                  <a:pt x="416827" y="2549756"/>
                </a:lnTo>
                <a:lnTo>
                  <a:pt x="420483" y="2550759"/>
                </a:lnTo>
                <a:lnTo>
                  <a:pt x="424140" y="2551750"/>
                </a:lnTo>
                <a:lnTo>
                  <a:pt x="427796" y="2552728"/>
                </a:lnTo>
                <a:lnTo>
                  <a:pt x="431453" y="2553693"/>
                </a:lnTo>
                <a:lnTo>
                  <a:pt x="435109" y="2554646"/>
                </a:lnTo>
                <a:lnTo>
                  <a:pt x="438765" y="2555588"/>
                </a:lnTo>
                <a:lnTo>
                  <a:pt x="442422" y="2556518"/>
                </a:lnTo>
                <a:lnTo>
                  <a:pt x="446078" y="2557436"/>
                </a:lnTo>
                <a:lnTo>
                  <a:pt x="449734" y="2558343"/>
                </a:lnTo>
                <a:lnTo>
                  <a:pt x="453391" y="2559239"/>
                </a:lnTo>
                <a:lnTo>
                  <a:pt x="457047" y="2560124"/>
                </a:lnTo>
                <a:lnTo>
                  <a:pt x="460704" y="2560998"/>
                </a:lnTo>
                <a:lnTo>
                  <a:pt x="464360" y="2561861"/>
                </a:lnTo>
                <a:lnTo>
                  <a:pt x="468016" y="2562715"/>
                </a:lnTo>
                <a:lnTo>
                  <a:pt x="471673" y="2563558"/>
                </a:lnTo>
                <a:lnTo>
                  <a:pt x="475329" y="2564391"/>
                </a:lnTo>
                <a:lnTo>
                  <a:pt x="478985" y="2565214"/>
                </a:lnTo>
                <a:lnTo>
                  <a:pt x="482642" y="2566028"/>
                </a:lnTo>
                <a:lnTo>
                  <a:pt x="486298" y="2566831"/>
                </a:lnTo>
                <a:lnTo>
                  <a:pt x="489955" y="2567626"/>
                </a:lnTo>
                <a:lnTo>
                  <a:pt x="493611" y="2568411"/>
                </a:lnTo>
                <a:lnTo>
                  <a:pt x="497267" y="2569187"/>
                </a:lnTo>
                <a:lnTo>
                  <a:pt x="500924" y="2569954"/>
                </a:lnTo>
                <a:lnTo>
                  <a:pt x="504580" y="2570713"/>
                </a:lnTo>
                <a:lnTo>
                  <a:pt x="508237" y="2571462"/>
                </a:lnTo>
                <a:lnTo>
                  <a:pt x="511893" y="2572204"/>
                </a:lnTo>
                <a:lnTo>
                  <a:pt x="515549" y="2572936"/>
                </a:lnTo>
                <a:lnTo>
                  <a:pt x="519206" y="2573660"/>
                </a:lnTo>
                <a:lnTo>
                  <a:pt x="522862" y="2574377"/>
                </a:lnTo>
                <a:lnTo>
                  <a:pt x="526518" y="2575085"/>
                </a:lnTo>
                <a:lnTo>
                  <a:pt x="530175" y="2575785"/>
                </a:lnTo>
                <a:lnTo>
                  <a:pt x="533831" y="2576477"/>
                </a:lnTo>
                <a:lnTo>
                  <a:pt x="537488" y="2577162"/>
                </a:lnTo>
                <a:lnTo>
                  <a:pt x="541144" y="2577839"/>
                </a:lnTo>
                <a:lnTo>
                  <a:pt x="544800" y="2578508"/>
                </a:lnTo>
                <a:lnTo>
                  <a:pt x="548457" y="2579170"/>
                </a:lnTo>
                <a:lnTo>
                  <a:pt x="552113" y="2579825"/>
                </a:lnTo>
                <a:lnTo>
                  <a:pt x="555769" y="2580472"/>
                </a:lnTo>
                <a:lnTo>
                  <a:pt x="559426" y="2581113"/>
                </a:lnTo>
                <a:lnTo>
                  <a:pt x="563082" y="2581746"/>
                </a:lnTo>
                <a:lnTo>
                  <a:pt x="566739" y="2582373"/>
                </a:lnTo>
                <a:lnTo>
                  <a:pt x="570395" y="2582992"/>
                </a:lnTo>
                <a:lnTo>
                  <a:pt x="574051" y="2583605"/>
                </a:lnTo>
                <a:lnTo>
                  <a:pt x="577708" y="2584212"/>
                </a:lnTo>
                <a:lnTo>
                  <a:pt x="581364" y="2584811"/>
                </a:lnTo>
                <a:lnTo>
                  <a:pt x="585020" y="2585405"/>
                </a:lnTo>
                <a:lnTo>
                  <a:pt x="588677" y="2585992"/>
                </a:lnTo>
                <a:lnTo>
                  <a:pt x="592333" y="2586572"/>
                </a:lnTo>
                <a:lnTo>
                  <a:pt x="595990" y="2587147"/>
                </a:lnTo>
                <a:lnTo>
                  <a:pt x="599646" y="2587715"/>
                </a:lnTo>
                <a:lnTo>
                  <a:pt x="603302" y="2588278"/>
                </a:lnTo>
                <a:lnTo>
                  <a:pt x="606959" y="2588834"/>
                </a:lnTo>
                <a:lnTo>
                  <a:pt x="610615" y="2589384"/>
                </a:lnTo>
                <a:lnTo>
                  <a:pt x="614272" y="2589929"/>
                </a:lnTo>
                <a:lnTo>
                  <a:pt x="617928" y="2590468"/>
                </a:lnTo>
                <a:lnTo>
                  <a:pt x="621584" y="2591001"/>
                </a:lnTo>
                <a:lnTo>
                  <a:pt x="625241" y="2591528"/>
                </a:lnTo>
                <a:lnTo>
                  <a:pt x="628897" y="2592050"/>
                </a:lnTo>
                <a:lnTo>
                  <a:pt x="632553" y="2592567"/>
                </a:lnTo>
                <a:lnTo>
                  <a:pt x="636210" y="2593078"/>
                </a:lnTo>
                <a:lnTo>
                  <a:pt x="639866" y="2593583"/>
                </a:lnTo>
                <a:lnTo>
                  <a:pt x="643523" y="2594084"/>
                </a:lnTo>
                <a:lnTo>
                  <a:pt x="647179" y="2594579"/>
                </a:lnTo>
                <a:lnTo>
                  <a:pt x="650835" y="2595069"/>
                </a:lnTo>
                <a:lnTo>
                  <a:pt x="654492" y="2595554"/>
                </a:lnTo>
                <a:lnTo>
                  <a:pt x="658148" y="2596034"/>
                </a:lnTo>
                <a:lnTo>
                  <a:pt x="661804" y="2596508"/>
                </a:lnTo>
                <a:lnTo>
                  <a:pt x="665461" y="2596978"/>
                </a:lnTo>
                <a:lnTo>
                  <a:pt x="669117" y="2597443"/>
                </a:lnTo>
                <a:lnTo>
                  <a:pt x="672774" y="2597904"/>
                </a:lnTo>
                <a:lnTo>
                  <a:pt x="676430" y="2598359"/>
                </a:lnTo>
                <a:lnTo>
                  <a:pt x="680086" y="2598810"/>
                </a:lnTo>
                <a:lnTo>
                  <a:pt x="683743" y="2599256"/>
                </a:lnTo>
                <a:lnTo>
                  <a:pt x="687399" y="2599697"/>
                </a:lnTo>
                <a:lnTo>
                  <a:pt x="691056" y="2600134"/>
                </a:lnTo>
                <a:lnTo>
                  <a:pt x="694712" y="2600566"/>
                </a:lnTo>
                <a:lnTo>
                  <a:pt x="698368" y="2600994"/>
                </a:lnTo>
                <a:lnTo>
                  <a:pt x="702025" y="2601418"/>
                </a:lnTo>
                <a:lnTo>
                  <a:pt x="705681" y="2601837"/>
                </a:lnTo>
                <a:lnTo>
                  <a:pt x="709337" y="2602251"/>
                </a:lnTo>
                <a:lnTo>
                  <a:pt x="712994" y="2602662"/>
                </a:lnTo>
                <a:lnTo>
                  <a:pt x="716650" y="2603068"/>
                </a:lnTo>
                <a:lnTo>
                  <a:pt x="720307" y="2603470"/>
                </a:lnTo>
                <a:lnTo>
                  <a:pt x="723963" y="2603868"/>
                </a:lnTo>
                <a:lnTo>
                  <a:pt x="727619" y="2604262"/>
                </a:lnTo>
                <a:lnTo>
                  <a:pt x="731276" y="2604651"/>
                </a:lnTo>
                <a:lnTo>
                  <a:pt x="734932" y="2605037"/>
                </a:lnTo>
                <a:lnTo>
                  <a:pt x="738588" y="2605418"/>
                </a:lnTo>
                <a:lnTo>
                  <a:pt x="742245" y="2605796"/>
                </a:lnTo>
                <a:lnTo>
                  <a:pt x="745901" y="2606170"/>
                </a:lnTo>
                <a:lnTo>
                  <a:pt x="749558" y="2606540"/>
                </a:lnTo>
                <a:lnTo>
                  <a:pt x="753214" y="2606906"/>
                </a:lnTo>
                <a:lnTo>
                  <a:pt x="756870" y="2607268"/>
                </a:lnTo>
                <a:lnTo>
                  <a:pt x="760527" y="2607627"/>
                </a:lnTo>
                <a:lnTo>
                  <a:pt x="764183" y="2607982"/>
                </a:lnTo>
                <a:lnTo>
                  <a:pt x="767839" y="2608333"/>
                </a:lnTo>
                <a:lnTo>
                  <a:pt x="771496" y="2608680"/>
                </a:lnTo>
                <a:lnTo>
                  <a:pt x="775152" y="2609024"/>
                </a:lnTo>
                <a:lnTo>
                  <a:pt x="778809" y="2609364"/>
                </a:lnTo>
                <a:lnTo>
                  <a:pt x="782465" y="2609701"/>
                </a:lnTo>
                <a:lnTo>
                  <a:pt x="786121" y="2610034"/>
                </a:lnTo>
                <a:lnTo>
                  <a:pt x="789778" y="2610364"/>
                </a:lnTo>
                <a:lnTo>
                  <a:pt x="793434" y="2610690"/>
                </a:lnTo>
                <a:lnTo>
                  <a:pt x="797091" y="2611013"/>
                </a:lnTo>
                <a:lnTo>
                  <a:pt x="800747" y="2611332"/>
                </a:lnTo>
                <a:lnTo>
                  <a:pt x="804403" y="2611649"/>
                </a:lnTo>
                <a:lnTo>
                  <a:pt x="808060" y="2611961"/>
                </a:lnTo>
                <a:lnTo>
                  <a:pt x="811716" y="2612271"/>
                </a:lnTo>
                <a:lnTo>
                  <a:pt x="815372" y="2612577"/>
                </a:lnTo>
                <a:lnTo>
                  <a:pt x="819029" y="2612880"/>
                </a:lnTo>
                <a:lnTo>
                  <a:pt x="822685" y="2613180"/>
                </a:lnTo>
                <a:lnTo>
                  <a:pt x="826342" y="2613476"/>
                </a:lnTo>
                <a:lnTo>
                  <a:pt x="829998" y="2613770"/>
                </a:lnTo>
                <a:lnTo>
                  <a:pt x="833654" y="2614060"/>
                </a:lnTo>
                <a:lnTo>
                  <a:pt x="837311" y="2614347"/>
                </a:lnTo>
                <a:lnTo>
                  <a:pt x="840967" y="2614631"/>
                </a:lnTo>
                <a:lnTo>
                  <a:pt x="844623" y="2614912"/>
                </a:lnTo>
                <a:lnTo>
                  <a:pt x="848280" y="2615190"/>
                </a:lnTo>
                <a:lnTo>
                  <a:pt x="851936" y="2615465"/>
                </a:lnTo>
                <a:lnTo>
                  <a:pt x="855593" y="2615737"/>
                </a:lnTo>
                <a:lnTo>
                  <a:pt x="859249" y="2616006"/>
                </a:lnTo>
                <a:lnTo>
                  <a:pt x="862905" y="2616272"/>
                </a:lnTo>
                <a:lnTo>
                  <a:pt x="866562" y="2616535"/>
                </a:lnTo>
                <a:lnTo>
                  <a:pt x="870218" y="2616796"/>
                </a:lnTo>
                <a:lnTo>
                  <a:pt x="873875" y="2617053"/>
                </a:lnTo>
                <a:lnTo>
                  <a:pt x="877531" y="2617308"/>
                </a:lnTo>
                <a:lnTo>
                  <a:pt x="881187" y="2617560"/>
                </a:lnTo>
                <a:lnTo>
                  <a:pt x="884844" y="2617809"/>
                </a:lnTo>
                <a:lnTo>
                  <a:pt x="888500" y="2618055"/>
                </a:lnTo>
                <a:lnTo>
                  <a:pt x="892156" y="2618299"/>
                </a:lnTo>
                <a:lnTo>
                  <a:pt x="895813" y="2618540"/>
                </a:lnTo>
                <a:lnTo>
                  <a:pt x="899469" y="2618778"/>
                </a:lnTo>
                <a:lnTo>
                  <a:pt x="903126" y="2619013"/>
                </a:lnTo>
                <a:lnTo>
                  <a:pt x="906782" y="2619246"/>
                </a:lnTo>
                <a:lnTo>
                  <a:pt x="910438" y="2619476"/>
                </a:lnTo>
                <a:lnTo>
                  <a:pt x="914095" y="2619704"/>
                </a:lnTo>
                <a:lnTo>
                  <a:pt x="917751" y="2619929"/>
                </a:lnTo>
                <a:lnTo>
                  <a:pt x="921407" y="2620151"/>
                </a:lnTo>
                <a:lnTo>
                  <a:pt x="925064" y="2620371"/>
                </a:lnTo>
                <a:lnTo>
                  <a:pt x="928720" y="2620588"/>
                </a:lnTo>
                <a:lnTo>
                  <a:pt x="932377" y="2620803"/>
                </a:lnTo>
                <a:lnTo>
                  <a:pt x="936033" y="2621015"/>
                </a:lnTo>
                <a:lnTo>
                  <a:pt x="939689" y="2621225"/>
                </a:lnTo>
                <a:lnTo>
                  <a:pt x="943346" y="2621432"/>
                </a:lnTo>
                <a:lnTo>
                  <a:pt x="947002" y="2621637"/>
                </a:lnTo>
                <a:lnTo>
                  <a:pt x="950658" y="2621839"/>
                </a:lnTo>
                <a:lnTo>
                  <a:pt x="954315" y="2622039"/>
                </a:lnTo>
                <a:lnTo>
                  <a:pt x="957971" y="2622237"/>
                </a:lnTo>
                <a:lnTo>
                  <a:pt x="961628" y="2622432"/>
                </a:lnTo>
                <a:lnTo>
                  <a:pt x="965284" y="2622625"/>
                </a:lnTo>
                <a:lnTo>
                  <a:pt x="968940" y="2622815"/>
                </a:lnTo>
                <a:lnTo>
                  <a:pt x="972597" y="2623003"/>
                </a:lnTo>
                <a:lnTo>
                  <a:pt x="976253" y="2623189"/>
                </a:lnTo>
                <a:lnTo>
                  <a:pt x="979910" y="2623373"/>
                </a:lnTo>
                <a:lnTo>
                  <a:pt x="983566" y="2623554"/>
                </a:lnTo>
                <a:lnTo>
                  <a:pt x="987222" y="2623733"/>
                </a:lnTo>
                <a:lnTo>
                  <a:pt x="990879" y="2623910"/>
                </a:lnTo>
                <a:lnTo>
                  <a:pt x="994535" y="2624084"/>
                </a:lnTo>
                <a:lnTo>
                  <a:pt x="998191" y="2624256"/>
                </a:lnTo>
                <a:lnTo>
                  <a:pt x="1001848" y="2624426"/>
                </a:lnTo>
                <a:lnTo>
                  <a:pt x="1005504" y="2624594"/>
                </a:lnTo>
                <a:lnTo>
                  <a:pt x="1009161" y="2624760"/>
                </a:lnTo>
                <a:lnTo>
                  <a:pt x="1012817" y="2624923"/>
                </a:lnTo>
                <a:lnTo>
                  <a:pt x="1016473" y="2625085"/>
                </a:lnTo>
                <a:lnTo>
                  <a:pt x="1020130" y="2625244"/>
                </a:lnTo>
                <a:lnTo>
                  <a:pt x="1023786" y="2625401"/>
                </a:lnTo>
                <a:lnTo>
                  <a:pt x="1027442" y="2625556"/>
                </a:lnTo>
                <a:lnTo>
                  <a:pt x="1031099" y="2625709"/>
                </a:lnTo>
                <a:lnTo>
                  <a:pt x="1034755" y="2625860"/>
                </a:lnTo>
                <a:lnTo>
                  <a:pt x="1038412" y="2626009"/>
                </a:lnTo>
                <a:lnTo>
                  <a:pt x="1042068" y="2626155"/>
                </a:lnTo>
                <a:lnTo>
                  <a:pt x="1045724" y="2626300"/>
                </a:lnTo>
                <a:lnTo>
                  <a:pt x="1049381" y="2626443"/>
                </a:lnTo>
                <a:lnTo>
                  <a:pt x="1053037" y="2626583"/>
                </a:lnTo>
                <a:lnTo>
                  <a:pt x="1056694" y="2626722"/>
                </a:lnTo>
                <a:lnTo>
                  <a:pt x="1060350" y="2626858"/>
                </a:lnTo>
                <a:lnTo>
                  <a:pt x="1064006" y="2626993"/>
                </a:lnTo>
                <a:lnTo>
                  <a:pt x="1067663" y="2627125"/>
                </a:lnTo>
                <a:lnTo>
                  <a:pt x="1071319" y="2627256"/>
                </a:lnTo>
                <a:lnTo>
                  <a:pt x="1074975" y="2627385"/>
                </a:lnTo>
                <a:lnTo>
                  <a:pt x="1078632" y="2627512"/>
                </a:lnTo>
                <a:lnTo>
                  <a:pt x="1082288" y="2627637"/>
                </a:lnTo>
                <a:lnTo>
                  <a:pt x="1085945" y="2627759"/>
                </a:lnTo>
                <a:lnTo>
                  <a:pt x="1089601" y="2627881"/>
                </a:lnTo>
                <a:lnTo>
                  <a:pt x="1093257" y="2628000"/>
                </a:lnTo>
                <a:lnTo>
                  <a:pt x="1096914" y="2628117"/>
                </a:lnTo>
                <a:lnTo>
                  <a:pt x="1100570" y="2628232"/>
                </a:lnTo>
                <a:lnTo>
                  <a:pt x="1104226" y="2628346"/>
                </a:lnTo>
                <a:lnTo>
                  <a:pt x="1107883" y="2628458"/>
                </a:lnTo>
                <a:lnTo>
                  <a:pt x="1111539" y="2628567"/>
                </a:lnTo>
                <a:lnTo>
                  <a:pt x="1115196" y="2628675"/>
                </a:lnTo>
                <a:lnTo>
                  <a:pt x="1118852" y="2628782"/>
                </a:lnTo>
                <a:lnTo>
                  <a:pt x="1122508" y="2628886"/>
                </a:lnTo>
                <a:lnTo>
                  <a:pt x="1126165" y="2628989"/>
                </a:lnTo>
                <a:lnTo>
                  <a:pt x="1129821" y="2629090"/>
                </a:lnTo>
                <a:lnTo>
                  <a:pt x="1133477" y="2629189"/>
                </a:lnTo>
                <a:lnTo>
                  <a:pt x="1137134" y="2629286"/>
                </a:lnTo>
                <a:lnTo>
                  <a:pt x="1140790" y="2629381"/>
                </a:lnTo>
                <a:lnTo>
                  <a:pt x="1144447" y="2629475"/>
                </a:lnTo>
                <a:lnTo>
                  <a:pt x="1148103" y="2629567"/>
                </a:lnTo>
                <a:lnTo>
                  <a:pt x="1151759" y="2629657"/>
                </a:lnTo>
                <a:lnTo>
                  <a:pt x="1155416" y="2629746"/>
                </a:lnTo>
                <a:lnTo>
                  <a:pt x="1159072" y="2629833"/>
                </a:lnTo>
                <a:lnTo>
                  <a:pt x="1162729" y="2629918"/>
                </a:lnTo>
                <a:lnTo>
                  <a:pt x="1166385" y="2630001"/>
                </a:lnTo>
                <a:lnTo>
                  <a:pt x="1170041" y="2630083"/>
                </a:lnTo>
                <a:lnTo>
                  <a:pt x="1173698" y="2630163"/>
                </a:lnTo>
                <a:lnTo>
                  <a:pt x="1177354" y="2630242"/>
                </a:lnTo>
                <a:lnTo>
                  <a:pt x="1181010" y="2630318"/>
                </a:lnTo>
                <a:lnTo>
                  <a:pt x="1184667" y="2630393"/>
                </a:lnTo>
                <a:lnTo>
                  <a:pt x="1188323" y="2630467"/>
                </a:lnTo>
                <a:lnTo>
                  <a:pt x="1191980" y="2630539"/>
                </a:lnTo>
                <a:lnTo>
                  <a:pt x="1195636" y="2630609"/>
                </a:lnTo>
                <a:lnTo>
                  <a:pt x="1199292" y="2630677"/>
                </a:lnTo>
                <a:lnTo>
                  <a:pt x="1202949" y="2630744"/>
                </a:lnTo>
                <a:lnTo>
                  <a:pt x="1206605" y="2630810"/>
                </a:lnTo>
                <a:lnTo>
                  <a:pt x="1210261" y="2630873"/>
                </a:lnTo>
                <a:lnTo>
                  <a:pt x="1213918" y="2630936"/>
                </a:lnTo>
                <a:lnTo>
                  <a:pt x="1217574" y="2630996"/>
                </a:lnTo>
                <a:lnTo>
                  <a:pt x="1221231" y="2631055"/>
                </a:lnTo>
                <a:lnTo>
                  <a:pt x="1224887" y="2631112"/>
                </a:lnTo>
                <a:lnTo>
                  <a:pt x="1228543" y="2631168"/>
                </a:lnTo>
                <a:lnTo>
                  <a:pt x="1232200" y="2631223"/>
                </a:lnTo>
                <a:lnTo>
                  <a:pt x="1235856" y="2631275"/>
                </a:lnTo>
                <a:lnTo>
                  <a:pt x="1239513" y="2631327"/>
                </a:lnTo>
                <a:lnTo>
                  <a:pt x="1243169" y="2631376"/>
                </a:lnTo>
                <a:lnTo>
                  <a:pt x="1246825" y="2631424"/>
                </a:lnTo>
                <a:lnTo>
                  <a:pt x="1250482" y="2631471"/>
                </a:lnTo>
                <a:lnTo>
                  <a:pt x="1254138" y="2631516"/>
                </a:lnTo>
                <a:lnTo>
                  <a:pt x="1257794" y="2631560"/>
                </a:lnTo>
                <a:lnTo>
                  <a:pt x="1261451" y="2631602"/>
                </a:lnTo>
                <a:lnTo>
                  <a:pt x="1265107" y="2631642"/>
                </a:lnTo>
                <a:lnTo>
                  <a:pt x="1268764" y="2631682"/>
                </a:lnTo>
                <a:lnTo>
                  <a:pt x="1272420" y="2631719"/>
                </a:lnTo>
                <a:lnTo>
                  <a:pt x="1276076" y="2631755"/>
                </a:lnTo>
                <a:lnTo>
                  <a:pt x="1279733" y="2631790"/>
                </a:lnTo>
                <a:lnTo>
                  <a:pt x="1283389" y="2631823"/>
                </a:lnTo>
                <a:lnTo>
                  <a:pt x="1287045" y="2631855"/>
                </a:lnTo>
                <a:lnTo>
                  <a:pt x="1290702" y="2631885"/>
                </a:lnTo>
                <a:lnTo>
                  <a:pt x="1294358" y="2631914"/>
                </a:lnTo>
                <a:lnTo>
                  <a:pt x="1298015" y="2631942"/>
                </a:lnTo>
                <a:lnTo>
                  <a:pt x="1301671" y="2631968"/>
                </a:lnTo>
                <a:lnTo>
                  <a:pt x="1305327" y="2631992"/>
                </a:lnTo>
                <a:lnTo>
                  <a:pt x="1308984" y="2632015"/>
                </a:lnTo>
                <a:lnTo>
                  <a:pt x="1312640" y="2632037"/>
                </a:lnTo>
                <a:lnTo>
                  <a:pt x="1316296" y="2632058"/>
                </a:lnTo>
                <a:lnTo>
                  <a:pt x="1319953" y="2632077"/>
                </a:lnTo>
                <a:lnTo>
                  <a:pt x="1323609" y="2632094"/>
                </a:lnTo>
                <a:lnTo>
                  <a:pt x="1327266" y="2632110"/>
                </a:lnTo>
                <a:lnTo>
                  <a:pt x="1330922" y="2632125"/>
                </a:lnTo>
                <a:lnTo>
                  <a:pt x="1334578" y="2632138"/>
                </a:lnTo>
                <a:lnTo>
                  <a:pt x="1338235" y="2632150"/>
                </a:lnTo>
                <a:lnTo>
                  <a:pt x="1341891" y="2632161"/>
                </a:lnTo>
                <a:lnTo>
                  <a:pt x="1345548" y="2632170"/>
                </a:lnTo>
                <a:lnTo>
                  <a:pt x="1349204" y="2632178"/>
                </a:lnTo>
                <a:lnTo>
                  <a:pt x="1352860" y="2632185"/>
                </a:lnTo>
                <a:lnTo>
                  <a:pt x="1356517" y="2632190"/>
                </a:lnTo>
                <a:lnTo>
                  <a:pt x="1360173" y="2632194"/>
                </a:lnTo>
                <a:lnTo>
                  <a:pt x="1363829" y="2632196"/>
                </a:lnTo>
                <a:lnTo>
                  <a:pt x="1367486" y="2632197"/>
                </a:lnTo>
                <a:lnTo>
                  <a:pt x="1371142" y="2632197"/>
                </a:lnTo>
                <a:lnTo>
                  <a:pt x="1374799" y="2632196"/>
                </a:lnTo>
                <a:lnTo>
                  <a:pt x="1378455" y="2632193"/>
                </a:lnTo>
                <a:lnTo>
                  <a:pt x="1382111" y="2632189"/>
                </a:lnTo>
                <a:lnTo>
                  <a:pt x="1385768" y="2632183"/>
                </a:lnTo>
                <a:lnTo>
                  <a:pt x="1389424" y="2632177"/>
                </a:lnTo>
                <a:lnTo>
                  <a:pt x="1393080" y="2632168"/>
                </a:lnTo>
                <a:lnTo>
                  <a:pt x="1396737" y="2632159"/>
                </a:lnTo>
                <a:lnTo>
                  <a:pt x="1400393" y="2632148"/>
                </a:lnTo>
                <a:lnTo>
                  <a:pt x="1404050" y="2632137"/>
                </a:lnTo>
                <a:lnTo>
                  <a:pt x="1407706" y="2632123"/>
                </a:lnTo>
                <a:lnTo>
                  <a:pt x="1411362" y="2632109"/>
                </a:lnTo>
                <a:lnTo>
                  <a:pt x="1415019" y="2632093"/>
                </a:lnTo>
                <a:lnTo>
                  <a:pt x="1418675" y="2632076"/>
                </a:lnTo>
                <a:lnTo>
                  <a:pt x="1422332" y="2632058"/>
                </a:lnTo>
                <a:lnTo>
                  <a:pt x="1425988" y="2632038"/>
                </a:lnTo>
                <a:lnTo>
                  <a:pt x="1429644" y="2632017"/>
                </a:lnTo>
                <a:lnTo>
                  <a:pt x="1433301" y="2631995"/>
                </a:lnTo>
                <a:lnTo>
                  <a:pt x="1436957" y="2631972"/>
                </a:lnTo>
                <a:lnTo>
                  <a:pt x="1440613" y="2631947"/>
                </a:lnTo>
                <a:lnTo>
                  <a:pt x="1444270" y="2631921"/>
                </a:lnTo>
                <a:lnTo>
                  <a:pt x="1447926" y="2631894"/>
                </a:lnTo>
                <a:lnTo>
                  <a:pt x="1451583" y="2631866"/>
                </a:lnTo>
                <a:lnTo>
                  <a:pt x="1455239" y="2631836"/>
                </a:lnTo>
                <a:lnTo>
                  <a:pt x="1458895" y="2631805"/>
                </a:lnTo>
                <a:lnTo>
                  <a:pt x="1462552" y="2631773"/>
                </a:lnTo>
                <a:lnTo>
                  <a:pt x="1466208" y="2631740"/>
                </a:lnTo>
                <a:lnTo>
                  <a:pt x="1469864" y="2631705"/>
                </a:lnTo>
                <a:lnTo>
                  <a:pt x="1473521" y="2631670"/>
                </a:lnTo>
                <a:lnTo>
                  <a:pt x="1477177" y="2631633"/>
                </a:lnTo>
                <a:lnTo>
                  <a:pt x="1480834" y="2631594"/>
                </a:lnTo>
                <a:lnTo>
                  <a:pt x="1484490" y="2631555"/>
                </a:lnTo>
                <a:lnTo>
                  <a:pt x="1488146" y="2631515"/>
                </a:lnTo>
                <a:lnTo>
                  <a:pt x="1491803" y="2631473"/>
                </a:lnTo>
                <a:lnTo>
                  <a:pt x="1495459" y="2631430"/>
                </a:lnTo>
                <a:lnTo>
                  <a:pt x="1499115" y="2631386"/>
                </a:lnTo>
                <a:lnTo>
                  <a:pt x="1502772" y="2631340"/>
                </a:lnTo>
                <a:lnTo>
                  <a:pt x="1506428" y="2631294"/>
                </a:lnTo>
                <a:lnTo>
                  <a:pt x="1510085" y="2631246"/>
                </a:lnTo>
                <a:lnTo>
                  <a:pt x="1513741" y="2631197"/>
                </a:lnTo>
                <a:lnTo>
                  <a:pt x="1517397" y="2631147"/>
                </a:lnTo>
                <a:lnTo>
                  <a:pt x="1521054" y="2631096"/>
                </a:lnTo>
                <a:lnTo>
                  <a:pt x="1524710" y="2631043"/>
                </a:lnTo>
                <a:lnTo>
                  <a:pt x="1528367" y="2630990"/>
                </a:lnTo>
                <a:lnTo>
                  <a:pt x="1532023" y="2630935"/>
                </a:lnTo>
                <a:lnTo>
                  <a:pt x="1535679" y="2630879"/>
                </a:lnTo>
                <a:lnTo>
                  <a:pt x="1539336" y="2630822"/>
                </a:lnTo>
                <a:lnTo>
                  <a:pt x="1542992" y="2630764"/>
                </a:lnTo>
                <a:lnTo>
                  <a:pt x="1546648" y="2630704"/>
                </a:lnTo>
                <a:lnTo>
                  <a:pt x="1550305" y="2630644"/>
                </a:lnTo>
                <a:lnTo>
                  <a:pt x="1553961" y="2630582"/>
                </a:lnTo>
                <a:lnTo>
                  <a:pt x="1557618" y="2630519"/>
                </a:lnTo>
                <a:lnTo>
                  <a:pt x="1561274" y="2630455"/>
                </a:lnTo>
                <a:lnTo>
                  <a:pt x="1564930" y="2630390"/>
                </a:lnTo>
                <a:lnTo>
                  <a:pt x="1568587" y="2630324"/>
                </a:lnTo>
                <a:lnTo>
                  <a:pt x="1572243" y="2630257"/>
                </a:lnTo>
                <a:lnTo>
                  <a:pt x="1575899" y="2630188"/>
                </a:lnTo>
                <a:lnTo>
                  <a:pt x="1579556" y="2630118"/>
                </a:lnTo>
                <a:lnTo>
                  <a:pt x="1583212" y="2630048"/>
                </a:lnTo>
                <a:lnTo>
                  <a:pt x="1586869" y="2629976"/>
                </a:lnTo>
                <a:lnTo>
                  <a:pt x="1590525" y="2629903"/>
                </a:lnTo>
                <a:lnTo>
                  <a:pt x="1594181" y="2629829"/>
                </a:lnTo>
                <a:lnTo>
                  <a:pt x="1597838" y="2629753"/>
                </a:lnTo>
                <a:lnTo>
                  <a:pt x="1601494" y="2629677"/>
                </a:lnTo>
                <a:lnTo>
                  <a:pt x="1605151" y="2629599"/>
                </a:lnTo>
                <a:lnTo>
                  <a:pt x="1608807" y="2629521"/>
                </a:lnTo>
                <a:lnTo>
                  <a:pt x="1612463" y="2629441"/>
                </a:lnTo>
                <a:lnTo>
                  <a:pt x="1616120" y="2629360"/>
                </a:lnTo>
                <a:lnTo>
                  <a:pt x="1619776" y="2629278"/>
                </a:lnTo>
                <a:lnTo>
                  <a:pt x="1623432" y="2629195"/>
                </a:lnTo>
                <a:lnTo>
                  <a:pt x="1627089" y="2629111"/>
                </a:lnTo>
                <a:lnTo>
                  <a:pt x="1630745" y="2629026"/>
                </a:lnTo>
                <a:lnTo>
                  <a:pt x="1634402" y="2628940"/>
                </a:lnTo>
                <a:lnTo>
                  <a:pt x="1638058" y="2628852"/>
                </a:lnTo>
                <a:lnTo>
                  <a:pt x="1641714" y="2628764"/>
                </a:lnTo>
                <a:lnTo>
                  <a:pt x="1645371" y="2628674"/>
                </a:lnTo>
                <a:lnTo>
                  <a:pt x="1649027" y="2628583"/>
                </a:lnTo>
                <a:lnTo>
                  <a:pt x="1652683" y="2628492"/>
                </a:lnTo>
                <a:lnTo>
                  <a:pt x="1656340" y="2628399"/>
                </a:lnTo>
                <a:lnTo>
                  <a:pt x="1659996" y="2628305"/>
                </a:lnTo>
                <a:lnTo>
                  <a:pt x="1663653" y="2628210"/>
                </a:lnTo>
                <a:lnTo>
                  <a:pt x="1667309" y="2628114"/>
                </a:lnTo>
                <a:lnTo>
                  <a:pt x="1670965" y="2628017"/>
                </a:lnTo>
                <a:lnTo>
                  <a:pt x="1674622" y="2627918"/>
                </a:lnTo>
                <a:lnTo>
                  <a:pt x="1678278" y="2627819"/>
                </a:lnTo>
                <a:lnTo>
                  <a:pt x="1681934" y="2627719"/>
                </a:lnTo>
                <a:lnTo>
                  <a:pt x="1685591" y="2627617"/>
                </a:lnTo>
                <a:lnTo>
                  <a:pt x="1689247" y="2627515"/>
                </a:lnTo>
                <a:lnTo>
                  <a:pt x="1692904" y="2627411"/>
                </a:lnTo>
                <a:lnTo>
                  <a:pt x="1696560" y="2627306"/>
                </a:lnTo>
                <a:lnTo>
                  <a:pt x="1700216" y="2627201"/>
                </a:lnTo>
                <a:lnTo>
                  <a:pt x="1703873" y="2627094"/>
                </a:lnTo>
                <a:lnTo>
                  <a:pt x="1707529" y="2626986"/>
                </a:lnTo>
                <a:lnTo>
                  <a:pt x="1711186" y="2626877"/>
                </a:lnTo>
                <a:lnTo>
                  <a:pt x="1714842" y="2626767"/>
                </a:lnTo>
                <a:lnTo>
                  <a:pt x="1718498" y="2626656"/>
                </a:lnTo>
                <a:lnTo>
                  <a:pt x="1722155" y="2626544"/>
                </a:lnTo>
                <a:lnTo>
                  <a:pt x="1725811" y="2626431"/>
                </a:lnTo>
                <a:lnTo>
                  <a:pt x="1729467" y="2626317"/>
                </a:lnTo>
                <a:lnTo>
                  <a:pt x="1733124" y="2626202"/>
                </a:lnTo>
                <a:lnTo>
                  <a:pt x="1736780" y="2626085"/>
                </a:lnTo>
                <a:lnTo>
                  <a:pt x="1740437" y="2625968"/>
                </a:lnTo>
                <a:lnTo>
                  <a:pt x="1744093" y="2625850"/>
                </a:lnTo>
                <a:lnTo>
                  <a:pt x="1747749" y="2625730"/>
                </a:lnTo>
                <a:lnTo>
                  <a:pt x="1751406" y="2625610"/>
                </a:lnTo>
                <a:lnTo>
                  <a:pt x="1755062" y="2625489"/>
                </a:lnTo>
                <a:lnTo>
                  <a:pt x="1758718" y="2625366"/>
                </a:lnTo>
                <a:lnTo>
                  <a:pt x="1762375" y="2625242"/>
                </a:lnTo>
                <a:lnTo>
                  <a:pt x="1766031" y="2625118"/>
                </a:lnTo>
                <a:lnTo>
                  <a:pt x="1769688" y="2624992"/>
                </a:lnTo>
                <a:lnTo>
                  <a:pt x="1773344" y="2624866"/>
                </a:lnTo>
                <a:lnTo>
                  <a:pt x="1777000" y="2624738"/>
                </a:lnTo>
                <a:lnTo>
                  <a:pt x="1780657" y="2624609"/>
                </a:lnTo>
                <a:lnTo>
                  <a:pt x="1784313" y="2624480"/>
                </a:lnTo>
                <a:lnTo>
                  <a:pt x="1787970" y="2624349"/>
                </a:lnTo>
                <a:lnTo>
                  <a:pt x="1791626" y="2624217"/>
                </a:lnTo>
                <a:lnTo>
                  <a:pt x="1795282" y="2624084"/>
                </a:lnTo>
                <a:lnTo>
                  <a:pt x="1798939" y="2623950"/>
                </a:lnTo>
                <a:lnTo>
                  <a:pt x="1802595" y="2623815"/>
                </a:lnTo>
                <a:lnTo>
                  <a:pt x="1806251" y="2623680"/>
                </a:lnTo>
                <a:lnTo>
                  <a:pt x="1809908" y="2623543"/>
                </a:lnTo>
                <a:lnTo>
                  <a:pt x="1813564" y="2623405"/>
                </a:lnTo>
                <a:lnTo>
                  <a:pt x="1817221" y="2623266"/>
                </a:lnTo>
                <a:lnTo>
                  <a:pt x="1820877" y="2623126"/>
                </a:lnTo>
                <a:lnTo>
                  <a:pt x="1824533" y="2622985"/>
                </a:lnTo>
                <a:lnTo>
                  <a:pt x="1828190" y="2622843"/>
                </a:lnTo>
                <a:lnTo>
                  <a:pt x="1831846" y="2622700"/>
                </a:lnTo>
                <a:lnTo>
                  <a:pt x="1835502" y="2622556"/>
                </a:lnTo>
                <a:lnTo>
                  <a:pt x="1839159" y="2622411"/>
                </a:lnTo>
                <a:lnTo>
                  <a:pt x="1842815" y="2622265"/>
                </a:lnTo>
                <a:lnTo>
                  <a:pt x="1846472" y="2622118"/>
                </a:lnTo>
                <a:lnTo>
                  <a:pt x="1850128" y="2621970"/>
                </a:lnTo>
                <a:lnTo>
                  <a:pt x="1853784" y="2621820"/>
                </a:lnTo>
                <a:lnTo>
                  <a:pt x="1857441" y="2621670"/>
                </a:lnTo>
                <a:lnTo>
                  <a:pt x="1861097" y="2621519"/>
                </a:lnTo>
                <a:lnTo>
                  <a:pt x="1864753" y="2621367"/>
                </a:lnTo>
                <a:lnTo>
                  <a:pt x="1868410" y="2621214"/>
                </a:lnTo>
                <a:lnTo>
                  <a:pt x="1872066" y="2621060"/>
                </a:lnTo>
                <a:lnTo>
                  <a:pt x="1875723" y="2620905"/>
                </a:lnTo>
                <a:lnTo>
                  <a:pt x="1879379" y="2620749"/>
                </a:lnTo>
                <a:lnTo>
                  <a:pt x="1883035" y="2620591"/>
                </a:lnTo>
                <a:lnTo>
                  <a:pt x="1886692" y="2620433"/>
                </a:lnTo>
                <a:lnTo>
                  <a:pt x="1890348" y="2620274"/>
                </a:lnTo>
                <a:lnTo>
                  <a:pt x="1894005" y="2620114"/>
                </a:lnTo>
                <a:lnTo>
                  <a:pt x="1897661" y="2619953"/>
                </a:lnTo>
                <a:lnTo>
                  <a:pt x="1901317" y="2619790"/>
                </a:lnTo>
                <a:lnTo>
                  <a:pt x="1904974" y="2619627"/>
                </a:lnTo>
                <a:lnTo>
                  <a:pt x="1908630" y="2619463"/>
                </a:lnTo>
                <a:lnTo>
                  <a:pt x="1912286" y="2619298"/>
                </a:lnTo>
                <a:lnTo>
                  <a:pt x="1915943" y="2619132"/>
                </a:lnTo>
                <a:lnTo>
                  <a:pt x="1919599" y="2618965"/>
                </a:lnTo>
                <a:lnTo>
                  <a:pt x="1923256" y="2618796"/>
                </a:lnTo>
                <a:lnTo>
                  <a:pt x="1926912" y="2618627"/>
                </a:lnTo>
                <a:lnTo>
                  <a:pt x="1930568" y="2618457"/>
                </a:lnTo>
                <a:lnTo>
                  <a:pt x="1934225" y="2618286"/>
                </a:lnTo>
                <a:lnTo>
                  <a:pt x="1937881" y="2618114"/>
                </a:lnTo>
                <a:lnTo>
                  <a:pt x="1941537" y="2617941"/>
                </a:lnTo>
                <a:lnTo>
                  <a:pt x="1945194" y="2617766"/>
                </a:lnTo>
                <a:lnTo>
                  <a:pt x="1948850" y="2617591"/>
                </a:lnTo>
                <a:lnTo>
                  <a:pt x="1952507" y="2617415"/>
                </a:lnTo>
                <a:lnTo>
                  <a:pt x="1956163" y="2617238"/>
                </a:lnTo>
                <a:lnTo>
                  <a:pt x="1959819" y="2617060"/>
                </a:lnTo>
                <a:lnTo>
                  <a:pt x="1963476" y="2616881"/>
                </a:lnTo>
                <a:lnTo>
                  <a:pt x="1967132" y="2616700"/>
                </a:lnTo>
                <a:lnTo>
                  <a:pt x="1970789" y="2616519"/>
                </a:lnTo>
                <a:lnTo>
                  <a:pt x="1974445" y="2616337"/>
                </a:lnTo>
                <a:lnTo>
                  <a:pt x="1978101" y="2616154"/>
                </a:lnTo>
                <a:lnTo>
                  <a:pt x="1981758" y="2615970"/>
                </a:lnTo>
                <a:lnTo>
                  <a:pt x="1985414" y="2615785"/>
                </a:lnTo>
                <a:lnTo>
                  <a:pt x="1989070" y="2615599"/>
                </a:lnTo>
                <a:lnTo>
                  <a:pt x="1992727" y="2615412"/>
                </a:lnTo>
                <a:lnTo>
                  <a:pt x="1996383" y="2615224"/>
                </a:lnTo>
                <a:lnTo>
                  <a:pt x="2000040" y="2615034"/>
                </a:lnTo>
                <a:lnTo>
                  <a:pt x="2003696" y="2614844"/>
                </a:lnTo>
                <a:lnTo>
                  <a:pt x="2007352" y="2614653"/>
                </a:lnTo>
                <a:lnTo>
                  <a:pt x="2011009" y="2614461"/>
                </a:lnTo>
                <a:lnTo>
                  <a:pt x="2014665" y="2614268"/>
                </a:lnTo>
                <a:lnTo>
                  <a:pt x="2018321" y="2614074"/>
                </a:lnTo>
                <a:lnTo>
                  <a:pt x="2021978" y="2613879"/>
                </a:lnTo>
                <a:lnTo>
                  <a:pt x="2025634" y="2613683"/>
                </a:lnTo>
                <a:lnTo>
                  <a:pt x="2029291" y="2613486"/>
                </a:lnTo>
                <a:lnTo>
                  <a:pt x="2032947" y="2613288"/>
                </a:lnTo>
                <a:lnTo>
                  <a:pt x="2036603" y="2613089"/>
                </a:lnTo>
                <a:lnTo>
                  <a:pt x="2040260" y="2612889"/>
                </a:lnTo>
                <a:lnTo>
                  <a:pt x="2043916" y="2612688"/>
                </a:lnTo>
                <a:lnTo>
                  <a:pt x="2047572" y="2612486"/>
                </a:lnTo>
                <a:lnTo>
                  <a:pt x="2051229" y="2612283"/>
                </a:lnTo>
                <a:lnTo>
                  <a:pt x="2054885" y="2612079"/>
                </a:lnTo>
                <a:lnTo>
                  <a:pt x="2058542" y="2611874"/>
                </a:lnTo>
                <a:lnTo>
                  <a:pt x="2062198" y="2611668"/>
                </a:lnTo>
                <a:lnTo>
                  <a:pt x="2065854" y="2611461"/>
                </a:lnTo>
                <a:lnTo>
                  <a:pt x="2069511" y="2611253"/>
                </a:lnTo>
                <a:lnTo>
                  <a:pt x="2073167" y="2611044"/>
                </a:lnTo>
                <a:lnTo>
                  <a:pt x="2076824" y="2610834"/>
                </a:lnTo>
                <a:lnTo>
                  <a:pt x="2080480" y="2610624"/>
                </a:lnTo>
                <a:lnTo>
                  <a:pt x="2084136" y="2610412"/>
                </a:lnTo>
                <a:lnTo>
                  <a:pt x="2087793" y="2610199"/>
                </a:lnTo>
                <a:lnTo>
                  <a:pt x="2091449" y="2609985"/>
                </a:lnTo>
                <a:lnTo>
                  <a:pt x="2095105" y="2609770"/>
                </a:lnTo>
                <a:lnTo>
                  <a:pt x="2098762" y="2609554"/>
                </a:lnTo>
                <a:lnTo>
                  <a:pt x="2102418" y="2609337"/>
                </a:lnTo>
                <a:lnTo>
                  <a:pt x="2106075" y="2609119"/>
                </a:lnTo>
                <a:lnTo>
                  <a:pt x="2109731" y="2608900"/>
                </a:lnTo>
                <a:lnTo>
                  <a:pt x="2113387" y="2608680"/>
                </a:lnTo>
                <a:lnTo>
                  <a:pt x="2117044" y="2608460"/>
                </a:lnTo>
                <a:lnTo>
                  <a:pt x="2120700" y="2608238"/>
                </a:lnTo>
                <a:lnTo>
                  <a:pt x="2124356" y="2608015"/>
                </a:lnTo>
                <a:lnTo>
                  <a:pt x="2128013" y="2607791"/>
                </a:lnTo>
                <a:lnTo>
                  <a:pt x="2131669" y="2607566"/>
                </a:lnTo>
                <a:lnTo>
                  <a:pt x="2135326" y="2607340"/>
                </a:lnTo>
                <a:lnTo>
                  <a:pt x="2138982" y="2607113"/>
                </a:lnTo>
                <a:lnTo>
                  <a:pt x="2142638" y="2606885"/>
                </a:lnTo>
                <a:lnTo>
                  <a:pt x="2146295" y="2606657"/>
                </a:lnTo>
                <a:lnTo>
                  <a:pt x="2149951" y="2606427"/>
                </a:lnTo>
                <a:lnTo>
                  <a:pt x="2153608" y="2606196"/>
                </a:lnTo>
                <a:lnTo>
                  <a:pt x="2157264" y="2605964"/>
                </a:lnTo>
                <a:lnTo>
                  <a:pt x="2160920" y="2605731"/>
                </a:lnTo>
                <a:lnTo>
                  <a:pt x="2164577" y="2605497"/>
                </a:lnTo>
                <a:lnTo>
                  <a:pt x="2168233" y="2605262"/>
                </a:lnTo>
                <a:lnTo>
                  <a:pt x="2171889" y="2605026"/>
                </a:lnTo>
                <a:lnTo>
                  <a:pt x="2175546" y="2604790"/>
                </a:lnTo>
                <a:lnTo>
                  <a:pt x="2179202" y="2604552"/>
                </a:lnTo>
                <a:lnTo>
                  <a:pt x="2182859" y="2604313"/>
                </a:lnTo>
                <a:lnTo>
                  <a:pt x="2186515" y="2604073"/>
                </a:lnTo>
                <a:lnTo>
                  <a:pt x="2190171" y="2603832"/>
                </a:lnTo>
                <a:lnTo>
                  <a:pt x="2193828" y="2603590"/>
                </a:lnTo>
                <a:lnTo>
                  <a:pt x="2197484" y="2603347"/>
                </a:lnTo>
                <a:lnTo>
                  <a:pt x="2201140" y="2603103"/>
                </a:lnTo>
                <a:lnTo>
                  <a:pt x="2204797" y="2602858"/>
                </a:lnTo>
                <a:lnTo>
                  <a:pt x="2208453" y="2602612"/>
                </a:lnTo>
                <a:lnTo>
                  <a:pt x="2212110" y="2602365"/>
                </a:lnTo>
                <a:lnTo>
                  <a:pt x="2215766" y="2602117"/>
                </a:lnTo>
                <a:lnTo>
                  <a:pt x="2219422" y="2601868"/>
                </a:lnTo>
                <a:lnTo>
                  <a:pt x="2223079" y="2601618"/>
                </a:lnTo>
                <a:lnTo>
                  <a:pt x="2226735" y="2601367"/>
                </a:lnTo>
                <a:lnTo>
                  <a:pt x="2230391" y="2601115"/>
                </a:lnTo>
                <a:lnTo>
                  <a:pt x="2234048" y="2600862"/>
                </a:lnTo>
                <a:lnTo>
                  <a:pt x="2237704" y="2600608"/>
                </a:lnTo>
                <a:lnTo>
                  <a:pt x="2241361" y="2600353"/>
                </a:lnTo>
                <a:lnTo>
                  <a:pt x="2245017" y="2600097"/>
                </a:lnTo>
                <a:lnTo>
                  <a:pt x="2248673" y="2599840"/>
                </a:lnTo>
                <a:lnTo>
                  <a:pt x="2252330" y="2599582"/>
                </a:lnTo>
                <a:lnTo>
                  <a:pt x="2255986" y="2599323"/>
                </a:lnTo>
                <a:lnTo>
                  <a:pt x="2259643" y="2599063"/>
                </a:lnTo>
                <a:lnTo>
                  <a:pt x="2263299" y="2598801"/>
                </a:lnTo>
                <a:lnTo>
                  <a:pt x="2266955" y="2598539"/>
                </a:lnTo>
                <a:lnTo>
                  <a:pt x="2270612" y="2598276"/>
                </a:lnTo>
                <a:lnTo>
                  <a:pt x="2274268" y="2598012"/>
                </a:lnTo>
                <a:lnTo>
                  <a:pt x="2277924" y="2597746"/>
                </a:lnTo>
                <a:lnTo>
                  <a:pt x="2281581" y="2597480"/>
                </a:lnTo>
                <a:lnTo>
                  <a:pt x="2285237" y="2597213"/>
                </a:lnTo>
                <a:lnTo>
                  <a:pt x="2288894" y="2596944"/>
                </a:lnTo>
                <a:lnTo>
                  <a:pt x="2292550" y="2596675"/>
                </a:lnTo>
                <a:lnTo>
                  <a:pt x="2296206" y="2596405"/>
                </a:lnTo>
                <a:lnTo>
                  <a:pt x="2299863" y="2596133"/>
                </a:lnTo>
                <a:lnTo>
                  <a:pt x="2303519" y="2595861"/>
                </a:lnTo>
                <a:lnTo>
                  <a:pt x="2307175" y="2595587"/>
                </a:lnTo>
                <a:lnTo>
                  <a:pt x="2310832" y="2595313"/>
                </a:lnTo>
                <a:lnTo>
                  <a:pt x="2314488" y="2595037"/>
                </a:lnTo>
                <a:lnTo>
                  <a:pt x="2318145" y="2594760"/>
                </a:lnTo>
                <a:lnTo>
                  <a:pt x="2321801" y="2594483"/>
                </a:lnTo>
                <a:lnTo>
                  <a:pt x="2325457" y="2594204"/>
                </a:lnTo>
                <a:lnTo>
                  <a:pt x="2329114" y="2593924"/>
                </a:lnTo>
                <a:lnTo>
                  <a:pt x="2332770" y="2593643"/>
                </a:lnTo>
                <a:lnTo>
                  <a:pt x="2336427" y="2593362"/>
                </a:lnTo>
                <a:lnTo>
                  <a:pt x="2340083" y="2593079"/>
                </a:lnTo>
                <a:lnTo>
                  <a:pt x="2343739" y="2592795"/>
                </a:lnTo>
                <a:lnTo>
                  <a:pt x="2347396" y="2592510"/>
                </a:lnTo>
                <a:lnTo>
                  <a:pt x="2351052" y="2592224"/>
                </a:lnTo>
                <a:lnTo>
                  <a:pt x="2354708" y="2591937"/>
                </a:lnTo>
                <a:lnTo>
                  <a:pt x="2358365" y="2591649"/>
                </a:lnTo>
                <a:lnTo>
                  <a:pt x="2362021" y="2591359"/>
                </a:lnTo>
                <a:lnTo>
                  <a:pt x="2365678" y="2591069"/>
                </a:lnTo>
                <a:lnTo>
                  <a:pt x="2369334" y="2590778"/>
                </a:lnTo>
                <a:lnTo>
                  <a:pt x="2372990" y="2590486"/>
                </a:lnTo>
                <a:lnTo>
                  <a:pt x="2376647" y="2590192"/>
                </a:lnTo>
                <a:lnTo>
                  <a:pt x="2380303" y="2589898"/>
                </a:lnTo>
                <a:lnTo>
                  <a:pt x="2383959" y="2589602"/>
                </a:lnTo>
                <a:lnTo>
                  <a:pt x="2387616" y="2589306"/>
                </a:lnTo>
                <a:lnTo>
                  <a:pt x="2391272" y="2589008"/>
                </a:lnTo>
                <a:lnTo>
                  <a:pt x="2394929" y="2588709"/>
                </a:lnTo>
                <a:lnTo>
                  <a:pt x="2398585" y="2588409"/>
                </a:lnTo>
                <a:lnTo>
                  <a:pt x="2402241" y="2588109"/>
                </a:lnTo>
                <a:lnTo>
                  <a:pt x="2405898" y="2587807"/>
                </a:lnTo>
                <a:lnTo>
                  <a:pt x="2409554" y="2587504"/>
                </a:lnTo>
                <a:lnTo>
                  <a:pt x="2413210" y="2587200"/>
                </a:lnTo>
                <a:lnTo>
                  <a:pt x="2416867" y="2586895"/>
                </a:lnTo>
                <a:lnTo>
                  <a:pt x="2420523" y="2586588"/>
                </a:lnTo>
                <a:lnTo>
                  <a:pt x="2424180" y="2586281"/>
                </a:lnTo>
                <a:lnTo>
                  <a:pt x="2427836" y="2585973"/>
                </a:lnTo>
                <a:lnTo>
                  <a:pt x="2431492" y="2585663"/>
                </a:lnTo>
                <a:lnTo>
                  <a:pt x="2435149" y="2585353"/>
                </a:lnTo>
                <a:lnTo>
                  <a:pt x="2438805" y="2585041"/>
                </a:lnTo>
                <a:lnTo>
                  <a:pt x="2442462" y="2584729"/>
                </a:lnTo>
                <a:lnTo>
                  <a:pt x="2446118" y="2584415"/>
                </a:lnTo>
                <a:lnTo>
                  <a:pt x="2449774" y="2584100"/>
                </a:lnTo>
                <a:lnTo>
                  <a:pt x="2453431" y="2583784"/>
                </a:lnTo>
                <a:lnTo>
                  <a:pt x="2457087" y="2583467"/>
                </a:lnTo>
                <a:lnTo>
                  <a:pt x="2460743" y="2583149"/>
                </a:lnTo>
                <a:lnTo>
                  <a:pt x="2464400" y="2582830"/>
                </a:lnTo>
                <a:lnTo>
                  <a:pt x="2468056" y="2582510"/>
                </a:lnTo>
                <a:lnTo>
                  <a:pt x="2471713" y="2582188"/>
                </a:lnTo>
                <a:lnTo>
                  <a:pt x="2475369" y="2581866"/>
                </a:lnTo>
                <a:lnTo>
                  <a:pt x="2479025" y="2581542"/>
                </a:lnTo>
                <a:lnTo>
                  <a:pt x="2482682" y="2581217"/>
                </a:lnTo>
                <a:lnTo>
                  <a:pt x="2486338" y="2580892"/>
                </a:lnTo>
                <a:lnTo>
                  <a:pt x="2489994" y="2580565"/>
                </a:lnTo>
                <a:lnTo>
                  <a:pt x="2493651" y="2580237"/>
                </a:lnTo>
                <a:lnTo>
                  <a:pt x="2497307" y="2579908"/>
                </a:lnTo>
                <a:lnTo>
                  <a:pt x="2500964" y="2579577"/>
                </a:lnTo>
                <a:lnTo>
                  <a:pt x="2504620" y="2579246"/>
                </a:lnTo>
                <a:lnTo>
                  <a:pt x="2508276" y="2578914"/>
                </a:lnTo>
                <a:lnTo>
                  <a:pt x="2511933" y="2578580"/>
                </a:lnTo>
                <a:lnTo>
                  <a:pt x="2515589" y="2578245"/>
                </a:lnTo>
                <a:lnTo>
                  <a:pt x="2519246" y="2577909"/>
                </a:lnTo>
                <a:lnTo>
                  <a:pt x="2522902" y="2577573"/>
                </a:lnTo>
                <a:lnTo>
                  <a:pt x="2526558" y="2577234"/>
                </a:lnTo>
                <a:lnTo>
                  <a:pt x="2530215" y="2576895"/>
                </a:lnTo>
                <a:lnTo>
                  <a:pt x="2533871" y="2576555"/>
                </a:lnTo>
                <a:lnTo>
                  <a:pt x="2537527" y="2576213"/>
                </a:lnTo>
                <a:lnTo>
                  <a:pt x="2541184" y="2575871"/>
                </a:lnTo>
                <a:lnTo>
                  <a:pt x="2544840" y="2575527"/>
                </a:lnTo>
                <a:lnTo>
                  <a:pt x="2548497" y="2575182"/>
                </a:lnTo>
                <a:lnTo>
                  <a:pt x="2552153" y="2574836"/>
                </a:lnTo>
                <a:lnTo>
                  <a:pt x="2555809" y="2574489"/>
                </a:lnTo>
                <a:lnTo>
                  <a:pt x="2559466" y="2574141"/>
                </a:lnTo>
                <a:lnTo>
                  <a:pt x="2563122" y="2573792"/>
                </a:lnTo>
                <a:lnTo>
                  <a:pt x="2566778" y="2573441"/>
                </a:lnTo>
                <a:lnTo>
                  <a:pt x="2570435" y="2573089"/>
                </a:lnTo>
                <a:lnTo>
                  <a:pt x="2574091" y="2572736"/>
                </a:lnTo>
                <a:lnTo>
                  <a:pt x="2577748" y="2572382"/>
                </a:lnTo>
                <a:lnTo>
                  <a:pt x="2581404" y="2572027"/>
                </a:lnTo>
                <a:lnTo>
                  <a:pt x="2585060" y="2571671"/>
                </a:lnTo>
                <a:lnTo>
                  <a:pt x="2588717" y="2571313"/>
                </a:lnTo>
                <a:lnTo>
                  <a:pt x="2592373" y="2570955"/>
                </a:lnTo>
                <a:lnTo>
                  <a:pt x="2596029" y="2570595"/>
                </a:lnTo>
                <a:lnTo>
                  <a:pt x="2599686" y="2570234"/>
                </a:lnTo>
                <a:lnTo>
                  <a:pt x="2603342" y="2569872"/>
                </a:lnTo>
                <a:lnTo>
                  <a:pt x="2606999" y="2569508"/>
                </a:lnTo>
                <a:lnTo>
                  <a:pt x="2610655" y="2569144"/>
                </a:lnTo>
                <a:lnTo>
                  <a:pt x="2614311" y="2568778"/>
                </a:lnTo>
                <a:lnTo>
                  <a:pt x="2617968" y="2568411"/>
                </a:lnTo>
                <a:lnTo>
                  <a:pt x="2621624" y="2568043"/>
                </a:lnTo>
                <a:lnTo>
                  <a:pt x="2625281" y="2567674"/>
                </a:lnTo>
                <a:lnTo>
                  <a:pt x="2628937" y="2567304"/>
                </a:lnTo>
                <a:lnTo>
                  <a:pt x="2632593" y="2566932"/>
                </a:lnTo>
                <a:lnTo>
                  <a:pt x="2636250" y="2566559"/>
                </a:lnTo>
                <a:lnTo>
                  <a:pt x="2639906" y="2566185"/>
                </a:lnTo>
                <a:lnTo>
                  <a:pt x="2643562" y="2565810"/>
                </a:lnTo>
                <a:lnTo>
                  <a:pt x="2647219" y="2565434"/>
                </a:lnTo>
                <a:lnTo>
                  <a:pt x="2650875" y="2565056"/>
                </a:lnTo>
                <a:lnTo>
                  <a:pt x="2654532" y="2564678"/>
                </a:lnTo>
                <a:lnTo>
                  <a:pt x="2658188" y="2564298"/>
                </a:lnTo>
                <a:lnTo>
                  <a:pt x="2661844" y="2563916"/>
                </a:lnTo>
                <a:lnTo>
                  <a:pt x="2665501" y="2563534"/>
                </a:lnTo>
                <a:lnTo>
                  <a:pt x="2669157" y="2563150"/>
                </a:lnTo>
                <a:lnTo>
                  <a:pt x="2672813" y="2562766"/>
                </a:lnTo>
                <a:lnTo>
                  <a:pt x="2676470" y="2562380"/>
                </a:lnTo>
                <a:lnTo>
                  <a:pt x="2680126" y="2561992"/>
                </a:lnTo>
                <a:lnTo>
                  <a:pt x="2683783" y="2561604"/>
                </a:lnTo>
                <a:lnTo>
                  <a:pt x="2687439" y="2561214"/>
                </a:lnTo>
                <a:lnTo>
                  <a:pt x="2691095" y="2560823"/>
                </a:lnTo>
                <a:lnTo>
                  <a:pt x="2694752" y="2560431"/>
                </a:lnTo>
                <a:lnTo>
                  <a:pt x="2698408" y="2560038"/>
                </a:lnTo>
                <a:lnTo>
                  <a:pt x="2702065" y="2559643"/>
                </a:lnTo>
                <a:lnTo>
                  <a:pt x="2705721" y="2559247"/>
                </a:lnTo>
                <a:lnTo>
                  <a:pt x="2709377" y="2558850"/>
                </a:lnTo>
                <a:lnTo>
                  <a:pt x="2713034" y="2558452"/>
                </a:lnTo>
                <a:lnTo>
                  <a:pt x="2716690" y="2558052"/>
                </a:lnTo>
                <a:lnTo>
                  <a:pt x="2720346" y="2557651"/>
                </a:lnTo>
                <a:lnTo>
                  <a:pt x="2724003" y="2557249"/>
                </a:lnTo>
                <a:lnTo>
                  <a:pt x="2727659" y="2556846"/>
                </a:lnTo>
                <a:lnTo>
                  <a:pt x="2731316" y="2556441"/>
                </a:lnTo>
                <a:lnTo>
                  <a:pt x="2734972" y="2556035"/>
                </a:lnTo>
                <a:lnTo>
                  <a:pt x="2738628" y="2555628"/>
                </a:lnTo>
                <a:lnTo>
                  <a:pt x="2742285" y="2555219"/>
                </a:lnTo>
                <a:lnTo>
                  <a:pt x="2745941" y="2554810"/>
                </a:lnTo>
                <a:lnTo>
                  <a:pt x="2749597" y="2554399"/>
                </a:lnTo>
                <a:lnTo>
                  <a:pt x="2753254" y="2553986"/>
                </a:lnTo>
                <a:lnTo>
                  <a:pt x="2756910" y="2553573"/>
                </a:lnTo>
                <a:lnTo>
                  <a:pt x="2760567" y="2553158"/>
                </a:lnTo>
                <a:lnTo>
                  <a:pt x="2764223" y="2552742"/>
                </a:lnTo>
                <a:lnTo>
                  <a:pt x="2767879" y="2552325"/>
                </a:lnTo>
                <a:lnTo>
                  <a:pt x="2771536" y="2551906"/>
                </a:lnTo>
                <a:lnTo>
                  <a:pt x="2775192" y="2551486"/>
                </a:lnTo>
                <a:lnTo>
                  <a:pt x="2778848" y="2551065"/>
                </a:lnTo>
                <a:lnTo>
                  <a:pt x="2782505" y="2550642"/>
                </a:lnTo>
                <a:lnTo>
                  <a:pt x="2786161" y="2550218"/>
                </a:lnTo>
                <a:lnTo>
                  <a:pt x="2789818" y="2549793"/>
                </a:lnTo>
                <a:lnTo>
                  <a:pt x="2793474" y="2549366"/>
                </a:lnTo>
                <a:lnTo>
                  <a:pt x="2797130" y="2548938"/>
                </a:lnTo>
                <a:lnTo>
                  <a:pt x="2800787" y="2548509"/>
                </a:lnTo>
                <a:lnTo>
                  <a:pt x="2804443" y="2548079"/>
                </a:lnTo>
                <a:lnTo>
                  <a:pt x="2808100" y="2547647"/>
                </a:lnTo>
                <a:lnTo>
                  <a:pt x="2811756" y="2547214"/>
                </a:lnTo>
                <a:lnTo>
                  <a:pt x="2815412" y="2546779"/>
                </a:lnTo>
                <a:lnTo>
                  <a:pt x="2819069" y="2546344"/>
                </a:lnTo>
                <a:lnTo>
                  <a:pt x="2822725" y="2545906"/>
                </a:lnTo>
                <a:lnTo>
                  <a:pt x="2826381" y="2545468"/>
                </a:lnTo>
                <a:lnTo>
                  <a:pt x="2830038" y="2545028"/>
                </a:lnTo>
                <a:lnTo>
                  <a:pt x="2833694" y="2544587"/>
                </a:lnTo>
                <a:lnTo>
                  <a:pt x="2837351" y="2544144"/>
                </a:lnTo>
                <a:lnTo>
                  <a:pt x="2841007" y="2543701"/>
                </a:lnTo>
                <a:lnTo>
                  <a:pt x="2844663" y="2543255"/>
                </a:lnTo>
                <a:lnTo>
                  <a:pt x="2848320" y="2542809"/>
                </a:lnTo>
                <a:lnTo>
                  <a:pt x="2851976" y="2542361"/>
                </a:lnTo>
                <a:lnTo>
                  <a:pt x="2855632" y="2541911"/>
                </a:lnTo>
                <a:lnTo>
                  <a:pt x="2859289" y="2541461"/>
                </a:lnTo>
                <a:lnTo>
                  <a:pt x="2862945" y="2541009"/>
                </a:lnTo>
                <a:lnTo>
                  <a:pt x="2866602" y="2540555"/>
                </a:lnTo>
                <a:lnTo>
                  <a:pt x="2870258" y="2540100"/>
                </a:lnTo>
                <a:lnTo>
                  <a:pt x="2873914" y="2539644"/>
                </a:lnTo>
                <a:lnTo>
                  <a:pt x="2877571" y="2539186"/>
                </a:lnTo>
                <a:lnTo>
                  <a:pt x="2881227" y="2538727"/>
                </a:lnTo>
                <a:lnTo>
                  <a:pt x="2884884" y="2538267"/>
                </a:lnTo>
                <a:lnTo>
                  <a:pt x="2888540" y="2537805"/>
                </a:lnTo>
                <a:lnTo>
                  <a:pt x="2892196" y="2537342"/>
                </a:lnTo>
                <a:lnTo>
                  <a:pt x="2895853" y="2536877"/>
                </a:lnTo>
                <a:lnTo>
                  <a:pt x="2899509" y="2536411"/>
                </a:lnTo>
                <a:lnTo>
                  <a:pt x="2903165" y="2535943"/>
                </a:lnTo>
                <a:lnTo>
                  <a:pt x="2906822" y="2535474"/>
                </a:lnTo>
                <a:lnTo>
                  <a:pt x="2910478" y="2535004"/>
                </a:lnTo>
                <a:lnTo>
                  <a:pt x="2914135" y="2534532"/>
                </a:lnTo>
                <a:lnTo>
                  <a:pt x="2917791" y="2534059"/>
                </a:lnTo>
                <a:lnTo>
                  <a:pt x="2921447" y="2533584"/>
                </a:lnTo>
                <a:lnTo>
                  <a:pt x="2925104" y="2533108"/>
                </a:lnTo>
                <a:lnTo>
                  <a:pt x="2928760" y="2532631"/>
                </a:lnTo>
                <a:lnTo>
                  <a:pt x="2932416" y="2532152"/>
                </a:lnTo>
                <a:lnTo>
                  <a:pt x="2936073" y="2531671"/>
                </a:lnTo>
                <a:lnTo>
                  <a:pt x="2939729" y="2531189"/>
                </a:lnTo>
                <a:lnTo>
                  <a:pt x="2943386" y="2530706"/>
                </a:lnTo>
                <a:lnTo>
                  <a:pt x="2947042" y="2530221"/>
                </a:lnTo>
                <a:lnTo>
                  <a:pt x="2950698" y="2529735"/>
                </a:lnTo>
                <a:lnTo>
                  <a:pt x="2954355" y="2529247"/>
                </a:lnTo>
                <a:lnTo>
                  <a:pt x="2958011" y="2528758"/>
                </a:lnTo>
                <a:lnTo>
                  <a:pt x="2961667" y="2528267"/>
                </a:lnTo>
                <a:lnTo>
                  <a:pt x="2965324" y="2527775"/>
                </a:lnTo>
                <a:lnTo>
                  <a:pt x="2968980" y="2527281"/>
                </a:lnTo>
                <a:lnTo>
                  <a:pt x="2972637" y="2526786"/>
                </a:lnTo>
                <a:lnTo>
                  <a:pt x="2976293" y="2526289"/>
                </a:lnTo>
                <a:lnTo>
                  <a:pt x="2979949" y="2525791"/>
                </a:lnTo>
                <a:lnTo>
                  <a:pt x="2983606" y="2525291"/>
                </a:lnTo>
                <a:lnTo>
                  <a:pt x="2987262" y="2524789"/>
                </a:lnTo>
                <a:lnTo>
                  <a:pt x="2990919" y="2524287"/>
                </a:lnTo>
                <a:lnTo>
                  <a:pt x="2994575" y="2523782"/>
                </a:lnTo>
                <a:lnTo>
                  <a:pt x="2998231" y="2523276"/>
                </a:lnTo>
                <a:lnTo>
                  <a:pt x="3001888" y="2522769"/>
                </a:lnTo>
                <a:lnTo>
                  <a:pt x="3005544" y="2522260"/>
                </a:lnTo>
                <a:lnTo>
                  <a:pt x="3009200" y="2521750"/>
                </a:lnTo>
                <a:lnTo>
                  <a:pt x="3012857" y="2521238"/>
                </a:lnTo>
                <a:lnTo>
                  <a:pt x="3016513" y="2520724"/>
                </a:lnTo>
                <a:lnTo>
                  <a:pt x="3020170" y="2520209"/>
                </a:lnTo>
                <a:lnTo>
                  <a:pt x="3023826" y="2519692"/>
                </a:lnTo>
                <a:lnTo>
                  <a:pt x="3027482" y="2519174"/>
                </a:lnTo>
                <a:lnTo>
                  <a:pt x="3031139" y="2518654"/>
                </a:lnTo>
                <a:lnTo>
                  <a:pt x="3034795" y="2518133"/>
                </a:lnTo>
                <a:lnTo>
                  <a:pt x="3038451" y="2517609"/>
                </a:lnTo>
                <a:lnTo>
                  <a:pt x="3042108" y="2517085"/>
                </a:lnTo>
                <a:lnTo>
                  <a:pt x="3045764" y="2516559"/>
                </a:lnTo>
                <a:lnTo>
                  <a:pt x="3049421" y="2516031"/>
                </a:lnTo>
                <a:lnTo>
                  <a:pt x="3053077" y="2515502"/>
                </a:lnTo>
                <a:lnTo>
                  <a:pt x="3056733" y="2514970"/>
                </a:lnTo>
                <a:lnTo>
                  <a:pt x="3060390" y="2514438"/>
                </a:lnTo>
                <a:lnTo>
                  <a:pt x="3064046" y="2513904"/>
                </a:lnTo>
                <a:lnTo>
                  <a:pt x="3067703" y="2513368"/>
                </a:lnTo>
                <a:lnTo>
                  <a:pt x="3071359" y="2512830"/>
                </a:lnTo>
                <a:lnTo>
                  <a:pt x="3075015" y="2512291"/>
                </a:lnTo>
                <a:lnTo>
                  <a:pt x="3078672" y="2511750"/>
                </a:lnTo>
                <a:lnTo>
                  <a:pt x="3082328" y="2511208"/>
                </a:lnTo>
                <a:lnTo>
                  <a:pt x="3085984" y="2510664"/>
                </a:lnTo>
                <a:lnTo>
                  <a:pt x="3089641" y="2510118"/>
                </a:lnTo>
                <a:lnTo>
                  <a:pt x="3093297" y="2509571"/>
                </a:lnTo>
                <a:lnTo>
                  <a:pt x="3096954" y="2509022"/>
                </a:lnTo>
                <a:lnTo>
                  <a:pt x="3100610" y="2508471"/>
                </a:lnTo>
                <a:lnTo>
                  <a:pt x="3104266" y="2507919"/>
                </a:lnTo>
                <a:lnTo>
                  <a:pt x="3107923" y="2507365"/>
                </a:lnTo>
                <a:lnTo>
                  <a:pt x="3111579" y="2506809"/>
                </a:lnTo>
                <a:lnTo>
                  <a:pt x="3115235" y="2506252"/>
                </a:lnTo>
                <a:lnTo>
                  <a:pt x="3118892" y="2505692"/>
                </a:lnTo>
                <a:lnTo>
                  <a:pt x="3122548" y="2505132"/>
                </a:lnTo>
                <a:lnTo>
                  <a:pt x="3126205" y="2504569"/>
                </a:lnTo>
                <a:lnTo>
                  <a:pt x="3129861" y="2504005"/>
                </a:lnTo>
                <a:lnTo>
                  <a:pt x="3133517" y="2503439"/>
                </a:lnTo>
                <a:lnTo>
                  <a:pt x="3137174" y="2502871"/>
                </a:lnTo>
                <a:lnTo>
                  <a:pt x="3140830" y="2502302"/>
                </a:lnTo>
                <a:lnTo>
                  <a:pt x="3144486" y="2501731"/>
                </a:lnTo>
                <a:lnTo>
                  <a:pt x="3148143" y="2501158"/>
                </a:lnTo>
                <a:lnTo>
                  <a:pt x="3151799" y="2500583"/>
                </a:lnTo>
                <a:lnTo>
                  <a:pt x="3155456" y="2500007"/>
                </a:lnTo>
                <a:lnTo>
                  <a:pt x="3159112" y="2499428"/>
                </a:lnTo>
                <a:lnTo>
                  <a:pt x="3162768" y="2498848"/>
                </a:lnTo>
                <a:lnTo>
                  <a:pt x="3166425" y="2498267"/>
                </a:lnTo>
                <a:lnTo>
                  <a:pt x="3170081" y="2497683"/>
                </a:lnTo>
                <a:lnTo>
                  <a:pt x="3173738" y="2497098"/>
                </a:lnTo>
                <a:lnTo>
                  <a:pt x="3177394" y="2496511"/>
                </a:lnTo>
                <a:lnTo>
                  <a:pt x="3181050" y="2495922"/>
                </a:lnTo>
                <a:lnTo>
                  <a:pt x="3184707" y="2495331"/>
                </a:lnTo>
                <a:lnTo>
                  <a:pt x="3188363" y="2494739"/>
                </a:lnTo>
                <a:lnTo>
                  <a:pt x="3192019" y="2494144"/>
                </a:lnTo>
                <a:lnTo>
                  <a:pt x="3195676" y="2493548"/>
                </a:lnTo>
                <a:lnTo>
                  <a:pt x="3199332" y="2492950"/>
                </a:lnTo>
                <a:lnTo>
                  <a:pt x="3202989" y="2492351"/>
                </a:lnTo>
                <a:lnTo>
                  <a:pt x="3206645" y="2491749"/>
                </a:lnTo>
                <a:lnTo>
                  <a:pt x="3210301" y="2491145"/>
                </a:lnTo>
                <a:lnTo>
                  <a:pt x="3213958" y="2490540"/>
                </a:lnTo>
                <a:lnTo>
                  <a:pt x="3217614" y="2489933"/>
                </a:lnTo>
                <a:lnTo>
                  <a:pt x="3221270" y="2489324"/>
                </a:lnTo>
                <a:lnTo>
                  <a:pt x="3224927" y="2488713"/>
                </a:lnTo>
                <a:lnTo>
                  <a:pt x="3228583" y="2488100"/>
                </a:lnTo>
                <a:lnTo>
                  <a:pt x="3232240" y="2487485"/>
                </a:lnTo>
                <a:lnTo>
                  <a:pt x="3235896" y="2486869"/>
                </a:lnTo>
                <a:lnTo>
                  <a:pt x="3239552" y="2486250"/>
                </a:lnTo>
                <a:lnTo>
                  <a:pt x="3243209" y="2485630"/>
                </a:lnTo>
                <a:lnTo>
                  <a:pt x="3246865" y="2485007"/>
                </a:lnTo>
                <a:lnTo>
                  <a:pt x="3250522" y="2484383"/>
                </a:lnTo>
                <a:lnTo>
                  <a:pt x="3254178" y="2483757"/>
                </a:lnTo>
                <a:lnTo>
                  <a:pt x="3257834" y="2483129"/>
                </a:lnTo>
                <a:lnTo>
                  <a:pt x="3261491" y="2482498"/>
                </a:lnTo>
                <a:lnTo>
                  <a:pt x="3265147" y="2481866"/>
                </a:lnTo>
                <a:lnTo>
                  <a:pt x="3268803" y="2481232"/>
                </a:lnTo>
                <a:lnTo>
                  <a:pt x="3272460" y="2480596"/>
                </a:lnTo>
                <a:lnTo>
                  <a:pt x="3276116" y="2479959"/>
                </a:lnTo>
                <a:lnTo>
                  <a:pt x="3279773" y="2479319"/>
                </a:lnTo>
                <a:lnTo>
                  <a:pt x="3283429" y="2478677"/>
                </a:lnTo>
                <a:lnTo>
                  <a:pt x="3287085" y="2478033"/>
                </a:lnTo>
                <a:lnTo>
                  <a:pt x="3290742" y="2477387"/>
                </a:lnTo>
                <a:lnTo>
                  <a:pt x="3294398" y="2476739"/>
                </a:lnTo>
                <a:lnTo>
                  <a:pt x="3298054" y="2476089"/>
                </a:lnTo>
                <a:lnTo>
                  <a:pt x="3301711" y="2475437"/>
                </a:lnTo>
                <a:lnTo>
                  <a:pt x="3305367" y="2474783"/>
                </a:lnTo>
                <a:lnTo>
                  <a:pt x="3309024" y="2474127"/>
                </a:lnTo>
                <a:lnTo>
                  <a:pt x="3312680" y="2473469"/>
                </a:lnTo>
                <a:lnTo>
                  <a:pt x="3316336" y="2472809"/>
                </a:lnTo>
                <a:lnTo>
                  <a:pt x="3319993" y="2472146"/>
                </a:lnTo>
                <a:lnTo>
                  <a:pt x="3323649" y="2471482"/>
                </a:lnTo>
                <a:lnTo>
                  <a:pt x="3327305" y="2470816"/>
                </a:lnTo>
                <a:lnTo>
                  <a:pt x="3330962" y="2470147"/>
                </a:lnTo>
                <a:lnTo>
                  <a:pt x="3334618" y="2469477"/>
                </a:lnTo>
                <a:lnTo>
                  <a:pt x="3338275" y="2468804"/>
                </a:lnTo>
                <a:lnTo>
                  <a:pt x="3341931" y="2468129"/>
                </a:lnTo>
                <a:lnTo>
                  <a:pt x="3345587" y="2467452"/>
                </a:lnTo>
                <a:lnTo>
                  <a:pt x="3349244" y="2466773"/>
                </a:lnTo>
                <a:lnTo>
                  <a:pt x="3352900" y="2466092"/>
                </a:lnTo>
                <a:lnTo>
                  <a:pt x="3356557" y="2465409"/>
                </a:lnTo>
                <a:lnTo>
                  <a:pt x="3360213" y="2464724"/>
                </a:lnTo>
                <a:lnTo>
                  <a:pt x="3363869" y="2464036"/>
                </a:lnTo>
                <a:lnTo>
                  <a:pt x="3367526" y="2463346"/>
                </a:lnTo>
                <a:lnTo>
                  <a:pt x="3371182" y="2462654"/>
                </a:lnTo>
                <a:lnTo>
                  <a:pt x="3374838" y="2461960"/>
                </a:lnTo>
                <a:lnTo>
                  <a:pt x="3378495" y="2461264"/>
                </a:lnTo>
                <a:lnTo>
                  <a:pt x="3382151" y="2460565"/>
                </a:lnTo>
                <a:lnTo>
                  <a:pt x="3385808" y="2459864"/>
                </a:lnTo>
                <a:lnTo>
                  <a:pt x="3389464" y="2459161"/>
                </a:lnTo>
                <a:lnTo>
                  <a:pt x="3393120" y="2458456"/>
                </a:lnTo>
                <a:lnTo>
                  <a:pt x="3396777" y="2457749"/>
                </a:lnTo>
                <a:lnTo>
                  <a:pt x="3400433" y="2457039"/>
                </a:lnTo>
                <a:lnTo>
                  <a:pt x="3404089" y="2456327"/>
                </a:lnTo>
                <a:lnTo>
                  <a:pt x="3407746" y="2455613"/>
                </a:lnTo>
                <a:lnTo>
                  <a:pt x="3411402" y="2454896"/>
                </a:lnTo>
                <a:lnTo>
                  <a:pt x="3415059" y="2454177"/>
                </a:lnTo>
                <a:lnTo>
                  <a:pt x="3418715" y="2453456"/>
                </a:lnTo>
                <a:lnTo>
                  <a:pt x="3422371" y="2452733"/>
                </a:lnTo>
                <a:lnTo>
                  <a:pt x="3426028" y="2452007"/>
                </a:lnTo>
                <a:lnTo>
                  <a:pt x="3429684" y="2451279"/>
                </a:lnTo>
                <a:lnTo>
                  <a:pt x="3433341" y="2450548"/>
                </a:lnTo>
                <a:lnTo>
                  <a:pt x="3436997" y="2449816"/>
                </a:lnTo>
                <a:lnTo>
                  <a:pt x="3440653" y="2449081"/>
                </a:lnTo>
                <a:lnTo>
                  <a:pt x="3444310" y="2448343"/>
                </a:lnTo>
                <a:lnTo>
                  <a:pt x="3447966" y="2447603"/>
                </a:lnTo>
                <a:lnTo>
                  <a:pt x="3451622" y="2446861"/>
                </a:lnTo>
                <a:lnTo>
                  <a:pt x="3455279" y="2446116"/>
                </a:lnTo>
                <a:lnTo>
                  <a:pt x="3458935" y="2445369"/>
                </a:lnTo>
                <a:lnTo>
                  <a:pt x="3462592" y="2444620"/>
                </a:lnTo>
                <a:lnTo>
                  <a:pt x="3466248" y="2443868"/>
                </a:lnTo>
                <a:lnTo>
                  <a:pt x="3469904" y="2443114"/>
                </a:lnTo>
                <a:lnTo>
                  <a:pt x="3473561" y="2442357"/>
                </a:lnTo>
                <a:lnTo>
                  <a:pt x="3477217" y="2441598"/>
                </a:lnTo>
                <a:lnTo>
                  <a:pt x="3480873" y="2440836"/>
                </a:lnTo>
                <a:lnTo>
                  <a:pt x="3484530" y="2440072"/>
                </a:lnTo>
                <a:lnTo>
                  <a:pt x="3488186" y="2439305"/>
                </a:lnTo>
                <a:lnTo>
                  <a:pt x="3491843" y="2438536"/>
                </a:lnTo>
                <a:lnTo>
                  <a:pt x="3495499" y="2437765"/>
                </a:lnTo>
                <a:lnTo>
                  <a:pt x="3499155" y="2436991"/>
                </a:lnTo>
                <a:lnTo>
                  <a:pt x="3502812" y="2436214"/>
                </a:lnTo>
                <a:lnTo>
                  <a:pt x="3506468" y="2435435"/>
                </a:lnTo>
                <a:lnTo>
                  <a:pt x="3510124" y="2434653"/>
                </a:lnTo>
                <a:lnTo>
                  <a:pt x="3513781" y="2433869"/>
                </a:lnTo>
                <a:lnTo>
                  <a:pt x="3517437" y="2433082"/>
                </a:lnTo>
                <a:lnTo>
                  <a:pt x="3521094" y="2432292"/>
                </a:lnTo>
                <a:lnTo>
                  <a:pt x="3524750" y="2431500"/>
                </a:lnTo>
                <a:lnTo>
                  <a:pt x="3528406" y="2430705"/>
                </a:lnTo>
                <a:lnTo>
                  <a:pt x="3532063" y="2429908"/>
                </a:lnTo>
                <a:lnTo>
                  <a:pt x="3535719" y="2429108"/>
                </a:lnTo>
                <a:lnTo>
                  <a:pt x="3539376" y="2428306"/>
                </a:lnTo>
                <a:lnTo>
                  <a:pt x="3543032" y="2427500"/>
                </a:lnTo>
                <a:lnTo>
                  <a:pt x="3546688" y="2426692"/>
                </a:lnTo>
                <a:lnTo>
                  <a:pt x="3550345" y="2425882"/>
                </a:lnTo>
                <a:lnTo>
                  <a:pt x="3554001" y="2425069"/>
                </a:lnTo>
                <a:lnTo>
                  <a:pt x="3557657" y="2424253"/>
                </a:lnTo>
                <a:lnTo>
                  <a:pt x="3561314" y="2423434"/>
                </a:lnTo>
                <a:lnTo>
                  <a:pt x="3564970" y="2422613"/>
                </a:lnTo>
                <a:lnTo>
                  <a:pt x="3568627" y="2421788"/>
                </a:lnTo>
                <a:lnTo>
                  <a:pt x="3572283" y="2420962"/>
                </a:lnTo>
                <a:lnTo>
                  <a:pt x="3575939" y="2420132"/>
                </a:lnTo>
                <a:lnTo>
                  <a:pt x="3579596" y="2419299"/>
                </a:lnTo>
                <a:lnTo>
                  <a:pt x="3583252" y="2418464"/>
                </a:lnTo>
                <a:lnTo>
                  <a:pt x="3586908" y="2417626"/>
                </a:lnTo>
                <a:lnTo>
                  <a:pt x="3590565" y="2416785"/>
                </a:lnTo>
                <a:lnTo>
                  <a:pt x="3594221" y="2415942"/>
                </a:lnTo>
                <a:lnTo>
                  <a:pt x="3597878" y="2415095"/>
                </a:lnTo>
                <a:lnTo>
                  <a:pt x="3601534" y="2414246"/>
                </a:lnTo>
                <a:lnTo>
                  <a:pt x="3605190" y="2413394"/>
                </a:lnTo>
                <a:lnTo>
                  <a:pt x="3608847" y="2412539"/>
                </a:lnTo>
                <a:lnTo>
                  <a:pt x="3612503" y="2411681"/>
                </a:lnTo>
                <a:lnTo>
                  <a:pt x="3616160" y="2410820"/>
                </a:lnTo>
                <a:lnTo>
                  <a:pt x="3619816" y="2409956"/>
                </a:lnTo>
                <a:lnTo>
                  <a:pt x="3623472" y="2409089"/>
                </a:lnTo>
                <a:lnTo>
                  <a:pt x="3627129" y="2408219"/>
                </a:lnTo>
                <a:lnTo>
                  <a:pt x="3630785" y="2407347"/>
                </a:lnTo>
                <a:lnTo>
                  <a:pt x="3634441" y="2406471"/>
                </a:lnTo>
                <a:lnTo>
                  <a:pt x="3638098" y="2405592"/>
                </a:lnTo>
                <a:lnTo>
                  <a:pt x="3641754" y="2404711"/>
                </a:lnTo>
                <a:lnTo>
                  <a:pt x="3645411" y="2403826"/>
                </a:lnTo>
                <a:lnTo>
                  <a:pt x="3649067" y="2402939"/>
                </a:lnTo>
                <a:lnTo>
                  <a:pt x="3652723" y="2402048"/>
                </a:lnTo>
                <a:lnTo>
                  <a:pt x="3656380" y="2401154"/>
                </a:lnTo>
                <a:lnTo>
                  <a:pt x="3660036" y="2400257"/>
                </a:lnTo>
                <a:lnTo>
                  <a:pt x="3663692" y="2399357"/>
                </a:lnTo>
                <a:lnTo>
                  <a:pt x="3667349" y="2398454"/>
                </a:lnTo>
                <a:lnTo>
                  <a:pt x="3671005" y="2397548"/>
                </a:lnTo>
                <a:lnTo>
                  <a:pt x="3674662" y="2396639"/>
                </a:lnTo>
                <a:lnTo>
                  <a:pt x="3678318" y="2395726"/>
                </a:lnTo>
                <a:lnTo>
                  <a:pt x="3681974" y="2394811"/>
                </a:lnTo>
                <a:lnTo>
                  <a:pt x="3685631" y="2393892"/>
                </a:lnTo>
                <a:lnTo>
                  <a:pt x="3689287" y="2392970"/>
                </a:lnTo>
                <a:lnTo>
                  <a:pt x="3692943" y="2392045"/>
                </a:lnTo>
                <a:lnTo>
                  <a:pt x="3696600" y="2391116"/>
                </a:lnTo>
                <a:lnTo>
                  <a:pt x="3700256" y="2390185"/>
                </a:lnTo>
                <a:lnTo>
                  <a:pt x="3703913" y="2389250"/>
                </a:lnTo>
                <a:lnTo>
                  <a:pt x="3707569" y="2388312"/>
                </a:lnTo>
                <a:lnTo>
                  <a:pt x="3711225" y="2387370"/>
                </a:lnTo>
                <a:lnTo>
                  <a:pt x="3714882" y="2386425"/>
                </a:lnTo>
                <a:lnTo>
                  <a:pt x="3718538" y="2385477"/>
                </a:lnTo>
                <a:lnTo>
                  <a:pt x="3722195" y="2384526"/>
                </a:lnTo>
                <a:lnTo>
                  <a:pt x="3725851" y="2383571"/>
                </a:lnTo>
                <a:lnTo>
                  <a:pt x="3729507" y="2382613"/>
                </a:lnTo>
                <a:lnTo>
                  <a:pt x="3733164" y="2381651"/>
                </a:lnTo>
                <a:lnTo>
                  <a:pt x="3736820" y="2380686"/>
                </a:lnTo>
                <a:lnTo>
                  <a:pt x="3740476" y="2379718"/>
                </a:lnTo>
                <a:lnTo>
                  <a:pt x="3744133" y="2378746"/>
                </a:lnTo>
                <a:lnTo>
                  <a:pt x="3747789" y="2377770"/>
                </a:lnTo>
                <a:lnTo>
                  <a:pt x="3751446" y="2376792"/>
                </a:lnTo>
                <a:lnTo>
                  <a:pt x="3755102" y="2375809"/>
                </a:lnTo>
                <a:lnTo>
                  <a:pt x="3758758" y="2374824"/>
                </a:lnTo>
                <a:lnTo>
                  <a:pt x="3762415" y="2373834"/>
                </a:lnTo>
                <a:lnTo>
                  <a:pt x="3766071" y="2372841"/>
                </a:lnTo>
                <a:lnTo>
                  <a:pt x="3769727" y="2371845"/>
                </a:lnTo>
                <a:lnTo>
                  <a:pt x="3773384" y="2370845"/>
                </a:lnTo>
                <a:lnTo>
                  <a:pt x="3777040" y="2369841"/>
                </a:lnTo>
                <a:lnTo>
                  <a:pt x="3780697" y="2368834"/>
                </a:lnTo>
                <a:lnTo>
                  <a:pt x="3784353" y="2367823"/>
                </a:lnTo>
                <a:lnTo>
                  <a:pt x="3788009" y="2366808"/>
                </a:lnTo>
                <a:lnTo>
                  <a:pt x="3791666" y="2365790"/>
                </a:lnTo>
                <a:lnTo>
                  <a:pt x="3795322" y="2364768"/>
                </a:lnTo>
                <a:lnTo>
                  <a:pt x="3798979" y="2363743"/>
                </a:lnTo>
                <a:lnTo>
                  <a:pt x="3802635" y="2362713"/>
                </a:lnTo>
                <a:lnTo>
                  <a:pt x="3806291" y="2361680"/>
                </a:lnTo>
                <a:lnTo>
                  <a:pt x="3809948" y="2360643"/>
                </a:lnTo>
                <a:lnTo>
                  <a:pt x="3813604" y="2359602"/>
                </a:lnTo>
                <a:lnTo>
                  <a:pt x="3817260" y="2358558"/>
                </a:lnTo>
                <a:lnTo>
                  <a:pt x="3820917" y="2357509"/>
                </a:lnTo>
                <a:lnTo>
                  <a:pt x="3824573" y="2356457"/>
                </a:lnTo>
                <a:lnTo>
                  <a:pt x="3828230" y="2355401"/>
                </a:lnTo>
                <a:lnTo>
                  <a:pt x="3831886" y="2354341"/>
                </a:lnTo>
                <a:lnTo>
                  <a:pt x="3835542" y="2353277"/>
                </a:lnTo>
                <a:lnTo>
                  <a:pt x="3839199" y="2352209"/>
                </a:lnTo>
                <a:lnTo>
                  <a:pt x="3842855" y="2351137"/>
                </a:lnTo>
                <a:lnTo>
                  <a:pt x="3846511" y="2350061"/>
                </a:lnTo>
                <a:lnTo>
                  <a:pt x="3850168" y="2348982"/>
                </a:lnTo>
                <a:lnTo>
                  <a:pt x="3853824" y="2347898"/>
                </a:lnTo>
                <a:lnTo>
                  <a:pt x="3857481" y="2346810"/>
                </a:lnTo>
                <a:lnTo>
                  <a:pt x="3861137" y="2345718"/>
                </a:lnTo>
                <a:lnTo>
                  <a:pt x="3864793" y="2344622"/>
                </a:lnTo>
                <a:lnTo>
                  <a:pt x="3868450" y="2343521"/>
                </a:lnTo>
                <a:lnTo>
                  <a:pt x="3872106" y="2342417"/>
                </a:lnTo>
                <a:lnTo>
                  <a:pt x="3875762" y="2341309"/>
                </a:lnTo>
                <a:lnTo>
                  <a:pt x="3879419" y="2340196"/>
                </a:lnTo>
                <a:lnTo>
                  <a:pt x="3883075" y="2339079"/>
                </a:lnTo>
                <a:lnTo>
                  <a:pt x="3886732" y="2337958"/>
                </a:lnTo>
                <a:lnTo>
                  <a:pt x="3890388" y="2336832"/>
                </a:lnTo>
                <a:lnTo>
                  <a:pt x="3894044" y="2335703"/>
                </a:lnTo>
                <a:lnTo>
                  <a:pt x="3897701" y="2334569"/>
                </a:lnTo>
                <a:lnTo>
                  <a:pt x="3901357" y="2333430"/>
                </a:lnTo>
                <a:lnTo>
                  <a:pt x="3905014" y="2332288"/>
                </a:lnTo>
                <a:lnTo>
                  <a:pt x="3908670" y="2331141"/>
                </a:lnTo>
                <a:lnTo>
                  <a:pt x="3912326" y="2329989"/>
                </a:lnTo>
                <a:lnTo>
                  <a:pt x="3915983" y="2328833"/>
                </a:lnTo>
                <a:lnTo>
                  <a:pt x="3919639" y="2327673"/>
                </a:lnTo>
                <a:lnTo>
                  <a:pt x="3923295" y="2326508"/>
                </a:lnTo>
                <a:lnTo>
                  <a:pt x="3926952" y="2325339"/>
                </a:lnTo>
                <a:lnTo>
                  <a:pt x="3930608" y="2324165"/>
                </a:lnTo>
                <a:lnTo>
                  <a:pt x="3934265" y="2322986"/>
                </a:lnTo>
                <a:lnTo>
                  <a:pt x="3937921" y="2321803"/>
                </a:lnTo>
                <a:lnTo>
                  <a:pt x="3941577" y="2320616"/>
                </a:lnTo>
                <a:lnTo>
                  <a:pt x="3945234" y="2319424"/>
                </a:lnTo>
                <a:lnTo>
                  <a:pt x="3948890" y="2318227"/>
                </a:lnTo>
                <a:lnTo>
                  <a:pt x="3952546" y="2317025"/>
                </a:lnTo>
                <a:lnTo>
                  <a:pt x="3956203" y="2315819"/>
                </a:lnTo>
                <a:lnTo>
                  <a:pt x="3959859" y="2314608"/>
                </a:lnTo>
                <a:lnTo>
                  <a:pt x="3963516" y="2313392"/>
                </a:lnTo>
                <a:lnTo>
                  <a:pt x="3967172" y="2312171"/>
                </a:lnTo>
                <a:lnTo>
                  <a:pt x="3970828" y="2310946"/>
                </a:lnTo>
                <a:lnTo>
                  <a:pt x="3974485" y="2309715"/>
                </a:lnTo>
                <a:lnTo>
                  <a:pt x="3978141" y="2308480"/>
                </a:lnTo>
                <a:lnTo>
                  <a:pt x="3981798" y="2307240"/>
                </a:lnTo>
                <a:lnTo>
                  <a:pt x="3985454" y="2305995"/>
                </a:lnTo>
                <a:lnTo>
                  <a:pt x="3989110" y="2304745"/>
                </a:lnTo>
                <a:lnTo>
                  <a:pt x="3992767" y="2303490"/>
                </a:lnTo>
                <a:lnTo>
                  <a:pt x="3996423" y="2302230"/>
                </a:lnTo>
                <a:lnTo>
                  <a:pt x="4000079" y="2300965"/>
                </a:lnTo>
                <a:lnTo>
                  <a:pt x="4003736" y="2299694"/>
                </a:lnTo>
                <a:lnTo>
                  <a:pt x="4007392" y="2298419"/>
                </a:lnTo>
                <a:lnTo>
                  <a:pt x="4011049" y="2297138"/>
                </a:lnTo>
                <a:lnTo>
                  <a:pt x="4014705" y="2295853"/>
                </a:lnTo>
                <a:lnTo>
                  <a:pt x="4018361" y="2294562"/>
                </a:lnTo>
                <a:lnTo>
                  <a:pt x="4022018" y="2293265"/>
                </a:lnTo>
                <a:lnTo>
                  <a:pt x="4025674" y="2291964"/>
                </a:lnTo>
                <a:lnTo>
                  <a:pt x="4029330" y="2290657"/>
                </a:lnTo>
                <a:lnTo>
                  <a:pt x="4032987" y="2289345"/>
                </a:lnTo>
                <a:lnTo>
                  <a:pt x="4036643" y="2288027"/>
                </a:lnTo>
                <a:lnTo>
                  <a:pt x="4040300" y="2286704"/>
                </a:lnTo>
                <a:lnTo>
                  <a:pt x="4043956" y="2285376"/>
                </a:lnTo>
                <a:lnTo>
                  <a:pt x="4047612" y="2284042"/>
                </a:lnTo>
                <a:lnTo>
                  <a:pt x="4051269" y="2282703"/>
                </a:lnTo>
                <a:lnTo>
                  <a:pt x="4054925" y="2281358"/>
                </a:lnTo>
                <a:lnTo>
                  <a:pt x="4058581" y="2280007"/>
                </a:lnTo>
                <a:lnTo>
                  <a:pt x="4062238" y="2278651"/>
                </a:lnTo>
                <a:lnTo>
                  <a:pt x="4065894" y="2277289"/>
                </a:lnTo>
                <a:lnTo>
                  <a:pt x="4069551" y="2275921"/>
                </a:lnTo>
                <a:lnTo>
                  <a:pt x="4073207" y="2274548"/>
                </a:lnTo>
                <a:lnTo>
                  <a:pt x="4076863" y="2273169"/>
                </a:lnTo>
                <a:lnTo>
                  <a:pt x="4080520" y="2271784"/>
                </a:lnTo>
                <a:lnTo>
                  <a:pt x="4084176" y="2270393"/>
                </a:lnTo>
                <a:lnTo>
                  <a:pt x="4087833" y="2268997"/>
                </a:lnTo>
                <a:lnTo>
                  <a:pt x="4091489" y="2267594"/>
                </a:lnTo>
                <a:lnTo>
                  <a:pt x="4095145" y="2266186"/>
                </a:lnTo>
                <a:lnTo>
                  <a:pt x="4098802" y="2264771"/>
                </a:lnTo>
                <a:lnTo>
                  <a:pt x="4102458" y="2263351"/>
                </a:lnTo>
                <a:lnTo>
                  <a:pt x="4106114" y="2261924"/>
                </a:lnTo>
                <a:lnTo>
                  <a:pt x="4109771" y="2260491"/>
                </a:lnTo>
                <a:lnTo>
                  <a:pt x="4113427" y="2259052"/>
                </a:lnTo>
                <a:lnTo>
                  <a:pt x="4117084" y="2257607"/>
                </a:lnTo>
                <a:lnTo>
                  <a:pt x="4120740" y="2256156"/>
                </a:lnTo>
                <a:lnTo>
                  <a:pt x="4124396" y="2254698"/>
                </a:lnTo>
                <a:lnTo>
                  <a:pt x="4128053" y="2253234"/>
                </a:lnTo>
                <a:lnTo>
                  <a:pt x="4131709" y="2251764"/>
                </a:lnTo>
                <a:lnTo>
                  <a:pt x="4135365" y="2250287"/>
                </a:lnTo>
                <a:lnTo>
                  <a:pt x="4139022" y="2248804"/>
                </a:lnTo>
                <a:lnTo>
                  <a:pt x="4142678" y="2247315"/>
                </a:lnTo>
                <a:lnTo>
                  <a:pt x="4146335" y="2245818"/>
                </a:lnTo>
                <a:lnTo>
                  <a:pt x="4149991" y="2244316"/>
                </a:lnTo>
                <a:lnTo>
                  <a:pt x="4153647" y="2242806"/>
                </a:lnTo>
                <a:lnTo>
                  <a:pt x="4157304" y="2241290"/>
                </a:lnTo>
                <a:lnTo>
                  <a:pt x="4160960" y="2239767"/>
                </a:lnTo>
                <a:lnTo>
                  <a:pt x="4164617" y="2238238"/>
                </a:lnTo>
                <a:lnTo>
                  <a:pt x="4168273" y="2236701"/>
                </a:lnTo>
                <a:lnTo>
                  <a:pt x="4171929" y="2235158"/>
                </a:lnTo>
                <a:lnTo>
                  <a:pt x="4175586" y="2233608"/>
                </a:lnTo>
                <a:lnTo>
                  <a:pt x="4179242" y="2232051"/>
                </a:lnTo>
                <a:lnTo>
                  <a:pt x="4182898" y="2230487"/>
                </a:lnTo>
                <a:lnTo>
                  <a:pt x="4186555" y="2228916"/>
                </a:lnTo>
                <a:lnTo>
                  <a:pt x="4190211" y="2227337"/>
                </a:lnTo>
                <a:lnTo>
                  <a:pt x="4193868" y="2225752"/>
                </a:lnTo>
                <a:lnTo>
                  <a:pt x="4197524" y="2224160"/>
                </a:lnTo>
                <a:lnTo>
                  <a:pt x="4201180" y="2222560"/>
                </a:lnTo>
                <a:lnTo>
                  <a:pt x="4204837" y="2220953"/>
                </a:lnTo>
                <a:lnTo>
                  <a:pt x="4208493" y="2219338"/>
                </a:lnTo>
                <a:lnTo>
                  <a:pt x="4212149" y="2217716"/>
                </a:lnTo>
                <a:lnTo>
                  <a:pt x="4215806" y="2216087"/>
                </a:lnTo>
                <a:lnTo>
                  <a:pt x="4219462" y="2214450"/>
                </a:lnTo>
                <a:lnTo>
                  <a:pt x="4223119" y="2212806"/>
                </a:lnTo>
                <a:lnTo>
                  <a:pt x="4226775" y="2211154"/>
                </a:lnTo>
                <a:lnTo>
                  <a:pt x="4230431" y="2209494"/>
                </a:lnTo>
                <a:lnTo>
                  <a:pt x="4234088" y="2207827"/>
                </a:lnTo>
                <a:lnTo>
                  <a:pt x="4237744" y="2206151"/>
                </a:lnTo>
                <a:lnTo>
                  <a:pt x="4241400" y="2204468"/>
                </a:lnTo>
                <a:lnTo>
                  <a:pt x="4245057" y="2202777"/>
                </a:lnTo>
                <a:lnTo>
                  <a:pt x="4248713" y="2201078"/>
                </a:lnTo>
                <a:lnTo>
                  <a:pt x="4252370" y="2199371"/>
                </a:lnTo>
                <a:lnTo>
                  <a:pt x="4256026" y="2197656"/>
                </a:lnTo>
                <a:lnTo>
                  <a:pt x="4259682" y="2195933"/>
                </a:lnTo>
                <a:lnTo>
                  <a:pt x="4263339" y="2194202"/>
                </a:lnTo>
                <a:lnTo>
                  <a:pt x="4266995" y="2192462"/>
                </a:lnTo>
                <a:lnTo>
                  <a:pt x="4270652" y="2190714"/>
                </a:lnTo>
                <a:lnTo>
                  <a:pt x="4274308" y="2188958"/>
                </a:lnTo>
                <a:lnTo>
                  <a:pt x="4277964" y="2187193"/>
                </a:lnTo>
                <a:lnTo>
                  <a:pt x="4281621" y="2185420"/>
                </a:lnTo>
                <a:lnTo>
                  <a:pt x="4285277" y="2183638"/>
                </a:lnTo>
                <a:lnTo>
                  <a:pt x="4288933" y="2181848"/>
                </a:lnTo>
                <a:lnTo>
                  <a:pt x="4292590" y="2180049"/>
                </a:lnTo>
                <a:lnTo>
                  <a:pt x="4296246" y="2178241"/>
                </a:lnTo>
                <a:lnTo>
                  <a:pt x="4299903" y="2176424"/>
                </a:lnTo>
                <a:lnTo>
                  <a:pt x="4303559" y="2174598"/>
                </a:lnTo>
                <a:lnTo>
                  <a:pt x="4307215" y="2172764"/>
                </a:lnTo>
                <a:lnTo>
                  <a:pt x="4310872" y="2170920"/>
                </a:lnTo>
                <a:lnTo>
                  <a:pt x="4314528" y="2169067"/>
                </a:lnTo>
                <a:lnTo>
                  <a:pt x="4318184" y="2167205"/>
                </a:lnTo>
                <a:lnTo>
                  <a:pt x="4321841" y="2165334"/>
                </a:lnTo>
                <a:lnTo>
                  <a:pt x="4325497" y="2163453"/>
                </a:lnTo>
                <a:lnTo>
                  <a:pt x="4329154" y="2161563"/>
                </a:lnTo>
                <a:lnTo>
                  <a:pt x="4332810" y="2159664"/>
                </a:lnTo>
                <a:lnTo>
                  <a:pt x="4336466" y="2157755"/>
                </a:lnTo>
                <a:lnTo>
                  <a:pt x="4340123" y="2155836"/>
                </a:lnTo>
                <a:lnTo>
                  <a:pt x="4343779" y="2153908"/>
                </a:lnTo>
                <a:lnTo>
                  <a:pt x="4347436" y="2151970"/>
                </a:lnTo>
                <a:lnTo>
                  <a:pt x="4351092" y="2150022"/>
                </a:lnTo>
                <a:lnTo>
                  <a:pt x="4354748" y="2148064"/>
                </a:lnTo>
                <a:lnTo>
                  <a:pt x="4358405" y="2146096"/>
                </a:lnTo>
                <a:lnTo>
                  <a:pt x="4362061" y="2144118"/>
                </a:lnTo>
                <a:lnTo>
                  <a:pt x="4365717" y="2142130"/>
                </a:lnTo>
                <a:lnTo>
                  <a:pt x="4369374" y="2140132"/>
                </a:lnTo>
                <a:lnTo>
                  <a:pt x="4373030" y="2138123"/>
                </a:lnTo>
                <a:lnTo>
                  <a:pt x="4376687" y="2136103"/>
                </a:lnTo>
                <a:lnTo>
                  <a:pt x="4380343" y="2134074"/>
                </a:lnTo>
                <a:lnTo>
                  <a:pt x="4383999" y="2132033"/>
                </a:lnTo>
                <a:lnTo>
                  <a:pt x="4387656" y="2129982"/>
                </a:lnTo>
                <a:lnTo>
                  <a:pt x="4391312" y="2127920"/>
                </a:lnTo>
                <a:lnTo>
                  <a:pt x="4394968" y="2125848"/>
                </a:lnTo>
                <a:lnTo>
                  <a:pt x="4398625" y="2123764"/>
                </a:lnTo>
                <a:lnTo>
                  <a:pt x="4402281" y="2121669"/>
                </a:lnTo>
                <a:lnTo>
                  <a:pt x="4405938" y="2119563"/>
                </a:lnTo>
                <a:lnTo>
                  <a:pt x="4409594" y="2117446"/>
                </a:lnTo>
                <a:lnTo>
                  <a:pt x="4413250" y="2115318"/>
                </a:lnTo>
                <a:lnTo>
                  <a:pt x="4416907" y="2113178"/>
                </a:lnTo>
                <a:lnTo>
                  <a:pt x="4420563" y="2111026"/>
                </a:lnTo>
                <a:lnTo>
                  <a:pt x="4424219" y="2108863"/>
                </a:lnTo>
                <a:lnTo>
                  <a:pt x="4427876" y="2106688"/>
                </a:lnTo>
                <a:lnTo>
                  <a:pt x="4431532" y="2104502"/>
                </a:lnTo>
                <a:lnTo>
                  <a:pt x="4435189" y="2102303"/>
                </a:lnTo>
                <a:lnTo>
                  <a:pt x="4438845" y="2100093"/>
                </a:lnTo>
                <a:lnTo>
                  <a:pt x="4442501" y="2097870"/>
                </a:lnTo>
                <a:lnTo>
                  <a:pt x="4446158" y="2095635"/>
                </a:lnTo>
                <a:lnTo>
                  <a:pt x="4449814" y="2093387"/>
                </a:lnTo>
                <a:lnTo>
                  <a:pt x="4453471" y="2091127"/>
                </a:lnTo>
                <a:lnTo>
                  <a:pt x="4457127" y="2088855"/>
                </a:lnTo>
                <a:lnTo>
                  <a:pt x="4460783" y="2086570"/>
                </a:lnTo>
                <a:lnTo>
                  <a:pt x="4464440" y="2084272"/>
                </a:lnTo>
                <a:lnTo>
                  <a:pt x="4468096" y="2081961"/>
                </a:lnTo>
                <a:lnTo>
                  <a:pt x="4471752" y="2079637"/>
                </a:lnTo>
                <a:lnTo>
                  <a:pt x="4475409" y="2077300"/>
                </a:lnTo>
                <a:lnTo>
                  <a:pt x="4479065" y="2074950"/>
                </a:lnTo>
                <a:lnTo>
                  <a:pt x="4482722" y="2072586"/>
                </a:lnTo>
                <a:lnTo>
                  <a:pt x="4486378" y="2070209"/>
                </a:lnTo>
                <a:lnTo>
                  <a:pt x="4490034" y="2067818"/>
                </a:lnTo>
                <a:lnTo>
                  <a:pt x="4493691" y="2065413"/>
                </a:lnTo>
                <a:lnTo>
                  <a:pt x="4497347" y="2062995"/>
                </a:lnTo>
                <a:lnTo>
                  <a:pt x="4501003" y="2060562"/>
                </a:lnTo>
                <a:lnTo>
                  <a:pt x="4504660" y="2058115"/>
                </a:lnTo>
                <a:lnTo>
                  <a:pt x="4508316" y="2055654"/>
                </a:lnTo>
                <a:lnTo>
                  <a:pt x="4511973" y="2053179"/>
                </a:lnTo>
                <a:lnTo>
                  <a:pt x="4515629" y="2050689"/>
                </a:lnTo>
                <a:lnTo>
                  <a:pt x="4519285" y="2048184"/>
                </a:lnTo>
                <a:lnTo>
                  <a:pt x="4522942" y="2045665"/>
                </a:lnTo>
                <a:lnTo>
                  <a:pt x="4526598" y="2043130"/>
                </a:lnTo>
                <a:lnTo>
                  <a:pt x="4530255" y="2040580"/>
                </a:lnTo>
                <a:lnTo>
                  <a:pt x="4533911" y="2038016"/>
                </a:lnTo>
                <a:lnTo>
                  <a:pt x="4537567" y="2035435"/>
                </a:lnTo>
                <a:lnTo>
                  <a:pt x="4541224" y="2032839"/>
                </a:lnTo>
                <a:lnTo>
                  <a:pt x="4544880" y="2030228"/>
                </a:lnTo>
                <a:lnTo>
                  <a:pt x="4548536" y="2027600"/>
                </a:lnTo>
                <a:lnTo>
                  <a:pt x="4552193" y="2024957"/>
                </a:lnTo>
                <a:lnTo>
                  <a:pt x="4555849" y="2022297"/>
                </a:lnTo>
                <a:lnTo>
                  <a:pt x="4559506" y="2019621"/>
                </a:lnTo>
                <a:lnTo>
                  <a:pt x="4563162" y="2016929"/>
                </a:lnTo>
                <a:lnTo>
                  <a:pt x="4566818" y="2014220"/>
                </a:lnTo>
                <a:lnTo>
                  <a:pt x="4570475" y="2011494"/>
                </a:lnTo>
                <a:lnTo>
                  <a:pt x="4574131" y="2008751"/>
                </a:lnTo>
                <a:lnTo>
                  <a:pt x="4577787" y="2005991"/>
                </a:lnTo>
                <a:lnTo>
                  <a:pt x="4581444" y="2003214"/>
                </a:lnTo>
                <a:lnTo>
                  <a:pt x="4585100" y="2000419"/>
                </a:lnTo>
                <a:lnTo>
                  <a:pt x="4588757" y="1997606"/>
                </a:lnTo>
                <a:lnTo>
                  <a:pt x="4592413" y="1994775"/>
                </a:lnTo>
                <a:lnTo>
                  <a:pt x="4596069" y="1991927"/>
                </a:lnTo>
                <a:lnTo>
                  <a:pt x="4599726" y="1989060"/>
                </a:lnTo>
                <a:lnTo>
                  <a:pt x="4603382" y="1986175"/>
                </a:lnTo>
                <a:lnTo>
                  <a:pt x="4607038" y="1983271"/>
                </a:lnTo>
                <a:lnTo>
                  <a:pt x="4610695" y="1980348"/>
                </a:lnTo>
                <a:lnTo>
                  <a:pt x="4614351" y="1977407"/>
                </a:lnTo>
                <a:lnTo>
                  <a:pt x="4618008" y="1974446"/>
                </a:lnTo>
                <a:lnTo>
                  <a:pt x="4621664" y="1971465"/>
                </a:lnTo>
                <a:lnTo>
                  <a:pt x="4625320" y="1968465"/>
                </a:lnTo>
                <a:lnTo>
                  <a:pt x="4628977" y="1965445"/>
                </a:lnTo>
                <a:lnTo>
                  <a:pt x="4632633" y="1962406"/>
                </a:lnTo>
                <a:lnTo>
                  <a:pt x="4636290" y="1959345"/>
                </a:lnTo>
                <a:lnTo>
                  <a:pt x="4639946" y="1956265"/>
                </a:lnTo>
                <a:lnTo>
                  <a:pt x="4643602" y="1953163"/>
                </a:lnTo>
                <a:lnTo>
                  <a:pt x="4647259" y="1950041"/>
                </a:lnTo>
                <a:lnTo>
                  <a:pt x="4650915" y="1946898"/>
                </a:lnTo>
                <a:lnTo>
                  <a:pt x="4654571" y="1943733"/>
                </a:lnTo>
                <a:lnTo>
                  <a:pt x="4658228" y="1940546"/>
                </a:lnTo>
                <a:lnTo>
                  <a:pt x="4661884" y="1937338"/>
                </a:lnTo>
                <a:lnTo>
                  <a:pt x="4665541" y="1934108"/>
                </a:lnTo>
                <a:lnTo>
                  <a:pt x="4669197" y="1930855"/>
                </a:lnTo>
                <a:lnTo>
                  <a:pt x="4672853" y="1927579"/>
                </a:lnTo>
                <a:lnTo>
                  <a:pt x="4676510" y="1924281"/>
                </a:lnTo>
                <a:lnTo>
                  <a:pt x="4680166" y="1920960"/>
                </a:lnTo>
                <a:lnTo>
                  <a:pt x="4683822" y="1917615"/>
                </a:lnTo>
                <a:lnTo>
                  <a:pt x="4687479" y="1914246"/>
                </a:lnTo>
                <a:lnTo>
                  <a:pt x="4691135" y="1910854"/>
                </a:lnTo>
                <a:lnTo>
                  <a:pt x="4694792" y="1907437"/>
                </a:lnTo>
                <a:lnTo>
                  <a:pt x="4698448" y="1903996"/>
                </a:lnTo>
                <a:lnTo>
                  <a:pt x="4702104" y="1900530"/>
                </a:lnTo>
                <a:lnTo>
                  <a:pt x="4705761" y="1897039"/>
                </a:lnTo>
                <a:lnTo>
                  <a:pt x="4709417" y="1893523"/>
                </a:lnTo>
                <a:lnTo>
                  <a:pt x="4713074" y="1889981"/>
                </a:lnTo>
                <a:lnTo>
                  <a:pt x="4716730" y="1886413"/>
                </a:lnTo>
                <a:lnTo>
                  <a:pt x="4720386" y="1882818"/>
                </a:lnTo>
                <a:lnTo>
                  <a:pt x="4724043" y="1879198"/>
                </a:lnTo>
                <a:lnTo>
                  <a:pt x="4727699" y="1875550"/>
                </a:lnTo>
                <a:lnTo>
                  <a:pt x="4731355" y="1871875"/>
                </a:lnTo>
                <a:lnTo>
                  <a:pt x="4735012" y="1868172"/>
                </a:lnTo>
                <a:lnTo>
                  <a:pt x="4738668" y="1864441"/>
                </a:lnTo>
                <a:lnTo>
                  <a:pt x="4742325" y="1860683"/>
                </a:lnTo>
                <a:lnTo>
                  <a:pt x="4745981" y="1856895"/>
                </a:lnTo>
                <a:lnTo>
                  <a:pt x="4749637" y="1853079"/>
                </a:lnTo>
                <a:lnTo>
                  <a:pt x="4753294" y="1849233"/>
                </a:lnTo>
                <a:lnTo>
                  <a:pt x="4756950" y="1845358"/>
                </a:lnTo>
                <a:lnTo>
                  <a:pt x="4760606" y="1841452"/>
                </a:lnTo>
                <a:lnTo>
                  <a:pt x="4764263" y="1837516"/>
                </a:lnTo>
                <a:lnTo>
                  <a:pt x="4767919" y="1833549"/>
                </a:lnTo>
                <a:lnTo>
                  <a:pt x="4771576" y="1829551"/>
                </a:lnTo>
                <a:lnTo>
                  <a:pt x="4775232" y="1825522"/>
                </a:lnTo>
                <a:lnTo>
                  <a:pt x="4778888" y="1821460"/>
                </a:lnTo>
                <a:lnTo>
                  <a:pt x="4782545" y="1817366"/>
                </a:lnTo>
                <a:lnTo>
                  <a:pt x="4786201" y="1813239"/>
                </a:lnTo>
                <a:lnTo>
                  <a:pt x="4789857" y="1809078"/>
                </a:lnTo>
                <a:lnTo>
                  <a:pt x="4793514" y="1804884"/>
                </a:lnTo>
                <a:lnTo>
                  <a:pt x="4797170" y="1800656"/>
                </a:lnTo>
                <a:lnTo>
                  <a:pt x="4800827" y="1796392"/>
                </a:lnTo>
                <a:lnTo>
                  <a:pt x="4804483" y="1792094"/>
                </a:lnTo>
                <a:lnTo>
                  <a:pt x="4808139" y="1787760"/>
                </a:lnTo>
                <a:lnTo>
                  <a:pt x="4811796" y="1783390"/>
                </a:lnTo>
                <a:lnTo>
                  <a:pt x="4815452" y="1778984"/>
                </a:lnTo>
                <a:lnTo>
                  <a:pt x="4819109" y="1774540"/>
                </a:lnTo>
                <a:lnTo>
                  <a:pt x="4822765" y="1770059"/>
                </a:lnTo>
                <a:lnTo>
                  <a:pt x="4826421" y="1765540"/>
                </a:lnTo>
                <a:lnTo>
                  <a:pt x="4830078" y="1760981"/>
                </a:lnTo>
                <a:lnTo>
                  <a:pt x="4833734" y="1756384"/>
                </a:lnTo>
                <a:lnTo>
                  <a:pt x="4837390" y="1751747"/>
                </a:lnTo>
                <a:lnTo>
                  <a:pt x="4841047" y="1747070"/>
                </a:lnTo>
                <a:lnTo>
                  <a:pt x="4844703" y="1742352"/>
                </a:lnTo>
                <a:lnTo>
                  <a:pt x="4848360" y="1737592"/>
                </a:lnTo>
                <a:lnTo>
                  <a:pt x="4852016" y="1732790"/>
                </a:lnTo>
                <a:lnTo>
                  <a:pt x="4855672" y="1727945"/>
                </a:lnTo>
                <a:lnTo>
                  <a:pt x="4859329" y="1723058"/>
                </a:lnTo>
                <a:lnTo>
                  <a:pt x="4862985" y="1718126"/>
                </a:lnTo>
                <a:lnTo>
                  <a:pt x="4866641" y="1713149"/>
                </a:lnTo>
                <a:lnTo>
                  <a:pt x="4870298" y="1708127"/>
                </a:lnTo>
                <a:lnTo>
                  <a:pt x="4873954" y="1703060"/>
                </a:lnTo>
                <a:lnTo>
                  <a:pt x="4877611" y="1697945"/>
                </a:lnTo>
                <a:lnTo>
                  <a:pt x="4881267" y="1692784"/>
                </a:lnTo>
                <a:lnTo>
                  <a:pt x="4884923" y="1687574"/>
                </a:lnTo>
                <a:lnTo>
                  <a:pt x="4888580" y="1682315"/>
                </a:lnTo>
                <a:lnTo>
                  <a:pt x="4892236" y="1677007"/>
                </a:lnTo>
                <a:lnTo>
                  <a:pt x="4895893" y="1671648"/>
                </a:lnTo>
                <a:lnTo>
                  <a:pt x="4899549" y="1666239"/>
                </a:lnTo>
                <a:lnTo>
                  <a:pt x="4903205" y="1660777"/>
                </a:lnTo>
                <a:lnTo>
                  <a:pt x="4906862" y="1655263"/>
                </a:lnTo>
                <a:lnTo>
                  <a:pt x="4910518" y="1649695"/>
                </a:lnTo>
                <a:lnTo>
                  <a:pt x="4914174" y="1644072"/>
                </a:lnTo>
                <a:lnTo>
                  <a:pt x="4917831" y="1638394"/>
                </a:lnTo>
                <a:lnTo>
                  <a:pt x="4921487" y="1632660"/>
                </a:lnTo>
                <a:lnTo>
                  <a:pt x="4925144" y="1626869"/>
                </a:lnTo>
                <a:lnTo>
                  <a:pt x="4928800" y="1621020"/>
                </a:lnTo>
                <a:lnTo>
                  <a:pt x="4932456" y="1615112"/>
                </a:lnTo>
                <a:lnTo>
                  <a:pt x="4936113" y="1609143"/>
                </a:lnTo>
                <a:lnTo>
                  <a:pt x="4939769" y="1603114"/>
                </a:lnTo>
                <a:lnTo>
                  <a:pt x="4943425" y="1597022"/>
                </a:lnTo>
                <a:lnTo>
                  <a:pt x="4947082" y="1590867"/>
                </a:lnTo>
                <a:lnTo>
                  <a:pt x="4950738" y="1584648"/>
                </a:lnTo>
                <a:lnTo>
                  <a:pt x="4954395" y="1578364"/>
                </a:lnTo>
                <a:lnTo>
                  <a:pt x="4958051" y="1572013"/>
                </a:lnTo>
                <a:lnTo>
                  <a:pt x="4961707" y="1565595"/>
                </a:lnTo>
                <a:lnTo>
                  <a:pt x="4965364" y="1559108"/>
                </a:lnTo>
                <a:lnTo>
                  <a:pt x="4969020" y="1552551"/>
                </a:lnTo>
                <a:lnTo>
                  <a:pt x="4972676" y="1545922"/>
                </a:lnTo>
                <a:lnTo>
                  <a:pt x="4976333" y="1539221"/>
                </a:lnTo>
                <a:lnTo>
                  <a:pt x="4979989" y="1532446"/>
                </a:lnTo>
                <a:lnTo>
                  <a:pt x="4983646" y="1525596"/>
                </a:lnTo>
                <a:lnTo>
                  <a:pt x="4987302" y="1518669"/>
                </a:lnTo>
                <a:lnTo>
                  <a:pt x="4990958" y="1511664"/>
                </a:lnTo>
                <a:lnTo>
                  <a:pt x="4994615" y="1504579"/>
                </a:lnTo>
                <a:lnTo>
                  <a:pt x="4998271" y="1497414"/>
                </a:lnTo>
                <a:lnTo>
                  <a:pt x="5001928" y="1490166"/>
                </a:lnTo>
                <a:lnTo>
                  <a:pt x="5005584" y="1482833"/>
                </a:lnTo>
                <a:lnTo>
                  <a:pt x="5009240" y="1475415"/>
                </a:lnTo>
                <a:lnTo>
                  <a:pt x="5012897" y="1467910"/>
                </a:lnTo>
                <a:lnTo>
                  <a:pt x="5016553" y="1460316"/>
                </a:lnTo>
                <a:lnTo>
                  <a:pt x="5020209" y="1452630"/>
                </a:lnTo>
                <a:lnTo>
                  <a:pt x="5023866" y="1444852"/>
                </a:lnTo>
                <a:lnTo>
                  <a:pt x="5027522" y="1436980"/>
                </a:lnTo>
                <a:lnTo>
                  <a:pt x="5031179" y="1429011"/>
                </a:lnTo>
                <a:lnTo>
                  <a:pt x="5034835" y="1420944"/>
                </a:lnTo>
                <a:lnTo>
                  <a:pt x="5038491" y="1412776"/>
                </a:lnTo>
                <a:lnTo>
                  <a:pt x="5042148" y="1404506"/>
                </a:lnTo>
                <a:lnTo>
                  <a:pt x="5045804" y="1396131"/>
                </a:lnTo>
                <a:lnTo>
                  <a:pt x="5049460" y="1387649"/>
                </a:lnTo>
                <a:lnTo>
                  <a:pt x="5053117" y="1379058"/>
                </a:lnTo>
                <a:lnTo>
                  <a:pt x="5056773" y="1370356"/>
                </a:lnTo>
                <a:lnTo>
                  <a:pt x="5060430" y="1361540"/>
                </a:lnTo>
                <a:lnTo>
                  <a:pt x="5064086" y="1352607"/>
                </a:lnTo>
                <a:lnTo>
                  <a:pt x="5067742" y="1343556"/>
                </a:lnTo>
                <a:lnTo>
                  <a:pt x="5071399" y="1334383"/>
                </a:lnTo>
                <a:lnTo>
                  <a:pt x="5075055" y="1325086"/>
                </a:lnTo>
                <a:lnTo>
                  <a:pt x="5078712" y="1315662"/>
                </a:lnTo>
                <a:lnTo>
                  <a:pt x="5082368" y="1306108"/>
                </a:lnTo>
                <a:lnTo>
                  <a:pt x="5086024" y="1296421"/>
                </a:lnTo>
                <a:lnTo>
                  <a:pt x="5089681" y="1286599"/>
                </a:lnTo>
                <a:lnTo>
                  <a:pt x="5093337" y="1276637"/>
                </a:lnTo>
                <a:lnTo>
                  <a:pt x="5096993" y="1266532"/>
                </a:lnTo>
                <a:lnTo>
                  <a:pt x="5100650" y="1256282"/>
                </a:lnTo>
                <a:lnTo>
                  <a:pt x="5104306" y="1245883"/>
                </a:lnTo>
                <a:lnTo>
                  <a:pt x="5107963" y="1235330"/>
                </a:lnTo>
                <a:lnTo>
                  <a:pt x="5111619" y="1224621"/>
                </a:lnTo>
                <a:lnTo>
                  <a:pt x="5115275" y="1213751"/>
                </a:lnTo>
                <a:lnTo>
                  <a:pt x="5118932" y="1202717"/>
                </a:lnTo>
                <a:lnTo>
                  <a:pt x="5122588" y="1191513"/>
                </a:lnTo>
                <a:lnTo>
                  <a:pt x="5126244" y="1180137"/>
                </a:lnTo>
                <a:lnTo>
                  <a:pt x="5129901" y="1168583"/>
                </a:lnTo>
                <a:lnTo>
                  <a:pt x="5133557" y="1156847"/>
                </a:lnTo>
                <a:lnTo>
                  <a:pt x="5137214" y="1144924"/>
                </a:lnTo>
                <a:lnTo>
                  <a:pt x="5140870" y="1132809"/>
                </a:lnTo>
                <a:lnTo>
                  <a:pt x="5144526" y="1120497"/>
                </a:lnTo>
                <a:lnTo>
                  <a:pt x="5148183" y="1107982"/>
                </a:lnTo>
                <a:lnTo>
                  <a:pt x="5151839" y="1095260"/>
                </a:lnTo>
                <a:lnTo>
                  <a:pt x="5155495" y="1082323"/>
                </a:lnTo>
                <a:lnTo>
                  <a:pt x="5159152" y="1069167"/>
                </a:lnTo>
                <a:lnTo>
                  <a:pt x="5162808" y="1055784"/>
                </a:lnTo>
                <a:lnTo>
                  <a:pt x="5166465" y="1042169"/>
                </a:lnTo>
                <a:lnTo>
                  <a:pt x="5170121" y="1028315"/>
                </a:lnTo>
                <a:lnTo>
                  <a:pt x="5173777" y="1014214"/>
                </a:lnTo>
                <a:lnTo>
                  <a:pt x="5177434" y="999859"/>
                </a:lnTo>
                <a:lnTo>
                  <a:pt x="5181090" y="985243"/>
                </a:lnTo>
                <a:lnTo>
                  <a:pt x="5184747" y="970357"/>
                </a:lnTo>
                <a:lnTo>
                  <a:pt x="5188403" y="955194"/>
                </a:lnTo>
                <a:lnTo>
                  <a:pt x="5192059" y="939745"/>
                </a:lnTo>
                <a:lnTo>
                  <a:pt x="5195716" y="923999"/>
                </a:lnTo>
                <a:lnTo>
                  <a:pt x="5199372" y="907949"/>
                </a:lnTo>
                <a:lnTo>
                  <a:pt x="5203028" y="891584"/>
                </a:lnTo>
                <a:lnTo>
                  <a:pt x="5206685" y="874894"/>
                </a:lnTo>
                <a:lnTo>
                  <a:pt x="5210341" y="857868"/>
                </a:lnTo>
                <a:lnTo>
                  <a:pt x="5213998" y="840494"/>
                </a:lnTo>
                <a:lnTo>
                  <a:pt x="5217654" y="822761"/>
                </a:lnTo>
                <a:lnTo>
                  <a:pt x="5221310" y="804656"/>
                </a:lnTo>
                <a:lnTo>
                  <a:pt x="5224967" y="786166"/>
                </a:lnTo>
                <a:lnTo>
                  <a:pt x="5228623" y="767278"/>
                </a:lnTo>
                <a:lnTo>
                  <a:pt x="5232279" y="747976"/>
                </a:lnTo>
                <a:lnTo>
                  <a:pt x="5235936" y="728246"/>
                </a:lnTo>
                <a:lnTo>
                  <a:pt x="5239592" y="708071"/>
                </a:lnTo>
                <a:lnTo>
                  <a:pt x="5243249" y="687435"/>
                </a:lnTo>
                <a:lnTo>
                  <a:pt x="5246905" y="666321"/>
                </a:lnTo>
                <a:lnTo>
                  <a:pt x="5250561" y="644708"/>
                </a:lnTo>
                <a:lnTo>
                  <a:pt x="5254218" y="622578"/>
                </a:lnTo>
                <a:lnTo>
                  <a:pt x="5257874" y="599910"/>
                </a:lnTo>
                <a:lnTo>
                  <a:pt x="5261531" y="576681"/>
                </a:lnTo>
                <a:lnTo>
                  <a:pt x="5265187" y="552869"/>
                </a:lnTo>
                <a:lnTo>
                  <a:pt x="5268843" y="528448"/>
                </a:lnTo>
                <a:lnTo>
                  <a:pt x="5272500" y="503392"/>
                </a:lnTo>
                <a:lnTo>
                  <a:pt x="5276156" y="477673"/>
                </a:lnTo>
                <a:lnTo>
                  <a:pt x="5279812" y="451263"/>
                </a:lnTo>
                <a:lnTo>
                  <a:pt x="5283469" y="424128"/>
                </a:lnTo>
                <a:lnTo>
                  <a:pt x="5287125" y="396236"/>
                </a:lnTo>
                <a:lnTo>
                  <a:pt x="5290782" y="367551"/>
                </a:lnTo>
                <a:lnTo>
                  <a:pt x="5294438" y="338035"/>
                </a:lnTo>
                <a:lnTo>
                  <a:pt x="5298094" y="307647"/>
                </a:lnTo>
                <a:lnTo>
                  <a:pt x="5301751" y="276343"/>
                </a:lnTo>
                <a:lnTo>
                  <a:pt x="5305407" y="244077"/>
                </a:lnTo>
                <a:lnTo>
                  <a:pt x="5309063" y="210798"/>
                </a:lnTo>
                <a:lnTo>
                  <a:pt x="5312720" y="176453"/>
                </a:lnTo>
                <a:lnTo>
                  <a:pt x="5316376" y="140984"/>
                </a:lnTo>
                <a:lnTo>
                  <a:pt x="5320033" y="104327"/>
                </a:lnTo>
                <a:lnTo>
                  <a:pt x="5323689" y="66416"/>
                </a:lnTo>
                <a:lnTo>
                  <a:pt x="5327345" y="27178"/>
                </a:lnTo>
                <a:lnTo>
                  <a:pt x="5331002" y="0"/>
                </a:lnTo>
                <a:lnTo>
                  <a:pt x="5334658" y="0"/>
                </a:lnTo>
                <a:lnTo>
                  <a:pt x="5338314" y="0"/>
                </a:lnTo>
                <a:lnTo>
                  <a:pt x="5341971" y="0"/>
                </a:lnTo>
                <a:lnTo>
                  <a:pt x="5345627" y="0"/>
                </a:lnTo>
                <a:lnTo>
                  <a:pt x="5349284" y="0"/>
                </a:lnTo>
                <a:lnTo>
                  <a:pt x="5352940" y="0"/>
                </a:lnTo>
                <a:lnTo>
                  <a:pt x="5356596" y="0"/>
                </a:lnTo>
                <a:lnTo>
                  <a:pt x="5360253" y="0"/>
                </a:lnTo>
                <a:lnTo>
                  <a:pt x="5363909" y="0"/>
                </a:lnTo>
                <a:lnTo>
                  <a:pt x="5367566" y="0"/>
                </a:lnTo>
                <a:lnTo>
                  <a:pt x="5371222" y="0"/>
                </a:lnTo>
                <a:lnTo>
                  <a:pt x="5374878" y="0"/>
                </a:lnTo>
                <a:lnTo>
                  <a:pt x="5378535" y="0"/>
                </a:lnTo>
                <a:lnTo>
                  <a:pt x="5382191" y="0"/>
                </a:lnTo>
                <a:lnTo>
                  <a:pt x="5385847" y="0"/>
                </a:lnTo>
                <a:lnTo>
                  <a:pt x="5389504" y="0"/>
                </a:lnTo>
                <a:lnTo>
                  <a:pt x="5393160" y="0"/>
                </a:lnTo>
                <a:lnTo>
                  <a:pt x="5396817" y="0"/>
                </a:lnTo>
                <a:lnTo>
                  <a:pt x="5400473" y="0"/>
                </a:lnTo>
                <a:lnTo>
                  <a:pt x="5404129" y="0"/>
                </a:lnTo>
                <a:lnTo>
                  <a:pt x="5407786" y="0"/>
                </a:lnTo>
                <a:lnTo>
                  <a:pt x="5411442" y="0"/>
                </a:lnTo>
                <a:lnTo>
                  <a:pt x="5415098" y="0"/>
                </a:lnTo>
                <a:lnTo>
                  <a:pt x="5418755" y="0"/>
                </a:lnTo>
                <a:lnTo>
                  <a:pt x="5422411" y="0"/>
                </a:lnTo>
                <a:lnTo>
                  <a:pt x="5426068" y="0"/>
                </a:lnTo>
                <a:lnTo>
                  <a:pt x="5429724" y="0"/>
                </a:lnTo>
                <a:lnTo>
                  <a:pt x="5433380" y="0"/>
                </a:lnTo>
                <a:lnTo>
                  <a:pt x="5437037" y="0"/>
                </a:lnTo>
                <a:lnTo>
                  <a:pt x="5440693" y="0"/>
                </a:lnTo>
                <a:lnTo>
                  <a:pt x="5444350" y="0"/>
                </a:lnTo>
                <a:lnTo>
                  <a:pt x="5448006" y="0"/>
                </a:lnTo>
                <a:lnTo>
                  <a:pt x="5451662" y="0"/>
                </a:lnTo>
                <a:lnTo>
                  <a:pt x="5455319" y="0"/>
                </a:lnTo>
                <a:lnTo>
                  <a:pt x="5458975" y="0"/>
                </a:lnTo>
                <a:lnTo>
                  <a:pt x="5462631" y="0"/>
                </a:lnTo>
                <a:lnTo>
                  <a:pt x="5466288" y="0"/>
                </a:lnTo>
                <a:lnTo>
                  <a:pt x="5469944" y="0"/>
                </a:lnTo>
                <a:lnTo>
                  <a:pt x="5473601" y="0"/>
                </a:lnTo>
                <a:lnTo>
                  <a:pt x="5477257" y="0"/>
                </a:lnTo>
                <a:lnTo>
                  <a:pt x="5480913" y="0"/>
                </a:lnTo>
                <a:lnTo>
                  <a:pt x="5480913" y="3474720"/>
                </a:lnTo>
                <a:lnTo>
                  <a:pt x="5477257" y="3474720"/>
                </a:lnTo>
                <a:lnTo>
                  <a:pt x="5473601" y="3474720"/>
                </a:lnTo>
                <a:lnTo>
                  <a:pt x="5469944" y="3474720"/>
                </a:lnTo>
                <a:lnTo>
                  <a:pt x="5466288" y="3474720"/>
                </a:lnTo>
                <a:lnTo>
                  <a:pt x="5462631" y="3474720"/>
                </a:lnTo>
                <a:lnTo>
                  <a:pt x="5458975" y="3474720"/>
                </a:lnTo>
                <a:lnTo>
                  <a:pt x="5455319" y="3474720"/>
                </a:lnTo>
                <a:lnTo>
                  <a:pt x="5451662" y="3474720"/>
                </a:lnTo>
                <a:lnTo>
                  <a:pt x="5448006" y="3474720"/>
                </a:lnTo>
                <a:lnTo>
                  <a:pt x="5444350" y="3474720"/>
                </a:lnTo>
                <a:lnTo>
                  <a:pt x="5440693" y="3474720"/>
                </a:lnTo>
                <a:lnTo>
                  <a:pt x="5437037" y="3474720"/>
                </a:lnTo>
                <a:lnTo>
                  <a:pt x="5433380" y="3474720"/>
                </a:lnTo>
                <a:lnTo>
                  <a:pt x="5429724" y="3474720"/>
                </a:lnTo>
                <a:lnTo>
                  <a:pt x="5426068" y="3474720"/>
                </a:lnTo>
                <a:lnTo>
                  <a:pt x="5422411" y="3474720"/>
                </a:lnTo>
                <a:lnTo>
                  <a:pt x="5418755" y="3474720"/>
                </a:lnTo>
                <a:lnTo>
                  <a:pt x="5415098" y="3474720"/>
                </a:lnTo>
                <a:lnTo>
                  <a:pt x="5411442" y="3474720"/>
                </a:lnTo>
                <a:lnTo>
                  <a:pt x="5407786" y="3474720"/>
                </a:lnTo>
                <a:lnTo>
                  <a:pt x="5404129" y="3474720"/>
                </a:lnTo>
                <a:lnTo>
                  <a:pt x="5400473" y="3474720"/>
                </a:lnTo>
                <a:lnTo>
                  <a:pt x="5396817" y="3474720"/>
                </a:lnTo>
                <a:lnTo>
                  <a:pt x="5393160" y="3474720"/>
                </a:lnTo>
                <a:lnTo>
                  <a:pt x="5389504" y="3474720"/>
                </a:lnTo>
                <a:lnTo>
                  <a:pt x="5385847" y="3474720"/>
                </a:lnTo>
                <a:lnTo>
                  <a:pt x="5382191" y="3474720"/>
                </a:lnTo>
                <a:lnTo>
                  <a:pt x="5378535" y="3474720"/>
                </a:lnTo>
                <a:lnTo>
                  <a:pt x="5374878" y="3474720"/>
                </a:lnTo>
                <a:lnTo>
                  <a:pt x="5371222" y="3474720"/>
                </a:lnTo>
                <a:lnTo>
                  <a:pt x="5367566" y="3474720"/>
                </a:lnTo>
                <a:lnTo>
                  <a:pt x="5363909" y="3474720"/>
                </a:lnTo>
                <a:lnTo>
                  <a:pt x="5360253" y="3474720"/>
                </a:lnTo>
                <a:lnTo>
                  <a:pt x="5356596" y="3474720"/>
                </a:lnTo>
                <a:lnTo>
                  <a:pt x="5352940" y="3474720"/>
                </a:lnTo>
                <a:lnTo>
                  <a:pt x="5349284" y="3474720"/>
                </a:lnTo>
                <a:lnTo>
                  <a:pt x="5345627" y="3474720"/>
                </a:lnTo>
                <a:lnTo>
                  <a:pt x="5341971" y="3474720"/>
                </a:lnTo>
                <a:lnTo>
                  <a:pt x="5338314" y="3474720"/>
                </a:lnTo>
                <a:lnTo>
                  <a:pt x="5334658" y="3474720"/>
                </a:lnTo>
                <a:lnTo>
                  <a:pt x="5331002" y="3474720"/>
                </a:lnTo>
                <a:lnTo>
                  <a:pt x="5327345" y="3474720"/>
                </a:lnTo>
                <a:lnTo>
                  <a:pt x="5323689" y="3474720"/>
                </a:lnTo>
                <a:lnTo>
                  <a:pt x="5320033" y="3474720"/>
                </a:lnTo>
                <a:lnTo>
                  <a:pt x="5316376" y="3474720"/>
                </a:lnTo>
                <a:lnTo>
                  <a:pt x="5312720" y="3474720"/>
                </a:lnTo>
                <a:lnTo>
                  <a:pt x="5309063" y="3474720"/>
                </a:lnTo>
                <a:lnTo>
                  <a:pt x="5305407" y="3474720"/>
                </a:lnTo>
                <a:lnTo>
                  <a:pt x="5301751" y="3474720"/>
                </a:lnTo>
                <a:lnTo>
                  <a:pt x="5298094" y="3474720"/>
                </a:lnTo>
                <a:lnTo>
                  <a:pt x="5294438" y="3474720"/>
                </a:lnTo>
                <a:lnTo>
                  <a:pt x="5290782" y="3474720"/>
                </a:lnTo>
                <a:lnTo>
                  <a:pt x="5287125" y="3474720"/>
                </a:lnTo>
                <a:lnTo>
                  <a:pt x="5283469" y="3474720"/>
                </a:lnTo>
                <a:lnTo>
                  <a:pt x="5279812" y="3474720"/>
                </a:lnTo>
                <a:lnTo>
                  <a:pt x="5276156" y="3474720"/>
                </a:lnTo>
                <a:lnTo>
                  <a:pt x="5272500" y="3474720"/>
                </a:lnTo>
                <a:lnTo>
                  <a:pt x="5268843" y="3474720"/>
                </a:lnTo>
                <a:lnTo>
                  <a:pt x="5265187" y="3474720"/>
                </a:lnTo>
                <a:lnTo>
                  <a:pt x="5261531" y="3474720"/>
                </a:lnTo>
                <a:lnTo>
                  <a:pt x="5257874" y="3474720"/>
                </a:lnTo>
                <a:lnTo>
                  <a:pt x="5254218" y="3474720"/>
                </a:lnTo>
                <a:lnTo>
                  <a:pt x="5250561" y="3474720"/>
                </a:lnTo>
                <a:lnTo>
                  <a:pt x="5246905" y="3474720"/>
                </a:lnTo>
                <a:lnTo>
                  <a:pt x="5243249" y="3474720"/>
                </a:lnTo>
                <a:lnTo>
                  <a:pt x="5239592" y="3474720"/>
                </a:lnTo>
                <a:lnTo>
                  <a:pt x="5235936" y="3474720"/>
                </a:lnTo>
                <a:lnTo>
                  <a:pt x="5232279" y="3474720"/>
                </a:lnTo>
                <a:lnTo>
                  <a:pt x="5228623" y="3474720"/>
                </a:lnTo>
                <a:lnTo>
                  <a:pt x="5224967" y="3474720"/>
                </a:lnTo>
                <a:lnTo>
                  <a:pt x="5221310" y="3474720"/>
                </a:lnTo>
                <a:lnTo>
                  <a:pt x="5217654" y="3474720"/>
                </a:lnTo>
                <a:lnTo>
                  <a:pt x="5213998" y="3474720"/>
                </a:lnTo>
                <a:lnTo>
                  <a:pt x="5210341" y="3474720"/>
                </a:lnTo>
                <a:lnTo>
                  <a:pt x="5206685" y="3474720"/>
                </a:lnTo>
                <a:lnTo>
                  <a:pt x="5203028" y="3474720"/>
                </a:lnTo>
                <a:lnTo>
                  <a:pt x="5199372" y="3474720"/>
                </a:lnTo>
                <a:lnTo>
                  <a:pt x="5195716" y="3474720"/>
                </a:lnTo>
                <a:lnTo>
                  <a:pt x="5192059" y="3474720"/>
                </a:lnTo>
                <a:lnTo>
                  <a:pt x="5188403" y="3474720"/>
                </a:lnTo>
                <a:lnTo>
                  <a:pt x="5184747" y="3474720"/>
                </a:lnTo>
                <a:lnTo>
                  <a:pt x="5181090" y="3474720"/>
                </a:lnTo>
                <a:lnTo>
                  <a:pt x="5177434" y="3474720"/>
                </a:lnTo>
                <a:lnTo>
                  <a:pt x="5173777" y="3474720"/>
                </a:lnTo>
                <a:lnTo>
                  <a:pt x="5170121" y="3474720"/>
                </a:lnTo>
                <a:lnTo>
                  <a:pt x="5166465" y="3474720"/>
                </a:lnTo>
                <a:lnTo>
                  <a:pt x="5162808" y="3474720"/>
                </a:lnTo>
                <a:lnTo>
                  <a:pt x="5159152" y="3474720"/>
                </a:lnTo>
                <a:lnTo>
                  <a:pt x="5155495" y="3474720"/>
                </a:lnTo>
                <a:lnTo>
                  <a:pt x="5151839" y="3474720"/>
                </a:lnTo>
                <a:lnTo>
                  <a:pt x="5148183" y="3474720"/>
                </a:lnTo>
                <a:lnTo>
                  <a:pt x="5144526" y="3474720"/>
                </a:lnTo>
                <a:lnTo>
                  <a:pt x="5140870" y="3474720"/>
                </a:lnTo>
                <a:lnTo>
                  <a:pt x="5137214" y="3474720"/>
                </a:lnTo>
                <a:lnTo>
                  <a:pt x="5133557" y="3474720"/>
                </a:lnTo>
                <a:lnTo>
                  <a:pt x="5129901" y="3474720"/>
                </a:lnTo>
                <a:lnTo>
                  <a:pt x="5126244" y="3474720"/>
                </a:lnTo>
                <a:lnTo>
                  <a:pt x="5122588" y="3474720"/>
                </a:lnTo>
                <a:lnTo>
                  <a:pt x="5118932" y="3474720"/>
                </a:lnTo>
                <a:lnTo>
                  <a:pt x="5115275" y="3474720"/>
                </a:lnTo>
                <a:lnTo>
                  <a:pt x="5111619" y="3474720"/>
                </a:lnTo>
                <a:lnTo>
                  <a:pt x="5107963" y="3474720"/>
                </a:lnTo>
                <a:lnTo>
                  <a:pt x="5104306" y="3474720"/>
                </a:lnTo>
                <a:lnTo>
                  <a:pt x="5100650" y="3474720"/>
                </a:lnTo>
                <a:lnTo>
                  <a:pt x="5096993" y="3474720"/>
                </a:lnTo>
                <a:lnTo>
                  <a:pt x="5093337" y="3474720"/>
                </a:lnTo>
                <a:lnTo>
                  <a:pt x="5089681" y="3474720"/>
                </a:lnTo>
                <a:lnTo>
                  <a:pt x="5086024" y="3474720"/>
                </a:lnTo>
                <a:lnTo>
                  <a:pt x="5082368" y="3474720"/>
                </a:lnTo>
                <a:lnTo>
                  <a:pt x="5078712" y="3474720"/>
                </a:lnTo>
                <a:lnTo>
                  <a:pt x="5075055" y="3474720"/>
                </a:lnTo>
                <a:lnTo>
                  <a:pt x="5071399" y="3474720"/>
                </a:lnTo>
                <a:lnTo>
                  <a:pt x="5067742" y="3474720"/>
                </a:lnTo>
                <a:lnTo>
                  <a:pt x="5064086" y="3474720"/>
                </a:lnTo>
                <a:lnTo>
                  <a:pt x="5060430" y="3474720"/>
                </a:lnTo>
                <a:lnTo>
                  <a:pt x="5056773" y="3474720"/>
                </a:lnTo>
                <a:lnTo>
                  <a:pt x="5053117" y="3474720"/>
                </a:lnTo>
                <a:lnTo>
                  <a:pt x="5049460" y="3474720"/>
                </a:lnTo>
                <a:lnTo>
                  <a:pt x="5045804" y="3474720"/>
                </a:lnTo>
                <a:lnTo>
                  <a:pt x="5042148" y="3474720"/>
                </a:lnTo>
                <a:lnTo>
                  <a:pt x="5038491" y="3474720"/>
                </a:lnTo>
                <a:lnTo>
                  <a:pt x="5034835" y="3474720"/>
                </a:lnTo>
                <a:lnTo>
                  <a:pt x="5031179" y="3474720"/>
                </a:lnTo>
                <a:lnTo>
                  <a:pt x="5027522" y="3474720"/>
                </a:lnTo>
                <a:lnTo>
                  <a:pt x="5023866" y="3474720"/>
                </a:lnTo>
                <a:lnTo>
                  <a:pt x="5020209" y="3474720"/>
                </a:lnTo>
                <a:lnTo>
                  <a:pt x="5016553" y="3474720"/>
                </a:lnTo>
                <a:lnTo>
                  <a:pt x="5012897" y="3474720"/>
                </a:lnTo>
                <a:lnTo>
                  <a:pt x="5009240" y="3474720"/>
                </a:lnTo>
                <a:lnTo>
                  <a:pt x="5005584" y="3474720"/>
                </a:lnTo>
                <a:lnTo>
                  <a:pt x="5001928" y="3474720"/>
                </a:lnTo>
                <a:lnTo>
                  <a:pt x="4998271" y="3474720"/>
                </a:lnTo>
                <a:lnTo>
                  <a:pt x="4994615" y="3474720"/>
                </a:lnTo>
                <a:lnTo>
                  <a:pt x="4990958" y="3474720"/>
                </a:lnTo>
                <a:lnTo>
                  <a:pt x="4987302" y="3474720"/>
                </a:lnTo>
                <a:lnTo>
                  <a:pt x="4983646" y="3474720"/>
                </a:lnTo>
                <a:lnTo>
                  <a:pt x="4979989" y="3474720"/>
                </a:lnTo>
                <a:lnTo>
                  <a:pt x="4976333" y="3474720"/>
                </a:lnTo>
                <a:lnTo>
                  <a:pt x="4972676" y="3474720"/>
                </a:lnTo>
                <a:lnTo>
                  <a:pt x="4969020" y="3474720"/>
                </a:lnTo>
                <a:lnTo>
                  <a:pt x="4965364" y="3474720"/>
                </a:lnTo>
                <a:lnTo>
                  <a:pt x="4961707" y="3474720"/>
                </a:lnTo>
                <a:lnTo>
                  <a:pt x="4958051" y="3474720"/>
                </a:lnTo>
                <a:lnTo>
                  <a:pt x="4954395" y="3474720"/>
                </a:lnTo>
                <a:lnTo>
                  <a:pt x="4950738" y="3474720"/>
                </a:lnTo>
                <a:lnTo>
                  <a:pt x="4947082" y="3474720"/>
                </a:lnTo>
                <a:lnTo>
                  <a:pt x="4943425" y="3474720"/>
                </a:lnTo>
                <a:lnTo>
                  <a:pt x="4939769" y="3474720"/>
                </a:lnTo>
                <a:lnTo>
                  <a:pt x="4936113" y="3474720"/>
                </a:lnTo>
                <a:lnTo>
                  <a:pt x="4932456" y="3474720"/>
                </a:lnTo>
                <a:lnTo>
                  <a:pt x="4928800" y="3474720"/>
                </a:lnTo>
                <a:lnTo>
                  <a:pt x="4925144" y="3474720"/>
                </a:lnTo>
                <a:lnTo>
                  <a:pt x="4921487" y="3474720"/>
                </a:lnTo>
                <a:lnTo>
                  <a:pt x="4917831" y="3474720"/>
                </a:lnTo>
                <a:lnTo>
                  <a:pt x="4914174" y="3474720"/>
                </a:lnTo>
                <a:lnTo>
                  <a:pt x="4910518" y="3474720"/>
                </a:lnTo>
                <a:lnTo>
                  <a:pt x="4906862" y="3474720"/>
                </a:lnTo>
                <a:lnTo>
                  <a:pt x="4903205" y="3474720"/>
                </a:lnTo>
                <a:lnTo>
                  <a:pt x="4899549" y="3474720"/>
                </a:lnTo>
                <a:lnTo>
                  <a:pt x="4895893" y="3474720"/>
                </a:lnTo>
                <a:lnTo>
                  <a:pt x="4892236" y="3474720"/>
                </a:lnTo>
                <a:lnTo>
                  <a:pt x="4888580" y="3474720"/>
                </a:lnTo>
                <a:lnTo>
                  <a:pt x="4884923" y="3474720"/>
                </a:lnTo>
                <a:lnTo>
                  <a:pt x="4881267" y="3474720"/>
                </a:lnTo>
                <a:lnTo>
                  <a:pt x="4877611" y="3474720"/>
                </a:lnTo>
                <a:lnTo>
                  <a:pt x="4873954" y="3474720"/>
                </a:lnTo>
                <a:lnTo>
                  <a:pt x="4870298" y="3474720"/>
                </a:lnTo>
                <a:lnTo>
                  <a:pt x="4866641" y="3474720"/>
                </a:lnTo>
                <a:lnTo>
                  <a:pt x="4862985" y="3474720"/>
                </a:lnTo>
                <a:lnTo>
                  <a:pt x="4859329" y="3474720"/>
                </a:lnTo>
                <a:lnTo>
                  <a:pt x="4855672" y="3474720"/>
                </a:lnTo>
                <a:lnTo>
                  <a:pt x="4852016" y="3474720"/>
                </a:lnTo>
                <a:lnTo>
                  <a:pt x="4848360" y="3474720"/>
                </a:lnTo>
                <a:lnTo>
                  <a:pt x="4844703" y="3474720"/>
                </a:lnTo>
                <a:lnTo>
                  <a:pt x="4841047" y="3474720"/>
                </a:lnTo>
                <a:lnTo>
                  <a:pt x="4837390" y="3474720"/>
                </a:lnTo>
                <a:lnTo>
                  <a:pt x="4833734" y="3474720"/>
                </a:lnTo>
                <a:lnTo>
                  <a:pt x="4830078" y="3474720"/>
                </a:lnTo>
                <a:lnTo>
                  <a:pt x="4826421" y="3474720"/>
                </a:lnTo>
                <a:lnTo>
                  <a:pt x="4822765" y="3474720"/>
                </a:lnTo>
                <a:lnTo>
                  <a:pt x="4819109" y="3474720"/>
                </a:lnTo>
                <a:lnTo>
                  <a:pt x="4815452" y="3474720"/>
                </a:lnTo>
                <a:lnTo>
                  <a:pt x="4811796" y="3474720"/>
                </a:lnTo>
                <a:lnTo>
                  <a:pt x="4808139" y="3474720"/>
                </a:lnTo>
                <a:lnTo>
                  <a:pt x="4804483" y="3474720"/>
                </a:lnTo>
                <a:lnTo>
                  <a:pt x="4800827" y="3474720"/>
                </a:lnTo>
                <a:lnTo>
                  <a:pt x="4797170" y="3474720"/>
                </a:lnTo>
                <a:lnTo>
                  <a:pt x="4793514" y="3474720"/>
                </a:lnTo>
                <a:lnTo>
                  <a:pt x="4789857" y="3474720"/>
                </a:lnTo>
                <a:lnTo>
                  <a:pt x="4786201" y="3474720"/>
                </a:lnTo>
                <a:lnTo>
                  <a:pt x="4782545" y="3474720"/>
                </a:lnTo>
                <a:lnTo>
                  <a:pt x="4778888" y="3474720"/>
                </a:lnTo>
                <a:lnTo>
                  <a:pt x="4775232" y="3474720"/>
                </a:lnTo>
                <a:lnTo>
                  <a:pt x="4771576" y="3474720"/>
                </a:lnTo>
                <a:lnTo>
                  <a:pt x="4767919" y="3474720"/>
                </a:lnTo>
                <a:lnTo>
                  <a:pt x="4764263" y="3474720"/>
                </a:lnTo>
                <a:lnTo>
                  <a:pt x="4760606" y="3474720"/>
                </a:lnTo>
                <a:lnTo>
                  <a:pt x="4756950" y="3474720"/>
                </a:lnTo>
                <a:lnTo>
                  <a:pt x="4753294" y="3474720"/>
                </a:lnTo>
                <a:lnTo>
                  <a:pt x="4749637" y="3474720"/>
                </a:lnTo>
                <a:lnTo>
                  <a:pt x="4745981" y="3474720"/>
                </a:lnTo>
                <a:lnTo>
                  <a:pt x="4742325" y="3474720"/>
                </a:lnTo>
                <a:lnTo>
                  <a:pt x="4738668" y="3474720"/>
                </a:lnTo>
                <a:lnTo>
                  <a:pt x="4735012" y="3474720"/>
                </a:lnTo>
                <a:lnTo>
                  <a:pt x="4731355" y="3474720"/>
                </a:lnTo>
                <a:lnTo>
                  <a:pt x="4727699" y="3474720"/>
                </a:lnTo>
                <a:lnTo>
                  <a:pt x="4724043" y="3474720"/>
                </a:lnTo>
                <a:lnTo>
                  <a:pt x="4720386" y="3474720"/>
                </a:lnTo>
                <a:lnTo>
                  <a:pt x="4716730" y="3474720"/>
                </a:lnTo>
                <a:lnTo>
                  <a:pt x="4713074" y="3474720"/>
                </a:lnTo>
                <a:lnTo>
                  <a:pt x="4709417" y="3474720"/>
                </a:lnTo>
                <a:lnTo>
                  <a:pt x="4705761" y="3474720"/>
                </a:lnTo>
                <a:lnTo>
                  <a:pt x="4702104" y="3474720"/>
                </a:lnTo>
                <a:lnTo>
                  <a:pt x="4698448" y="3474720"/>
                </a:lnTo>
                <a:lnTo>
                  <a:pt x="4694792" y="3474720"/>
                </a:lnTo>
                <a:lnTo>
                  <a:pt x="4691135" y="3474720"/>
                </a:lnTo>
                <a:lnTo>
                  <a:pt x="4687479" y="3474720"/>
                </a:lnTo>
                <a:lnTo>
                  <a:pt x="4683822" y="3474720"/>
                </a:lnTo>
                <a:lnTo>
                  <a:pt x="4680166" y="3474720"/>
                </a:lnTo>
                <a:lnTo>
                  <a:pt x="4676510" y="3474720"/>
                </a:lnTo>
                <a:lnTo>
                  <a:pt x="4672853" y="3474720"/>
                </a:lnTo>
                <a:lnTo>
                  <a:pt x="4669197" y="3474720"/>
                </a:lnTo>
                <a:lnTo>
                  <a:pt x="4665541" y="3474720"/>
                </a:lnTo>
                <a:lnTo>
                  <a:pt x="4661884" y="3474720"/>
                </a:lnTo>
                <a:lnTo>
                  <a:pt x="4658228" y="3474720"/>
                </a:lnTo>
                <a:lnTo>
                  <a:pt x="4654571" y="3474720"/>
                </a:lnTo>
                <a:lnTo>
                  <a:pt x="4650915" y="3474720"/>
                </a:lnTo>
                <a:lnTo>
                  <a:pt x="4647259" y="3474720"/>
                </a:lnTo>
                <a:lnTo>
                  <a:pt x="4643602" y="3474720"/>
                </a:lnTo>
                <a:lnTo>
                  <a:pt x="4639946" y="3474720"/>
                </a:lnTo>
                <a:lnTo>
                  <a:pt x="4636290" y="3474720"/>
                </a:lnTo>
                <a:lnTo>
                  <a:pt x="4632633" y="3474720"/>
                </a:lnTo>
                <a:lnTo>
                  <a:pt x="4628977" y="3474720"/>
                </a:lnTo>
                <a:lnTo>
                  <a:pt x="4625320" y="3474720"/>
                </a:lnTo>
                <a:lnTo>
                  <a:pt x="4621664" y="3474720"/>
                </a:lnTo>
                <a:lnTo>
                  <a:pt x="4618008" y="3474720"/>
                </a:lnTo>
                <a:lnTo>
                  <a:pt x="4614351" y="3474720"/>
                </a:lnTo>
                <a:lnTo>
                  <a:pt x="4610695" y="3474720"/>
                </a:lnTo>
                <a:lnTo>
                  <a:pt x="4607038" y="3474720"/>
                </a:lnTo>
                <a:lnTo>
                  <a:pt x="4603382" y="3474720"/>
                </a:lnTo>
                <a:lnTo>
                  <a:pt x="4599726" y="3474720"/>
                </a:lnTo>
                <a:lnTo>
                  <a:pt x="4596069" y="3474720"/>
                </a:lnTo>
                <a:lnTo>
                  <a:pt x="4592413" y="3474720"/>
                </a:lnTo>
                <a:lnTo>
                  <a:pt x="4588757" y="3474720"/>
                </a:lnTo>
                <a:lnTo>
                  <a:pt x="4585100" y="3474720"/>
                </a:lnTo>
                <a:lnTo>
                  <a:pt x="4581444" y="3474720"/>
                </a:lnTo>
                <a:lnTo>
                  <a:pt x="4577787" y="3474720"/>
                </a:lnTo>
                <a:lnTo>
                  <a:pt x="4574131" y="3474720"/>
                </a:lnTo>
                <a:lnTo>
                  <a:pt x="4570475" y="3474720"/>
                </a:lnTo>
                <a:lnTo>
                  <a:pt x="4566818" y="3474720"/>
                </a:lnTo>
                <a:lnTo>
                  <a:pt x="4563162" y="3474720"/>
                </a:lnTo>
                <a:lnTo>
                  <a:pt x="4559506" y="3474720"/>
                </a:lnTo>
                <a:lnTo>
                  <a:pt x="4555849" y="3474720"/>
                </a:lnTo>
                <a:lnTo>
                  <a:pt x="4552193" y="3474720"/>
                </a:lnTo>
                <a:lnTo>
                  <a:pt x="4548536" y="3474720"/>
                </a:lnTo>
                <a:lnTo>
                  <a:pt x="4544880" y="3474720"/>
                </a:lnTo>
                <a:lnTo>
                  <a:pt x="4541224" y="3474720"/>
                </a:lnTo>
                <a:lnTo>
                  <a:pt x="4537567" y="3474720"/>
                </a:lnTo>
                <a:lnTo>
                  <a:pt x="4533911" y="3474720"/>
                </a:lnTo>
                <a:lnTo>
                  <a:pt x="4530255" y="3474720"/>
                </a:lnTo>
                <a:lnTo>
                  <a:pt x="4526598" y="3474720"/>
                </a:lnTo>
                <a:lnTo>
                  <a:pt x="4522942" y="3474720"/>
                </a:lnTo>
                <a:lnTo>
                  <a:pt x="4519285" y="3474720"/>
                </a:lnTo>
                <a:lnTo>
                  <a:pt x="4515629" y="3474720"/>
                </a:lnTo>
                <a:lnTo>
                  <a:pt x="4511973" y="3474720"/>
                </a:lnTo>
                <a:lnTo>
                  <a:pt x="4508316" y="3474720"/>
                </a:lnTo>
                <a:lnTo>
                  <a:pt x="4504660" y="3474720"/>
                </a:lnTo>
                <a:lnTo>
                  <a:pt x="4501003" y="3474720"/>
                </a:lnTo>
                <a:lnTo>
                  <a:pt x="4497347" y="3474720"/>
                </a:lnTo>
                <a:lnTo>
                  <a:pt x="4493691" y="3474720"/>
                </a:lnTo>
                <a:lnTo>
                  <a:pt x="4490034" y="3474720"/>
                </a:lnTo>
                <a:lnTo>
                  <a:pt x="4486378" y="3474720"/>
                </a:lnTo>
                <a:lnTo>
                  <a:pt x="4482722" y="3474720"/>
                </a:lnTo>
                <a:lnTo>
                  <a:pt x="4479065" y="3474720"/>
                </a:lnTo>
                <a:lnTo>
                  <a:pt x="4475409" y="3474720"/>
                </a:lnTo>
                <a:lnTo>
                  <a:pt x="4471752" y="3474720"/>
                </a:lnTo>
                <a:lnTo>
                  <a:pt x="4468096" y="3474720"/>
                </a:lnTo>
                <a:lnTo>
                  <a:pt x="4464440" y="3474720"/>
                </a:lnTo>
                <a:lnTo>
                  <a:pt x="4460783" y="3474720"/>
                </a:lnTo>
                <a:lnTo>
                  <a:pt x="4457127" y="3474720"/>
                </a:lnTo>
                <a:lnTo>
                  <a:pt x="4453471" y="3474720"/>
                </a:lnTo>
                <a:lnTo>
                  <a:pt x="4449814" y="3474720"/>
                </a:lnTo>
                <a:lnTo>
                  <a:pt x="4446158" y="3474720"/>
                </a:lnTo>
                <a:lnTo>
                  <a:pt x="4442501" y="3474720"/>
                </a:lnTo>
                <a:lnTo>
                  <a:pt x="4438845" y="3474720"/>
                </a:lnTo>
                <a:lnTo>
                  <a:pt x="4435189" y="3474720"/>
                </a:lnTo>
                <a:lnTo>
                  <a:pt x="4431532" y="3474720"/>
                </a:lnTo>
                <a:lnTo>
                  <a:pt x="4427876" y="3474720"/>
                </a:lnTo>
                <a:lnTo>
                  <a:pt x="4424219" y="3474720"/>
                </a:lnTo>
                <a:lnTo>
                  <a:pt x="4420563" y="3474720"/>
                </a:lnTo>
                <a:lnTo>
                  <a:pt x="4416907" y="3474720"/>
                </a:lnTo>
                <a:lnTo>
                  <a:pt x="4413250" y="3474720"/>
                </a:lnTo>
                <a:lnTo>
                  <a:pt x="4409594" y="3474720"/>
                </a:lnTo>
                <a:lnTo>
                  <a:pt x="4405938" y="3474720"/>
                </a:lnTo>
                <a:lnTo>
                  <a:pt x="4402281" y="3474720"/>
                </a:lnTo>
                <a:lnTo>
                  <a:pt x="4398625" y="3474720"/>
                </a:lnTo>
                <a:lnTo>
                  <a:pt x="4394968" y="3474720"/>
                </a:lnTo>
                <a:lnTo>
                  <a:pt x="4391312" y="3474720"/>
                </a:lnTo>
                <a:lnTo>
                  <a:pt x="4387656" y="3474720"/>
                </a:lnTo>
                <a:lnTo>
                  <a:pt x="4383999" y="3474720"/>
                </a:lnTo>
                <a:lnTo>
                  <a:pt x="4380343" y="3474720"/>
                </a:lnTo>
                <a:lnTo>
                  <a:pt x="4376687" y="3474720"/>
                </a:lnTo>
                <a:lnTo>
                  <a:pt x="4373030" y="3474720"/>
                </a:lnTo>
                <a:lnTo>
                  <a:pt x="4369374" y="3474720"/>
                </a:lnTo>
                <a:lnTo>
                  <a:pt x="4365717" y="3474720"/>
                </a:lnTo>
                <a:lnTo>
                  <a:pt x="4362061" y="3474720"/>
                </a:lnTo>
                <a:lnTo>
                  <a:pt x="4358405" y="3474720"/>
                </a:lnTo>
                <a:lnTo>
                  <a:pt x="4354748" y="3474720"/>
                </a:lnTo>
                <a:lnTo>
                  <a:pt x="4351092" y="3474720"/>
                </a:lnTo>
                <a:lnTo>
                  <a:pt x="4347436" y="3474720"/>
                </a:lnTo>
                <a:lnTo>
                  <a:pt x="4343779" y="3474720"/>
                </a:lnTo>
                <a:lnTo>
                  <a:pt x="4340123" y="3474720"/>
                </a:lnTo>
                <a:lnTo>
                  <a:pt x="4336466" y="3474720"/>
                </a:lnTo>
                <a:lnTo>
                  <a:pt x="4332810" y="3474720"/>
                </a:lnTo>
                <a:lnTo>
                  <a:pt x="4329154" y="3474720"/>
                </a:lnTo>
                <a:lnTo>
                  <a:pt x="4325497" y="3474720"/>
                </a:lnTo>
                <a:lnTo>
                  <a:pt x="4321841" y="3474720"/>
                </a:lnTo>
                <a:lnTo>
                  <a:pt x="4318184" y="3474720"/>
                </a:lnTo>
                <a:lnTo>
                  <a:pt x="4314528" y="3474720"/>
                </a:lnTo>
                <a:lnTo>
                  <a:pt x="4310872" y="3474720"/>
                </a:lnTo>
                <a:lnTo>
                  <a:pt x="4307215" y="3474720"/>
                </a:lnTo>
                <a:lnTo>
                  <a:pt x="4303559" y="3474720"/>
                </a:lnTo>
                <a:lnTo>
                  <a:pt x="4299903" y="3474720"/>
                </a:lnTo>
                <a:lnTo>
                  <a:pt x="4296246" y="3474720"/>
                </a:lnTo>
                <a:lnTo>
                  <a:pt x="4292590" y="3474720"/>
                </a:lnTo>
                <a:lnTo>
                  <a:pt x="4288933" y="3474720"/>
                </a:lnTo>
                <a:lnTo>
                  <a:pt x="4285277" y="3474720"/>
                </a:lnTo>
                <a:lnTo>
                  <a:pt x="4281621" y="3474720"/>
                </a:lnTo>
                <a:lnTo>
                  <a:pt x="4277964" y="3474720"/>
                </a:lnTo>
                <a:lnTo>
                  <a:pt x="4274308" y="3474720"/>
                </a:lnTo>
                <a:lnTo>
                  <a:pt x="4270652" y="3474720"/>
                </a:lnTo>
                <a:lnTo>
                  <a:pt x="4266995" y="3474720"/>
                </a:lnTo>
                <a:lnTo>
                  <a:pt x="4263339" y="3474720"/>
                </a:lnTo>
                <a:lnTo>
                  <a:pt x="4259682" y="3474720"/>
                </a:lnTo>
                <a:lnTo>
                  <a:pt x="4256026" y="3474720"/>
                </a:lnTo>
                <a:lnTo>
                  <a:pt x="4252370" y="3474720"/>
                </a:lnTo>
                <a:lnTo>
                  <a:pt x="4248713" y="3474720"/>
                </a:lnTo>
                <a:lnTo>
                  <a:pt x="4245057" y="3474720"/>
                </a:lnTo>
                <a:lnTo>
                  <a:pt x="4241400" y="3474720"/>
                </a:lnTo>
                <a:lnTo>
                  <a:pt x="4237744" y="3474720"/>
                </a:lnTo>
                <a:lnTo>
                  <a:pt x="4234088" y="3474720"/>
                </a:lnTo>
                <a:lnTo>
                  <a:pt x="4230431" y="3474720"/>
                </a:lnTo>
                <a:lnTo>
                  <a:pt x="4226775" y="3474720"/>
                </a:lnTo>
                <a:lnTo>
                  <a:pt x="4223119" y="3474720"/>
                </a:lnTo>
                <a:lnTo>
                  <a:pt x="4219462" y="3474720"/>
                </a:lnTo>
                <a:lnTo>
                  <a:pt x="4215806" y="3474720"/>
                </a:lnTo>
                <a:lnTo>
                  <a:pt x="4212149" y="3474720"/>
                </a:lnTo>
                <a:lnTo>
                  <a:pt x="4208493" y="3474720"/>
                </a:lnTo>
                <a:lnTo>
                  <a:pt x="4204837" y="3474720"/>
                </a:lnTo>
                <a:lnTo>
                  <a:pt x="4201180" y="3474720"/>
                </a:lnTo>
                <a:lnTo>
                  <a:pt x="4197524" y="3474720"/>
                </a:lnTo>
                <a:lnTo>
                  <a:pt x="4193868" y="3474720"/>
                </a:lnTo>
                <a:lnTo>
                  <a:pt x="4190211" y="3474720"/>
                </a:lnTo>
                <a:lnTo>
                  <a:pt x="4186555" y="3474720"/>
                </a:lnTo>
                <a:lnTo>
                  <a:pt x="4182898" y="3474720"/>
                </a:lnTo>
                <a:lnTo>
                  <a:pt x="4179242" y="3474720"/>
                </a:lnTo>
                <a:lnTo>
                  <a:pt x="4175586" y="3474720"/>
                </a:lnTo>
                <a:lnTo>
                  <a:pt x="4171929" y="3474720"/>
                </a:lnTo>
                <a:lnTo>
                  <a:pt x="4168273" y="3474720"/>
                </a:lnTo>
                <a:lnTo>
                  <a:pt x="4164617" y="3474720"/>
                </a:lnTo>
                <a:lnTo>
                  <a:pt x="4160960" y="3474720"/>
                </a:lnTo>
                <a:lnTo>
                  <a:pt x="4157304" y="3474720"/>
                </a:lnTo>
                <a:lnTo>
                  <a:pt x="4153647" y="3474720"/>
                </a:lnTo>
                <a:lnTo>
                  <a:pt x="4149991" y="3474720"/>
                </a:lnTo>
                <a:lnTo>
                  <a:pt x="4146335" y="3474720"/>
                </a:lnTo>
                <a:lnTo>
                  <a:pt x="4142678" y="3474720"/>
                </a:lnTo>
                <a:lnTo>
                  <a:pt x="4139022" y="3474720"/>
                </a:lnTo>
                <a:lnTo>
                  <a:pt x="4135365" y="3474720"/>
                </a:lnTo>
                <a:lnTo>
                  <a:pt x="4131709" y="3474720"/>
                </a:lnTo>
                <a:lnTo>
                  <a:pt x="4128053" y="3474720"/>
                </a:lnTo>
                <a:lnTo>
                  <a:pt x="4124396" y="3474720"/>
                </a:lnTo>
                <a:lnTo>
                  <a:pt x="4120740" y="3474720"/>
                </a:lnTo>
                <a:lnTo>
                  <a:pt x="4117084" y="3474720"/>
                </a:lnTo>
                <a:lnTo>
                  <a:pt x="4113427" y="3474720"/>
                </a:lnTo>
                <a:lnTo>
                  <a:pt x="4109771" y="3474720"/>
                </a:lnTo>
                <a:lnTo>
                  <a:pt x="4106114" y="3474720"/>
                </a:lnTo>
                <a:lnTo>
                  <a:pt x="4102458" y="3474720"/>
                </a:lnTo>
                <a:lnTo>
                  <a:pt x="4098802" y="3474720"/>
                </a:lnTo>
                <a:lnTo>
                  <a:pt x="4095145" y="3474720"/>
                </a:lnTo>
                <a:lnTo>
                  <a:pt x="4091489" y="3474720"/>
                </a:lnTo>
                <a:lnTo>
                  <a:pt x="4087833" y="3474720"/>
                </a:lnTo>
                <a:lnTo>
                  <a:pt x="4084176" y="3474720"/>
                </a:lnTo>
                <a:lnTo>
                  <a:pt x="4080520" y="3474720"/>
                </a:lnTo>
                <a:lnTo>
                  <a:pt x="4076863" y="3474720"/>
                </a:lnTo>
                <a:lnTo>
                  <a:pt x="4073207" y="3474720"/>
                </a:lnTo>
                <a:lnTo>
                  <a:pt x="4069551" y="3474720"/>
                </a:lnTo>
                <a:lnTo>
                  <a:pt x="4065894" y="3474720"/>
                </a:lnTo>
                <a:lnTo>
                  <a:pt x="4062238" y="3474720"/>
                </a:lnTo>
                <a:lnTo>
                  <a:pt x="4058581" y="3474720"/>
                </a:lnTo>
                <a:lnTo>
                  <a:pt x="4054925" y="3474720"/>
                </a:lnTo>
                <a:lnTo>
                  <a:pt x="4051269" y="3474720"/>
                </a:lnTo>
                <a:lnTo>
                  <a:pt x="4047612" y="3474720"/>
                </a:lnTo>
                <a:lnTo>
                  <a:pt x="4043956" y="3474720"/>
                </a:lnTo>
                <a:lnTo>
                  <a:pt x="4040300" y="3474720"/>
                </a:lnTo>
                <a:lnTo>
                  <a:pt x="4036643" y="3474720"/>
                </a:lnTo>
                <a:lnTo>
                  <a:pt x="4032987" y="3474720"/>
                </a:lnTo>
                <a:lnTo>
                  <a:pt x="4029330" y="3474720"/>
                </a:lnTo>
                <a:lnTo>
                  <a:pt x="4025674" y="3474720"/>
                </a:lnTo>
                <a:lnTo>
                  <a:pt x="4022018" y="3474720"/>
                </a:lnTo>
                <a:lnTo>
                  <a:pt x="4018361" y="3474720"/>
                </a:lnTo>
                <a:lnTo>
                  <a:pt x="4014705" y="3474720"/>
                </a:lnTo>
                <a:lnTo>
                  <a:pt x="4011049" y="3474720"/>
                </a:lnTo>
                <a:lnTo>
                  <a:pt x="4007392" y="3474720"/>
                </a:lnTo>
                <a:lnTo>
                  <a:pt x="4003736" y="3474720"/>
                </a:lnTo>
                <a:lnTo>
                  <a:pt x="4000079" y="3474720"/>
                </a:lnTo>
                <a:lnTo>
                  <a:pt x="3996423" y="3474720"/>
                </a:lnTo>
                <a:lnTo>
                  <a:pt x="3992767" y="3474720"/>
                </a:lnTo>
                <a:lnTo>
                  <a:pt x="3989110" y="3474720"/>
                </a:lnTo>
                <a:lnTo>
                  <a:pt x="3985454" y="3474720"/>
                </a:lnTo>
                <a:lnTo>
                  <a:pt x="3981798" y="3474720"/>
                </a:lnTo>
                <a:lnTo>
                  <a:pt x="3978141" y="3474720"/>
                </a:lnTo>
                <a:lnTo>
                  <a:pt x="3974485" y="3474720"/>
                </a:lnTo>
                <a:lnTo>
                  <a:pt x="3970828" y="3474720"/>
                </a:lnTo>
                <a:lnTo>
                  <a:pt x="3967172" y="3474720"/>
                </a:lnTo>
                <a:lnTo>
                  <a:pt x="3963516" y="3474720"/>
                </a:lnTo>
                <a:lnTo>
                  <a:pt x="3959859" y="3474720"/>
                </a:lnTo>
                <a:lnTo>
                  <a:pt x="3956203" y="3474720"/>
                </a:lnTo>
                <a:lnTo>
                  <a:pt x="3952546" y="3474720"/>
                </a:lnTo>
                <a:lnTo>
                  <a:pt x="3948890" y="3474720"/>
                </a:lnTo>
                <a:lnTo>
                  <a:pt x="3945234" y="3474720"/>
                </a:lnTo>
                <a:lnTo>
                  <a:pt x="3941577" y="3474720"/>
                </a:lnTo>
                <a:lnTo>
                  <a:pt x="3937921" y="3474720"/>
                </a:lnTo>
                <a:lnTo>
                  <a:pt x="3934265" y="3474720"/>
                </a:lnTo>
                <a:lnTo>
                  <a:pt x="3930608" y="3474720"/>
                </a:lnTo>
                <a:lnTo>
                  <a:pt x="3926952" y="3474720"/>
                </a:lnTo>
                <a:lnTo>
                  <a:pt x="3923295" y="3474720"/>
                </a:lnTo>
                <a:lnTo>
                  <a:pt x="3919639" y="3474720"/>
                </a:lnTo>
                <a:lnTo>
                  <a:pt x="3915983" y="3474720"/>
                </a:lnTo>
                <a:lnTo>
                  <a:pt x="3912326" y="3474720"/>
                </a:lnTo>
                <a:lnTo>
                  <a:pt x="3908670" y="3474720"/>
                </a:lnTo>
                <a:lnTo>
                  <a:pt x="3905014" y="3474720"/>
                </a:lnTo>
                <a:lnTo>
                  <a:pt x="3901357" y="3474720"/>
                </a:lnTo>
                <a:lnTo>
                  <a:pt x="3897701" y="3474720"/>
                </a:lnTo>
                <a:lnTo>
                  <a:pt x="3894044" y="3474720"/>
                </a:lnTo>
                <a:lnTo>
                  <a:pt x="3890388" y="3474720"/>
                </a:lnTo>
                <a:lnTo>
                  <a:pt x="3886732" y="3474720"/>
                </a:lnTo>
                <a:lnTo>
                  <a:pt x="3883075" y="3474720"/>
                </a:lnTo>
                <a:lnTo>
                  <a:pt x="3879419" y="3474720"/>
                </a:lnTo>
                <a:lnTo>
                  <a:pt x="3875762" y="3474720"/>
                </a:lnTo>
                <a:lnTo>
                  <a:pt x="3872106" y="3474720"/>
                </a:lnTo>
                <a:lnTo>
                  <a:pt x="3868450" y="3474720"/>
                </a:lnTo>
                <a:lnTo>
                  <a:pt x="3864793" y="3474720"/>
                </a:lnTo>
                <a:lnTo>
                  <a:pt x="3861137" y="3474720"/>
                </a:lnTo>
                <a:lnTo>
                  <a:pt x="3857481" y="3474720"/>
                </a:lnTo>
                <a:lnTo>
                  <a:pt x="3853824" y="3474720"/>
                </a:lnTo>
                <a:lnTo>
                  <a:pt x="3850168" y="3474720"/>
                </a:lnTo>
                <a:lnTo>
                  <a:pt x="3846511" y="3474720"/>
                </a:lnTo>
                <a:lnTo>
                  <a:pt x="3842855" y="3474720"/>
                </a:lnTo>
                <a:lnTo>
                  <a:pt x="3839199" y="3474720"/>
                </a:lnTo>
                <a:lnTo>
                  <a:pt x="3835542" y="3474720"/>
                </a:lnTo>
                <a:lnTo>
                  <a:pt x="3831886" y="3474720"/>
                </a:lnTo>
                <a:lnTo>
                  <a:pt x="3828230" y="3474720"/>
                </a:lnTo>
                <a:lnTo>
                  <a:pt x="3824573" y="3474720"/>
                </a:lnTo>
                <a:lnTo>
                  <a:pt x="3820917" y="3474720"/>
                </a:lnTo>
                <a:lnTo>
                  <a:pt x="3817260" y="3474720"/>
                </a:lnTo>
                <a:lnTo>
                  <a:pt x="3813604" y="3474720"/>
                </a:lnTo>
                <a:lnTo>
                  <a:pt x="3809948" y="3474720"/>
                </a:lnTo>
                <a:lnTo>
                  <a:pt x="3806291" y="3474720"/>
                </a:lnTo>
                <a:lnTo>
                  <a:pt x="3802635" y="3474720"/>
                </a:lnTo>
                <a:lnTo>
                  <a:pt x="3798979" y="3474720"/>
                </a:lnTo>
                <a:lnTo>
                  <a:pt x="3795322" y="3474720"/>
                </a:lnTo>
                <a:lnTo>
                  <a:pt x="3791666" y="3474720"/>
                </a:lnTo>
                <a:lnTo>
                  <a:pt x="3788009" y="3474720"/>
                </a:lnTo>
                <a:lnTo>
                  <a:pt x="3784353" y="3474720"/>
                </a:lnTo>
                <a:lnTo>
                  <a:pt x="3780697" y="3474720"/>
                </a:lnTo>
                <a:lnTo>
                  <a:pt x="3777040" y="3474720"/>
                </a:lnTo>
                <a:lnTo>
                  <a:pt x="3773384" y="3474720"/>
                </a:lnTo>
                <a:lnTo>
                  <a:pt x="3769727" y="3474720"/>
                </a:lnTo>
                <a:lnTo>
                  <a:pt x="3766071" y="3474720"/>
                </a:lnTo>
                <a:lnTo>
                  <a:pt x="3762415" y="3474720"/>
                </a:lnTo>
                <a:lnTo>
                  <a:pt x="3758758" y="3474720"/>
                </a:lnTo>
                <a:lnTo>
                  <a:pt x="3755102" y="3474720"/>
                </a:lnTo>
                <a:lnTo>
                  <a:pt x="3751446" y="3474720"/>
                </a:lnTo>
                <a:lnTo>
                  <a:pt x="3747789" y="3474720"/>
                </a:lnTo>
                <a:lnTo>
                  <a:pt x="3744133" y="3474720"/>
                </a:lnTo>
                <a:lnTo>
                  <a:pt x="3740476" y="3474720"/>
                </a:lnTo>
                <a:lnTo>
                  <a:pt x="3736820" y="3474720"/>
                </a:lnTo>
                <a:lnTo>
                  <a:pt x="3733164" y="3474720"/>
                </a:lnTo>
                <a:lnTo>
                  <a:pt x="3729507" y="3474720"/>
                </a:lnTo>
                <a:lnTo>
                  <a:pt x="3725851" y="3474720"/>
                </a:lnTo>
                <a:lnTo>
                  <a:pt x="3722195" y="3474720"/>
                </a:lnTo>
                <a:lnTo>
                  <a:pt x="3718538" y="3474720"/>
                </a:lnTo>
                <a:lnTo>
                  <a:pt x="3714882" y="3474720"/>
                </a:lnTo>
                <a:lnTo>
                  <a:pt x="3711225" y="3474720"/>
                </a:lnTo>
                <a:lnTo>
                  <a:pt x="3707569" y="3474720"/>
                </a:lnTo>
                <a:lnTo>
                  <a:pt x="3703913" y="3474720"/>
                </a:lnTo>
                <a:lnTo>
                  <a:pt x="3700256" y="3474720"/>
                </a:lnTo>
                <a:lnTo>
                  <a:pt x="3696600" y="3474720"/>
                </a:lnTo>
                <a:lnTo>
                  <a:pt x="3692943" y="3474720"/>
                </a:lnTo>
                <a:lnTo>
                  <a:pt x="3689287" y="3474720"/>
                </a:lnTo>
                <a:lnTo>
                  <a:pt x="3685631" y="3474720"/>
                </a:lnTo>
                <a:lnTo>
                  <a:pt x="3681974" y="3474720"/>
                </a:lnTo>
                <a:lnTo>
                  <a:pt x="3678318" y="3474720"/>
                </a:lnTo>
                <a:lnTo>
                  <a:pt x="3674662" y="3474720"/>
                </a:lnTo>
                <a:lnTo>
                  <a:pt x="3671005" y="3474720"/>
                </a:lnTo>
                <a:lnTo>
                  <a:pt x="3667349" y="3474720"/>
                </a:lnTo>
                <a:lnTo>
                  <a:pt x="3663692" y="3474720"/>
                </a:lnTo>
                <a:lnTo>
                  <a:pt x="3660036" y="3474720"/>
                </a:lnTo>
                <a:lnTo>
                  <a:pt x="3656380" y="3474720"/>
                </a:lnTo>
                <a:lnTo>
                  <a:pt x="3652723" y="3474720"/>
                </a:lnTo>
                <a:lnTo>
                  <a:pt x="3649067" y="3474720"/>
                </a:lnTo>
                <a:lnTo>
                  <a:pt x="3645411" y="3474720"/>
                </a:lnTo>
                <a:lnTo>
                  <a:pt x="3641754" y="3474720"/>
                </a:lnTo>
                <a:lnTo>
                  <a:pt x="3638098" y="3474720"/>
                </a:lnTo>
                <a:lnTo>
                  <a:pt x="3634441" y="3474720"/>
                </a:lnTo>
                <a:lnTo>
                  <a:pt x="3630785" y="3474720"/>
                </a:lnTo>
                <a:lnTo>
                  <a:pt x="3627129" y="3474720"/>
                </a:lnTo>
                <a:lnTo>
                  <a:pt x="3623472" y="3474720"/>
                </a:lnTo>
                <a:lnTo>
                  <a:pt x="3619816" y="3474720"/>
                </a:lnTo>
                <a:lnTo>
                  <a:pt x="3616160" y="3474720"/>
                </a:lnTo>
                <a:lnTo>
                  <a:pt x="3612503" y="3474720"/>
                </a:lnTo>
                <a:lnTo>
                  <a:pt x="3608847" y="3474720"/>
                </a:lnTo>
                <a:lnTo>
                  <a:pt x="3605190" y="3474720"/>
                </a:lnTo>
                <a:lnTo>
                  <a:pt x="3601534" y="3474720"/>
                </a:lnTo>
                <a:lnTo>
                  <a:pt x="3597878" y="3474720"/>
                </a:lnTo>
                <a:lnTo>
                  <a:pt x="3594221" y="3474720"/>
                </a:lnTo>
                <a:lnTo>
                  <a:pt x="3590565" y="3474720"/>
                </a:lnTo>
                <a:lnTo>
                  <a:pt x="3586908" y="3474720"/>
                </a:lnTo>
                <a:lnTo>
                  <a:pt x="3583252" y="3474720"/>
                </a:lnTo>
                <a:lnTo>
                  <a:pt x="3579596" y="3474720"/>
                </a:lnTo>
                <a:lnTo>
                  <a:pt x="3575939" y="3474720"/>
                </a:lnTo>
                <a:lnTo>
                  <a:pt x="3572283" y="3474720"/>
                </a:lnTo>
                <a:lnTo>
                  <a:pt x="3568627" y="3474720"/>
                </a:lnTo>
                <a:lnTo>
                  <a:pt x="3564970" y="3474720"/>
                </a:lnTo>
                <a:lnTo>
                  <a:pt x="3561314" y="3474720"/>
                </a:lnTo>
                <a:lnTo>
                  <a:pt x="3557657" y="3474720"/>
                </a:lnTo>
                <a:lnTo>
                  <a:pt x="3554001" y="3474720"/>
                </a:lnTo>
                <a:lnTo>
                  <a:pt x="3550345" y="3474720"/>
                </a:lnTo>
                <a:lnTo>
                  <a:pt x="3546688" y="3474720"/>
                </a:lnTo>
                <a:lnTo>
                  <a:pt x="3543032" y="3474720"/>
                </a:lnTo>
                <a:lnTo>
                  <a:pt x="3539376" y="3474720"/>
                </a:lnTo>
                <a:lnTo>
                  <a:pt x="3535719" y="3474720"/>
                </a:lnTo>
                <a:lnTo>
                  <a:pt x="3532063" y="3474720"/>
                </a:lnTo>
                <a:lnTo>
                  <a:pt x="3528406" y="3474720"/>
                </a:lnTo>
                <a:lnTo>
                  <a:pt x="3524750" y="3474720"/>
                </a:lnTo>
                <a:lnTo>
                  <a:pt x="3521094" y="3474720"/>
                </a:lnTo>
                <a:lnTo>
                  <a:pt x="3517437" y="3474720"/>
                </a:lnTo>
                <a:lnTo>
                  <a:pt x="3513781" y="3474720"/>
                </a:lnTo>
                <a:lnTo>
                  <a:pt x="3510124" y="3474720"/>
                </a:lnTo>
                <a:lnTo>
                  <a:pt x="3506468" y="3474720"/>
                </a:lnTo>
                <a:lnTo>
                  <a:pt x="3502812" y="3474720"/>
                </a:lnTo>
                <a:lnTo>
                  <a:pt x="3499155" y="3474720"/>
                </a:lnTo>
                <a:lnTo>
                  <a:pt x="3495499" y="3474720"/>
                </a:lnTo>
                <a:lnTo>
                  <a:pt x="3491843" y="3474720"/>
                </a:lnTo>
                <a:lnTo>
                  <a:pt x="3488186" y="3474720"/>
                </a:lnTo>
                <a:lnTo>
                  <a:pt x="3484530" y="3474720"/>
                </a:lnTo>
                <a:lnTo>
                  <a:pt x="3480873" y="3474720"/>
                </a:lnTo>
                <a:lnTo>
                  <a:pt x="3477217" y="3474720"/>
                </a:lnTo>
                <a:lnTo>
                  <a:pt x="3473561" y="3474720"/>
                </a:lnTo>
                <a:lnTo>
                  <a:pt x="3469904" y="3474720"/>
                </a:lnTo>
                <a:lnTo>
                  <a:pt x="3466248" y="3474720"/>
                </a:lnTo>
                <a:lnTo>
                  <a:pt x="3462592" y="3474720"/>
                </a:lnTo>
                <a:lnTo>
                  <a:pt x="3458935" y="3474720"/>
                </a:lnTo>
                <a:lnTo>
                  <a:pt x="3455279" y="3474720"/>
                </a:lnTo>
                <a:lnTo>
                  <a:pt x="3451622" y="3474720"/>
                </a:lnTo>
                <a:lnTo>
                  <a:pt x="3447966" y="3474720"/>
                </a:lnTo>
                <a:lnTo>
                  <a:pt x="3444310" y="3474720"/>
                </a:lnTo>
                <a:lnTo>
                  <a:pt x="3440653" y="3474720"/>
                </a:lnTo>
                <a:lnTo>
                  <a:pt x="3436997" y="3474720"/>
                </a:lnTo>
                <a:lnTo>
                  <a:pt x="3433341" y="3474720"/>
                </a:lnTo>
                <a:lnTo>
                  <a:pt x="3429684" y="3474720"/>
                </a:lnTo>
                <a:lnTo>
                  <a:pt x="3426028" y="3474720"/>
                </a:lnTo>
                <a:lnTo>
                  <a:pt x="3422371" y="3474720"/>
                </a:lnTo>
                <a:lnTo>
                  <a:pt x="3418715" y="3474720"/>
                </a:lnTo>
                <a:lnTo>
                  <a:pt x="3415059" y="3474720"/>
                </a:lnTo>
                <a:lnTo>
                  <a:pt x="3411402" y="3474720"/>
                </a:lnTo>
                <a:lnTo>
                  <a:pt x="3407746" y="3474720"/>
                </a:lnTo>
                <a:lnTo>
                  <a:pt x="3404089" y="3474720"/>
                </a:lnTo>
                <a:lnTo>
                  <a:pt x="3400433" y="3474720"/>
                </a:lnTo>
                <a:lnTo>
                  <a:pt x="3396777" y="3474720"/>
                </a:lnTo>
                <a:lnTo>
                  <a:pt x="3393120" y="3474720"/>
                </a:lnTo>
                <a:lnTo>
                  <a:pt x="3389464" y="3474720"/>
                </a:lnTo>
                <a:lnTo>
                  <a:pt x="3385808" y="3474720"/>
                </a:lnTo>
                <a:lnTo>
                  <a:pt x="3382151" y="3474720"/>
                </a:lnTo>
                <a:lnTo>
                  <a:pt x="3378495" y="3474720"/>
                </a:lnTo>
                <a:lnTo>
                  <a:pt x="3374838" y="3474720"/>
                </a:lnTo>
                <a:lnTo>
                  <a:pt x="3371182" y="3474720"/>
                </a:lnTo>
                <a:lnTo>
                  <a:pt x="3367526" y="3474720"/>
                </a:lnTo>
                <a:lnTo>
                  <a:pt x="3363869" y="3474720"/>
                </a:lnTo>
                <a:lnTo>
                  <a:pt x="3360213" y="3474720"/>
                </a:lnTo>
                <a:lnTo>
                  <a:pt x="3356557" y="3474720"/>
                </a:lnTo>
                <a:lnTo>
                  <a:pt x="3352900" y="3474720"/>
                </a:lnTo>
                <a:lnTo>
                  <a:pt x="3349244" y="3474720"/>
                </a:lnTo>
                <a:lnTo>
                  <a:pt x="3345587" y="3474720"/>
                </a:lnTo>
                <a:lnTo>
                  <a:pt x="3341931" y="3474720"/>
                </a:lnTo>
                <a:lnTo>
                  <a:pt x="3338275" y="3474720"/>
                </a:lnTo>
                <a:lnTo>
                  <a:pt x="3334618" y="3474720"/>
                </a:lnTo>
                <a:lnTo>
                  <a:pt x="3330962" y="3474720"/>
                </a:lnTo>
                <a:lnTo>
                  <a:pt x="3327305" y="3474720"/>
                </a:lnTo>
                <a:lnTo>
                  <a:pt x="3323649" y="3474720"/>
                </a:lnTo>
                <a:lnTo>
                  <a:pt x="3319993" y="3474720"/>
                </a:lnTo>
                <a:lnTo>
                  <a:pt x="3316336" y="3474720"/>
                </a:lnTo>
                <a:lnTo>
                  <a:pt x="3312680" y="3474720"/>
                </a:lnTo>
                <a:lnTo>
                  <a:pt x="3309024" y="3474720"/>
                </a:lnTo>
                <a:lnTo>
                  <a:pt x="3305367" y="3474720"/>
                </a:lnTo>
                <a:lnTo>
                  <a:pt x="3301711" y="3474720"/>
                </a:lnTo>
                <a:lnTo>
                  <a:pt x="3298054" y="3474720"/>
                </a:lnTo>
                <a:lnTo>
                  <a:pt x="3294398" y="3474720"/>
                </a:lnTo>
                <a:lnTo>
                  <a:pt x="3290742" y="3474720"/>
                </a:lnTo>
                <a:lnTo>
                  <a:pt x="3287085" y="3474720"/>
                </a:lnTo>
                <a:lnTo>
                  <a:pt x="3283429" y="3474720"/>
                </a:lnTo>
                <a:lnTo>
                  <a:pt x="3279773" y="3474720"/>
                </a:lnTo>
                <a:lnTo>
                  <a:pt x="3276116" y="3474720"/>
                </a:lnTo>
                <a:lnTo>
                  <a:pt x="3272460" y="3474720"/>
                </a:lnTo>
                <a:lnTo>
                  <a:pt x="3268803" y="3474720"/>
                </a:lnTo>
                <a:lnTo>
                  <a:pt x="3265147" y="3474720"/>
                </a:lnTo>
                <a:lnTo>
                  <a:pt x="3261491" y="3474720"/>
                </a:lnTo>
                <a:lnTo>
                  <a:pt x="3257834" y="3474720"/>
                </a:lnTo>
                <a:lnTo>
                  <a:pt x="3254178" y="3474720"/>
                </a:lnTo>
                <a:lnTo>
                  <a:pt x="3250522" y="3474720"/>
                </a:lnTo>
                <a:lnTo>
                  <a:pt x="3246865" y="3474720"/>
                </a:lnTo>
                <a:lnTo>
                  <a:pt x="3243209" y="3474720"/>
                </a:lnTo>
                <a:lnTo>
                  <a:pt x="3239552" y="3474720"/>
                </a:lnTo>
                <a:lnTo>
                  <a:pt x="3235896" y="3474720"/>
                </a:lnTo>
                <a:lnTo>
                  <a:pt x="3232240" y="3474720"/>
                </a:lnTo>
                <a:lnTo>
                  <a:pt x="3228583" y="3474720"/>
                </a:lnTo>
                <a:lnTo>
                  <a:pt x="3224927" y="3474720"/>
                </a:lnTo>
                <a:lnTo>
                  <a:pt x="3221270" y="3474720"/>
                </a:lnTo>
                <a:lnTo>
                  <a:pt x="3217614" y="3474720"/>
                </a:lnTo>
                <a:lnTo>
                  <a:pt x="3213958" y="3474720"/>
                </a:lnTo>
                <a:lnTo>
                  <a:pt x="3210301" y="3474720"/>
                </a:lnTo>
                <a:lnTo>
                  <a:pt x="3206645" y="3474720"/>
                </a:lnTo>
                <a:lnTo>
                  <a:pt x="3202989" y="3474720"/>
                </a:lnTo>
                <a:lnTo>
                  <a:pt x="3199332" y="3474720"/>
                </a:lnTo>
                <a:lnTo>
                  <a:pt x="3195676" y="3474720"/>
                </a:lnTo>
                <a:lnTo>
                  <a:pt x="3192019" y="3474720"/>
                </a:lnTo>
                <a:lnTo>
                  <a:pt x="3188363" y="3474720"/>
                </a:lnTo>
                <a:lnTo>
                  <a:pt x="3184707" y="3474720"/>
                </a:lnTo>
                <a:lnTo>
                  <a:pt x="3181050" y="3474720"/>
                </a:lnTo>
                <a:lnTo>
                  <a:pt x="3177394" y="3474720"/>
                </a:lnTo>
                <a:lnTo>
                  <a:pt x="3173738" y="3474720"/>
                </a:lnTo>
                <a:lnTo>
                  <a:pt x="3170081" y="3474720"/>
                </a:lnTo>
                <a:lnTo>
                  <a:pt x="3166425" y="3474720"/>
                </a:lnTo>
                <a:lnTo>
                  <a:pt x="3162768" y="3474720"/>
                </a:lnTo>
                <a:lnTo>
                  <a:pt x="3159112" y="3474720"/>
                </a:lnTo>
                <a:lnTo>
                  <a:pt x="3155456" y="3474720"/>
                </a:lnTo>
                <a:lnTo>
                  <a:pt x="3151799" y="3474720"/>
                </a:lnTo>
                <a:lnTo>
                  <a:pt x="3148143" y="3474720"/>
                </a:lnTo>
                <a:lnTo>
                  <a:pt x="3144486" y="3474720"/>
                </a:lnTo>
                <a:lnTo>
                  <a:pt x="3140830" y="3474720"/>
                </a:lnTo>
                <a:lnTo>
                  <a:pt x="3137174" y="3474720"/>
                </a:lnTo>
                <a:lnTo>
                  <a:pt x="3133517" y="3474720"/>
                </a:lnTo>
                <a:lnTo>
                  <a:pt x="3129861" y="3474720"/>
                </a:lnTo>
                <a:lnTo>
                  <a:pt x="3126205" y="3474720"/>
                </a:lnTo>
                <a:lnTo>
                  <a:pt x="3122548" y="3474720"/>
                </a:lnTo>
                <a:lnTo>
                  <a:pt x="3118892" y="3474720"/>
                </a:lnTo>
                <a:lnTo>
                  <a:pt x="3115235" y="3474720"/>
                </a:lnTo>
                <a:lnTo>
                  <a:pt x="3111579" y="3474720"/>
                </a:lnTo>
                <a:lnTo>
                  <a:pt x="3107923" y="3474720"/>
                </a:lnTo>
                <a:lnTo>
                  <a:pt x="3104266" y="3474720"/>
                </a:lnTo>
                <a:lnTo>
                  <a:pt x="3100610" y="3474720"/>
                </a:lnTo>
                <a:lnTo>
                  <a:pt x="3096954" y="3474720"/>
                </a:lnTo>
                <a:lnTo>
                  <a:pt x="3093297" y="3474720"/>
                </a:lnTo>
                <a:lnTo>
                  <a:pt x="3089641" y="3474720"/>
                </a:lnTo>
                <a:lnTo>
                  <a:pt x="3085984" y="3474720"/>
                </a:lnTo>
                <a:lnTo>
                  <a:pt x="3082328" y="3474720"/>
                </a:lnTo>
                <a:lnTo>
                  <a:pt x="3078672" y="3474720"/>
                </a:lnTo>
                <a:lnTo>
                  <a:pt x="3075015" y="3474720"/>
                </a:lnTo>
                <a:lnTo>
                  <a:pt x="3071359" y="3474720"/>
                </a:lnTo>
                <a:lnTo>
                  <a:pt x="3067703" y="3474720"/>
                </a:lnTo>
                <a:lnTo>
                  <a:pt x="3064046" y="3474720"/>
                </a:lnTo>
                <a:lnTo>
                  <a:pt x="3060390" y="3474720"/>
                </a:lnTo>
                <a:lnTo>
                  <a:pt x="3056733" y="3474720"/>
                </a:lnTo>
                <a:lnTo>
                  <a:pt x="3053077" y="3474720"/>
                </a:lnTo>
                <a:lnTo>
                  <a:pt x="3049421" y="3474720"/>
                </a:lnTo>
                <a:lnTo>
                  <a:pt x="3045764" y="3474720"/>
                </a:lnTo>
                <a:lnTo>
                  <a:pt x="3042108" y="3474720"/>
                </a:lnTo>
                <a:lnTo>
                  <a:pt x="3038451" y="3474720"/>
                </a:lnTo>
                <a:lnTo>
                  <a:pt x="3034795" y="3474720"/>
                </a:lnTo>
                <a:lnTo>
                  <a:pt x="3031139" y="3474720"/>
                </a:lnTo>
                <a:lnTo>
                  <a:pt x="3027482" y="3474720"/>
                </a:lnTo>
                <a:lnTo>
                  <a:pt x="3023826" y="3474720"/>
                </a:lnTo>
                <a:lnTo>
                  <a:pt x="3020170" y="3474720"/>
                </a:lnTo>
                <a:lnTo>
                  <a:pt x="3016513" y="3474720"/>
                </a:lnTo>
                <a:lnTo>
                  <a:pt x="3012857" y="3474720"/>
                </a:lnTo>
                <a:lnTo>
                  <a:pt x="3009200" y="3474720"/>
                </a:lnTo>
                <a:lnTo>
                  <a:pt x="3005544" y="3474720"/>
                </a:lnTo>
                <a:lnTo>
                  <a:pt x="3001888" y="3474720"/>
                </a:lnTo>
                <a:lnTo>
                  <a:pt x="2998231" y="3474720"/>
                </a:lnTo>
                <a:lnTo>
                  <a:pt x="2994575" y="3474720"/>
                </a:lnTo>
                <a:lnTo>
                  <a:pt x="2990919" y="3474720"/>
                </a:lnTo>
                <a:lnTo>
                  <a:pt x="2987262" y="3474720"/>
                </a:lnTo>
                <a:lnTo>
                  <a:pt x="2983606" y="3474720"/>
                </a:lnTo>
                <a:lnTo>
                  <a:pt x="2979949" y="3474720"/>
                </a:lnTo>
                <a:lnTo>
                  <a:pt x="2976293" y="3474720"/>
                </a:lnTo>
                <a:lnTo>
                  <a:pt x="2972637" y="3474720"/>
                </a:lnTo>
                <a:lnTo>
                  <a:pt x="2968980" y="3474720"/>
                </a:lnTo>
                <a:lnTo>
                  <a:pt x="2965324" y="3474720"/>
                </a:lnTo>
                <a:lnTo>
                  <a:pt x="2961667" y="3474720"/>
                </a:lnTo>
                <a:lnTo>
                  <a:pt x="2958011" y="3474720"/>
                </a:lnTo>
                <a:lnTo>
                  <a:pt x="2954355" y="3474720"/>
                </a:lnTo>
                <a:lnTo>
                  <a:pt x="2950698" y="3474720"/>
                </a:lnTo>
                <a:lnTo>
                  <a:pt x="2947042" y="3474720"/>
                </a:lnTo>
                <a:lnTo>
                  <a:pt x="2943386" y="3474720"/>
                </a:lnTo>
                <a:lnTo>
                  <a:pt x="2939729" y="3474720"/>
                </a:lnTo>
                <a:lnTo>
                  <a:pt x="2936073" y="3474720"/>
                </a:lnTo>
                <a:lnTo>
                  <a:pt x="2932416" y="3474720"/>
                </a:lnTo>
                <a:lnTo>
                  <a:pt x="2928760" y="3474720"/>
                </a:lnTo>
                <a:lnTo>
                  <a:pt x="2925104" y="3474720"/>
                </a:lnTo>
                <a:lnTo>
                  <a:pt x="2921447" y="3474720"/>
                </a:lnTo>
                <a:lnTo>
                  <a:pt x="2917791" y="3474720"/>
                </a:lnTo>
                <a:lnTo>
                  <a:pt x="2914135" y="3474720"/>
                </a:lnTo>
                <a:lnTo>
                  <a:pt x="2910478" y="3474720"/>
                </a:lnTo>
                <a:lnTo>
                  <a:pt x="2906822" y="3474720"/>
                </a:lnTo>
                <a:lnTo>
                  <a:pt x="2903165" y="3474720"/>
                </a:lnTo>
                <a:lnTo>
                  <a:pt x="2899509" y="3474720"/>
                </a:lnTo>
                <a:lnTo>
                  <a:pt x="2895853" y="3474720"/>
                </a:lnTo>
                <a:lnTo>
                  <a:pt x="2892196" y="3474720"/>
                </a:lnTo>
                <a:lnTo>
                  <a:pt x="2888540" y="3474720"/>
                </a:lnTo>
                <a:lnTo>
                  <a:pt x="2884884" y="3474720"/>
                </a:lnTo>
                <a:lnTo>
                  <a:pt x="2881227" y="3474720"/>
                </a:lnTo>
                <a:lnTo>
                  <a:pt x="2877571" y="3474720"/>
                </a:lnTo>
                <a:lnTo>
                  <a:pt x="2873914" y="3474720"/>
                </a:lnTo>
                <a:lnTo>
                  <a:pt x="2870258" y="3474720"/>
                </a:lnTo>
                <a:lnTo>
                  <a:pt x="2866602" y="3474720"/>
                </a:lnTo>
                <a:lnTo>
                  <a:pt x="2862945" y="3474720"/>
                </a:lnTo>
                <a:lnTo>
                  <a:pt x="2859289" y="3474720"/>
                </a:lnTo>
                <a:lnTo>
                  <a:pt x="2855632" y="3474720"/>
                </a:lnTo>
                <a:lnTo>
                  <a:pt x="2851976" y="3474720"/>
                </a:lnTo>
                <a:lnTo>
                  <a:pt x="2848320" y="3474720"/>
                </a:lnTo>
                <a:lnTo>
                  <a:pt x="2844663" y="3474720"/>
                </a:lnTo>
                <a:lnTo>
                  <a:pt x="2841007" y="3474720"/>
                </a:lnTo>
                <a:lnTo>
                  <a:pt x="2837351" y="3474720"/>
                </a:lnTo>
                <a:lnTo>
                  <a:pt x="2833694" y="3474720"/>
                </a:lnTo>
                <a:lnTo>
                  <a:pt x="2830038" y="3474720"/>
                </a:lnTo>
                <a:lnTo>
                  <a:pt x="2826381" y="3474720"/>
                </a:lnTo>
                <a:lnTo>
                  <a:pt x="2822725" y="3474720"/>
                </a:lnTo>
                <a:lnTo>
                  <a:pt x="2819069" y="3474720"/>
                </a:lnTo>
                <a:lnTo>
                  <a:pt x="2815412" y="3474720"/>
                </a:lnTo>
                <a:lnTo>
                  <a:pt x="2811756" y="3474720"/>
                </a:lnTo>
                <a:lnTo>
                  <a:pt x="2808100" y="3474720"/>
                </a:lnTo>
                <a:lnTo>
                  <a:pt x="2804443" y="3474720"/>
                </a:lnTo>
                <a:lnTo>
                  <a:pt x="2800787" y="3474720"/>
                </a:lnTo>
                <a:lnTo>
                  <a:pt x="2797130" y="3474720"/>
                </a:lnTo>
                <a:lnTo>
                  <a:pt x="2793474" y="3474720"/>
                </a:lnTo>
                <a:lnTo>
                  <a:pt x="2789818" y="3474720"/>
                </a:lnTo>
                <a:lnTo>
                  <a:pt x="2786161" y="3474720"/>
                </a:lnTo>
                <a:lnTo>
                  <a:pt x="2782505" y="3474720"/>
                </a:lnTo>
                <a:lnTo>
                  <a:pt x="2778848" y="3474720"/>
                </a:lnTo>
                <a:lnTo>
                  <a:pt x="2775192" y="3474720"/>
                </a:lnTo>
                <a:lnTo>
                  <a:pt x="2771536" y="3474720"/>
                </a:lnTo>
                <a:lnTo>
                  <a:pt x="2767879" y="3474720"/>
                </a:lnTo>
                <a:lnTo>
                  <a:pt x="2764223" y="3474720"/>
                </a:lnTo>
                <a:lnTo>
                  <a:pt x="2760567" y="3474720"/>
                </a:lnTo>
                <a:lnTo>
                  <a:pt x="2756910" y="3474720"/>
                </a:lnTo>
                <a:lnTo>
                  <a:pt x="2753254" y="3474720"/>
                </a:lnTo>
                <a:lnTo>
                  <a:pt x="2749597" y="3474720"/>
                </a:lnTo>
                <a:lnTo>
                  <a:pt x="2745941" y="3474720"/>
                </a:lnTo>
                <a:lnTo>
                  <a:pt x="2742285" y="3474720"/>
                </a:lnTo>
                <a:lnTo>
                  <a:pt x="2738628" y="3474720"/>
                </a:lnTo>
                <a:lnTo>
                  <a:pt x="2734972" y="3474720"/>
                </a:lnTo>
                <a:lnTo>
                  <a:pt x="2731316" y="3474720"/>
                </a:lnTo>
                <a:lnTo>
                  <a:pt x="2727659" y="3474720"/>
                </a:lnTo>
                <a:lnTo>
                  <a:pt x="2724003" y="3474720"/>
                </a:lnTo>
                <a:lnTo>
                  <a:pt x="2720346" y="3474720"/>
                </a:lnTo>
                <a:lnTo>
                  <a:pt x="2716690" y="3474720"/>
                </a:lnTo>
                <a:lnTo>
                  <a:pt x="2713034" y="3474720"/>
                </a:lnTo>
                <a:lnTo>
                  <a:pt x="2709377" y="3474720"/>
                </a:lnTo>
                <a:lnTo>
                  <a:pt x="2705721" y="3474720"/>
                </a:lnTo>
                <a:lnTo>
                  <a:pt x="2702065" y="3474720"/>
                </a:lnTo>
                <a:lnTo>
                  <a:pt x="2698408" y="3474720"/>
                </a:lnTo>
                <a:lnTo>
                  <a:pt x="2694752" y="3474720"/>
                </a:lnTo>
                <a:lnTo>
                  <a:pt x="2691095" y="3474720"/>
                </a:lnTo>
                <a:lnTo>
                  <a:pt x="2687439" y="3474720"/>
                </a:lnTo>
                <a:lnTo>
                  <a:pt x="2683783" y="3474720"/>
                </a:lnTo>
                <a:lnTo>
                  <a:pt x="2680126" y="3474720"/>
                </a:lnTo>
                <a:lnTo>
                  <a:pt x="2676470" y="3474720"/>
                </a:lnTo>
                <a:lnTo>
                  <a:pt x="2672813" y="3474720"/>
                </a:lnTo>
                <a:lnTo>
                  <a:pt x="2669157" y="3474720"/>
                </a:lnTo>
                <a:lnTo>
                  <a:pt x="2665501" y="3474720"/>
                </a:lnTo>
                <a:lnTo>
                  <a:pt x="2661844" y="3474720"/>
                </a:lnTo>
                <a:lnTo>
                  <a:pt x="2658188" y="3474720"/>
                </a:lnTo>
                <a:lnTo>
                  <a:pt x="2654532" y="3474720"/>
                </a:lnTo>
                <a:lnTo>
                  <a:pt x="2650875" y="3474720"/>
                </a:lnTo>
                <a:lnTo>
                  <a:pt x="2647219" y="3474720"/>
                </a:lnTo>
                <a:lnTo>
                  <a:pt x="2643562" y="3474720"/>
                </a:lnTo>
                <a:lnTo>
                  <a:pt x="2639906" y="3474720"/>
                </a:lnTo>
                <a:lnTo>
                  <a:pt x="2636250" y="3474720"/>
                </a:lnTo>
                <a:lnTo>
                  <a:pt x="2632593" y="3474720"/>
                </a:lnTo>
                <a:lnTo>
                  <a:pt x="2628937" y="3474720"/>
                </a:lnTo>
                <a:lnTo>
                  <a:pt x="2625281" y="3474720"/>
                </a:lnTo>
                <a:lnTo>
                  <a:pt x="2621624" y="3474720"/>
                </a:lnTo>
                <a:lnTo>
                  <a:pt x="2617968" y="3474720"/>
                </a:lnTo>
                <a:lnTo>
                  <a:pt x="2614311" y="3474720"/>
                </a:lnTo>
                <a:lnTo>
                  <a:pt x="2610655" y="3474720"/>
                </a:lnTo>
                <a:lnTo>
                  <a:pt x="2606999" y="3474720"/>
                </a:lnTo>
                <a:lnTo>
                  <a:pt x="2603342" y="3474720"/>
                </a:lnTo>
                <a:lnTo>
                  <a:pt x="2599686" y="3474720"/>
                </a:lnTo>
                <a:lnTo>
                  <a:pt x="2596029" y="3474720"/>
                </a:lnTo>
                <a:lnTo>
                  <a:pt x="2592373" y="3474720"/>
                </a:lnTo>
                <a:lnTo>
                  <a:pt x="2588717" y="3474720"/>
                </a:lnTo>
                <a:lnTo>
                  <a:pt x="2585060" y="3474720"/>
                </a:lnTo>
                <a:lnTo>
                  <a:pt x="2581404" y="3474720"/>
                </a:lnTo>
                <a:lnTo>
                  <a:pt x="2577748" y="3474720"/>
                </a:lnTo>
                <a:lnTo>
                  <a:pt x="2574091" y="3474720"/>
                </a:lnTo>
                <a:lnTo>
                  <a:pt x="2570435" y="3474720"/>
                </a:lnTo>
                <a:lnTo>
                  <a:pt x="2566778" y="3474720"/>
                </a:lnTo>
                <a:lnTo>
                  <a:pt x="2563122" y="3474720"/>
                </a:lnTo>
                <a:lnTo>
                  <a:pt x="2559466" y="3474720"/>
                </a:lnTo>
                <a:lnTo>
                  <a:pt x="2555809" y="3474720"/>
                </a:lnTo>
                <a:lnTo>
                  <a:pt x="2552153" y="3474720"/>
                </a:lnTo>
                <a:lnTo>
                  <a:pt x="2548497" y="3474720"/>
                </a:lnTo>
                <a:lnTo>
                  <a:pt x="2544840" y="3474720"/>
                </a:lnTo>
                <a:lnTo>
                  <a:pt x="2541184" y="3474720"/>
                </a:lnTo>
                <a:lnTo>
                  <a:pt x="2537527" y="3474720"/>
                </a:lnTo>
                <a:lnTo>
                  <a:pt x="2533871" y="3474720"/>
                </a:lnTo>
                <a:lnTo>
                  <a:pt x="2530215" y="3474720"/>
                </a:lnTo>
                <a:lnTo>
                  <a:pt x="2526558" y="3474720"/>
                </a:lnTo>
                <a:lnTo>
                  <a:pt x="2522902" y="3474720"/>
                </a:lnTo>
                <a:lnTo>
                  <a:pt x="2519246" y="3474720"/>
                </a:lnTo>
                <a:lnTo>
                  <a:pt x="2515589" y="3474720"/>
                </a:lnTo>
                <a:lnTo>
                  <a:pt x="2511933" y="3474720"/>
                </a:lnTo>
                <a:lnTo>
                  <a:pt x="2508276" y="3474720"/>
                </a:lnTo>
                <a:lnTo>
                  <a:pt x="2504620" y="3474720"/>
                </a:lnTo>
                <a:lnTo>
                  <a:pt x="2500964" y="3474720"/>
                </a:lnTo>
                <a:lnTo>
                  <a:pt x="2497307" y="3474720"/>
                </a:lnTo>
                <a:lnTo>
                  <a:pt x="2493651" y="3474720"/>
                </a:lnTo>
                <a:lnTo>
                  <a:pt x="2489994" y="3474720"/>
                </a:lnTo>
                <a:lnTo>
                  <a:pt x="2486338" y="3474720"/>
                </a:lnTo>
                <a:lnTo>
                  <a:pt x="2482682" y="3474720"/>
                </a:lnTo>
                <a:lnTo>
                  <a:pt x="2479025" y="3474720"/>
                </a:lnTo>
                <a:lnTo>
                  <a:pt x="2475369" y="3474720"/>
                </a:lnTo>
                <a:lnTo>
                  <a:pt x="2471713" y="3474720"/>
                </a:lnTo>
                <a:lnTo>
                  <a:pt x="2468056" y="3474720"/>
                </a:lnTo>
                <a:lnTo>
                  <a:pt x="2464400" y="3474720"/>
                </a:lnTo>
                <a:lnTo>
                  <a:pt x="2460743" y="3474720"/>
                </a:lnTo>
                <a:lnTo>
                  <a:pt x="2457087" y="3474720"/>
                </a:lnTo>
                <a:lnTo>
                  <a:pt x="2453431" y="3474720"/>
                </a:lnTo>
                <a:lnTo>
                  <a:pt x="2449774" y="3474720"/>
                </a:lnTo>
                <a:lnTo>
                  <a:pt x="2446118" y="3474720"/>
                </a:lnTo>
                <a:lnTo>
                  <a:pt x="2442462" y="3474720"/>
                </a:lnTo>
                <a:lnTo>
                  <a:pt x="2438805" y="3474720"/>
                </a:lnTo>
                <a:lnTo>
                  <a:pt x="2435149" y="3474720"/>
                </a:lnTo>
                <a:lnTo>
                  <a:pt x="2431492" y="3474720"/>
                </a:lnTo>
                <a:lnTo>
                  <a:pt x="2427836" y="3474720"/>
                </a:lnTo>
                <a:lnTo>
                  <a:pt x="2424180" y="3474720"/>
                </a:lnTo>
                <a:lnTo>
                  <a:pt x="2420523" y="3474720"/>
                </a:lnTo>
                <a:lnTo>
                  <a:pt x="2416867" y="3474720"/>
                </a:lnTo>
                <a:lnTo>
                  <a:pt x="2413210" y="3474720"/>
                </a:lnTo>
                <a:lnTo>
                  <a:pt x="2409554" y="3474720"/>
                </a:lnTo>
                <a:lnTo>
                  <a:pt x="2405898" y="3474720"/>
                </a:lnTo>
                <a:lnTo>
                  <a:pt x="2402241" y="3474720"/>
                </a:lnTo>
                <a:lnTo>
                  <a:pt x="2398585" y="3474720"/>
                </a:lnTo>
                <a:lnTo>
                  <a:pt x="2394929" y="3474720"/>
                </a:lnTo>
                <a:lnTo>
                  <a:pt x="2391272" y="3474720"/>
                </a:lnTo>
                <a:lnTo>
                  <a:pt x="2387616" y="3474720"/>
                </a:lnTo>
                <a:lnTo>
                  <a:pt x="2383959" y="3474720"/>
                </a:lnTo>
                <a:lnTo>
                  <a:pt x="2380303" y="3474720"/>
                </a:lnTo>
                <a:lnTo>
                  <a:pt x="2376647" y="3474720"/>
                </a:lnTo>
                <a:lnTo>
                  <a:pt x="2372990" y="3474720"/>
                </a:lnTo>
                <a:lnTo>
                  <a:pt x="2369334" y="3474720"/>
                </a:lnTo>
                <a:lnTo>
                  <a:pt x="2365678" y="3474720"/>
                </a:lnTo>
                <a:lnTo>
                  <a:pt x="2362021" y="3474720"/>
                </a:lnTo>
                <a:lnTo>
                  <a:pt x="2358365" y="3474720"/>
                </a:lnTo>
                <a:lnTo>
                  <a:pt x="2354708" y="3474720"/>
                </a:lnTo>
                <a:lnTo>
                  <a:pt x="2351052" y="3474720"/>
                </a:lnTo>
                <a:lnTo>
                  <a:pt x="2347396" y="3474720"/>
                </a:lnTo>
                <a:lnTo>
                  <a:pt x="2343739" y="3474720"/>
                </a:lnTo>
                <a:lnTo>
                  <a:pt x="2340083" y="3474720"/>
                </a:lnTo>
                <a:lnTo>
                  <a:pt x="2336427" y="3474720"/>
                </a:lnTo>
                <a:lnTo>
                  <a:pt x="2332770" y="3474720"/>
                </a:lnTo>
                <a:lnTo>
                  <a:pt x="2329114" y="3474720"/>
                </a:lnTo>
                <a:lnTo>
                  <a:pt x="2325457" y="3474720"/>
                </a:lnTo>
                <a:lnTo>
                  <a:pt x="2321801" y="3474720"/>
                </a:lnTo>
                <a:lnTo>
                  <a:pt x="2318145" y="3474720"/>
                </a:lnTo>
                <a:lnTo>
                  <a:pt x="2314488" y="3474720"/>
                </a:lnTo>
                <a:lnTo>
                  <a:pt x="2310832" y="3474720"/>
                </a:lnTo>
                <a:lnTo>
                  <a:pt x="2307175" y="3474720"/>
                </a:lnTo>
                <a:lnTo>
                  <a:pt x="2303519" y="3474720"/>
                </a:lnTo>
                <a:lnTo>
                  <a:pt x="2299863" y="3474720"/>
                </a:lnTo>
                <a:lnTo>
                  <a:pt x="2296206" y="3474720"/>
                </a:lnTo>
                <a:lnTo>
                  <a:pt x="2292550" y="3474720"/>
                </a:lnTo>
                <a:lnTo>
                  <a:pt x="2288894" y="3474720"/>
                </a:lnTo>
                <a:lnTo>
                  <a:pt x="2285237" y="3474720"/>
                </a:lnTo>
                <a:lnTo>
                  <a:pt x="2281581" y="3474720"/>
                </a:lnTo>
                <a:lnTo>
                  <a:pt x="2277924" y="3474720"/>
                </a:lnTo>
                <a:lnTo>
                  <a:pt x="2274268" y="3474720"/>
                </a:lnTo>
                <a:lnTo>
                  <a:pt x="2270612" y="3474720"/>
                </a:lnTo>
                <a:lnTo>
                  <a:pt x="2266955" y="3474720"/>
                </a:lnTo>
                <a:lnTo>
                  <a:pt x="2263299" y="3474720"/>
                </a:lnTo>
                <a:lnTo>
                  <a:pt x="2259643" y="3474720"/>
                </a:lnTo>
                <a:lnTo>
                  <a:pt x="2255986" y="3474720"/>
                </a:lnTo>
                <a:lnTo>
                  <a:pt x="2252330" y="3474720"/>
                </a:lnTo>
                <a:lnTo>
                  <a:pt x="2248673" y="3474720"/>
                </a:lnTo>
                <a:lnTo>
                  <a:pt x="2245017" y="3474720"/>
                </a:lnTo>
                <a:lnTo>
                  <a:pt x="2241361" y="3474720"/>
                </a:lnTo>
                <a:lnTo>
                  <a:pt x="2237704" y="3474720"/>
                </a:lnTo>
                <a:lnTo>
                  <a:pt x="2234048" y="3474720"/>
                </a:lnTo>
                <a:lnTo>
                  <a:pt x="2230391" y="3474720"/>
                </a:lnTo>
                <a:lnTo>
                  <a:pt x="2226735" y="3474720"/>
                </a:lnTo>
                <a:lnTo>
                  <a:pt x="2223079" y="3474720"/>
                </a:lnTo>
                <a:lnTo>
                  <a:pt x="2219422" y="3474720"/>
                </a:lnTo>
                <a:lnTo>
                  <a:pt x="2215766" y="3474720"/>
                </a:lnTo>
                <a:lnTo>
                  <a:pt x="2212110" y="3474720"/>
                </a:lnTo>
                <a:lnTo>
                  <a:pt x="2208453" y="3474720"/>
                </a:lnTo>
                <a:lnTo>
                  <a:pt x="2204797" y="3474720"/>
                </a:lnTo>
                <a:lnTo>
                  <a:pt x="2201140" y="3474720"/>
                </a:lnTo>
                <a:lnTo>
                  <a:pt x="2197484" y="3474720"/>
                </a:lnTo>
                <a:lnTo>
                  <a:pt x="2193828" y="3474720"/>
                </a:lnTo>
                <a:lnTo>
                  <a:pt x="2190171" y="3474720"/>
                </a:lnTo>
                <a:lnTo>
                  <a:pt x="2186515" y="3474720"/>
                </a:lnTo>
                <a:lnTo>
                  <a:pt x="2182859" y="3474720"/>
                </a:lnTo>
                <a:lnTo>
                  <a:pt x="2179202" y="3474720"/>
                </a:lnTo>
                <a:lnTo>
                  <a:pt x="2175546" y="3474720"/>
                </a:lnTo>
                <a:lnTo>
                  <a:pt x="2171889" y="3474720"/>
                </a:lnTo>
                <a:lnTo>
                  <a:pt x="2168233" y="3474720"/>
                </a:lnTo>
                <a:lnTo>
                  <a:pt x="2164577" y="3474720"/>
                </a:lnTo>
                <a:lnTo>
                  <a:pt x="2160920" y="3474720"/>
                </a:lnTo>
                <a:lnTo>
                  <a:pt x="2157264" y="3474720"/>
                </a:lnTo>
                <a:lnTo>
                  <a:pt x="2153608" y="3474720"/>
                </a:lnTo>
                <a:lnTo>
                  <a:pt x="2149951" y="3474720"/>
                </a:lnTo>
                <a:lnTo>
                  <a:pt x="2146295" y="3474720"/>
                </a:lnTo>
                <a:lnTo>
                  <a:pt x="2142638" y="3474720"/>
                </a:lnTo>
                <a:lnTo>
                  <a:pt x="2138982" y="3474720"/>
                </a:lnTo>
                <a:lnTo>
                  <a:pt x="2135326" y="3474720"/>
                </a:lnTo>
                <a:lnTo>
                  <a:pt x="2131669" y="3474720"/>
                </a:lnTo>
                <a:lnTo>
                  <a:pt x="2128013" y="3474720"/>
                </a:lnTo>
                <a:lnTo>
                  <a:pt x="2124356" y="3474720"/>
                </a:lnTo>
                <a:lnTo>
                  <a:pt x="2120700" y="3474720"/>
                </a:lnTo>
                <a:lnTo>
                  <a:pt x="2117044" y="3474720"/>
                </a:lnTo>
                <a:lnTo>
                  <a:pt x="2113387" y="3474720"/>
                </a:lnTo>
                <a:lnTo>
                  <a:pt x="2109731" y="3474720"/>
                </a:lnTo>
                <a:lnTo>
                  <a:pt x="2106075" y="3474720"/>
                </a:lnTo>
                <a:lnTo>
                  <a:pt x="2102418" y="3474720"/>
                </a:lnTo>
                <a:lnTo>
                  <a:pt x="2098762" y="3474720"/>
                </a:lnTo>
                <a:lnTo>
                  <a:pt x="2095105" y="3474720"/>
                </a:lnTo>
                <a:lnTo>
                  <a:pt x="2091449" y="3474720"/>
                </a:lnTo>
                <a:lnTo>
                  <a:pt x="2087793" y="3474720"/>
                </a:lnTo>
                <a:lnTo>
                  <a:pt x="2084136" y="3474720"/>
                </a:lnTo>
                <a:lnTo>
                  <a:pt x="2080480" y="3474720"/>
                </a:lnTo>
                <a:lnTo>
                  <a:pt x="2076824" y="3474720"/>
                </a:lnTo>
                <a:lnTo>
                  <a:pt x="2073167" y="3474720"/>
                </a:lnTo>
                <a:lnTo>
                  <a:pt x="2069511" y="3474720"/>
                </a:lnTo>
                <a:lnTo>
                  <a:pt x="2065854" y="3474720"/>
                </a:lnTo>
                <a:lnTo>
                  <a:pt x="2062198" y="3474720"/>
                </a:lnTo>
                <a:lnTo>
                  <a:pt x="2058542" y="3474720"/>
                </a:lnTo>
                <a:lnTo>
                  <a:pt x="2054885" y="3474720"/>
                </a:lnTo>
                <a:lnTo>
                  <a:pt x="2051229" y="3474720"/>
                </a:lnTo>
                <a:lnTo>
                  <a:pt x="2047572" y="3474720"/>
                </a:lnTo>
                <a:lnTo>
                  <a:pt x="2043916" y="3474720"/>
                </a:lnTo>
                <a:lnTo>
                  <a:pt x="2040260" y="3474720"/>
                </a:lnTo>
                <a:lnTo>
                  <a:pt x="2036603" y="3474720"/>
                </a:lnTo>
                <a:lnTo>
                  <a:pt x="2032947" y="3474720"/>
                </a:lnTo>
                <a:lnTo>
                  <a:pt x="2029291" y="3474720"/>
                </a:lnTo>
                <a:lnTo>
                  <a:pt x="2025634" y="3474720"/>
                </a:lnTo>
                <a:lnTo>
                  <a:pt x="2021978" y="3474720"/>
                </a:lnTo>
                <a:lnTo>
                  <a:pt x="2018321" y="3474720"/>
                </a:lnTo>
                <a:lnTo>
                  <a:pt x="2014665" y="3474720"/>
                </a:lnTo>
                <a:lnTo>
                  <a:pt x="2011009" y="3474720"/>
                </a:lnTo>
                <a:lnTo>
                  <a:pt x="2007352" y="3474720"/>
                </a:lnTo>
                <a:lnTo>
                  <a:pt x="2003696" y="3474720"/>
                </a:lnTo>
                <a:lnTo>
                  <a:pt x="2000040" y="3474720"/>
                </a:lnTo>
                <a:lnTo>
                  <a:pt x="1996383" y="3474720"/>
                </a:lnTo>
                <a:lnTo>
                  <a:pt x="1992727" y="3474720"/>
                </a:lnTo>
                <a:lnTo>
                  <a:pt x="1989070" y="3474720"/>
                </a:lnTo>
                <a:lnTo>
                  <a:pt x="1985414" y="3474720"/>
                </a:lnTo>
                <a:lnTo>
                  <a:pt x="1981758" y="3474720"/>
                </a:lnTo>
                <a:lnTo>
                  <a:pt x="1978101" y="3474720"/>
                </a:lnTo>
                <a:lnTo>
                  <a:pt x="1974445" y="3474720"/>
                </a:lnTo>
                <a:lnTo>
                  <a:pt x="1970789" y="3474720"/>
                </a:lnTo>
                <a:lnTo>
                  <a:pt x="1967132" y="3474720"/>
                </a:lnTo>
                <a:lnTo>
                  <a:pt x="1963476" y="3474720"/>
                </a:lnTo>
                <a:lnTo>
                  <a:pt x="1959819" y="3474720"/>
                </a:lnTo>
                <a:lnTo>
                  <a:pt x="1956163" y="3474720"/>
                </a:lnTo>
                <a:lnTo>
                  <a:pt x="1952507" y="3474720"/>
                </a:lnTo>
                <a:lnTo>
                  <a:pt x="1948850" y="3474720"/>
                </a:lnTo>
                <a:lnTo>
                  <a:pt x="1945194" y="3474720"/>
                </a:lnTo>
                <a:lnTo>
                  <a:pt x="1941537" y="3474720"/>
                </a:lnTo>
                <a:lnTo>
                  <a:pt x="1937881" y="3474720"/>
                </a:lnTo>
                <a:lnTo>
                  <a:pt x="1934225" y="3474720"/>
                </a:lnTo>
                <a:lnTo>
                  <a:pt x="1930568" y="3474720"/>
                </a:lnTo>
                <a:lnTo>
                  <a:pt x="1926912" y="3474720"/>
                </a:lnTo>
                <a:lnTo>
                  <a:pt x="1923256" y="3474720"/>
                </a:lnTo>
                <a:lnTo>
                  <a:pt x="1919599" y="3474720"/>
                </a:lnTo>
                <a:lnTo>
                  <a:pt x="1915943" y="3474720"/>
                </a:lnTo>
                <a:lnTo>
                  <a:pt x="1912286" y="3474720"/>
                </a:lnTo>
                <a:lnTo>
                  <a:pt x="1908630" y="3474720"/>
                </a:lnTo>
                <a:lnTo>
                  <a:pt x="1904974" y="3474720"/>
                </a:lnTo>
                <a:lnTo>
                  <a:pt x="1901317" y="3474720"/>
                </a:lnTo>
                <a:lnTo>
                  <a:pt x="1897661" y="3474720"/>
                </a:lnTo>
                <a:lnTo>
                  <a:pt x="1894005" y="3474720"/>
                </a:lnTo>
                <a:lnTo>
                  <a:pt x="1890348" y="3474720"/>
                </a:lnTo>
                <a:lnTo>
                  <a:pt x="1886692" y="3474720"/>
                </a:lnTo>
                <a:lnTo>
                  <a:pt x="1883035" y="3474720"/>
                </a:lnTo>
                <a:lnTo>
                  <a:pt x="1879379" y="3474720"/>
                </a:lnTo>
                <a:lnTo>
                  <a:pt x="1875723" y="3474720"/>
                </a:lnTo>
                <a:lnTo>
                  <a:pt x="1872066" y="3474720"/>
                </a:lnTo>
                <a:lnTo>
                  <a:pt x="1868410" y="3474720"/>
                </a:lnTo>
                <a:lnTo>
                  <a:pt x="1864753" y="3474720"/>
                </a:lnTo>
                <a:lnTo>
                  <a:pt x="1861097" y="3474720"/>
                </a:lnTo>
                <a:lnTo>
                  <a:pt x="1857441" y="3474720"/>
                </a:lnTo>
                <a:lnTo>
                  <a:pt x="1853784" y="3474720"/>
                </a:lnTo>
                <a:lnTo>
                  <a:pt x="1850128" y="3474720"/>
                </a:lnTo>
                <a:lnTo>
                  <a:pt x="1846472" y="3474720"/>
                </a:lnTo>
                <a:lnTo>
                  <a:pt x="1842815" y="3474720"/>
                </a:lnTo>
                <a:lnTo>
                  <a:pt x="1839159" y="3474720"/>
                </a:lnTo>
                <a:lnTo>
                  <a:pt x="1835502" y="3474720"/>
                </a:lnTo>
                <a:lnTo>
                  <a:pt x="1831846" y="3474720"/>
                </a:lnTo>
                <a:lnTo>
                  <a:pt x="1828190" y="3474720"/>
                </a:lnTo>
                <a:lnTo>
                  <a:pt x="1824533" y="3474720"/>
                </a:lnTo>
                <a:lnTo>
                  <a:pt x="1820877" y="3474720"/>
                </a:lnTo>
                <a:lnTo>
                  <a:pt x="1817221" y="3474720"/>
                </a:lnTo>
                <a:lnTo>
                  <a:pt x="1813564" y="3474720"/>
                </a:lnTo>
                <a:lnTo>
                  <a:pt x="1809908" y="3474720"/>
                </a:lnTo>
                <a:lnTo>
                  <a:pt x="1806251" y="3474720"/>
                </a:lnTo>
                <a:lnTo>
                  <a:pt x="1802595" y="3474720"/>
                </a:lnTo>
                <a:lnTo>
                  <a:pt x="1798939" y="3474720"/>
                </a:lnTo>
                <a:lnTo>
                  <a:pt x="1795282" y="3474720"/>
                </a:lnTo>
                <a:lnTo>
                  <a:pt x="1791626" y="3474720"/>
                </a:lnTo>
                <a:lnTo>
                  <a:pt x="1787970" y="3474720"/>
                </a:lnTo>
                <a:lnTo>
                  <a:pt x="1784313" y="3474720"/>
                </a:lnTo>
                <a:lnTo>
                  <a:pt x="1780657" y="3474720"/>
                </a:lnTo>
                <a:lnTo>
                  <a:pt x="1777000" y="3474720"/>
                </a:lnTo>
                <a:lnTo>
                  <a:pt x="1773344" y="3474720"/>
                </a:lnTo>
                <a:lnTo>
                  <a:pt x="1769688" y="3474720"/>
                </a:lnTo>
                <a:lnTo>
                  <a:pt x="1766031" y="3474720"/>
                </a:lnTo>
                <a:lnTo>
                  <a:pt x="1762375" y="3474720"/>
                </a:lnTo>
                <a:lnTo>
                  <a:pt x="1758718" y="3474720"/>
                </a:lnTo>
                <a:lnTo>
                  <a:pt x="1755062" y="3474720"/>
                </a:lnTo>
                <a:lnTo>
                  <a:pt x="1751406" y="3474720"/>
                </a:lnTo>
                <a:lnTo>
                  <a:pt x="1747749" y="3474720"/>
                </a:lnTo>
                <a:lnTo>
                  <a:pt x="1744093" y="3474720"/>
                </a:lnTo>
                <a:lnTo>
                  <a:pt x="1740437" y="3474720"/>
                </a:lnTo>
                <a:lnTo>
                  <a:pt x="1736780" y="3474720"/>
                </a:lnTo>
                <a:lnTo>
                  <a:pt x="1733124" y="3474720"/>
                </a:lnTo>
                <a:lnTo>
                  <a:pt x="1729467" y="3474720"/>
                </a:lnTo>
                <a:lnTo>
                  <a:pt x="1725811" y="3474720"/>
                </a:lnTo>
                <a:lnTo>
                  <a:pt x="1722155" y="3474720"/>
                </a:lnTo>
                <a:lnTo>
                  <a:pt x="1718498" y="3474720"/>
                </a:lnTo>
                <a:lnTo>
                  <a:pt x="1714842" y="3474720"/>
                </a:lnTo>
                <a:lnTo>
                  <a:pt x="1711186" y="3474720"/>
                </a:lnTo>
                <a:lnTo>
                  <a:pt x="1707529" y="3474720"/>
                </a:lnTo>
                <a:lnTo>
                  <a:pt x="1703873" y="3474720"/>
                </a:lnTo>
                <a:lnTo>
                  <a:pt x="1700216" y="3474720"/>
                </a:lnTo>
                <a:lnTo>
                  <a:pt x="1696560" y="3474720"/>
                </a:lnTo>
                <a:lnTo>
                  <a:pt x="1692904" y="3474720"/>
                </a:lnTo>
                <a:lnTo>
                  <a:pt x="1689247" y="3474720"/>
                </a:lnTo>
                <a:lnTo>
                  <a:pt x="1685591" y="3474720"/>
                </a:lnTo>
                <a:lnTo>
                  <a:pt x="1681934" y="3474720"/>
                </a:lnTo>
                <a:lnTo>
                  <a:pt x="1678278" y="3474720"/>
                </a:lnTo>
                <a:lnTo>
                  <a:pt x="1674622" y="3474720"/>
                </a:lnTo>
                <a:lnTo>
                  <a:pt x="1670965" y="3474720"/>
                </a:lnTo>
                <a:lnTo>
                  <a:pt x="1667309" y="3474720"/>
                </a:lnTo>
                <a:lnTo>
                  <a:pt x="1663653" y="3474720"/>
                </a:lnTo>
                <a:lnTo>
                  <a:pt x="1659996" y="3474720"/>
                </a:lnTo>
                <a:lnTo>
                  <a:pt x="1656340" y="3474720"/>
                </a:lnTo>
                <a:lnTo>
                  <a:pt x="1652683" y="3474720"/>
                </a:lnTo>
                <a:lnTo>
                  <a:pt x="1649027" y="3474720"/>
                </a:lnTo>
                <a:lnTo>
                  <a:pt x="1645371" y="3474720"/>
                </a:lnTo>
                <a:lnTo>
                  <a:pt x="1641714" y="3474720"/>
                </a:lnTo>
                <a:lnTo>
                  <a:pt x="1638058" y="3474720"/>
                </a:lnTo>
                <a:lnTo>
                  <a:pt x="1634402" y="3474720"/>
                </a:lnTo>
                <a:lnTo>
                  <a:pt x="1630745" y="3474720"/>
                </a:lnTo>
                <a:lnTo>
                  <a:pt x="1627089" y="3474720"/>
                </a:lnTo>
                <a:lnTo>
                  <a:pt x="1623432" y="3474720"/>
                </a:lnTo>
                <a:lnTo>
                  <a:pt x="1619776" y="3474720"/>
                </a:lnTo>
                <a:lnTo>
                  <a:pt x="1616120" y="3474720"/>
                </a:lnTo>
                <a:lnTo>
                  <a:pt x="1612463" y="3474720"/>
                </a:lnTo>
                <a:lnTo>
                  <a:pt x="1608807" y="3474720"/>
                </a:lnTo>
                <a:lnTo>
                  <a:pt x="1605151" y="3474720"/>
                </a:lnTo>
                <a:lnTo>
                  <a:pt x="1601494" y="3474720"/>
                </a:lnTo>
                <a:lnTo>
                  <a:pt x="1597838" y="3474720"/>
                </a:lnTo>
                <a:lnTo>
                  <a:pt x="1594181" y="3474720"/>
                </a:lnTo>
                <a:lnTo>
                  <a:pt x="1590525" y="3474720"/>
                </a:lnTo>
                <a:lnTo>
                  <a:pt x="1586869" y="3474720"/>
                </a:lnTo>
                <a:lnTo>
                  <a:pt x="1583212" y="3474720"/>
                </a:lnTo>
                <a:lnTo>
                  <a:pt x="1579556" y="3474720"/>
                </a:lnTo>
                <a:lnTo>
                  <a:pt x="1575899" y="3474720"/>
                </a:lnTo>
                <a:lnTo>
                  <a:pt x="1572243" y="3474720"/>
                </a:lnTo>
                <a:lnTo>
                  <a:pt x="1568587" y="3474720"/>
                </a:lnTo>
                <a:lnTo>
                  <a:pt x="1564930" y="3474720"/>
                </a:lnTo>
                <a:lnTo>
                  <a:pt x="1561274" y="3474720"/>
                </a:lnTo>
                <a:lnTo>
                  <a:pt x="1557618" y="3474720"/>
                </a:lnTo>
                <a:lnTo>
                  <a:pt x="1553961" y="3474720"/>
                </a:lnTo>
                <a:lnTo>
                  <a:pt x="1550305" y="3474720"/>
                </a:lnTo>
                <a:lnTo>
                  <a:pt x="1546648" y="3474720"/>
                </a:lnTo>
                <a:lnTo>
                  <a:pt x="1542992" y="3474720"/>
                </a:lnTo>
                <a:lnTo>
                  <a:pt x="1539336" y="3474720"/>
                </a:lnTo>
                <a:lnTo>
                  <a:pt x="1535679" y="3474720"/>
                </a:lnTo>
                <a:lnTo>
                  <a:pt x="1532023" y="3474720"/>
                </a:lnTo>
                <a:lnTo>
                  <a:pt x="1528367" y="3474720"/>
                </a:lnTo>
                <a:lnTo>
                  <a:pt x="1524710" y="3474720"/>
                </a:lnTo>
                <a:lnTo>
                  <a:pt x="1521054" y="3474720"/>
                </a:lnTo>
                <a:lnTo>
                  <a:pt x="1517397" y="3474720"/>
                </a:lnTo>
                <a:lnTo>
                  <a:pt x="1513741" y="3474720"/>
                </a:lnTo>
                <a:lnTo>
                  <a:pt x="1510085" y="3474720"/>
                </a:lnTo>
                <a:lnTo>
                  <a:pt x="1506428" y="3474720"/>
                </a:lnTo>
                <a:lnTo>
                  <a:pt x="1502772" y="3474720"/>
                </a:lnTo>
                <a:lnTo>
                  <a:pt x="1499115" y="3474720"/>
                </a:lnTo>
                <a:lnTo>
                  <a:pt x="1495459" y="3474720"/>
                </a:lnTo>
                <a:lnTo>
                  <a:pt x="1491803" y="3474720"/>
                </a:lnTo>
                <a:lnTo>
                  <a:pt x="1488146" y="3474720"/>
                </a:lnTo>
                <a:lnTo>
                  <a:pt x="1484490" y="3474720"/>
                </a:lnTo>
                <a:lnTo>
                  <a:pt x="1480834" y="3474720"/>
                </a:lnTo>
                <a:lnTo>
                  <a:pt x="1477177" y="3474720"/>
                </a:lnTo>
                <a:lnTo>
                  <a:pt x="1473521" y="3474720"/>
                </a:lnTo>
                <a:lnTo>
                  <a:pt x="1469864" y="3474720"/>
                </a:lnTo>
                <a:lnTo>
                  <a:pt x="1466208" y="3474720"/>
                </a:lnTo>
                <a:lnTo>
                  <a:pt x="1462552" y="3474720"/>
                </a:lnTo>
                <a:lnTo>
                  <a:pt x="1458895" y="3474720"/>
                </a:lnTo>
                <a:lnTo>
                  <a:pt x="1455239" y="3474720"/>
                </a:lnTo>
                <a:lnTo>
                  <a:pt x="1451583" y="3474720"/>
                </a:lnTo>
                <a:lnTo>
                  <a:pt x="1447926" y="3474720"/>
                </a:lnTo>
                <a:lnTo>
                  <a:pt x="1444270" y="3474720"/>
                </a:lnTo>
                <a:lnTo>
                  <a:pt x="1440613" y="3474720"/>
                </a:lnTo>
                <a:lnTo>
                  <a:pt x="1436957" y="3474720"/>
                </a:lnTo>
                <a:lnTo>
                  <a:pt x="1433301" y="3474720"/>
                </a:lnTo>
                <a:lnTo>
                  <a:pt x="1429644" y="3474720"/>
                </a:lnTo>
                <a:lnTo>
                  <a:pt x="1425988" y="3474720"/>
                </a:lnTo>
                <a:lnTo>
                  <a:pt x="1422332" y="3474720"/>
                </a:lnTo>
                <a:lnTo>
                  <a:pt x="1418675" y="3474720"/>
                </a:lnTo>
                <a:lnTo>
                  <a:pt x="1415019" y="3474720"/>
                </a:lnTo>
                <a:lnTo>
                  <a:pt x="1411362" y="3474720"/>
                </a:lnTo>
                <a:lnTo>
                  <a:pt x="1407706" y="3474720"/>
                </a:lnTo>
                <a:lnTo>
                  <a:pt x="1404050" y="3474720"/>
                </a:lnTo>
                <a:lnTo>
                  <a:pt x="1400393" y="3474720"/>
                </a:lnTo>
                <a:lnTo>
                  <a:pt x="1396737" y="3474720"/>
                </a:lnTo>
                <a:lnTo>
                  <a:pt x="1393080" y="3474720"/>
                </a:lnTo>
                <a:lnTo>
                  <a:pt x="1389424" y="3474720"/>
                </a:lnTo>
                <a:lnTo>
                  <a:pt x="1385768" y="3474720"/>
                </a:lnTo>
                <a:lnTo>
                  <a:pt x="1382111" y="3474720"/>
                </a:lnTo>
                <a:lnTo>
                  <a:pt x="1378455" y="3474720"/>
                </a:lnTo>
                <a:lnTo>
                  <a:pt x="1374799" y="3474720"/>
                </a:lnTo>
                <a:lnTo>
                  <a:pt x="1371142" y="3474720"/>
                </a:lnTo>
                <a:lnTo>
                  <a:pt x="1367486" y="3474720"/>
                </a:lnTo>
                <a:lnTo>
                  <a:pt x="1363829" y="3474720"/>
                </a:lnTo>
                <a:lnTo>
                  <a:pt x="1360173" y="3474720"/>
                </a:lnTo>
                <a:lnTo>
                  <a:pt x="1356517" y="3474720"/>
                </a:lnTo>
                <a:lnTo>
                  <a:pt x="1352860" y="3474720"/>
                </a:lnTo>
                <a:lnTo>
                  <a:pt x="1349204" y="3474720"/>
                </a:lnTo>
                <a:lnTo>
                  <a:pt x="1345548" y="3474720"/>
                </a:lnTo>
                <a:lnTo>
                  <a:pt x="1341891" y="3474720"/>
                </a:lnTo>
                <a:lnTo>
                  <a:pt x="1338235" y="3474720"/>
                </a:lnTo>
                <a:lnTo>
                  <a:pt x="1334578" y="3474720"/>
                </a:lnTo>
                <a:lnTo>
                  <a:pt x="1330922" y="3474720"/>
                </a:lnTo>
                <a:lnTo>
                  <a:pt x="1327266" y="3474720"/>
                </a:lnTo>
                <a:lnTo>
                  <a:pt x="1323609" y="3474720"/>
                </a:lnTo>
                <a:lnTo>
                  <a:pt x="1319953" y="3474720"/>
                </a:lnTo>
                <a:lnTo>
                  <a:pt x="1316296" y="3474720"/>
                </a:lnTo>
                <a:lnTo>
                  <a:pt x="1312640" y="3474720"/>
                </a:lnTo>
                <a:lnTo>
                  <a:pt x="1308984" y="3474720"/>
                </a:lnTo>
                <a:lnTo>
                  <a:pt x="1305327" y="3474720"/>
                </a:lnTo>
                <a:lnTo>
                  <a:pt x="1301671" y="3474720"/>
                </a:lnTo>
                <a:lnTo>
                  <a:pt x="1298015" y="3474720"/>
                </a:lnTo>
                <a:lnTo>
                  <a:pt x="1294358" y="3474720"/>
                </a:lnTo>
                <a:lnTo>
                  <a:pt x="1290702" y="3474720"/>
                </a:lnTo>
                <a:lnTo>
                  <a:pt x="1287045" y="3474720"/>
                </a:lnTo>
                <a:lnTo>
                  <a:pt x="1283389" y="3474720"/>
                </a:lnTo>
                <a:lnTo>
                  <a:pt x="1279733" y="3474720"/>
                </a:lnTo>
                <a:lnTo>
                  <a:pt x="1276076" y="3474720"/>
                </a:lnTo>
                <a:lnTo>
                  <a:pt x="1272420" y="3474720"/>
                </a:lnTo>
                <a:lnTo>
                  <a:pt x="1268764" y="3474720"/>
                </a:lnTo>
                <a:lnTo>
                  <a:pt x="1265107" y="3474720"/>
                </a:lnTo>
                <a:lnTo>
                  <a:pt x="1261451" y="3474720"/>
                </a:lnTo>
                <a:lnTo>
                  <a:pt x="1257794" y="3474720"/>
                </a:lnTo>
                <a:lnTo>
                  <a:pt x="1254138" y="3474720"/>
                </a:lnTo>
                <a:lnTo>
                  <a:pt x="1250482" y="3474720"/>
                </a:lnTo>
                <a:lnTo>
                  <a:pt x="1246825" y="3474720"/>
                </a:lnTo>
                <a:lnTo>
                  <a:pt x="1243169" y="3474720"/>
                </a:lnTo>
                <a:lnTo>
                  <a:pt x="1239513" y="3474720"/>
                </a:lnTo>
                <a:lnTo>
                  <a:pt x="1235856" y="3474720"/>
                </a:lnTo>
                <a:lnTo>
                  <a:pt x="1232200" y="3474720"/>
                </a:lnTo>
                <a:lnTo>
                  <a:pt x="1228543" y="3474720"/>
                </a:lnTo>
                <a:lnTo>
                  <a:pt x="1224887" y="3474720"/>
                </a:lnTo>
                <a:lnTo>
                  <a:pt x="1221231" y="3474720"/>
                </a:lnTo>
                <a:lnTo>
                  <a:pt x="1217574" y="3474720"/>
                </a:lnTo>
                <a:lnTo>
                  <a:pt x="1213918" y="3474720"/>
                </a:lnTo>
                <a:lnTo>
                  <a:pt x="1210261" y="3474720"/>
                </a:lnTo>
                <a:lnTo>
                  <a:pt x="1206605" y="3474720"/>
                </a:lnTo>
                <a:lnTo>
                  <a:pt x="1202949" y="3474720"/>
                </a:lnTo>
                <a:lnTo>
                  <a:pt x="1199292" y="3474720"/>
                </a:lnTo>
                <a:lnTo>
                  <a:pt x="1195636" y="3474720"/>
                </a:lnTo>
                <a:lnTo>
                  <a:pt x="1191980" y="3474720"/>
                </a:lnTo>
                <a:lnTo>
                  <a:pt x="1188323" y="3474720"/>
                </a:lnTo>
                <a:lnTo>
                  <a:pt x="1184667" y="3474720"/>
                </a:lnTo>
                <a:lnTo>
                  <a:pt x="1181010" y="3474720"/>
                </a:lnTo>
                <a:lnTo>
                  <a:pt x="1177354" y="3474720"/>
                </a:lnTo>
                <a:lnTo>
                  <a:pt x="1173698" y="3474720"/>
                </a:lnTo>
                <a:lnTo>
                  <a:pt x="1170041" y="3474720"/>
                </a:lnTo>
                <a:lnTo>
                  <a:pt x="1166385" y="3474720"/>
                </a:lnTo>
                <a:lnTo>
                  <a:pt x="1162729" y="3474720"/>
                </a:lnTo>
                <a:lnTo>
                  <a:pt x="1159072" y="3474720"/>
                </a:lnTo>
                <a:lnTo>
                  <a:pt x="1155416" y="3474720"/>
                </a:lnTo>
                <a:lnTo>
                  <a:pt x="1151759" y="3474720"/>
                </a:lnTo>
                <a:lnTo>
                  <a:pt x="1148103" y="3474720"/>
                </a:lnTo>
                <a:lnTo>
                  <a:pt x="1144447" y="3474720"/>
                </a:lnTo>
                <a:lnTo>
                  <a:pt x="1140790" y="3474720"/>
                </a:lnTo>
                <a:lnTo>
                  <a:pt x="1137134" y="3474720"/>
                </a:lnTo>
                <a:lnTo>
                  <a:pt x="1133477" y="3474720"/>
                </a:lnTo>
                <a:lnTo>
                  <a:pt x="1129821" y="3474720"/>
                </a:lnTo>
                <a:lnTo>
                  <a:pt x="1126165" y="3474720"/>
                </a:lnTo>
                <a:lnTo>
                  <a:pt x="1122508" y="3474720"/>
                </a:lnTo>
                <a:lnTo>
                  <a:pt x="1118852" y="3474720"/>
                </a:lnTo>
                <a:lnTo>
                  <a:pt x="1115196" y="3474720"/>
                </a:lnTo>
                <a:lnTo>
                  <a:pt x="1111539" y="3474720"/>
                </a:lnTo>
                <a:lnTo>
                  <a:pt x="1107883" y="3474720"/>
                </a:lnTo>
                <a:lnTo>
                  <a:pt x="1104226" y="3474720"/>
                </a:lnTo>
                <a:lnTo>
                  <a:pt x="1100570" y="3474720"/>
                </a:lnTo>
                <a:lnTo>
                  <a:pt x="1096914" y="3474720"/>
                </a:lnTo>
                <a:lnTo>
                  <a:pt x="1093257" y="3474720"/>
                </a:lnTo>
                <a:lnTo>
                  <a:pt x="1089601" y="3474720"/>
                </a:lnTo>
                <a:lnTo>
                  <a:pt x="1085945" y="3474720"/>
                </a:lnTo>
                <a:lnTo>
                  <a:pt x="1082288" y="3474720"/>
                </a:lnTo>
                <a:lnTo>
                  <a:pt x="1078632" y="3474720"/>
                </a:lnTo>
                <a:lnTo>
                  <a:pt x="1074975" y="3474720"/>
                </a:lnTo>
                <a:lnTo>
                  <a:pt x="1071319" y="3474720"/>
                </a:lnTo>
                <a:lnTo>
                  <a:pt x="1067663" y="3474720"/>
                </a:lnTo>
                <a:lnTo>
                  <a:pt x="1064006" y="3474720"/>
                </a:lnTo>
                <a:lnTo>
                  <a:pt x="1060350" y="3474720"/>
                </a:lnTo>
                <a:lnTo>
                  <a:pt x="1056694" y="3474720"/>
                </a:lnTo>
                <a:lnTo>
                  <a:pt x="1053037" y="3474720"/>
                </a:lnTo>
                <a:lnTo>
                  <a:pt x="1049381" y="3474720"/>
                </a:lnTo>
                <a:lnTo>
                  <a:pt x="1045724" y="3474720"/>
                </a:lnTo>
                <a:lnTo>
                  <a:pt x="1042068" y="3474720"/>
                </a:lnTo>
                <a:lnTo>
                  <a:pt x="1038412" y="3474720"/>
                </a:lnTo>
                <a:lnTo>
                  <a:pt x="1034755" y="3474720"/>
                </a:lnTo>
                <a:lnTo>
                  <a:pt x="1031099" y="3474720"/>
                </a:lnTo>
                <a:lnTo>
                  <a:pt x="1027442" y="3474720"/>
                </a:lnTo>
                <a:lnTo>
                  <a:pt x="1023786" y="3474720"/>
                </a:lnTo>
                <a:lnTo>
                  <a:pt x="1020130" y="3474720"/>
                </a:lnTo>
                <a:lnTo>
                  <a:pt x="1016473" y="3474720"/>
                </a:lnTo>
                <a:lnTo>
                  <a:pt x="1012817" y="3474720"/>
                </a:lnTo>
                <a:lnTo>
                  <a:pt x="1009161" y="3474720"/>
                </a:lnTo>
                <a:lnTo>
                  <a:pt x="1005504" y="3474720"/>
                </a:lnTo>
                <a:lnTo>
                  <a:pt x="1001848" y="3474720"/>
                </a:lnTo>
                <a:lnTo>
                  <a:pt x="998191" y="3474720"/>
                </a:lnTo>
                <a:lnTo>
                  <a:pt x="994535" y="3474720"/>
                </a:lnTo>
                <a:lnTo>
                  <a:pt x="990879" y="3474720"/>
                </a:lnTo>
                <a:lnTo>
                  <a:pt x="987222" y="3474720"/>
                </a:lnTo>
                <a:lnTo>
                  <a:pt x="983566" y="3474720"/>
                </a:lnTo>
                <a:lnTo>
                  <a:pt x="979910" y="3474720"/>
                </a:lnTo>
                <a:lnTo>
                  <a:pt x="976253" y="3474720"/>
                </a:lnTo>
                <a:lnTo>
                  <a:pt x="972597" y="3474720"/>
                </a:lnTo>
                <a:lnTo>
                  <a:pt x="968940" y="3474720"/>
                </a:lnTo>
                <a:lnTo>
                  <a:pt x="965284" y="3474720"/>
                </a:lnTo>
                <a:lnTo>
                  <a:pt x="961628" y="3474720"/>
                </a:lnTo>
                <a:lnTo>
                  <a:pt x="957971" y="3474720"/>
                </a:lnTo>
                <a:lnTo>
                  <a:pt x="954315" y="3474720"/>
                </a:lnTo>
                <a:lnTo>
                  <a:pt x="950658" y="3474720"/>
                </a:lnTo>
                <a:lnTo>
                  <a:pt x="947002" y="3474720"/>
                </a:lnTo>
                <a:lnTo>
                  <a:pt x="943346" y="3474720"/>
                </a:lnTo>
                <a:lnTo>
                  <a:pt x="939689" y="3474720"/>
                </a:lnTo>
                <a:lnTo>
                  <a:pt x="936033" y="3474720"/>
                </a:lnTo>
                <a:lnTo>
                  <a:pt x="932377" y="3474720"/>
                </a:lnTo>
                <a:lnTo>
                  <a:pt x="928720" y="3474720"/>
                </a:lnTo>
                <a:lnTo>
                  <a:pt x="925064" y="3474720"/>
                </a:lnTo>
                <a:lnTo>
                  <a:pt x="921407" y="3474720"/>
                </a:lnTo>
                <a:lnTo>
                  <a:pt x="917751" y="3474720"/>
                </a:lnTo>
                <a:lnTo>
                  <a:pt x="914095" y="3474720"/>
                </a:lnTo>
                <a:lnTo>
                  <a:pt x="910438" y="3474720"/>
                </a:lnTo>
                <a:lnTo>
                  <a:pt x="906782" y="3474720"/>
                </a:lnTo>
                <a:lnTo>
                  <a:pt x="903126" y="3474720"/>
                </a:lnTo>
                <a:lnTo>
                  <a:pt x="899469" y="3474720"/>
                </a:lnTo>
                <a:lnTo>
                  <a:pt x="895813" y="3474720"/>
                </a:lnTo>
                <a:lnTo>
                  <a:pt x="892156" y="3474720"/>
                </a:lnTo>
                <a:lnTo>
                  <a:pt x="888500" y="3474720"/>
                </a:lnTo>
                <a:lnTo>
                  <a:pt x="884844" y="3474720"/>
                </a:lnTo>
                <a:lnTo>
                  <a:pt x="881187" y="3474720"/>
                </a:lnTo>
                <a:lnTo>
                  <a:pt x="877531" y="3474720"/>
                </a:lnTo>
                <a:lnTo>
                  <a:pt x="873875" y="3474720"/>
                </a:lnTo>
                <a:lnTo>
                  <a:pt x="870218" y="3474720"/>
                </a:lnTo>
                <a:lnTo>
                  <a:pt x="866562" y="3474720"/>
                </a:lnTo>
                <a:lnTo>
                  <a:pt x="862905" y="3474720"/>
                </a:lnTo>
                <a:lnTo>
                  <a:pt x="859249" y="3474720"/>
                </a:lnTo>
                <a:lnTo>
                  <a:pt x="855593" y="3474720"/>
                </a:lnTo>
                <a:lnTo>
                  <a:pt x="851936" y="3474720"/>
                </a:lnTo>
                <a:lnTo>
                  <a:pt x="848280" y="3474720"/>
                </a:lnTo>
                <a:lnTo>
                  <a:pt x="844623" y="3474720"/>
                </a:lnTo>
                <a:lnTo>
                  <a:pt x="840967" y="3474720"/>
                </a:lnTo>
                <a:lnTo>
                  <a:pt x="837311" y="3474720"/>
                </a:lnTo>
                <a:lnTo>
                  <a:pt x="833654" y="3474720"/>
                </a:lnTo>
                <a:lnTo>
                  <a:pt x="829998" y="3474720"/>
                </a:lnTo>
                <a:lnTo>
                  <a:pt x="826342" y="3474720"/>
                </a:lnTo>
                <a:lnTo>
                  <a:pt x="822685" y="3474720"/>
                </a:lnTo>
                <a:lnTo>
                  <a:pt x="819029" y="3474720"/>
                </a:lnTo>
                <a:lnTo>
                  <a:pt x="815372" y="3474720"/>
                </a:lnTo>
                <a:lnTo>
                  <a:pt x="811716" y="3474720"/>
                </a:lnTo>
                <a:lnTo>
                  <a:pt x="808060" y="3474720"/>
                </a:lnTo>
                <a:lnTo>
                  <a:pt x="804403" y="3474720"/>
                </a:lnTo>
                <a:lnTo>
                  <a:pt x="800747" y="3474720"/>
                </a:lnTo>
                <a:lnTo>
                  <a:pt x="797091" y="3474720"/>
                </a:lnTo>
                <a:lnTo>
                  <a:pt x="793434" y="3474720"/>
                </a:lnTo>
                <a:lnTo>
                  <a:pt x="789778" y="3474720"/>
                </a:lnTo>
                <a:lnTo>
                  <a:pt x="786121" y="3474720"/>
                </a:lnTo>
                <a:lnTo>
                  <a:pt x="782465" y="3474720"/>
                </a:lnTo>
                <a:lnTo>
                  <a:pt x="778809" y="3474720"/>
                </a:lnTo>
                <a:lnTo>
                  <a:pt x="775152" y="3474720"/>
                </a:lnTo>
                <a:lnTo>
                  <a:pt x="771496" y="3474720"/>
                </a:lnTo>
                <a:lnTo>
                  <a:pt x="767839" y="3474720"/>
                </a:lnTo>
                <a:lnTo>
                  <a:pt x="764183" y="3474720"/>
                </a:lnTo>
                <a:lnTo>
                  <a:pt x="760527" y="3474720"/>
                </a:lnTo>
                <a:lnTo>
                  <a:pt x="756870" y="3474720"/>
                </a:lnTo>
                <a:lnTo>
                  <a:pt x="753214" y="3474720"/>
                </a:lnTo>
                <a:lnTo>
                  <a:pt x="749558" y="3474720"/>
                </a:lnTo>
                <a:lnTo>
                  <a:pt x="745901" y="3474720"/>
                </a:lnTo>
                <a:lnTo>
                  <a:pt x="742245" y="3474720"/>
                </a:lnTo>
                <a:lnTo>
                  <a:pt x="738588" y="3474720"/>
                </a:lnTo>
                <a:lnTo>
                  <a:pt x="734932" y="3474720"/>
                </a:lnTo>
                <a:lnTo>
                  <a:pt x="731276" y="3474720"/>
                </a:lnTo>
                <a:lnTo>
                  <a:pt x="727619" y="3474720"/>
                </a:lnTo>
                <a:lnTo>
                  <a:pt x="723963" y="3474720"/>
                </a:lnTo>
                <a:lnTo>
                  <a:pt x="720307" y="3474720"/>
                </a:lnTo>
                <a:lnTo>
                  <a:pt x="716650" y="3474720"/>
                </a:lnTo>
                <a:lnTo>
                  <a:pt x="712994" y="3474720"/>
                </a:lnTo>
                <a:lnTo>
                  <a:pt x="709337" y="3474720"/>
                </a:lnTo>
                <a:lnTo>
                  <a:pt x="705681" y="3474720"/>
                </a:lnTo>
                <a:lnTo>
                  <a:pt x="702025" y="3474720"/>
                </a:lnTo>
                <a:lnTo>
                  <a:pt x="698368" y="3474720"/>
                </a:lnTo>
                <a:lnTo>
                  <a:pt x="694712" y="3474720"/>
                </a:lnTo>
                <a:lnTo>
                  <a:pt x="691056" y="3474720"/>
                </a:lnTo>
                <a:lnTo>
                  <a:pt x="687399" y="3474720"/>
                </a:lnTo>
                <a:lnTo>
                  <a:pt x="683743" y="3474720"/>
                </a:lnTo>
                <a:lnTo>
                  <a:pt x="680086" y="3474720"/>
                </a:lnTo>
                <a:lnTo>
                  <a:pt x="676430" y="3474720"/>
                </a:lnTo>
                <a:lnTo>
                  <a:pt x="672774" y="3474720"/>
                </a:lnTo>
                <a:lnTo>
                  <a:pt x="669117" y="3474720"/>
                </a:lnTo>
                <a:lnTo>
                  <a:pt x="665461" y="3474720"/>
                </a:lnTo>
                <a:lnTo>
                  <a:pt x="661804" y="3474720"/>
                </a:lnTo>
                <a:lnTo>
                  <a:pt x="658148" y="3474720"/>
                </a:lnTo>
                <a:lnTo>
                  <a:pt x="654492" y="3474720"/>
                </a:lnTo>
                <a:lnTo>
                  <a:pt x="650835" y="3474720"/>
                </a:lnTo>
                <a:lnTo>
                  <a:pt x="647179" y="3474720"/>
                </a:lnTo>
                <a:lnTo>
                  <a:pt x="643523" y="3474720"/>
                </a:lnTo>
                <a:lnTo>
                  <a:pt x="639866" y="3474720"/>
                </a:lnTo>
                <a:lnTo>
                  <a:pt x="636210" y="3474720"/>
                </a:lnTo>
                <a:lnTo>
                  <a:pt x="632553" y="3474720"/>
                </a:lnTo>
                <a:lnTo>
                  <a:pt x="628897" y="3474720"/>
                </a:lnTo>
                <a:lnTo>
                  <a:pt x="625241" y="3474720"/>
                </a:lnTo>
                <a:lnTo>
                  <a:pt x="621584" y="3474720"/>
                </a:lnTo>
                <a:lnTo>
                  <a:pt x="617928" y="3474720"/>
                </a:lnTo>
                <a:lnTo>
                  <a:pt x="614272" y="3474720"/>
                </a:lnTo>
                <a:lnTo>
                  <a:pt x="610615" y="3474720"/>
                </a:lnTo>
                <a:lnTo>
                  <a:pt x="606959" y="3474720"/>
                </a:lnTo>
                <a:lnTo>
                  <a:pt x="603302" y="3474720"/>
                </a:lnTo>
                <a:lnTo>
                  <a:pt x="599646" y="3474720"/>
                </a:lnTo>
                <a:lnTo>
                  <a:pt x="595990" y="3474720"/>
                </a:lnTo>
                <a:lnTo>
                  <a:pt x="592333" y="3474720"/>
                </a:lnTo>
                <a:lnTo>
                  <a:pt x="588677" y="3474720"/>
                </a:lnTo>
                <a:lnTo>
                  <a:pt x="585020" y="3474720"/>
                </a:lnTo>
                <a:lnTo>
                  <a:pt x="581364" y="3474720"/>
                </a:lnTo>
                <a:lnTo>
                  <a:pt x="577708" y="3474720"/>
                </a:lnTo>
                <a:lnTo>
                  <a:pt x="574051" y="3474720"/>
                </a:lnTo>
                <a:lnTo>
                  <a:pt x="570395" y="3474720"/>
                </a:lnTo>
                <a:lnTo>
                  <a:pt x="566739" y="3474720"/>
                </a:lnTo>
                <a:lnTo>
                  <a:pt x="563082" y="3474720"/>
                </a:lnTo>
                <a:lnTo>
                  <a:pt x="559426" y="3474720"/>
                </a:lnTo>
                <a:lnTo>
                  <a:pt x="555769" y="3474720"/>
                </a:lnTo>
                <a:lnTo>
                  <a:pt x="552113" y="3474720"/>
                </a:lnTo>
                <a:lnTo>
                  <a:pt x="548457" y="3474720"/>
                </a:lnTo>
                <a:lnTo>
                  <a:pt x="544800" y="3474720"/>
                </a:lnTo>
                <a:lnTo>
                  <a:pt x="541144" y="3474720"/>
                </a:lnTo>
                <a:lnTo>
                  <a:pt x="537488" y="3474720"/>
                </a:lnTo>
                <a:lnTo>
                  <a:pt x="533831" y="3474720"/>
                </a:lnTo>
                <a:lnTo>
                  <a:pt x="530175" y="3474720"/>
                </a:lnTo>
                <a:lnTo>
                  <a:pt x="526518" y="3474720"/>
                </a:lnTo>
                <a:lnTo>
                  <a:pt x="522862" y="3474720"/>
                </a:lnTo>
                <a:lnTo>
                  <a:pt x="519206" y="3474720"/>
                </a:lnTo>
                <a:lnTo>
                  <a:pt x="515549" y="3474720"/>
                </a:lnTo>
                <a:lnTo>
                  <a:pt x="511893" y="3474720"/>
                </a:lnTo>
                <a:lnTo>
                  <a:pt x="508237" y="3474720"/>
                </a:lnTo>
                <a:lnTo>
                  <a:pt x="504580" y="3474720"/>
                </a:lnTo>
                <a:lnTo>
                  <a:pt x="500924" y="3474720"/>
                </a:lnTo>
                <a:lnTo>
                  <a:pt x="497267" y="3474720"/>
                </a:lnTo>
                <a:lnTo>
                  <a:pt x="493611" y="3474720"/>
                </a:lnTo>
                <a:lnTo>
                  <a:pt x="489955" y="3474720"/>
                </a:lnTo>
                <a:lnTo>
                  <a:pt x="486298" y="3474720"/>
                </a:lnTo>
                <a:lnTo>
                  <a:pt x="482642" y="3474720"/>
                </a:lnTo>
                <a:lnTo>
                  <a:pt x="478985" y="3474720"/>
                </a:lnTo>
                <a:lnTo>
                  <a:pt x="475329" y="3474720"/>
                </a:lnTo>
                <a:lnTo>
                  <a:pt x="471673" y="3474720"/>
                </a:lnTo>
                <a:lnTo>
                  <a:pt x="468016" y="3474720"/>
                </a:lnTo>
                <a:lnTo>
                  <a:pt x="464360" y="3474720"/>
                </a:lnTo>
                <a:lnTo>
                  <a:pt x="460704" y="3474720"/>
                </a:lnTo>
                <a:lnTo>
                  <a:pt x="457047" y="3474720"/>
                </a:lnTo>
                <a:lnTo>
                  <a:pt x="453391" y="3474720"/>
                </a:lnTo>
                <a:lnTo>
                  <a:pt x="449734" y="3474720"/>
                </a:lnTo>
                <a:lnTo>
                  <a:pt x="446078" y="3474720"/>
                </a:lnTo>
                <a:lnTo>
                  <a:pt x="442422" y="3474720"/>
                </a:lnTo>
                <a:lnTo>
                  <a:pt x="438765" y="3474720"/>
                </a:lnTo>
                <a:lnTo>
                  <a:pt x="435109" y="3474720"/>
                </a:lnTo>
                <a:lnTo>
                  <a:pt x="431453" y="3474720"/>
                </a:lnTo>
                <a:lnTo>
                  <a:pt x="427796" y="3474720"/>
                </a:lnTo>
                <a:lnTo>
                  <a:pt x="424140" y="3474720"/>
                </a:lnTo>
                <a:lnTo>
                  <a:pt x="420483" y="3474720"/>
                </a:lnTo>
                <a:lnTo>
                  <a:pt x="416827" y="3474720"/>
                </a:lnTo>
                <a:lnTo>
                  <a:pt x="413171" y="3474720"/>
                </a:lnTo>
                <a:lnTo>
                  <a:pt x="409514" y="3474720"/>
                </a:lnTo>
                <a:lnTo>
                  <a:pt x="405858" y="3474720"/>
                </a:lnTo>
                <a:lnTo>
                  <a:pt x="402201" y="3474720"/>
                </a:lnTo>
                <a:lnTo>
                  <a:pt x="398545" y="3474720"/>
                </a:lnTo>
                <a:lnTo>
                  <a:pt x="394889" y="3474720"/>
                </a:lnTo>
                <a:lnTo>
                  <a:pt x="391232" y="3474720"/>
                </a:lnTo>
                <a:lnTo>
                  <a:pt x="387576" y="3474720"/>
                </a:lnTo>
                <a:lnTo>
                  <a:pt x="383920" y="3474720"/>
                </a:lnTo>
                <a:lnTo>
                  <a:pt x="380263" y="3474720"/>
                </a:lnTo>
                <a:lnTo>
                  <a:pt x="376607" y="3474720"/>
                </a:lnTo>
                <a:lnTo>
                  <a:pt x="372950" y="3474720"/>
                </a:lnTo>
                <a:lnTo>
                  <a:pt x="369294" y="3474720"/>
                </a:lnTo>
                <a:lnTo>
                  <a:pt x="365638" y="3474720"/>
                </a:lnTo>
                <a:lnTo>
                  <a:pt x="361981" y="3474720"/>
                </a:lnTo>
                <a:lnTo>
                  <a:pt x="358325" y="3474720"/>
                </a:lnTo>
                <a:lnTo>
                  <a:pt x="354669" y="3474720"/>
                </a:lnTo>
                <a:lnTo>
                  <a:pt x="351012" y="3474720"/>
                </a:lnTo>
                <a:lnTo>
                  <a:pt x="347356" y="3474720"/>
                </a:lnTo>
                <a:lnTo>
                  <a:pt x="343699" y="3474720"/>
                </a:lnTo>
                <a:lnTo>
                  <a:pt x="340043" y="3474720"/>
                </a:lnTo>
                <a:lnTo>
                  <a:pt x="336387" y="3474720"/>
                </a:lnTo>
                <a:lnTo>
                  <a:pt x="332730" y="3474720"/>
                </a:lnTo>
                <a:lnTo>
                  <a:pt x="329074" y="3474720"/>
                </a:lnTo>
                <a:lnTo>
                  <a:pt x="325418" y="3474720"/>
                </a:lnTo>
                <a:lnTo>
                  <a:pt x="321761" y="3474720"/>
                </a:lnTo>
                <a:lnTo>
                  <a:pt x="318105" y="3474720"/>
                </a:lnTo>
                <a:lnTo>
                  <a:pt x="314448" y="3474720"/>
                </a:lnTo>
                <a:lnTo>
                  <a:pt x="310792" y="3474720"/>
                </a:lnTo>
                <a:lnTo>
                  <a:pt x="307136" y="3474720"/>
                </a:lnTo>
                <a:lnTo>
                  <a:pt x="303479" y="3474720"/>
                </a:lnTo>
                <a:lnTo>
                  <a:pt x="299823" y="3474720"/>
                </a:lnTo>
                <a:lnTo>
                  <a:pt x="296166" y="3474720"/>
                </a:lnTo>
                <a:lnTo>
                  <a:pt x="292510" y="3474720"/>
                </a:lnTo>
                <a:lnTo>
                  <a:pt x="288854" y="3474720"/>
                </a:lnTo>
                <a:lnTo>
                  <a:pt x="285197" y="3474720"/>
                </a:lnTo>
                <a:lnTo>
                  <a:pt x="281541" y="3474720"/>
                </a:lnTo>
                <a:lnTo>
                  <a:pt x="277885" y="3474720"/>
                </a:lnTo>
                <a:lnTo>
                  <a:pt x="274228" y="3474720"/>
                </a:lnTo>
                <a:lnTo>
                  <a:pt x="270572" y="3474720"/>
                </a:lnTo>
                <a:lnTo>
                  <a:pt x="266915" y="3474720"/>
                </a:lnTo>
                <a:lnTo>
                  <a:pt x="263259" y="3474720"/>
                </a:lnTo>
                <a:lnTo>
                  <a:pt x="259603" y="3474720"/>
                </a:lnTo>
                <a:lnTo>
                  <a:pt x="255946" y="3474720"/>
                </a:lnTo>
                <a:lnTo>
                  <a:pt x="252290" y="3474720"/>
                </a:lnTo>
                <a:lnTo>
                  <a:pt x="248634" y="3474720"/>
                </a:lnTo>
                <a:lnTo>
                  <a:pt x="244977" y="3474720"/>
                </a:lnTo>
                <a:lnTo>
                  <a:pt x="241321" y="3474720"/>
                </a:lnTo>
                <a:lnTo>
                  <a:pt x="237664" y="3474720"/>
                </a:lnTo>
                <a:lnTo>
                  <a:pt x="234008" y="3474720"/>
                </a:lnTo>
                <a:lnTo>
                  <a:pt x="230352" y="3474720"/>
                </a:lnTo>
                <a:lnTo>
                  <a:pt x="226695" y="3474720"/>
                </a:lnTo>
                <a:lnTo>
                  <a:pt x="223039" y="3474720"/>
                </a:lnTo>
                <a:lnTo>
                  <a:pt x="219382" y="3474720"/>
                </a:lnTo>
                <a:lnTo>
                  <a:pt x="215726" y="3474720"/>
                </a:lnTo>
                <a:lnTo>
                  <a:pt x="212070" y="3474720"/>
                </a:lnTo>
                <a:lnTo>
                  <a:pt x="208413" y="3474720"/>
                </a:lnTo>
                <a:lnTo>
                  <a:pt x="204757" y="3474720"/>
                </a:lnTo>
                <a:lnTo>
                  <a:pt x="201101" y="3474720"/>
                </a:lnTo>
                <a:lnTo>
                  <a:pt x="197444" y="3474720"/>
                </a:lnTo>
                <a:lnTo>
                  <a:pt x="193788" y="3474720"/>
                </a:lnTo>
                <a:lnTo>
                  <a:pt x="190131" y="3474720"/>
                </a:lnTo>
                <a:lnTo>
                  <a:pt x="186475" y="3474720"/>
                </a:lnTo>
                <a:lnTo>
                  <a:pt x="182819" y="3474720"/>
                </a:lnTo>
                <a:lnTo>
                  <a:pt x="179162" y="3474720"/>
                </a:lnTo>
                <a:lnTo>
                  <a:pt x="175506" y="3474720"/>
                </a:lnTo>
                <a:lnTo>
                  <a:pt x="171850" y="3474720"/>
                </a:lnTo>
                <a:lnTo>
                  <a:pt x="168193" y="3474720"/>
                </a:lnTo>
                <a:lnTo>
                  <a:pt x="164537" y="3474720"/>
                </a:lnTo>
                <a:lnTo>
                  <a:pt x="160880" y="3474720"/>
                </a:lnTo>
                <a:lnTo>
                  <a:pt x="157224" y="3474720"/>
                </a:lnTo>
                <a:lnTo>
                  <a:pt x="153568" y="3474720"/>
                </a:lnTo>
                <a:lnTo>
                  <a:pt x="149911" y="3474720"/>
                </a:lnTo>
                <a:lnTo>
                  <a:pt x="146255" y="3474720"/>
                </a:lnTo>
                <a:lnTo>
                  <a:pt x="142599" y="3474720"/>
                </a:lnTo>
                <a:lnTo>
                  <a:pt x="138942" y="3474720"/>
                </a:lnTo>
                <a:lnTo>
                  <a:pt x="135286" y="3474720"/>
                </a:lnTo>
                <a:lnTo>
                  <a:pt x="131629" y="3474720"/>
                </a:lnTo>
                <a:lnTo>
                  <a:pt x="127973" y="3474720"/>
                </a:lnTo>
                <a:lnTo>
                  <a:pt x="124317" y="3474720"/>
                </a:lnTo>
                <a:lnTo>
                  <a:pt x="120660" y="3474720"/>
                </a:lnTo>
                <a:lnTo>
                  <a:pt x="117004" y="3474720"/>
                </a:lnTo>
                <a:lnTo>
                  <a:pt x="113347" y="3474720"/>
                </a:lnTo>
                <a:lnTo>
                  <a:pt x="109691" y="3474720"/>
                </a:lnTo>
                <a:lnTo>
                  <a:pt x="106035" y="3474720"/>
                </a:lnTo>
                <a:lnTo>
                  <a:pt x="102378" y="3474720"/>
                </a:lnTo>
                <a:lnTo>
                  <a:pt x="98722" y="3474720"/>
                </a:lnTo>
                <a:lnTo>
                  <a:pt x="95066" y="3474720"/>
                </a:lnTo>
                <a:lnTo>
                  <a:pt x="91409" y="3474720"/>
                </a:lnTo>
                <a:lnTo>
                  <a:pt x="87753" y="3474720"/>
                </a:lnTo>
                <a:lnTo>
                  <a:pt x="84096" y="3474720"/>
                </a:lnTo>
                <a:lnTo>
                  <a:pt x="80440" y="3474720"/>
                </a:lnTo>
                <a:lnTo>
                  <a:pt x="76784" y="3474720"/>
                </a:lnTo>
                <a:lnTo>
                  <a:pt x="73127" y="3474720"/>
                </a:lnTo>
                <a:lnTo>
                  <a:pt x="69471" y="3474720"/>
                </a:lnTo>
                <a:lnTo>
                  <a:pt x="65815" y="3474720"/>
                </a:lnTo>
                <a:lnTo>
                  <a:pt x="62158" y="3474720"/>
                </a:lnTo>
                <a:lnTo>
                  <a:pt x="58502" y="3474720"/>
                </a:lnTo>
                <a:lnTo>
                  <a:pt x="54845" y="3474720"/>
                </a:lnTo>
                <a:lnTo>
                  <a:pt x="51189" y="3474720"/>
                </a:lnTo>
                <a:lnTo>
                  <a:pt x="47533" y="3474720"/>
                </a:lnTo>
                <a:lnTo>
                  <a:pt x="43876" y="3474720"/>
                </a:lnTo>
                <a:lnTo>
                  <a:pt x="40220" y="3474720"/>
                </a:lnTo>
                <a:lnTo>
                  <a:pt x="36563" y="3474720"/>
                </a:lnTo>
                <a:lnTo>
                  <a:pt x="32907" y="3474720"/>
                </a:lnTo>
                <a:lnTo>
                  <a:pt x="29251" y="3474720"/>
                </a:lnTo>
                <a:lnTo>
                  <a:pt x="25594" y="3474720"/>
                </a:lnTo>
                <a:lnTo>
                  <a:pt x="21938" y="3474720"/>
                </a:lnTo>
                <a:lnTo>
                  <a:pt x="18282" y="3474720"/>
                </a:lnTo>
                <a:lnTo>
                  <a:pt x="14625" y="3474720"/>
                </a:lnTo>
                <a:lnTo>
                  <a:pt x="10969" y="3474720"/>
                </a:lnTo>
                <a:lnTo>
                  <a:pt x="7312" y="3474720"/>
                </a:lnTo>
                <a:lnTo>
                  <a:pt x="3656" y="3474720"/>
                </a:lnTo>
                <a:lnTo>
                  <a:pt x="0" y="3474720"/>
                </a:lnTo>
                <a:close/>
              </a:path>
            </a:pathLst>
          </a:custGeom>
          <a:solidFill>
            <a:srgbClr val="F2B880">
              <a:alpha val="28000"/>
            </a:srgbClr>
          </a:solidFill>
          <a:ln w="10160">
            <a:solidFill>
              <a:srgbClr val="F2B880">
                <a:alpha val="28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1-E17 polygon 31" descr="sci-ppt:o031"/>
          <p:cNvSpPr/>
          <p:nvPr/>
        </p:nvSpPr>
        <p:spPr>
          <a:xfrm>
            <a:off x="917143" y="1647943"/>
            <a:ext cx="5301751" cy="2355842"/>
          </a:xfrm>
          <a:custGeom>
            <a:avLst/>
            <a:gdLst/>
            <a:ahLst/>
            <a:cxnLst/>
            <a:rect l="l" t="t" r="r" b="b"/>
            <a:pathLst>
              <a:path w="5301751" h="2355842">
                <a:moveTo>
                  <a:pt x="0" y="1142255"/>
                </a:moveTo>
                <a:lnTo>
                  <a:pt x="36563" y="1874646"/>
                </a:lnTo>
                <a:lnTo>
                  <a:pt x="73127" y="2008063"/>
                </a:lnTo>
                <a:lnTo>
                  <a:pt x="109691" y="2079807"/>
                </a:lnTo>
                <a:lnTo>
                  <a:pt x="146255" y="2127437"/>
                </a:lnTo>
                <a:lnTo>
                  <a:pt x="182819" y="2162345"/>
                </a:lnTo>
                <a:lnTo>
                  <a:pt x="219382" y="2189454"/>
                </a:lnTo>
                <a:lnTo>
                  <a:pt x="255946" y="2211322"/>
                </a:lnTo>
                <a:lnTo>
                  <a:pt x="292510" y="2229438"/>
                </a:lnTo>
                <a:lnTo>
                  <a:pt x="329074" y="2244746"/>
                </a:lnTo>
                <a:lnTo>
                  <a:pt x="365638" y="2257875"/>
                </a:lnTo>
                <a:lnTo>
                  <a:pt x="402201" y="2269267"/>
                </a:lnTo>
                <a:lnTo>
                  <a:pt x="438765" y="2279245"/>
                </a:lnTo>
                <a:lnTo>
                  <a:pt x="475329" y="2288048"/>
                </a:lnTo>
                <a:lnTo>
                  <a:pt x="511893" y="2295861"/>
                </a:lnTo>
                <a:lnTo>
                  <a:pt x="548457" y="2302827"/>
                </a:lnTo>
                <a:lnTo>
                  <a:pt x="585020" y="2309062"/>
                </a:lnTo>
                <a:lnTo>
                  <a:pt x="621584" y="2314658"/>
                </a:lnTo>
                <a:lnTo>
                  <a:pt x="658148" y="2319691"/>
                </a:lnTo>
                <a:lnTo>
                  <a:pt x="694712" y="2324223"/>
                </a:lnTo>
                <a:lnTo>
                  <a:pt x="731276" y="2328308"/>
                </a:lnTo>
                <a:lnTo>
                  <a:pt x="767839" y="2331990"/>
                </a:lnTo>
                <a:lnTo>
                  <a:pt x="804403" y="2335306"/>
                </a:lnTo>
                <a:lnTo>
                  <a:pt x="840967" y="2338288"/>
                </a:lnTo>
                <a:lnTo>
                  <a:pt x="877531" y="2340965"/>
                </a:lnTo>
                <a:lnTo>
                  <a:pt x="914095" y="2343361"/>
                </a:lnTo>
                <a:lnTo>
                  <a:pt x="950658" y="2345496"/>
                </a:lnTo>
                <a:lnTo>
                  <a:pt x="987222" y="2347390"/>
                </a:lnTo>
                <a:lnTo>
                  <a:pt x="1023786" y="2349058"/>
                </a:lnTo>
                <a:lnTo>
                  <a:pt x="1060350" y="2350515"/>
                </a:lnTo>
                <a:lnTo>
                  <a:pt x="1096914" y="2351774"/>
                </a:lnTo>
                <a:lnTo>
                  <a:pt x="1133477" y="2352846"/>
                </a:lnTo>
                <a:lnTo>
                  <a:pt x="1170041" y="2353740"/>
                </a:lnTo>
                <a:lnTo>
                  <a:pt x="1206605" y="2354467"/>
                </a:lnTo>
                <a:lnTo>
                  <a:pt x="1243169" y="2355033"/>
                </a:lnTo>
                <a:lnTo>
                  <a:pt x="1279733" y="2355447"/>
                </a:lnTo>
                <a:lnTo>
                  <a:pt x="1316296" y="2355715"/>
                </a:lnTo>
                <a:lnTo>
                  <a:pt x="1352860" y="2355842"/>
                </a:lnTo>
                <a:lnTo>
                  <a:pt x="1389424" y="2355834"/>
                </a:lnTo>
                <a:lnTo>
                  <a:pt x="1425988" y="2355695"/>
                </a:lnTo>
                <a:lnTo>
                  <a:pt x="1462552" y="2355430"/>
                </a:lnTo>
                <a:lnTo>
                  <a:pt x="1499115" y="2355043"/>
                </a:lnTo>
                <a:lnTo>
                  <a:pt x="1535679" y="2354536"/>
                </a:lnTo>
                <a:lnTo>
                  <a:pt x="1572243" y="2353914"/>
                </a:lnTo>
                <a:lnTo>
                  <a:pt x="1608807" y="2353178"/>
                </a:lnTo>
                <a:lnTo>
                  <a:pt x="1645371" y="2352331"/>
                </a:lnTo>
                <a:lnTo>
                  <a:pt x="1681934" y="2351376"/>
                </a:lnTo>
                <a:lnTo>
                  <a:pt x="1718498" y="2350313"/>
                </a:lnTo>
                <a:lnTo>
                  <a:pt x="1755062" y="2349146"/>
                </a:lnTo>
                <a:lnTo>
                  <a:pt x="1791626" y="2347874"/>
                </a:lnTo>
                <a:lnTo>
                  <a:pt x="1828190" y="2346500"/>
                </a:lnTo>
                <a:lnTo>
                  <a:pt x="1864753" y="2345024"/>
                </a:lnTo>
                <a:lnTo>
                  <a:pt x="1901317" y="2343447"/>
                </a:lnTo>
                <a:lnTo>
                  <a:pt x="1937881" y="2341771"/>
                </a:lnTo>
                <a:lnTo>
                  <a:pt x="1974445" y="2339994"/>
                </a:lnTo>
                <a:lnTo>
                  <a:pt x="2011009" y="2338118"/>
                </a:lnTo>
                <a:lnTo>
                  <a:pt x="2047572" y="2336143"/>
                </a:lnTo>
                <a:lnTo>
                  <a:pt x="2084136" y="2334069"/>
                </a:lnTo>
                <a:lnTo>
                  <a:pt x="2120700" y="2331895"/>
                </a:lnTo>
                <a:lnTo>
                  <a:pt x="2157264" y="2329621"/>
                </a:lnTo>
                <a:lnTo>
                  <a:pt x="2193828" y="2327247"/>
                </a:lnTo>
                <a:lnTo>
                  <a:pt x="2230391" y="2324772"/>
                </a:lnTo>
                <a:lnTo>
                  <a:pt x="2266955" y="2322196"/>
                </a:lnTo>
                <a:lnTo>
                  <a:pt x="2303519" y="2319518"/>
                </a:lnTo>
                <a:lnTo>
                  <a:pt x="2340083" y="2316736"/>
                </a:lnTo>
                <a:lnTo>
                  <a:pt x="2376647" y="2313849"/>
                </a:lnTo>
                <a:lnTo>
                  <a:pt x="2413210" y="2310857"/>
                </a:lnTo>
                <a:lnTo>
                  <a:pt x="2449774" y="2307757"/>
                </a:lnTo>
                <a:lnTo>
                  <a:pt x="2486338" y="2304549"/>
                </a:lnTo>
                <a:lnTo>
                  <a:pt x="2522902" y="2301230"/>
                </a:lnTo>
                <a:lnTo>
                  <a:pt x="2559466" y="2297798"/>
                </a:lnTo>
                <a:lnTo>
                  <a:pt x="2596029" y="2294252"/>
                </a:lnTo>
                <a:lnTo>
                  <a:pt x="2632593" y="2290589"/>
                </a:lnTo>
                <a:lnTo>
                  <a:pt x="2669157" y="2286807"/>
                </a:lnTo>
                <a:lnTo>
                  <a:pt x="2705721" y="2282904"/>
                </a:lnTo>
                <a:lnTo>
                  <a:pt x="2742285" y="2278876"/>
                </a:lnTo>
                <a:lnTo>
                  <a:pt x="2778848" y="2274722"/>
                </a:lnTo>
                <a:lnTo>
                  <a:pt x="2815412" y="2270436"/>
                </a:lnTo>
                <a:lnTo>
                  <a:pt x="2851976" y="2266018"/>
                </a:lnTo>
                <a:lnTo>
                  <a:pt x="2888540" y="2261462"/>
                </a:lnTo>
                <a:lnTo>
                  <a:pt x="2925104" y="2256765"/>
                </a:lnTo>
                <a:lnTo>
                  <a:pt x="2961667" y="2251924"/>
                </a:lnTo>
                <a:lnTo>
                  <a:pt x="2998231" y="2246933"/>
                </a:lnTo>
                <a:lnTo>
                  <a:pt x="3034795" y="2241790"/>
                </a:lnTo>
                <a:lnTo>
                  <a:pt x="3071359" y="2236487"/>
                </a:lnTo>
                <a:lnTo>
                  <a:pt x="3107923" y="2231022"/>
                </a:lnTo>
                <a:lnTo>
                  <a:pt x="3144486" y="2225388"/>
                </a:lnTo>
                <a:lnTo>
                  <a:pt x="3181050" y="2219579"/>
                </a:lnTo>
                <a:lnTo>
                  <a:pt x="3217614" y="2213590"/>
                </a:lnTo>
                <a:lnTo>
                  <a:pt x="3254178" y="2207414"/>
                </a:lnTo>
                <a:lnTo>
                  <a:pt x="3290742" y="2201044"/>
                </a:lnTo>
                <a:lnTo>
                  <a:pt x="3327305" y="2194473"/>
                </a:lnTo>
                <a:lnTo>
                  <a:pt x="3363869" y="2187693"/>
                </a:lnTo>
                <a:lnTo>
                  <a:pt x="3400433" y="2180696"/>
                </a:lnTo>
                <a:lnTo>
                  <a:pt x="3436997" y="2173473"/>
                </a:lnTo>
                <a:lnTo>
                  <a:pt x="3473561" y="2166014"/>
                </a:lnTo>
                <a:lnTo>
                  <a:pt x="3510124" y="2158310"/>
                </a:lnTo>
                <a:lnTo>
                  <a:pt x="3546688" y="2150349"/>
                </a:lnTo>
                <a:lnTo>
                  <a:pt x="3583252" y="2142121"/>
                </a:lnTo>
                <a:lnTo>
                  <a:pt x="3619816" y="2133613"/>
                </a:lnTo>
                <a:lnTo>
                  <a:pt x="3656380" y="2124811"/>
                </a:lnTo>
                <a:lnTo>
                  <a:pt x="3692943" y="2115702"/>
                </a:lnTo>
                <a:lnTo>
                  <a:pt x="3729507" y="2106270"/>
                </a:lnTo>
                <a:lnTo>
                  <a:pt x="3766071" y="2096498"/>
                </a:lnTo>
                <a:lnTo>
                  <a:pt x="3802635" y="2086370"/>
                </a:lnTo>
                <a:lnTo>
                  <a:pt x="3839199" y="2075866"/>
                </a:lnTo>
                <a:lnTo>
                  <a:pt x="3875762" y="2064966"/>
                </a:lnTo>
                <a:lnTo>
                  <a:pt x="3912326" y="2053646"/>
                </a:lnTo>
                <a:lnTo>
                  <a:pt x="3948890" y="2041884"/>
                </a:lnTo>
                <a:lnTo>
                  <a:pt x="3985454" y="2029652"/>
                </a:lnTo>
                <a:lnTo>
                  <a:pt x="4022018" y="2016922"/>
                </a:lnTo>
                <a:lnTo>
                  <a:pt x="4058581" y="2003664"/>
                </a:lnTo>
                <a:lnTo>
                  <a:pt x="4095145" y="1989843"/>
                </a:lnTo>
                <a:lnTo>
                  <a:pt x="4131709" y="1975421"/>
                </a:lnTo>
                <a:lnTo>
                  <a:pt x="4168273" y="1960358"/>
                </a:lnTo>
                <a:lnTo>
                  <a:pt x="4204837" y="1944610"/>
                </a:lnTo>
                <a:lnTo>
                  <a:pt x="4241400" y="1928125"/>
                </a:lnTo>
                <a:lnTo>
                  <a:pt x="4277964" y="1910850"/>
                </a:lnTo>
                <a:lnTo>
                  <a:pt x="4314528" y="1892724"/>
                </a:lnTo>
                <a:lnTo>
                  <a:pt x="4351092" y="1873679"/>
                </a:lnTo>
                <a:lnTo>
                  <a:pt x="4387656" y="1853639"/>
                </a:lnTo>
                <a:lnTo>
                  <a:pt x="4424219" y="1832520"/>
                </a:lnTo>
                <a:lnTo>
                  <a:pt x="4460783" y="1810227"/>
                </a:lnTo>
                <a:lnTo>
                  <a:pt x="4497347" y="1786652"/>
                </a:lnTo>
                <a:lnTo>
                  <a:pt x="4533911" y="1761673"/>
                </a:lnTo>
                <a:lnTo>
                  <a:pt x="4570475" y="1735151"/>
                </a:lnTo>
                <a:lnTo>
                  <a:pt x="4607038" y="1706928"/>
                </a:lnTo>
                <a:lnTo>
                  <a:pt x="4643602" y="1676820"/>
                </a:lnTo>
                <a:lnTo>
                  <a:pt x="4680166" y="1644617"/>
                </a:lnTo>
                <a:lnTo>
                  <a:pt x="4716730" y="1610070"/>
                </a:lnTo>
                <a:lnTo>
                  <a:pt x="4753294" y="1572890"/>
                </a:lnTo>
                <a:lnTo>
                  <a:pt x="4789857" y="1532735"/>
                </a:lnTo>
                <a:lnTo>
                  <a:pt x="4826421" y="1489197"/>
                </a:lnTo>
                <a:lnTo>
                  <a:pt x="4862985" y="1441783"/>
                </a:lnTo>
                <a:lnTo>
                  <a:pt x="4899549" y="1389896"/>
                </a:lnTo>
                <a:lnTo>
                  <a:pt x="4936113" y="1332800"/>
                </a:lnTo>
                <a:lnTo>
                  <a:pt x="4972676" y="1269579"/>
                </a:lnTo>
                <a:lnTo>
                  <a:pt x="5009240" y="1199072"/>
                </a:lnTo>
                <a:lnTo>
                  <a:pt x="5045804" y="1119788"/>
                </a:lnTo>
                <a:lnTo>
                  <a:pt x="5082368" y="1029765"/>
                </a:lnTo>
                <a:lnTo>
                  <a:pt x="5118932" y="926374"/>
                </a:lnTo>
                <a:lnTo>
                  <a:pt x="5155495" y="805980"/>
                </a:lnTo>
                <a:lnTo>
                  <a:pt x="5192059" y="663402"/>
                </a:lnTo>
                <a:lnTo>
                  <a:pt x="5228623" y="490935"/>
                </a:lnTo>
                <a:lnTo>
                  <a:pt x="5265187" y="276526"/>
                </a:lnTo>
                <a:lnTo>
                  <a:pt x="5301751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C1-E17 text 32" descr="sci-ppt:o032"/>
          <p:cNvSpPr txBox="1"/>
          <p:nvPr/>
        </p:nvSpPr>
        <p:spPr>
          <a:xfrm>
            <a:off x="1536192" y="1569720"/>
            <a:ext cx="31089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area = B(5/6, 1/2) = 2.2405</a:t>
            </a:r>
          </a:p>
        </p:txBody>
      </p:sp>
      <p:sp>
        <p:nvSpPr>
          <p:cNvPr id="35" name="C1-E17 text 33" descr="sci-ppt:o033"/>
          <p:cNvSpPr txBox="1"/>
          <p:nvPr/>
        </p:nvSpPr>
        <p:spPr>
          <a:xfrm>
            <a:off x="1152144" y="2901696"/>
            <a:ext cx="146304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mild q^(−1/6)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spike at 0</a:t>
            </a:r>
          </a:p>
        </p:txBody>
      </p:sp>
      <p:sp>
        <p:nvSpPr>
          <p:cNvPr id="36" name="C1-E17 text 34" descr="sci-ppt:o034"/>
          <p:cNvSpPr txBox="1"/>
          <p:nvPr/>
        </p:nvSpPr>
        <p:spPr>
          <a:xfrm>
            <a:off x="4005072" y="2670048"/>
            <a:ext cx="1828800" cy="40208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sharp (1 − q)^(−1/2)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spike at 1</a:t>
            </a:r>
          </a:p>
        </p:txBody>
      </p:sp>
      <p:cxnSp>
        <p:nvCxnSpPr>
          <p:cNvPr id="37" name="C1-E17 line 35" descr="sci-ppt:o035"/>
          <p:cNvCxnSpPr/>
          <p:nvPr/>
        </p:nvCxnSpPr>
        <p:spPr>
          <a:xfrm>
            <a:off x="7406640" y="4846320"/>
            <a:ext cx="41148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8" name="C1-E17 line 36" descr="sci-ppt:o036"/>
          <p:cNvCxnSpPr/>
          <p:nvPr/>
        </p:nvCxnSpPr>
        <p:spPr>
          <a:xfrm>
            <a:off x="740664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39" name="C1-E17 line 37" descr="sci-ppt:o037"/>
          <p:cNvCxnSpPr/>
          <p:nvPr/>
        </p:nvCxnSpPr>
        <p:spPr>
          <a:xfrm>
            <a:off x="74066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1-E17 line 38" descr="sci-ppt:o038"/>
          <p:cNvCxnSpPr/>
          <p:nvPr/>
        </p:nvCxnSpPr>
        <p:spPr>
          <a:xfrm>
            <a:off x="74066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C1-E17 text 39" descr="sci-ppt:o039"/>
          <p:cNvSpPr txBox="1"/>
          <p:nvPr/>
        </p:nvSpPr>
        <p:spPr>
          <a:xfrm>
            <a:off x="69494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42" name="C1-E17 line 40" descr="sci-ppt:o040"/>
          <p:cNvCxnSpPr/>
          <p:nvPr/>
        </p:nvCxnSpPr>
        <p:spPr>
          <a:xfrm>
            <a:off x="94640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3" name="C1-E17 line 41" descr="sci-ppt:o041"/>
          <p:cNvCxnSpPr/>
          <p:nvPr/>
        </p:nvCxnSpPr>
        <p:spPr>
          <a:xfrm>
            <a:off x="94640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4" name="C1-E17 text 42" descr="sci-ppt:o042"/>
          <p:cNvSpPr txBox="1"/>
          <p:nvPr/>
        </p:nvSpPr>
        <p:spPr>
          <a:xfrm>
            <a:off x="90068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45" name="C1-E17 line 43" descr="sci-ppt:o043"/>
          <p:cNvCxnSpPr/>
          <p:nvPr/>
        </p:nvCxnSpPr>
        <p:spPr>
          <a:xfrm>
            <a:off x="115214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6" name="C1-E17 line 44" descr="sci-ppt:o044"/>
          <p:cNvCxnSpPr/>
          <p:nvPr/>
        </p:nvCxnSpPr>
        <p:spPr>
          <a:xfrm>
            <a:off x="115214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7" name="C1-E17 text 45" descr="sci-ppt:o045"/>
          <p:cNvSpPr txBox="1"/>
          <p:nvPr/>
        </p:nvSpPr>
        <p:spPr>
          <a:xfrm>
            <a:off x="110642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48" name="C1-E17 line 46" descr="sci-ppt:o046"/>
          <p:cNvCxnSpPr/>
          <p:nvPr/>
        </p:nvCxnSpPr>
        <p:spPr>
          <a:xfrm>
            <a:off x="7342631" y="484632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9" name="C1-E17 line 47" descr="sci-ppt:o047"/>
          <p:cNvCxnSpPr/>
          <p:nvPr/>
        </p:nvCxnSpPr>
        <p:spPr>
          <a:xfrm>
            <a:off x="7342631" y="310896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0" name="C1-E17 line 48" descr="sci-ppt:o048"/>
          <p:cNvCxnSpPr/>
          <p:nvPr/>
        </p:nvCxnSpPr>
        <p:spPr>
          <a:xfrm>
            <a:off x="7406640" y="3108960"/>
            <a:ext cx="4114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1" name="C1-E17 text 49" descr="sci-ppt:o049"/>
          <p:cNvSpPr txBox="1"/>
          <p:nvPr/>
        </p:nvSpPr>
        <p:spPr>
          <a:xfrm>
            <a:off x="6537959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52" name="C1-E17 line 50" descr="sci-ppt:o050"/>
          <p:cNvCxnSpPr/>
          <p:nvPr/>
        </p:nvCxnSpPr>
        <p:spPr>
          <a:xfrm>
            <a:off x="7342631" y="1371600"/>
            <a:ext cx="64009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53" name="C1-E17 line 51" descr="sci-ppt:o051"/>
          <p:cNvCxnSpPr/>
          <p:nvPr/>
        </p:nvCxnSpPr>
        <p:spPr>
          <a:xfrm>
            <a:off x="7406640" y="1371600"/>
            <a:ext cx="41148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54" name="C1-E17 text 52" descr="sci-ppt:o052"/>
          <p:cNvSpPr txBox="1"/>
          <p:nvPr/>
        </p:nvSpPr>
        <p:spPr>
          <a:xfrm>
            <a:off x="6537959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55" name="C1-E17 text 53" descr="sci-ppt:o053"/>
          <p:cNvSpPr txBox="1"/>
          <p:nvPr/>
        </p:nvSpPr>
        <p:spPr>
          <a:xfrm>
            <a:off x="7406640" y="5129783"/>
            <a:ext cx="4114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x = R / Rₘₐₓ</a:t>
            </a:r>
          </a:p>
        </p:txBody>
      </p:sp>
      <p:sp>
        <p:nvSpPr>
          <p:cNvPr id="56" name="C1-E17 text 54" descr="sci-ppt:o054"/>
          <p:cNvSpPr txBox="1"/>
          <p:nvPr/>
        </p:nvSpPr>
        <p:spPr>
          <a:xfrm>
            <a:off x="6858000" y="1024128"/>
            <a:ext cx="4114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q = x³</a:t>
            </a:r>
          </a:p>
        </p:txBody>
      </p:sp>
      <p:sp>
        <p:nvSpPr>
          <p:cNvPr id="57" name="C1-E17 polygon 55" descr="sci-ppt:o055"/>
          <p:cNvSpPr/>
          <p:nvPr/>
        </p:nvSpPr>
        <p:spPr>
          <a:xfrm>
            <a:off x="7406640" y="1371600"/>
            <a:ext cx="4114800" cy="3474720"/>
          </a:xfrm>
          <a:custGeom>
            <a:avLst/>
            <a:gdLst/>
            <a:ahLst/>
            <a:cxnLst/>
            <a:rect l="l" t="t" r="r" b="b"/>
            <a:pathLst>
              <a:path w="4114800" h="3474720">
                <a:moveTo>
                  <a:pt x="0" y="3474720"/>
                </a:moveTo>
                <a:lnTo>
                  <a:pt x="41563" y="3474716"/>
                </a:lnTo>
                <a:lnTo>
                  <a:pt x="83127" y="3474691"/>
                </a:lnTo>
                <a:lnTo>
                  <a:pt x="124690" y="3474623"/>
                </a:lnTo>
                <a:lnTo>
                  <a:pt x="166254" y="3474490"/>
                </a:lnTo>
                <a:lnTo>
                  <a:pt x="207818" y="3474272"/>
                </a:lnTo>
                <a:lnTo>
                  <a:pt x="249381" y="3473946"/>
                </a:lnTo>
                <a:lnTo>
                  <a:pt x="290945" y="3473491"/>
                </a:lnTo>
                <a:lnTo>
                  <a:pt x="332509" y="3472886"/>
                </a:lnTo>
                <a:lnTo>
                  <a:pt x="374072" y="3472109"/>
                </a:lnTo>
                <a:lnTo>
                  <a:pt x="415636" y="3471138"/>
                </a:lnTo>
                <a:lnTo>
                  <a:pt x="457200" y="3469953"/>
                </a:lnTo>
                <a:lnTo>
                  <a:pt x="498763" y="3468531"/>
                </a:lnTo>
                <a:lnTo>
                  <a:pt x="540327" y="3466852"/>
                </a:lnTo>
                <a:lnTo>
                  <a:pt x="581890" y="3464893"/>
                </a:lnTo>
                <a:lnTo>
                  <a:pt x="623454" y="3462633"/>
                </a:lnTo>
                <a:lnTo>
                  <a:pt x="665018" y="3460051"/>
                </a:lnTo>
                <a:lnTo>
                  <a:pt x="706581" y="3457126"/>
                </a:lnTo>
                <a:lnTo>
                  <a:pt x="748145" y="3453835"/>
                </a:lnTo>
                <a:lnTo>
                  <a:pt x="789709" y="3450157"/>
                </a:lnTo>
                <a:lnTo>
                  <a:pt x="831272" y="3446071"/>
                </a:lnTo>
                <a:lnTo>
                  <a:pt x="872836" y="3441555"/>
                </a:lnTo>
                <a:lnTo>
                  <a:pt x="914400" y="3436588"/>
                </a:lnTo>
                <a:lnTo>
                  <a:pt x="955963" y="3431148"/>
                </a:lnTo>
                <a:lnTo>
                  <a:pt x="997527" y="3425215"/>
                </a:lnTo>
                <a:lnTo>
                  <a:pt x="1039090" y="3418765"/>
                </a:lnTo>
                <a:lnTo>
                  <a:pt x="1080654" y="3411778"/>
                </a:lnTo>
                <a:lnTo>
                  <a:pt x="1122218" y="3404233"/>
                </a:lnTo>
                <a:lnTo>
                  <a:pt x="1163781" y="3396108"/>
                </a:lnTo>
                <a:lnTo>
                  <a:pt x="1205345" y="3387380"/>
                </a:lnTo>
                <a:lnTo>
                  <a:pt x="1246909" y="3378030"/>
                </a:lnTo>
                <a:lnTo>
                  <a:pt x="1288472" y="3368035"/>
                </a:lnTo>
                <a:lnTo>
                  <a:pt x="1330036" y="3357375"/>
                </a:lnTo>
                <a:lnTo>
                  <a:pt x="1371600" y="3346026"/>
                </a:lnTo>
                <a:lnTo>
                  <a:pt x="1413163" y="3333969"/>
                </a:lnTo>
                <a:lnTo>
                  <a:pt x="1454727" y="3321181"/>
                </a:lnTo>
                <a:lnTo>
                  <a:pt x="1496290" y="3307641"/>
                </a:lnTo>
                <a:lnTo>
                  <a:pt x="1537854" y="3293327"/>
                </a:lnTo>
                <a:lnTo>
                  <a:pt x="1579418" y="3278218"/>
                </a:lnTo>
                <a:lnTo>
                  <a:pt x="1620981" y="3262293"/>
                </a:lnTo>
                <a:lnTo>
                  <a:pt x="1662545" y="3245530"/>
                </a:lnTo>
                <a:lnTo>
                  <a:pt x="1704109" y="3227908"/>
                </a:lnTo>
                <a:lnTo>
                  <a:pt x="1745672" y="3209404"/>
                </a:lnTo>
                <a:lnTo>
                  <a:pt x="1787236" y="3189998"/>
                </a:lnTo>
                <a:lnTo>
                  <a:pt x="1828800" y="3169669"/>
                </a:lnTo>
                <a:lnTo>
                  <a:pt x="1870363" y="3148393"/>
                </a:lnTo>
                <a:lnTo>
                  <a:pt x="1911927" y="3126151"/>
                </a:lnTo>
                <a:lnTo>
                  <a:pt x="1953490" y="3102921"/>
                </a:lnTo>
                <a:lnTo>
                  <a:pt x="1995054" y="3078681"/>
                </a:lnTo>
                <a:lnTo>
                  <a:pt x="2036618" y="3053409"/>
                </a:lnTo>
                <a:lnTo>
                  <a:pt x="2078181" y="3027084"/>
                </a:lnTo>
                <a:lnTo>
                  <a:pt x="2119745" y="2999685"/>
                </a:lnTo>
                <a:lnTo>
                  <a:pt x="2161309" y="2971191"/>
                </a:lnTo>
                <a:lnTo>
                  <a:pt x="2202872" y="2941579"/>
                </a:lnTo>
                <a:lnTo>
                  <a:pt x="2244436" y="2910828"/>
                </a:lnTo>
                <a:lnTo>
                  <a:pt x="2286000" y="2878917"/>
                </a:lnTo>
                <a:lnTo>
                  <a:pt x="2327563" y="2845824"/>
                </a:lnTo>
                <a:lnTo>
                  <a:pt x="2369127" y="2811528"/>
                </a:lnTo>
                <a:lnTo>
                  <a:pt x="2410690" y="2776007"/>
                </a:lnTo>
                <a:lnTo>
                  <a:pt x="2452254" y="2739241"/>
                </a:lnTo>
                <a:lnTo>
                  <a:pt x="2493818" y="2701206"/>
                </a:lnTo>
                <a:lnTo>
                  <a:pt x="2535381" y="2661882"/>
                </a:lnTo>
                <a:lnTo>
                  <a:pt x="2576945" y="2621247"/>
                </a:lnTo>
                <a:lnTo>
                  <a:pt x="2618509" y="2579281"/>
                </a:lnTo>
                <a:lnTo>
                  <a:pt x="2660072" y="2535960"/>
                </a:lnTo>
                <a:lnTo>
                  <a:pt x="2701636" y="2491265"/>
                </a:lnTo>
                <a:lnTo>
                  <a:pt x="2743200" y="2445173"/>
                </a:lnTo>
                <a:lnTo>
                  <a:pt x="2784763" y="2397663"/>
                </a:lnTo>
                <a:lnTo>
                  <a:pt x="2826327" y="2348713"/>
                </a:lnTo>
                <a:lnTo>
                  <a:pt x="2867890" y="2298302"/>
                </a:lnTo>
                <a:lnTo>
                  <a:pt x="2909454" y="2246408"/>
                </a:lnTo>
                <a:lnTo>
                  <a:pt x="2951018" y="2193011"/>
                </a:lnTo>
                <a:lnTo>
                  <a:pt x="2992581" y="2138088"/>
                </a:lnTo>
                <a:lnTo>
                  <a:pt x="3034145" y="2081618"/>
                </a:lnTo>
                <a:lnTo>
                  <a:pt x="3075709" y="2023579"/>
                </a:lnTo>
                <a:lnTo>
                  <a:pt x="3117272" y="1963951"/>
                </a:lnTo>
                <a:lnTo>
                  <a:pt x="3158836" y="1902711"/>
                </a:lnTo>
                <a:lnTo>
                  <a:pt x="3200400" y="1839838"/>
                </a:lnTo>
                <a:lnTo>
                  <a:pt x="3241963" y="1775310"/>
                </a:lnTo>
                <a:lnTo>
                  <a:pt x="3283527" y="1709107"/>
                </a:lnTo>
                <a:lnTo>
                  <a:pt x="3325090" y="1641206"/>
                </a:lnTo>
                <a:lnTo>
                  <a:pt x="3366654" y="1571586"/>
                </a:lnTo>
                <a:lnTo>
                  <a:pt x="3408218" y="1500226"/>
                </a:lnTo>
                <a:lnTo>
                  <a:pt x="3449781" y="1427104"/>
                </a:lnTo>
                <a:lnTo>
                  <a:pt x="3491345" y="1352198"/>
                </a:lnTo>
                <a:lnTo>
                  <a:pt x="3532909" y="1275488"/>
                </a:lnTo>
                <a:lnTo>
                  <a:pt x="3574472" y="1196951"/>
                </a:lnTo>
                <a:lnTo>
                  <a:pt x="3616036" y="1116566"/>
                </a:lnTo>
                <a:lnTo>
                  <a:pt x="3657600" y="1034313"/>
                </a:lnTo>
                <a:lnTo>
                  <a:pt x="3699163" y="950168"/>
                </a:lnTo>
                <a:lnTo>
                  <a:pt x="3740727" y="864111"/>
                </a:lnTo>
                <a:lnTo>
                  <a:pt x="3782290" y="776120"/>
                </a:lnTo>
                <a:lnTo>
                  <a:pt x="3823854" y="686174"/>
                </a:lnTo>
                <a:lnTo>
                  <a:pt x="3865418" y="594251"/>
                </a:lnTo>
                <a:lnTo>
                  <a:pt x="3906981" y="500330"/>
                </a:lnTo>
                <a:lnTo>
                  <a:pt x="3948545" y="404390"/>
                </a:lnTo>
                <a:lnTo>
                  <a:pt x="3990109" y="306408"/>
                </a:lnTo>
                <a:lnTo>
                  <a:pt x="4031672" y="206363"/>
                </a:lnTo>
                <a:lnTo>
                  <a:pt x="4073236" y="104234"/>
                </a:lnTo>
                <a:lnTo>
                  <a:pt x="4114800" y="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8" name="C1-E17 line 56" descr="sci-ppt:o056"/>
          <p:cNvCxnSpPr/>
          <p:nvPr/>
        </p:nvCxnSpPr>
        <p:spPr>
          <a:xfrm flipV="1">
            <a:off x="7406640" y="1371600"/>
            <a:ext cx="4114800" cy="3474720"/>
          </a:xfrm>
          <a:prstGeom prst="line">
            <a:avLst/>
          </a:prstGeom>
          <a:ln w="15240">
            <a:solidFill>
              <a:srgbClr val="2E4756"/>
            </a:solidFill>
            <a:prstDash val="dash"/>
          </a:ln>
          <a:effectLst/>
        </p:spPr>
      </p:cxnSp>
      <p:sp>
        <p:nvSpPr>
          <p:cNvPr id="59" name="C1-E17 text 57" descr="sci-ppt:o057"/>
          <p:cNvSpPr txBox="1"/>
          <p:nvPr/>
        </p:nvSpPr>
        <p:spPr>
          <a:xfrm>
            <a:off x="7891271" y="1801367"/>
            <a:ext cx="23774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EDBD4"/>
                </a:solidFill>
                <a:latin typeface="Arial"/>
              </a:rPr>
              <a:t>dx = (1/3) q^(−2/3) dq</a:t>
            </a:r>
          </a:p>
        </p:txBody>
      </p:sp>
      <p:sp>
        <p:nvSpPr>
          <p:cNvPr id="60" name="C1-E17 text 58" descr="sci-ppt:o058"/>
          <p:cNvSpPr txBox="1"/>
          <p:nvPr/>
        </p:nvSpPr>
        <p:spPr>
          <a:xfrm>
            <a:off x="914400" y="5733288"/>
            <a:ext cx="1097280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Cₜ = (1/√6) B(5/6, 1/2) = 2.2405/√6 = 0.9146813565…</a:t>
            </a:r>
          </a:p>
        </p:txBody>
      </p:sp>
      <p:sp>
        <p:nvSpPr>
          <p:cNvPr id="61" name="C1-E17 text 59" descr="sci-ppt:o059"/>
          <p:cNvSpPr txBox="1"/>
          <p:nvPr/>
        </p:nvSpPr>
        <p:spPr>
          <a:xfrm>
            <a:off x="914400" y="6126480"/>
            <a:ext cx="10972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cube-law change of variable turns the collapse integral into a standard beta integral with known value.</a:t>
            </a:r>
          </a:p>
        </p:txBody>
      </p:sp>
      <p:sp>
        <p:nvSpPr>
          <p:cNvPr id="62" name="C1-E17 text 60" descr="sci-ppt:o060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B(a, b) = ∫ q^(a−1)(1 − q)^(b−1) dq for a, b &gt; 0 (Eq. C1-E17).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