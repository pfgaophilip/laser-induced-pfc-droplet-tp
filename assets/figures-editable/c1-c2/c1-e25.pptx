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C1-E25 | Physical-variable diagram</a:t>
            </a:r>
          </a:p>
        </p:txBody>
      </p:sp>
      <p:sp>
        <p:nvSpPr>
          <p:cNvPr id="3" name="rect2" descr="sci-ppt:C1-E25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5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5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5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5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5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5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5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5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 = 0.60 MPa</a:t>
            </a:r>
          </a:p>
        </p:txBody>
      </p:sp>
      <p:sp>
        <p:nvSpPr>
          <p:cNvPr id="12" name="text11" descr="sci-ppt:C1-E25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Π₀ = 0.30 Pa s</a:t>
            </a:r>
          </a:p>
        </p:txBody>
      </p:sp>
      <p:sp>
        <p:nvSpPr>
          <p:cNvPr id="13" name="text12" descr="sci-ppt:C1-E25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 = 100 μm</a:t>
            </a:r>
          </a:p>
        </p:txBody>
      </p:sp>
      <p:sp>
        <p:nvSpPr>
          <p:cNvPr id="14" name="text13" descr="sci-ppt:C1-E25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</a:t>
            </a:r>
          </a:p>
        </p:txBody>
      </p:sp>
      <p:sp>
        <p:nvSpPr>
          <p:cNvPr id="15" name="text14" descr="sci-ppt:C1-E25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ν</a:t>
            </a:r>
          </a:p>
        </p:txBody>
      </p:sp>
      <p:sp>
        <p:nvSpPr>
          <p:cNvPr id="16" name="text15" descr="sci-ppt:C1-E25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 = 0.50 μs</a:t>
            </a:r>
          </a:p>
        </p:txBody>
      </p:sp>
      <p:sp>
        <p:nvSpPr>
          <p:cNvPr id="17" name="text16" descr="sci-ppt:C1-E25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8" name="text17" descr="sci-ppt:C1-E25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= 3.0 m/s</a:t>
            </a:r>
          </a:p>
        </p:txBody>
      </p:sp>
      <p:sp>
        <p:nvSpPr>
          <p:cNvPr id="19" name="text18" descr="sci-ppt:C1-E25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ta = L/c</a:t>
            </a:r>
          </a:p>
        </p:txBody>
      </p:sp>
      <p:sp>
        <p:nvSpPr>
          <p:cNvPr id="20" name="text19" descr="sci-ppt:C1-E25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Small bulk residual scales support the ideal column approximation</a:t>
            </a:r>
          </a:p>
        </p:txBody>
      </p:sp>
      <p:sp>
        <p:nvSpPr>
          <p:cNvPr id="21" name="text20" descr="sci-ppt:C1-E25-020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Many sound crossings are not a guarantee of correct pressure geometry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