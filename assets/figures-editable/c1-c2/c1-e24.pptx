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C1-E24 | Physical-variable diagram</a:t>
            </a:r>
          </a:p>
        </p:txBody>
      </p:sp>
      <p:sp>
        <p:nvSpPr>
          <p:cNvPr id="3" name="rect2" descr="sci-ppt:C1-E24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4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4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4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4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4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4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4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4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z = 0: Π₀</a:t>
            </a:r>
          </a:p>
        </p:txBody>
      </p:sp>
      <p:sp>
        <p:nvSpPr>
          <p:cNvPr id="12" name="text11" descr="sci-ppt:C1-E24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3" name="text12" descr="sci-ppt:C1-E24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A₀ = Π₀</a:t>
            </a:r>
          </a:p>
        </p:txBody>
      </p:sp>
      <p:sp>
        <p:nvSpPr>
          <p:cNvPr id="14" name="text13" descr="sci-ppt:C1-E24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5" name="text14" descr="sci-ppt:C1-E24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z = L: Π = 0</a:t>
            </a:r>
          </a:p>
        </p:txBody>
      </p:sp>
      <p:sp>
        <p:nvSpPr>
          <p:cNvPr id="16" name="text15" descr="sci-ppt:C1-E24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Π(z)</a:t>
            </a:r>
          </a:p>
        </p:txBody>
      </p:sp>
      <p:sp>
        <p:nvSpPr>
          <p:cNvPr id="17" name="text16" descr="sci-ppt:C1-E24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A₁ = −Π₀/L</a:t>
            </a:r>
          </a:p>
        </p:txBody>
      </p:sp>
      <p:sp>
        <p:nvSpPr>
          <p:cNvPr id="18" name="text17" descr="sci-ppt:C1-E24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Δuz → outlet</a:t>
            </a:r>
          </a:p>
        </p:txBody>
      </p:sp>
      <p:sp>
        <p:nvSpPr>
          <p:cNvPr id="19" name="text18" descr="sci-ppt:C1-E24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fixed side walls do not change normal velocity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