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2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C2-E04 · Temporal profile definition</a:t>
            </a:r>
          </a:p>
        </p:txBody>
      </p:sp>
      <p:cxnSp>
        <p:nvCxnSpPr>
          <p:cNvPr id="3" name="C2-E04 line 1" descr="sci-ppt:o001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2-E0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2-E04 line 3" descr="sci-ppt:o003"/>
          <p:cNvCxnSpPr/>
          <p:nvPr/>
        </p:nvCxnSpPr>
        <p:spPr>
          <a:xfrm>
            <a:off x="198119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2-E04 line 4" descr="sci-ppt:o004"/>
          <p:cNvCxnSpPr/>
          <p:nvPr/>
        </p:nvCxnSpPr>
        <p:spPr>
          <a:xfrm>
            <a:off x="198119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2-E04 text 5" descr="sci-ppt:o005"/>
          <p:cNvSpPr txBox="1"/>
          <p:nvPr/>
        </p:nvSpPr>
        <p:spPr>
          <a:xfrm>
            <a:off x="152399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2-E04 line 6" descr="sci-ppt:o006"/>
          <p:cNvCxnSpPr/>
          <p:nvPr/>
        </p:nvCxnSpPr>
        <p:spPr>
          <a:xfrm>
            <a:off x="4114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2-E04 line 7" descr="sci-ppt:o007"/>
          <p:cNvCxnSpPr/>
          <p:nvPr/>
        </p:nvCxnSpPr>
        <p:spPr>
          <a:xfrm>
            <a:off x="4114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2-E04 text 8" descr="sci-ppt:o008"/>
          <p:cNvSpPr txBox="1"/>
          <p:nvPr/>
        </p:nvSpPr>
        <p:spPr>
          <a:xfrm>
            <a:off x="3657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2-E04 line 9" descr="sci-ppt:o009"/>
          <p:cNvCxnSpPr/>
          <p:nvPr/>
        </p:nvCxnSpPr>
        <p:spPr>
          <a:xfrm>
            <a:off x="6248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2-E04 line 10" descr="sci-ppt:o010"/>
          <p:cNvCxnSpPr/>
          <p:nvPr/>
        </p:nvCxnSpPr>
        <p:spPr>
          <a:xfrm>
            <a:off x="6248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2-E04 text 11" descr="sci-ppt:o011"/>
          <p:cNvSpPr txBox="1"/>
          <p:nvPr/>
        </p:nvSpPr>
        <p:spPr>
          <a:xfrm>
            <a:off x="5791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2-E04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2-E04 line 13" descr="sci-ppt:o013"/>
          <p:cNvCxnSpPr/>
          <p:nvPr/>
        </p:nvCxnSpPr>
        <p:spPr>
          <a:xfrm>
            <a:off x="914400" y="50292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2-E04 text 14" descr="sci-ppt:o014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17" name="C2-E04 line 15" descr="sci-ppt:o015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2-E04 line 16" descr="sci-ppt:o016"/>
          <p:cNvCxnSpPr/>
          <p:nvPr/>
        </p:nvCxnSpPr>
        <p:spPr>
          <a:xfrm>
            <a:off x="914400" y="32004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2-E04 text 17" descr="sci-ppt:o017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2-E04 line 18" descr="sci-ppt:o01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2-E04 line 19" descr="sci-ppt:o019"/>
          <p:cNvCxnSpPr/>
          <p:nvPr/>
        </p:nvCxnSpPr>
        <p:spPr>
          <a:xfrm>
            <a:off x="914400" y="137160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2-E04 text 20" descr="sci-ppt:o02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3" name="C2-E04 text 21" descr="sci-ppt:o021"/>
          <p:cNvSpPr txBox="1"/>
          <p:nvPr/>
        </p:nvSpPr>
        <p:spPr>
          <a:xfrm>
            <a:off x="914400" y="531266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/ τ_L</a:t>
            </a:r>
          </a:p>
        </p:txBody>
      </p:sp>
      <p:sp>
        <p:nvSpPr>
          <p:cNvPr id="24" name="C2-E04 text 22" descr="sci-ppt:o022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f(t)  (1/τ_L)</a:t>
            </a:r>
          </a:p>
        </p:txBody>
      </p:sp>
      <p:sp>
        <p:nvSpPr>
          <p:cNvPr id="25" name="C2-E04 polygon 23" descr="sci-ppt:o023"/>
          <p:cNvSpPr/>
          <p:nvPr/>
        </p:nvSpPr>
        <p:spPr>
          <a:xfrm>
            <a:off x="-152399" y="1371600"/>
            <a:ext cx="8534399" cy="3657600"/>
          </a:xfrm>
          <a:custGeom>
            <a:avLst/>
            <a:gdLst/>
            <a:ahLst/>
            <a:cxnLst/>
            <a:rect l="l" t="t" r="r" b="b"/>
            <a:pathLst>
              <a:path w="8534399" h="3657600">
                <a:moveTo>
                  <a:pt x="0" y="3657600"/>
                </a:moveTo>
                <a:lnTo>
                  <a:pt x="10681" y="3657600"/>
                </a:lnTo>
                <a:lnTo>
                  <a:pt x="21362" y="3657600"/>
                </a:lnTo>
                <a:lnTo>
                  <a:pt x="32044" y="3657600"/>
                </a:lnTo>
                <a:lnTo>
                  <a:pt x="42725" y="3657600"/>
                </a:lnTo>
                <a:lnTo>
                  <a:pt x="53406" y="3657600"/>
                </a:lnTo>
                <a:lnTo>
                  <a:pt x="64088" y="3657600"/>
                </a:lnTo>
                <a:lnTo>
                  <a:pt x="74769" y="3657600"/>
                </a:lnTo>
                <a:lnTo>
                  <a:pt x="85450" y="3657600"/>
                </a:lnTo>
                <a:lnTo>
                  <a:pt x="96132" y="3657600"/>
                </a:lnTo>
                <a:lnTo>
                  <a:pt x="106813" y="3657600"/>
                </a:lnTo>
                <a:lnTo>
                  <a:pt x="117494" y="3657600"/>
                </a:lnTo>
                <a:lnTo>
                  <a:pt x="128176" y="3657600"/>
                </a:lnTo>
                <a:lnTo>
                  <a:pt x="138857" y="3657600"/>
                </a:lnTo>
                <a:lnTo>
                  <a:pt x="149538" y="3657600"/>
                </a:lnTo>
                <a:lnTo>
                  <a:pt x="160219" y="3657600"/>
                </a:lnTo>
                <a:lnTo>
                  <a:pt x="170900" y="3657600"/>
                </a:lnTo>
                <a:lnTo>
                  <a:pt x="181581" y="3657600"/>
                </a:lnTo>
                <a:lnTo>
                  <a:pt x="192263" y="3657600"/>
                </a:lnTo>
                <a:lnTo>
                  <a:pt x="202944" y="3657600"/>
                </a:lnTo>
                <a:lnTo>
                  <a:pt x="213626" y="3657600"/>
                </a:lnTo>
                <a:lnTo>
                  <a:pt x="224307" y="3657600"/>
                </a:lnTo>
                <a:lnTo>
                  <a:pt x="234988" y="3657600"/>
                </a:lnTo>
                <a:lnTo>
                  <a:pt x="245670" y="3657600"/>
                </a:lnTo>
                <a:lnTo>
                  <a:pt x="256351" y="3657600"/>
                </a:lnTo>
                <a:lnTo>
                  <a:pt x="267032" y="3657600"/>
                </a:lnTo>
                <a:lnTo>
                  <a:pt x="277714" y="3657600"/>
                </a:lnTo>
                <a:lnTo>
                  <a:pt x="288395" y="3657600"/>
                </a:lnTo>
                <a:lnTo>
                  <a:pt x="299076" y="3657600"/>
                </a:lnTo>
                <a:lnTo>
                  <a:pt x="309758" y="3657600"/>
                </a:lnTo>
                <a:lnTo>
                  <a:pt x="320439" y="3657600"/>
                </a:lnTo>
                <a:lnTo>
                  <a:pt x="331120" y="3657600"/>
                </a:lnTo>
                <a:lnTo>
                  <a:pt x="341802" y="3657600"/>
                </a:lnTo>
                <a:lnTo>
                  <a:pt x="352483" y="3657600"/>
                </a:lnTo>
                <a:lnTo>
                  <a:pt x="363164" y="3657600"/>
                </a:lnTo>
                <a:lnTo>
                  <a:pt x="373846" y="3657600"/>
                </a:lnTo>
                <a:lnTo>
                  <a:pt x="384527" y="3657600"/>
                </a:lnTo>
                <a:lnTo>
                  <a:pt x="395209" y="3657600"/>
                </a:lnTo>
                <a:lnTo>
                  <a:pt x="405890" y="3657600"/>
                </a:lnTo>
                <a:lnTo>
                  <a:pt x="416571" y="3657600"/>
                </a:lnTo>
                <a:lnTo>
                  <a:pt x="427253" y="3657600"/>
                </a:lnTo>
                <a:lnTo>
                  <a:pt x="437934" y="3657600"/>
                </a:lnTo>
                <a:lnTo>
                  <a:pt x="448615" y="3657600"/>
                </a:lnTo>
                <a:lnTo>
                  <a:pt x="459297" y="3657600"/>
                </a:lnTo>
                <a:lnTo>
                  <a:pt x="469978" y="3657600"/>
                </a:lnTo>
                <a:lnTo>
                  <a:pt x="480659" y="3657600"/>
                </a:lnTo>
                <a:lnTo>
                  <a:pt x="491341" y="3657600"/>
                </a:lnTo>
                <a:lnTo>
                  <a:pt x="502022" y="3657600"/>
                </a:lnTo>
                <a:lnTo>
                  <a:pt x="512703" y="3657600"/>
                </a:lnTo>
                <a:lnTo>
                  <a:pt x="523385" y="3657600"/>
                </a:lnTo>
                <a:lnTo>
                  <a:pt x="534066" y="3657600"/>
                </a:lnTo>
                <a:lnTo>
                  <a:pt x="544747" y="3657600"/>
                </a:lnTo>
                <a:lnTo>
                  <a:pt x="555429" y="3657600"/>
                </a:lnTo>
                <a:lnTo>
                  <a:pt x="566110" y="3657600"/>
                </a:lnTo>
                <a:lnTo>
                  <a:pt x="576791" y="3657600"/>
                </a:lnTo>
                <a:lnTo>
                  <a:pt x="587473" y="3657600"/>
                </a:lnTo>
                <a:lnTo>
                  <a:pt x="598154" y="3657600"/>
                </a:lnTo>
                <a:lnTo>
                  <a:pt x="608836" y="3657600"/>
                </a:lnTo>
                <a:lnTo>
                  <a:pt x="619517" y="3657600"/>
                </a:lnTo>
                <a:lnTo>
                  <a:pt x="630198" y="3657600"/>
                </a:lnTo>
                <a:lnTo>
                  <a:pt x="640880" y="3657600"/>
                </a:lnTo>
                <a:lnTo>
                  <a:pt x="651561" y="3657600"/>
                </a:lnTo>
                <a:lnTo>
                  <a:pt x="662242" y="3657600"/>
                </a:lnTo>
                <a:lnTo>
                  <a:pt x="672924" y="3657600"/>
                </a:lnTo>
                <a:lnTo>
                  <a:pt x="683605" y="3657600"/>
                </a:lnTo>
                <a:lnTo>
                  <a:pt x="694286" y="3657600"/>
                </a:lnTo>
                <a:lnTo>
                  <a:pt x="704968" y="3657600"/>
                </a:lnTo>
                <a:lnTo>
                  <a:pt x="715649" y="3657600"/>
                </a:lnTo>
                <a:lnTo>
                  <a:pt x="726330" y="3657600"/>
                </a:lnTo>
                <a:lnTo>
                  <a:pt x="737012" y="3657600"/>
                </a:lnTo>
                <a:lnTo>
                  <a:pt x="747693" y="3657600"/>
                </a:lnTo>
                <a:lnTo>
                  <a:pt x="758374" y="3657600"/>
                </a:lnTo>
                <a:lnTo>
                  <a:pt x="769056" y="3657600"/>
                </a:lnTo>
                <a:lnTo>
                  <a:pt x="779737" y="3657600"/>
                </a:lnTo>
                <a:lnTo>
                  <a:pt x="790419" y="3657600"/>
                </a:lnTo>
                <a:lnTo>
                  <a:pt x="801100" y="3657600"/>
                </a:lnTo>
                <a:lnTo>
                  <a:pt x="811781" y="3657600"/>
                </a:lnTo>
                <a:lnTo>
                  <a:pt x="822463" y="3657600"/>
                </a:lnTo>
                <a:lnTo>
                  <a:pt x="833144" y="3657600"/>
                </a:lnTo>
                <a:lnTo>
                  <a:pt x="843825" y="3657600"/>
                </a:lnTo>
                <a:lnTo>
                  <a:pt x="854507" y="3657600"/>
                </a:lnTo>
                <a:lnTo>
                  <a:pt x="865188" y="3657600"/>
                </a:lnTo>
                <a:lnTo>
                  <a:pt x="875869" y="3657600"/>
                </a:lnTo>
                <a:lnTo>
                  <a:pt x="886551" y="3657600"/>
                </a:lnTo>
                <a:lnTo>
                  <a:pt x="897232" y="3657600"/>
                </a:lnTo>
                <a:lnTo>
                  <a:pt x="907913" y="3657600"/>
                </a:lnTo>
                <a:lnTo>
                  <a:pt x="918595" y="3657600"/>
                </a:lnTo>
                <a:lnTo>
                  <a:pt x="929276" y="3657600"/>
                </a:lnTo>
                <a:lnTo>
                  <a:pt x="939957" y="3657600"/>
                </a:lnTo>
                <a:lnTo>
                  <a:pt x="950639" y="3657600"/>
                </a:lnTo>
                <a:lnTo>
                  <a:pt x="961320" y="3657600"/>
                </a:lnTo>
                <a:lnTo>
                  <a:pt x="972002" y="3657600"/>
                </a:lnTo>
                <a:lnTo>
                  <a:pt x="982683" y="3657600"/>
                </a:lnTo>
                <a:lnTo>
                  <a:pt x="993364" y="3657600"/>
                </a:lnTo>
                <a:lnTo>
                  <a:pt x="1004046" y="3657600"/>
                </a:lnTo>
                <a:lnTo>
                  <a:pt x="1014727" y="3657600"/>
                </a:lnTo>
                <a:lnTo>
                  <a:pt x="1025408" y="3657600"/>
                </a:lnTo>
                <a:lnTo>
                  <a:pt x="1036090" y="3657600"/>
                </a:lnTo>
                <a:lnTo>
                  <a:pt x="1046771" y="3657600"/>
                </a:lnTo>
                <a:lnTo>
                  <a:pt x="1057452" y="3657600"/>
                </a:lnTo>
                <a:lnTo>
                  <a:pt x="1068134" y="3657600"/>
                </a:lnTo>
                <a:lnTo>
                  <a:pt x="1078815" y="3657600"/>
                </a:lnTo>
                <a:lnTo>
                  <a:pt x="1089496" y="3657600"/>
                </a:lnTo>
                <a:lnTo>
                  <a:pt x="1100178" y="3657600"/>
                </a:lnTo>
                <a:lnTo>
                  <a:pt x="1110859" y="3657600"/>
                </a:lnTo>
                <a:lnTo>
                  <a:pt x="1121540" y="3657600"/>
                </a:lnTo>
                <a:lnTo>
                  <a:pt x="1132222" y="3657600"/>
                </a:lnTo>
                <a:lnTo>
                  <a:pt x="1142903" y="3657600"/>
                </a:lnTo>
                <a:lnTo>
                  <a:pt x="1153584" y="3657600"/>
                </a:lnTo>
                <a:lnTo>
                  <a:pt x="1164266" y="3657600"/>
                </a:lnTo>
                <a:lnTo>
                  <a:pt x="1174947" y="3657600"/>
                </a:lnTo>
                <a:lnTo>
                  <a:pt x="1185629" y="3657600"/>
                </a:lnTo>
                <a:lnTo>
                  <a:pt x="1196310" y="3657600"/>
                </a:lnTo>
                <a:lnTo>
                  <a:pt x="1206991" y="3657600"/>
                </a:lnTo>
                <a:lnTo>
                  <a:pt x="1217673" y="3657600"/>
                </a:lnTo>
                <a:lnTo>
                  <a:pt x="1228354" y="3657600"/>
                </a:lnTo>
                <a:lnTo>
                  <a:pt x="1239035" y="3657600"/>
                </a:lnTo>
                <a:lnTo>
                  <a:pt x="1249717" y="3657600"/>
                </a:lnTo>
                <a:lnTo>
                  <a:pt x="1260398" y="3657600"/>
                </a:lnTo>
                <a:lnTo>
                  <a:pt x="1271079" y="3657600"/>
                </a:lnTo>
                <a:lnTo>
                  <a:pt x="1281761" y="3657600"/>
                </a:lnTo>
                <a:lnTo>
                  <a:pt x="1292442" y="3657600"/>
                </a:lnTo>
                <a:lnTo>
                  <a:pt x="1303123" y="3657600"/>
                </a:lnTo>
                <a:lnTo>
                  <a:pt x="1313805" y="3657600"/>
                </a:lnTo>
                <a:lnTo>
                  <a:pt x="1324486" y="3657600"/>
                </a:lnTo>
                <a:lnTo>
                  <a:pt x="1335167" y="3657600"/>
                </a:lnTo>
                <a:lnTo>
                  <a:pt x="1345849" y="3657600"/>
                </a:lnTo>
                <a:lnTo>
                  <a:pt x="1356530" y="3657600"/>
                </a:lnTo>
                <a:lnTo>
                  <a:pt x="1367212" y="3657600"/>
                </a:lnTo>
                <a:lnTo>
                  <a:pt x="1377893" y="3657600"/>
                </a:lnTo>
                <a:lnTo>
                  <a:pt x="1388574" y="3657600"/>
                </a:lnTo>
                <a:lnTo>
                  <a:pt x="1399256" y="3657600"/>
                </a:lnTo>
                <a:lnTo>
                  <a:pt x="1409937" y="3657600"/>
                </a:lnTo>
                <a:lnTo>
                  <a:pt x="1420618" y="3657600"/>
                </a:lnTo>
                <a:lnTo>
                  <a:pt x="1431300" y="3657600"/>
                </a:lnTo>
                <a:lnTo>
                  <a:pt x="1441981" y="3657600"/>
                </a:lnTo>
                <a:lnTo>
                  <a:pt x="1452662" y="3657600"/>
                </a:lnTo>
                <a:lnTo>
                  <a:pt x="1463344" y="3657600"/>
                </a:lnTo>
                <a:lnTo>
                  <a:pt x="1474025" y="3657600"/>
                </a:lnTo>
                <a:lnTo>
                  <a:pt x="1484706" y="3657600"/>
                </a:lnTo>
                <a:lnTo>
                  <a:pt x="1495388" y="3657600"/>
                </a:lnTo>
                <a:lnTo>
                  <a:pt x="1506069" y="3657600"/>
                </a:lnTo>
                <a:lnTo>
                  <a:pt x="1516750" y="3657600"/>
                </a:lnTo>
                <a:lnTo>
                  <a:pt x="1527432" y="3657600"/>
                </a:lnTo>
                <a:lnTo>
                  <a:pt x="1538113" y="3657600"/>
                </a:lnTo>
                <a:lnTo>
                  <a:pt x="1548794" y="3657600"/>
                </a:lnTo>
                <a:lnTo>
                  <a:pt x="1559476" y="3657600"/>
                </a:lnTo>
                <a:lnTo>
                  <a:pt x="1570157" y="3657600"/>
                </a:lnTo>
                <a:lnTo>
                  <a:pt x="1580839" y="3657600"/>
                </a:lnTo>
                <a:lnTo>
                  <a:pt x="1591520" y="3657600"/>
                </a:lnTo>
                <a:lnTo>
                  <a:pt x="1602201" y="3657600"/>
                </a:lnTo>
                <a:lnTo>
                  <a:pt x="1612883" y="3657600"/>
                </a:lnTo>
                <a:lnTo>
                  <a:pt x="1623564" y="3657600"/>
                </a:lnTo>
                <a:lnTo>
                  <a:pt x="1634245" y="3657600"/>
                </a:lnTo>
                <a:lnTo>
                  <a:pt x="1644927" y="3657600"/>
                </a:lnTo>
                <a:lnTo>
                  <a:pt x="1655608" y="3657600"/>
                </a:lnTo>
                <a:lnTo>
                  <a:pt x="1666289" y="3657600"/>
                </a:lnTo>
                <a:lnTo>
                  <a:pt x="1676971" y="3657600"/>
                </a:lnTo>
                <a:lnTo>
                  <a:pt x="1687652" y="3657600"/>
                </a:lnTo>
                <a:lnTo>
                  <a:pt x="1698333" y="3657600"/>
                </a:lnTo>
                <a:lnTo>
                  <a:pt x="1709015" y="3657600"/>
                </a:lnTo>
                <a:lnTo>
                  <a:pt x="1719696" y="3657600"/>
                </a:lnTo>
                <a:lnTo>
                  <a:pt x="1730377" y="3657600"/>
                </a:lnTo>
                <a:lnTo>
                  <a:pt x="1741059" y="3657600"/>
                </a:lnTo>
                <a:lnTo>
                  <a:pt x="1751740" y="3657600"/>
                </a:lnTo>
                <a:lnTo>
                  <a:pt x="1762422" y="3657600"/>
                </a:lnTo>
                <a:lnTo>
                  <a:pt x="1773103" y="3657600"/>
                </a:lnTo>
                <a:lnTo>
                  <a:pt x="1783784" y="3657600"/>
                </a:lnTo>
                <a:lnTo>
                  <a:pt x="1794466" y="3657600"/>
                </a:lnTo>
                <a:lnTo>
                  <a:pt x="1805147" y="3657600"/>
                </a:lnTo>
                <a:lnTo>
                  <a:pt x="1815828" y="3657600"/>
                </a:lnTo>
                <a:lnTo>
                  <a:pt x="1826510" y="3657600"/>
                </a:lnTo>
                <a:lnTo>
                  <a:pt x="1837191" y="3657600"/>
                </a:lnTo>
                <a:lnTo>
                  <a:pt x="1847872" y="3657600"/>
                </a:lnTo>
                <a:lnTo>
                  <a:pt x="1858554" y="3657600"/>
                </a:lnTo>
                <a:lnTo>
                  <a:pt x="1869235" y="3657600"/>
                </a:lnTo>
                <a:lnTo>
                  <a:pt x="1879916" y="3657600"/>
                </a:lnTo>
                <a:lnTo>
                  <a:pt x="1890598" y="3657600"/>
                </a:lnTo>
                <a:lnTo>
                  <a:pt x="1901279" y="3657600"/>
                </a:lnTo>
                <a:lnTo>
                  <a:pt x="1911960" y="3657600"/>
                </a:lnTo>
                <a:lnTo>
                  <a:pt x="1922642" y="3657600"/>
                </a:lnTo>
                <a:lnTo>
                  <a:pt x="1933323" y="3657600"/>
                </a:lnTo>
                <a:lnTo>
                  <a:pt x="1944005" y="3657600"/>
                </a:lnTo>
                <a:lnTo>
                  <a:pt x="1954686" y="3657600"/>
                </a:lnTo>
                <a:lnTo>
                  <a:pt x="1965367" y="3657600"/>
                </a:lnTo>
                <a:lnTo>
                  <a:pt x="1976049" y="3657600"/>
                </a:lnTo>
                <a:lnTo>
                  <a:pt x="1986730" y="3657600"/>
                </a:lnTo>
                <a:lnTo>
                  <a:pt x="1997411" y="3657600"/>
                </a:lnTo>
                <a:lnTo>
                  <a:pt x="2008093" y="3657600"/>
                </a:lnTo>
                <a:lnTo>
                  <a:pt x="2018774" y="3657600"/>
                </a:lnTo>
                <a:lnTo>
                  <a:pt x="2029455" y="3657600"/>
                </a:lnTo>
                <a:lnTo>
                  <a:pt x="2040137" y="3657600"/>
                </a:lnTo>
                <a:lnTo>
                  <a:pt x="2050818" y="3657600"/>
                </a:lnTo>
                <a:lnTo>
                  <a:pt x="2061499" y="3657600"/>
                </a:lnTo>
                <a:lnTo>
                  <a:pt x="2072181" y="3657600"/>
                </a:lnTo>
                <a:lnTo>
                  <a:pt x="2082862" y="3657600"/>
                </a:lnTo>
                <a:lnTo>
                  <a:pt x="2093543" y="3657600"/>
                </a:lnTo>
                <a:lnTo>
                  <a:pt x="2104225" y="3657600"/>
                </a:lnTo>
                <a:lnTo>
                  <a:pt x="2114906" y="3657600"/>
                </a:lnTo>
                <a:lnTo>
                  <a:pt x="2125587" y="3657600"/>
                </a:lnTo>
                <a:lnTo>
                  <a:pt x="2136269" y="0"/>
                </a:lnTo>
                <a:lnTo>
                  <a:pt x="2146950" y="0"/>
                </a:lnTo>
                <a:lnTo>
                  <a:pt x="2157632" y="0"/>
                </a:lnTo>
                <a:lnTo>
                  <a:pt x="2168313" y="0"/>
                </a:lnTo>
                <a:lnTo>
                  <a:pt x="2178994" y="0"/>
                </a:lnTo>
                <a:lnTo>
                  <a:pt x="2189676" y="0"/>
                </a:lnTo>
                <a:lnTo>
                  <a:pt x="2200357" y="0"/>
                </a:lnTo>
                <a:lnTo>
                  <a:pt x="2211038" y="0"/>
                </a:lnTo>
                <a:lnTo>
                  <a:pt x="2221720" y="0"/>
                </a:lnTo>
                <a:lnTo>
                  <a:pt x="2232401" y="0"/>
                </a:lnTo>
                <a:lnTo>
                  <a:pt x="2243082" y="0"/>
                </a:lnTo>
                <a:lnTo>
                  <a:pt x="2253764" y="0"/>
                </a:lnTo>
                <a:lnTo>
                  <a:pt x="2264445" y="0"/>
                </a:lnTo>
                <a:lnTo>
                  <a:pt x="2275126" y="0"/>
                </a:lnTo>
                <a:lnTo>
                  <a:pt x="2285808" y="0"/>
                </a:lnTo>
                <a:lnTo>
                  <a:pt x="2296489" y="0"/>
                </a:lnTo>
                <a:lnTo>
                  <a:pt x="2307170" y="0"/>
                </a:lnTo>
                <a:lnTo>
                  <a:pt x="2317852" y="0"/>
                </a:lnTo>
                <a:lnTo>
                  <a:pt x="2328533" y="0"/>
                </a:lnTo>
                <a:lnTo>
                  <a:pt x="2339215" y="0"/>
                </a:lnTo>
                <a:lnTo>
                  <a:pt x="2349896" y="0"/>
                </a:lnTo>
                <a:lnTo>
                  <a:pt x="2360577" y="0"/>
                </a:lnTo>
                <a:lnTo>
                  <a:pt x="2371259" y="0"/>
                </a:lnTo>
                <a:lnTo>
                  <a:pt x="2381940" y="0"/>
                </a:lnTo>
                <a:lnTo>
                  <a:pt x="2392621" y="0"/>
                </a:lnTo>
                <a:lnTo>
                  <a:pt x="2403303" y="0"/>
                </a:lnTo>
                <a:lnTo>
                  <a:pt x="2413984" y="0"/>
                </a:lnTo>
                <a:lnTo>
                  <a:pt x="2424665" y="0"/>
                </a:lnTo>
                <a:lnTo>
                  <a:pt x="2435347" y="0"/>
                </a:lnTo>
                <a:lnTo>
                  <a:pt x="2446028" y="0"/>
                </a:lnTo>
                <a:lnTo>
                  <a:pt x="2456709" y="0"/>
                </a:lnTo>
                <a:lnTo>
                  <a:pt x="2467391" y="0"/>
                </a:lnTo>
                <a:lnTo>
                  <a:pt x="2478072" y="0"/>
                </a:lnTo>
                <a:lnTo>
                  <a:pt x="2488753" y="0"/>
                </a:lnTo>
                <a:lnTo>
                  <a:pt x="2499435" y="0"/>
                </a:lnTo>
                <a:lnTo>
                  <a:pt x="2510116" y="0"/>
                </a:lnTo>
                <a:lnTo>
                  <a:pt x="2520797" y="0"/>
                </a:lnTo>
                <a:lnTo>
                  <a:pt x="2531479" y="0"/>
                </a:lnTo>
                <a:lnTo>
                  <a:pt x="2542160" y="0"/>
                </a:lnTo>
                <a:lnTo>
                  <a:pt x="2552842" y="0"/>
                </a:lnTo>
                <a:lnTo>
                  <a:pt x="2563523" y="0"/>
                </a:lnTo>
                <a:lnTo>
                  <a:pt x="2574204" y="0"/>
                </a:lnTo>
                <a:lnTo>
                  <a:pt x="2584886" y="0"/>
                </a:lnTo>
                <a:lnTo>
                  <a:pt x="2595567" y="0"/>
                </a:lnTo>
                <a:lnTo>
                  <a:pt x="2606248" y="0"/>
                </a:lnTo>
                <a:lnTo>
                  <a:pt x="2616930" y="0"/>
                </a:lnTo>
                <a:lnTo>
                  <a:pt x="2627611" y="0"/>
                </a:lnTo>
                <a:lnTo>
                  <a:pt x="2638292" y="0"/>
                </a:lnTo>
                <a:lnTo>
                  <a:pt x="2648974" y="0"/>
                </a:lnTo>
                <a:lnTo>
                  <a:pt x="2659655" y="0"/>
                </a:lnTo>
                <a:lnTo>
                  <a:pt x="2670336" y="0"/>
                </a:lnTo>
                <a:lnTo>
                  <a:pt x="2681018" y="0"/>
                </a:lnTo>
                <a:lnTo>
                  <a:pt x="2691699" y="0"/>
                </a:lnTo>
                <a:lnTo>
                  <a:pt x="2702380" y="0"/>
                </a:lnTo>
                <a:lnTo>
                  <a:pt x="2713062" y="0"/>
                </a:lnTo>
                <a:lnTo>
                  <a:pt x="2723743" y="0"/>
                </a:lnTo>
                <a:lnTo>
                  <a:pt x="2734425" y="0"/>
                </a:lnTo>
                <a:lnTo>
                  <a:pt x="2745106" y="0"/>
                </a:lnTo>
                <a:lnTo>
                  <a:pt x="2755787" y="0"/>
                </a:lnTo>
                <a:lnTo>
                  <a:pt x="2766469" y="0"/>
                </a:lnTo>
                <a:lnTo>
                  <a:pt x="2777150" y="0"/>
                </a:lnTo>
                <a:lnTo>
                  <a:pt x="2787831" y="0"/>
                </a:lnTo>
                <a:lnTo>
                  <a:pt x="2798513" y="0"/>
                </a:lnTo>
                <a:lnTo>
                  <a:pt x="2809194" y="0"/>
                </a:lnTo>
                <a:lnTo>
                  <a:pt x="2819875" y="0"/>
                </a:lnTo>
                <a:lnTo>
                  <a:pt x="2830557" y="0"/>
                </a:lnTo>
                <a:lnTo>
                  <a:pt x="2841238" y="0"/>
                </a:lnTo>
                <a:lnTo>
                  <a:pt x="2851919" y="0"/>
                </a:lnTo>
                <a:lnTo>
                  <a:pt x="2862601" y="0"/>
                </a:lnTo>
                <a:lnTo>
                  <a:pt x="2873282" y="0"/>
                </a:lnTo>
                <a:lnTo>
                  <a:pt x="2883963" y="0"/>
                </a:lnTo>
                <a:lnTo>
                  <a:pt x="2894645" y="0"/>
                </a:lnTo>
                <a:lnTo>
                  <a:pt x="2905326" y="0"/>
                </a:lnTo>
                <a:lnTo>
                  <a:pt x="2916008" y="0"/>
                </a:lnTo>
                <a:lnTo>
                  <a:pt x="2926689" y="0"/>
                </a:lnTo>
                <a:lnTo>
                  <a:pt x="2937370" y="0"/>
                </a:lnTo>
                <a:lnTo>
                  <a:pt x="2948052" y="0"/>
                </a:lnTo>
                <a:lnTo>
                  <a:pt x="2958733" y="0"/>
                </a:lnTo>
                <a:lnTo>
                  <a:pt x="2969414" y="0"/>
                </a:lnTo>
                <a:lnTo>
                  <a:pt x="2980096" y="0"/>
                </a:lnTo>
                <a:lnTo>
                  <a:pt x="2990777" y="0"/>
                </a:lnTo>
                <a:lnTo>
                  <a:pt x="3001458" y="0"/>
                </a:lnTo>
                <a:lnTo>
                  <a:pt x="3012140" y="0"/>
                </a:lnTo>
                <a:lnTo>
                  <a:pt x="3022821" y="0"/>
                </a:lnTo>
                <a:lnTo>
                  <a:pt x="3033502" y="0"/>
                </a:lnTo>
                <a:lnTo>
                  <a:pt x="3044184" y="0"/>
                </a:lnTo>
                <a:lnTo>
                  <a:pt x="3054865" y="0"/>
                </a:lnTo>
                <a:lnTo>
                  <a:pt x="3065546" y="0"/>
                </a:lnTo>
                <a:lnTo>
                  <a:pt x="3076228" y="0"/>
                </a:lnTo>
                <a:lnTo>
                  <a:pt x="3086909" y="0"/>
                </a:lnTo>
                <a:lnTo>
                  <a:pt x="3097590" y="0"/>
                </a:lnTo>
                <a:lnTo>
                  <a:pt x="3108272" y="0"/>
                </a:lnTo>
                <a:lnTo>
                  <a:pt x="3118953" y="0"/>
                </a:lnTo>
                <a:lnTo>
                  <a:pt x="3129635" y="0"/>
                </a:lnTo>
                <a:lnTo>
                  <a:pt x="3140316" y="0"/>
                </a:lnTo>
                <a:lnTo>
                  <a:pt x="3150997" y="0"/>
                </a:lnTo>
                <a:lnTo>
                  <a:pt x="3161679" y="0"/>
                </a:lnTo>
                <a:lnTo>
                  <a:pt x="3172360" y="0"/>
                </a:lnTo>
                <a:lnTo>
                  <a:pt x="3183041" y="0"/>
                </a:lnTo>
                <a:lnTo>
                  <a:pt x="3193723" y="0"/>
                </a:lnTo>
                <a:lnTo>
                  <a:pt x="3204404" y="0"/>
                </a:lnTo>
                <a:lnTo>
                  <a:pt x="3215085" y="0"/>
                </a:lnTo>
                <a:lnTo>
                  <a:pt x="3225767" y="0"/>
                </a:lnTo>
                <a:lnTo>
                  <a:pt x="3236448" y="0"/>
                </a:lnTo>
                <a:lnTo>
                  <a:pt x="3247129" y="0"/>
                </a:lnTo>
                <a:lnTo>
                  <a:pt x="3257811" y="0"/>
                </a:lnTo>
                <a:lnTo>
                  <a:pt x="3268492" y="0"/>
                </a:lnTo>
                <a:lnTo>
                  <a:pt x="3279173" y="0"/>
                </a:lnTo>
                <a:lnTo>
                  <a:pt x="3289855" y="0"/>
                </a:lnTo>
                <a:lnTo>
                  <a:pt x="3300536" y="0"/>
                </a:lnTo>
                <a:lnTo>
                  <a:pt x="3311218" y="0"/>
                </a:lnTo>
                <a:lnTo>
                  <a:pt x="3321899" y="0"/>
                </a:lnTo>
                <a:lnTo>
                  <a:pt x="3332580" y="0"/>
                </a:lnTo>
                <a:lnTo>
                  <a:pt x="3343262" y="0"/>
                </a:lnTo>
                <a:lnTo>
                  <a:pt x="3353943" y="0"/>
                </a:lnTo>
                <a:lnTo>
                  <a:pt x="3364624" y="0"/>
                </a:lnTo>
                <a:lnTo>
                  <a:pt x="3375306" y="0"/>
                </a:lnTo>
                <a:lnTo>
                  <a:pt x="3385987" y="0"/>
                </a:lnTo>
                <a:lnTo>
                  <a:pt x="3396668" y="0"/>
                </a:lnTo>
                <a:lnTo>
                  <a:pt x="3407350" y="0"/>
                </a:lnTo>
                <a:lnTo>
                  <a:pt x="3418031" y="0"/>
                </a:lnTo>
                <a:lnTo>
                  <a:pt x="3428712" y="0"/>
                </a:lnTo>
                <a:lnTo>
                  <a:pt x="3439394" y="0"/>
                </a:lnTo>
                <a:lnTo>
                  <a:pt x="3450075" y="0"/>
                </a:lnTo>
                <a:lnTo>
                  <a:pt x="3460756" y="0"/>
                </a:lnTo>
                <a:lnTo>
                  <a:pt x="3471438" y="0"/>
                </a:lnTo>
                <a:lnTo>
                  <a:pt x="3482119" y="0"/>
                </a:lnTo>
                <a:lnTo>
                  <a:pt x="3492801" y="0"/>
                </a:lnTo>
                <a:lnTo>
                  <a:pt x="3503482" y="0"/>
                </a:lnTo>
                <a:lnTo>
                  <a:pt x="3514163" y="0"/>
                </a:lnTo>
                <a:lnTo>
                  <a:pt x="3524845" y="0"/>
                </a:lnTo>
                <a:lnTo>
                  <a:pt x="3535526" y="0"/>
                </a:lnTo>
                <a:lnTo>
                  <a:pt x="3546207" y="0"/>
                </a:lnTo>
                <a:lnTo>
                  <a:pt x="3556889" y="0"/>
                </a:lnTo>
                <a:lnTo>
                  <a:pt x="3567570" y="0"/>
                </a:lnTo>
                <a:lnTo>
                  <a:pt x="3578251" y="0"/>
                </a:lnTo>
                <a:lnTo>
                  <a:pt x="3588933" y="0"/>
                </a:lnTo>
                <a:lnTo>
                  <a:pt x="3599614" y="0"/>
                </a:lnTo>
                <a:lnTo>
                  <a:pt x="3610295" y="0"/>
                </a:lnTo>
                <a:lnTo>
                  <a:pt x="3620977" y="0"/>
                </a:lnTo>
                <a:lnTo>
                  <a:pt x="3631658" y="0"/>
                </a:lnTo>
                <a:lnTo>
                  <a:pt x="3642339" y="0"/>
                </a:lnTo>
                <a:lnTo>
                  <a:pt x="3653021" y="0"/>
                </a:lnTo>
                <a:lnTo>
                  <a:pt x="3663702" y="0"/>
                </a:lnTo>
                <a:lnTo>
                  <a:pt x="3674383" y="0"/>
                </a:lnTo>
                <a:lnTo>
                  <a:pt x="3685065" y="0"/>
                </a:lnTo>
                <a:lnTo>
                  <a:pt x="3695746" y="0"/>
                </a:lnTo>
                <a:lnTo>
                  <a:pt x="3706428" y="0"/>
                </a:lnTo>
                <a:lnTo>
                  <a:pt x="3717109" y="0"/>
                </a:lnTo>
                <a:lnTo>
                  <a:pt x="3727790" y="0"/>
                </a:lnTo>
                <a:lnTo>
                  <a:pt x="3738472" y="0"/>
                </a:lnTo>
                <a:lnTo>
                  <a:pt x="3749153" y="0"/>
                </a:lnTo>
                <a:lnTo>
                  <a:pt x="3759834" y="0"/>
                </a:lnTo>
                <a:lnTo>
                  <a:pt x="3770516" y="0"/>
                </a:lnTo>
                <a:lnTo>
                  <a:pt x="3781197" y="0"/>
                </a:lnTo>
                <a:lnTo>
                  <a:pt x="3791878" y="0"/>
                </a:lnTo>
                <a:lnTo>
                  <a:pt x="3802560" y="0"/>
                </a:lnTo>
                <a:lnTo>
                  <a:pt x="3813241" y="0"/>
                </a:lnTo>
                <a:lnTo>
                  <a:pt x="3823922" y="0"/>
                </a:lnTo>
                <a:lnTo>
                  <a:pt x="3834604" y="0"/>
                </a:lnTo>
                <a:lnTo>
                  <a:pt x="3845285" y="0"/>
                </a:lnTo>
                <a:lnTo>
                  <a:pt x="3855966" y="0"/>
                </a:lnTo>
                <a:lnTo>
                  <a:pt x="3866648" y="0"/>
                </a:lnTo>
                <a:lnTo>
                  <a:pt x="3877329" y="0"/>
                </a:lnTo>
                <a:lnTo>
                  <a:pt x="3888011" y="0"/>
                </a:lnTo>
                <a:lnTo>
                  <a:pt x="3898692" y="0"/>
                </a:lnTo>
                <a:lnTo>
                  <a:pt x="3909373" y="0"/>
                </a:lnTo>
                <a:lnTo>
                  <a:pt x="3920055" y="0"/>
                </a:lnTo>
                <a:lnTo>
                  <a:pt x="3930736" y="0"/>
                </a:lnTo>
                <a:lnTo>
                  <a:pt x="3941417" y="0"/>
                </a:lnTo>
                <a:lnTo>
                  <a:pt x="3952099" y="0"/>
                </a:lnTo>
                <a:lnTo>
                  <a:pt x="3962780" y="0"/>
                </a:lnTo>
                <a:lnTo>
                  <a:pt x="3973461" y="0"/>
                </a:lnTo>
                <a:lnTo>
                  <a:pt x="3984143" y="0"/>
                </a:lnTo>
                <a:lnTo>
                  <a:pt x="3994824" y="0"/>
                </a:lnTo>
                <a:lnTo>
                  <a:pt x="4005505" y="0"/>
                </a:lnTo>
                <a:lnTo>
                  <a:pt x="4016187" y="0"/>
                </a:lnTo>
                <a:lnTo>
                  <a:pt x="4026868" y="0"/>
                </a:lnTo>
                <a:lnTo>
                  <a:pt x="4037549" y="0"/>
                </a:lnTo>
                <a:lnTo>
                  <a:pt x="4048231" y="0"/>
                </a:lnTo>
                <a:lnTo>
                  <a:pt x="4058912" y="0"/>
                </a:lnTo>
                <a:lnTo>
                  <a:pt x="4069593" y="0"/>
                </a:lnTo>
                <a:lnTo>
                  <a:pt x="4080275" y="0"/>
                </a:lnTo>
                <a:lnTo>
                  <a:pt x="4090956" y="0"/>
                </a:lnTo>
                <a:lnTo>
                  <a:pt x="4101638" y="0"/>
                </a:lnTo>
                <a:lnTo>
                  <a:pt x="4112319" y="0"/>
                </a:lnTo>
                <a:lnTo>
                  <a:pt x="4123000" y="0"/>
                </a:lnTo>
                <a:lnTo>
                  <a:pt x="4133682" y="0"/>
                </a:lnTo>
                <a:lnTo>
                  <a:pt x="4144363" y="0"/>
                </a:lnTo>
                <a:lnTo>
                  <a:pt x="4155044" y="0"/>
                </a:lnTo>
                <a:lnTo>
                  <a:pt x="4165726" y="0"/>
                </a:lnTo>
                <a:lnTo>
                  <a:pt x="4176407" y="0"/>
                </a:lnTo>
                <a:lnTo>
                  <a:pt x="4187088" y="0"/>
                </a:lnTo>
                <a:lnTo>
                  <a:pt x="4197770" y="0"/>
                </a:lnTo>
                <a:lnTo>
                  <a:pt x="4208451" y="0"/>
                </a:lnTo>
                <a:lnTo>
                  <a:pt x="4219132" y="0"/>
                </a:lnTo>
                <a:lnTo>
                  <a:pt x="4229814" y="0"/>
                </a:lnTo>
                <a:lnTo>
                  <a:pt x="4240495" y="0"/>
                </a:lnTo>
                <a:lnTo>
                  <a:pt x="4251176" y="0"/>
                </a:lnTo>
                <a:lnTo>
                  <a:pt x="4261858" y="0"/>
                </a:lnTo>
                <a:lnTo>
                  <a:pt x="4272539" y="3657600"/>
                </a:lnTo>
                <a:lnTo>
                  <a:pt x="4283221" y="3657600"/>
                </a:lnTo>
                <a:lnTo>
                  <a:pt x="4293902" y="3657600"/>
                </a:lnTo>
                <a:lnTo>
                  <a:pt x="4304583" y="3657600"/>
                </a:lnTo>
                <a:lnTo>
                  <a:pt x="4315265" y="3657600"/>
                </a:lnTo>
                <a:lnTo>
                  <a:pt x="4325946" y="3657600"/>
                </a:lnTo>
                <a:lnTo>
                  <a:pt x="4336627" y="3657600"/>
                </a:lnTo>
                <a:lnTo>
                  <a:pt x="4347309" y="3657600"/>
                </a:lnTo>
                <a:lnTo>
                  <a:pt x="4357990" y="3657600"/>
                </a:lnTo>
                <a:lnTo>
                  <a:pt x="4368671" y="3657600"/>
                </a:lnTo>
                <a:lnTo>
                  <a:pt x="4379353" y="3657600"/>
                </a:lnTo>
                <a:lnTo>
                  <a:pt x="4390034" y="3657600"/>
                </a:lnTo>
                <a:lnTo>
                  <a:pt x="4400715" y="3657600"/>
                </a:lnTo>
                <a:lnTo>
                  <a:pt x="4411397" y="3657600"/>
                </a:lnTo>
                <a:lnTo>
                  <a:pt x="4422078" y="3657600"/>
                </a:lnTo>
                <a:lnTo>
                  <a:pt x="4432759" y="3657600"/>
                </a:lnTo>
                <a:lnTo>
                  <a:pt x="4443441" y="3657600"/>
                </a:lnTo>
                <a:lnTo>
                  <a:pt x="4454122" y="3657600"/>
                </a:lnTo>
                <a:lnTo>
                  <a:pt x="4464804" y="3657600"/>
                </a:lnTo>
                <a:lnTo>
                  <a:pt x="4475485" y="3657600"/>
                </a:lnTo>
                <a:lnTo>
                  <a:pt x="4486166" y="3657600"/>
                </a:lnTo>
                <a:lnTo>
                  <a:pt x="4496848" y="3657600"/>
                </a:lnTo>
                <a:lnTo>
                  <a:pt x="4507529" y="3657600"/>
                </a:lnTo>
                <a:lnTo>
                  <a:pt x="4518210" y="3657600"/>
                </a:lnTo>
                <a:lnTo>
                  <a:pt x="4528892" y="3657600"/>
                </a:lnTo>
                <a:lnTo>
                  <a:pt x="4539573" y="3657600"/>
                </a:lnTo>
                <a:lnTo>
                  <a:pt x="4550254" y="3657600"/>
                </a:lnTo>
                <a:lnTo>
                  <a:pt x="4560936" y="3657600"/>
                </a:lnTo>
                <a:lnTo>
                  <a:pt x="4571617" y="3657600"/>
                </a:lnTo>
                <a:lnTo>
                  <a:pt x="4582298" y="3657600"/>
                </a:lnTo>
                <a:lnTo>
                  <a:pt x="4592980" y="3657600"/>
                </a:lnTo>
                <a:lnTo>
                  <a:pt x="4603661" y="3657600"/>
                </a:lnTo>
                <a:lnTo>
                  <a:pt x="4614342" y="3657600"/>
                </a:lnTo>
                <a:lnTo>
                  <a:pt x="4625024" y="3657600"/>
                </a:lnTo>
                <a:lnTo>
                  <a:pt x="4635705" y="3657600"/>
                </a:lnTo>
                <a:lnTo>
                  <a:pt x="4646386" y="3657600"/>
                </a:lnTo>
                <a:lnTo>
                  <a:pt x="4657068" y="3657600"/>
                </a:lnTo>
                <a:lnTo>
                  <a:pt x="4667749" y="3657600"/>
                </a:lnTo>
                <a:lnTo>
                  <a:pt x="4678431" y="3657600"/>
                </a:lnTo>
                <a:lnTo>
                  <a:pt x="4689112" y="3657600"/>
                </a:lnTo>
                <a:lnTo>
                  <a:pt x="4699793" y="3657600"/>
                </a:lnTo>
                <a:lnTo>
                  <a:pt x="4710475" y="3657600"/>
                </a:lnTo>
                <a:lnTo>
                  <a:pt x="4721156" y="3657600"/>
                </a:lnTo>
                <a:lnTo>
                  <a:pt x="4731837" y="3657600"/>
                </a:lnTo>
                <a:lnTo>
                  <a:pt x="4742519" y="3657600"/>
                </a:lnTo>
                <a:lnTo>
                  <a:pt x="4753200" y="3657600"/>
                </a:lnTo>
                <a:lnTo>
                  <a:pt x="4763881" y="3657600"/>
                </a:lnTo>
                <a:lnTo>
                  <a:pt x="4774563" y="3657600"/>
                </a:lnTo>
                <a:lnTo>
                  <a:pt x="4785244" y="3657600"/>
                </a:lnTo>
                <a:lnTo>
                  <a:pt x="4795925" y="3657600"/>
                </a:lnTo>
                <a:lnTo>
                  <a:pt x="4806607" y="3657600"/>
                </a:lnTo>
                <a:lnTo>
                  <a:pt x="4817288" y="3657600"/>
                </a:lnTo>
                <a:lnTo>
                  <a:pt x="4827969" y="3657600"/>
                </a:lnTo>
                <a:lnTo>
                  <a:pt x="4838651" y="3657600"/>
                </a:lnTo>
                <a:lnTo>
                  <a:pt x="4849332" y="3657600"/>
                </a:lnTo>
                <a:lnTo>
                  <a:pt x="4860014" y="3657600"/>
                </a:lnTo>
                <a:lnTo>
                  <a:pt x="4870695" y="3657600"/>
                </a:lnTo>
                <a:lnTo>
                  <a:pt x="4881376" y="3657600"/>
                </a:lnTo>
                <a:lnTo>
                  <a:pt x="4892058" y="3657600"/>
                </a:lnTo>
                <a:lnTo>
                  <a:pt x="4902739" y="3657600"/>
                </a:lnTo>
                <a:lnTo>
                  <a:pt x="4913420" y="3657600"/>
                </a:lnTo>
                <a:lnTo>
                  <a:pt x="4924102" y="3657600"/>
                </a:lnTo>
                <a:lnTo>
                  <a:pt x="4934783" y="3657600"/>
                </a:lnTo>
                <a:lnTo>
                  <a:pt x="4945464" y="3657600"/>
                </a:lnTo>
                <a:lnTo>
                  <a:pt x="4956146" y="3657600"/>
                </a:lnTo>
                <a:lnTo>
                  <a:pt x="4966827" y="3657600"/>
                </a:lnTo>
                <a:lnTo>
                  <a:pt x="4977508" y="3657600"/>
                </a:lnTo>
                <a:lnTo>
                  <a:pt x="4988190" y="3657600"/>
                </a:lnTo>
                <a:lnTo>
                  <a:pt x="4998871" y="3657600"/>
                </a:lnTo>
                <a:lnTo>
                  <a:pt x="5009552" y="3657600"/>
                </a:lnTo>
                <a:lnTo>
                  <a:pt x="5020234" y="3657600"/>
                </a:lnTo>
                <a:lnTo>
                  <a:pt x="5030915" y="3657600"/>
                </a:lnTo>
                <a:lnTo>
                  <a:pt x="5041596" y="3657600"/>
                </a:lnTo>
                <a:lnTo>
                  <a:pt x="5052278" y="3657600"/>
                </a:lnTo>
                <a:lnTo>
                  <a:pt x="5062959" y="3657600"/>
                </a:lnTo>
                <a:lnTo>
                  <a:pt x="5073641" y="3657600"/>
                </a:lnTo>
                <a:lnTo>
                  <a:pt x="5084322" y="3657600"/>
                </a:lnTo>
                <a:lnTo>
                  <a:pt x="5095003" y="3657600"/>
                </a:lnTo>
                <a:lnTo>
                  <a:pt x="5105685" y="3657600"/>
                </a:lnTo>
                <a:lnTo>
                  <a:pt x="5116366" y="3657600"/>
                </a:lnTo>
                <a:lnTo>
                  <a:pt x="5127047" y="3657600"/>
                </a:lnTo>
                <a:lnTo>
                  <a:pt x="5137729" y="3657600"/>
                </a:lnTo>
                <a:lnTo>
                  <a:pt x="5148410" y="3657600"/>
                </a:lnTo>
                <a:lnTo>
                  <a:pt x="5159091" y="3657600"/>
                </a:lnTo>
                <a:lnTo>
                  <a:pt x="5169773" y="3657600"/>
                </a:lnTo>
                <a:lnTo>
                  <a:pt x="5180454" y="3657600"/>
                </a:lnTo>
                <a:lnTo>
                  <a:pt x="5191135" y="3657600"/>
                </a:lnTo>
                <a:lnTo>
                  <a:pt x="5201817" y="3657600"/>
                </a:lnTo>
                <a:lnTo>
                  <a:pt x="5212498" y="3657600"/>
                </a:lnTo>
                <a:lnTo>
                  <a:pt x="5223179" y="3657600"/>
                </a:lnTo>
                <a:lnTo>
                  <a:pt x="5233861" y="3657600"/>
                </a:lnTo>
                <a:lnTo>
                  <a:pt x="5244542" y="3657600"/>
                </a:lnTo>
                <a:lnTo>
                  <a:pt x="5255224" y="3657600"/>
                </a:lnTo>
                <a:lnTo>
                  <a:pt x="5265905" y="3657600"/>
                </a:lnTo>
                <a:lnTo>
                  <a:pt x="5276586" y="3657600"/>
                </a:lnTo>
                <a:lnTo>
                  <a:pt x="5287268" y="3657600"/>
                </a:lnTo>
                <a:lnTo>
                  <a:pt x="5297949" y="3657600"/>
                </a:lnTo>
                <a:lnTo>
                  <a:pt x="5308630" y="3657600"/>
                </a:lnTo>
                <a:lnTo>
                  <a:pt x="5319312" y="3657600"/>
                </a:lnTo>
                <a:lnTo>
                  <a:pt x="5329993" y="3657600"/>
                </a:lnTo>
                <a:lnTo>
                  <a:pt x="5340674" y="3657600"/>
                </a:lnTo>
                <a:lnTo>
                  <a:pt x="5351356" y="3657600"/>
                </a:lnTo>
                <a:lnTo>
                  <a:pt x="5362037" y="3657600"/>
                </a:lnTo>
                <a:lnTo>
                  <a:pt x="5372718" y="3657600"/>
                </a:lnTo>
                <a:lnTo>
                  <a:pt x="5383400" y="3657600"/>
                </a:lnTo>
                <a:lnTo>
                  <a:pt x="5394081" y="3657600"/>
                </a:lnTo>
                <a:lnTo>
                  <a:pt x="5404762" y="3657600"/>
                </a:lnTo>
                <a:lnTo>
                  <a:pt x="5415444" y="3657600"/>
                </a:lnTo>
                <a:lnTo>
                  <a:pt x="5426125" y="3657600"/>
                </a:lnTo>
                <a:lnTo>
                  <a:pt x="5436807" y="3657600"/>
                </a:lnTo>
                <a:lnTo>
                  <a:pt x="5447488" y="3657600"/>
                </a:lnTo>
                <a:lnTo>
                  <a:pt x="5458169" y="3657600"/>
                </a:lnTo>
                <a:lnTo>
                  <a:pt x="5468851" y="3657600"/>
                </a:lnTo>
                <a:lnTo>
                  <a:pt x="5479532" y="3657600"/>
                </a:lnTo>
                <a:lnTo>
                  <a:pt x="5490213" y="3657600"/>
                </a:lnTo>
                <a:lnTo>
                  <a:pt x="5500895" y="3657600"/>
                </a:lnTo>
                <a:lnTo>
                  <a:pt x="5511576" y="3657600"/>
                </a:lnTo>
                <a:lnTo>
                  <a:pt x="5522257" y="3657600"/>
                </a:lnTo>
                <a:lnTo>
                  <a:pt x="5532939" y="3657600"/>
                </a:lnTo>
                <a:lnTo>
                  <a:pt x="5543620" y="3657600"/>
                </a:lnTo>
                <a:lnTo>
                  <a:pt x="5554301" y="3657600"/>
                </a:lnTo>
                <a:lnTo>
                  <a:pt x="5564983" y="3657600"/>
                </a:lnTo>
                <a:lnTo>
                  <a:pt x="5575664" y="3657600"/>
                </a:lnTo>
                <a:lnTo>
                  <a:pt x="5586345" y="3657600"/>
                </a:lnTo>
                <a:lnTo>
                  <a:pt x="5597027" y="3657600"/>
                </a:lnTo>
                <a:lnTo>
                  <a:pt x="5607708" y="3657600"/>
                </a:lnTo>
                <a:lnTo>
                  <a:pt x="5618389" y="3657600"/>
                </a:lnTo>
                <a:lnTo>
                  <a:pt x="5629071" y="3657600"/>
                </a:lnTo>
                <a:lnTo>
                  <a:pt x="5639752" y="3657600"/>
                </a:lnTo>
                <a:lnTo>
                  <a:pt x="5650434" y="3657600"/>
                </a:lnTo>
                <a:lnTo>
                  <a:pt x="5661115" y="3657600"/>
                </a:lnTo>
                <a:lnTo>
                  <a:pt x="5671796" y="3657600"/>
                </a:lnTo>
                <a:lnTo>
                  <a:pt x="5682478" y="3657600"/>
                </a:lnTo>
                <a:lnTo>
                  <a:pt x="5693159" y="3657600"/>
                </a:lnTo>
                <a:lnTo>
                  <a:pt x="5703840" y="3657600"/>
                </a:lnTo>
                <a:lnTo>
                  <a:pt x="5714522" y="3657600"/>
                </a:lnTo>
                <a:lnTo>
                  <a:pt x="5725203" y="3657600"/>
                </a:lnTo>
                <a:lnTo>
                  <a:pt x="5735884" y="3657600"/>
                </a:lnTo>
                <a:lnTo>
                  <a:pt x="5746566" y="3657600"/>
                </a:lnTo>
                <a:lnTo>
                  <a:pt x="5757247" y="3657600"/>
                </a:lnTo>
                <a:lnTo>
                  <a:pt x="5767928" y="3657600"/>
                </a:lnTo>
                <a:lnTo>
                  <a:pt x="5778610" y="3657600"/>
                </a:lnTo>
                <a:lnTo>
                  <a:pt x="5789291" y="3657600"/>
                </a:lnTo>
                <a:lnTo>
                  <a:pt x="5799972" y="3657600"/>
                </a:lnTo>
                <a:lnTo>
                  <a:pt x="5810654" y="3657600"/>
                </a:lnTo>
                <a:lnTo>
                  <a:pt x="5821335" y="3657600"/>
                </a:lnTo>
                <a:lnTo>
                  <a:pt x="5832017" y="3657600"/>
                </a:lnTo>
                <a:lnTo>
                  <a:pt x="5842698" y="3657600"/>
                </a:lnTo>
                <a:lnTo>
                  <a:pt x="5853379" y="3657600"/>
                </a:lnTo>
                <a:lnTo>
                  <a:pt x="5864061" y="3657600"/>
                </a:lnTo>
                <a:lnTo>
                  <a:pt x="5874742" y="3657600"/>
                </a:lnTo>
                <a:lnTo>
                  <a:pt x="5885423" y="3657600"/>
                </a:lnTo>
                <a:lnTo>
                  <a:pt x="5896105" y="3657600"/>
                </a:lnTo>
                <a:lnTo>
                  <a:pt x="5906786" y="3657600"/>
                </a:lnTo>
                <a:lnTo>
                  <a:pt x="5917467" y="3657600"/>
                </a:lnTo>
                <a:lnTo>
                  <a:pt x="5928149" y="3657600"/>
                </a:lnTo>
                <a:lnTo>
                  <a:pt x="5938830" y="3657600"/>
                </a:lnTo>
                <a:lnTo>
                  <a:pt x="5949511" y="3657600"/>
                </a:lnTo>
                <a:lnTo>
                  <a:pt x="5960193" y="3657600"/>
                </a:lnTo>
                <a:lnTo>
                  <a:pt x="5970874" y="3657600"/>
                </a:lnTo>
                <a:lnTo>
                  <a:pt x="5981555" y="3657600"/>
                </a:lnTo>
                <a:lnTo>
                  <a:pt x="5992237" y="3657600"/>
                </a:lnTo>
                <a:lnTo>
                  <a:pt x="6002918" y="3657600"/>
                </a:lnTo>
                <a:lnTo>
                  <a:pt x="6013600" y="3657600"/>
                </a:lnTo>
                <a:lnTo>
                  <a:pt x="6024281" y="3657600"/>
                </a:lnTo>
                <a:lnTo>
                  <a:pt x="6034962" y="3657600"/>
                </a:lnTo>
                <a:lnTo>
                  <a:pt x="6045644" y="3657600"/>
                </a:lnTo>
                <a:lnTo>
                  <a:pt x="6056325" y="3657600"/>
                </a:lnTo>
                <a:lnTo>
                  <a:pt x="6067006" y="3657600"/>
                </a:lnTo>
                <a:lnTo>
                  <a:pt x="6077688" y="3657600"/>
                </a:lnTo>
                <a:lnTo>
                  <a:pt x="6088369" y="3657600"/>
                </a:lnTo>
                <a:lnTo>
                  <a:pt x="6099050" y="3657600"/>
                </a:lnTo>
                <a:lnTo>
                  <a:pt x="6109732" y="3657600"/>
                </a:lnTo>
                <a:lnTo>
                  <a:pt x="6120413" y="3657600"/>
                </a:lnTo>
                <a:lnTo>
                  <a:pt x="6131094" y="3657600"/>
                </a:lnTo>
                <a:lnTo>
                  <a:pt x="6141776" y="3657600"/>
                </a:lnTo>
                <a:lnTo>
                  <a:pt x="6152457" y="3657600"/>
                </a:lnTo>
                <a:lnTo>
                  <a:pt x="6163138" y="3657600"/>
                </a:lnTo>
                <a:lnTo>
                  <a:pt x="6173820" y="3657600"/>
                </a:lnTo>
                <a:lnTo>
                  <a:pt x="6184501" y="3657600"/>
                </a:lnTo>
                <a:lnTo>
                  <a:pt x="6195182" y="3657600"/>
                </a:lnTo>
                <a:lnTo>
                  <a:pt x="6205864" y="3657600"/>
                </a:lnTo>
                <a:lnTo>
                  <a:pt x="6216545" y="3657600"/>
                </a:lnTo>
                <a:lnTo>
                  <a:pt x="6227227" y="3657600"/>
                </a:lnTo>
                <a:lnTo>
                  <a:pt x="6237908" y="3657600"/>
                </a:lnTo>
                <a:lnTo>
                  <a:pt x="6248589" y="3657600"/>
                </a:lnTo>
                <a:lnTo>
                  <a:pt x="6259271" y="3657600"/>
                </a:lnTo>
                <a:lnTo>
                  <a:pt x="6269952" y="3657600"/>
                </a:lnTo>
                <a:lnTo>
                  <a:pt x="6280633" y="3657600"/>
                </a:lnTo>
                <a:lnTo>
                  <a:pt x="6291315" y="3657600"/>
                </a:lnTo>
                <a:lnTo>
                  <a:pt x="6301996" y="3657600"/>
                </a:lnTo>
                <a:lnTo>
                  <a:pt x="6312677" y="3657600"/>
                </a:lnTo>
                <a:lnTo>
                  <a:pt x="6323359" y="3657600"/>
                </a:lnTo>
                <a:lnTo>
                  <a:pt x="6334040" y="3657600"/>
                </a:lnTo>
                <a:lnTo>
                  <a:pt x="6344721" y="3657600"/>
                </a:lnTo>
                <a:lnTo>
                  <a:pt x="6355403" y="3657600"/>
                </a:lnTo>
                <a:lnTo>
                  <a:pt x="6366084" y="3657600"/>
                </a:lnTo>
                <a:lnTo>
                  <a:pt x="6376765" y="3657600"/>
                </a:lnTo>
                <a:lnTo>
                  <a:pt x="6387447" y="3657600"/>
                </a:lnTo>
                <a:lnTo>
                  <a:pt x="6398128" y="3657600"/>
                </a:lnTo>
                <a:lnTo>
                  <a:pt x="6408810" y="3657600"/>
                </a:lnTo>
                <a:lnTo>
                  <a:pt x="6419491" y="3657600"/>
                </a:lnTo>
                <a:lnTo>
                  <a:pt x="6430172" y="3657600"/>
                </a:lnTo>
                <a:lnTo>
                  <a:pt x="6440854" y="3657600"/>
                </a:lnTo>
                <a:lnTo>
                  <a:pt x="6451535" y="3657600"/>
                </a:lnTo>
                <a:lnTo>
                  <a:pt x="6462216" y="3657600"/>
                </a:lnTo>
                <a:lnTo>
                  <a:pt x="6472898" y="3657600"/>
                </a:lnTo>
                <a:lnTo>
                  <a:pt x="6483579" y="3657600"/>
                </a:lnTo>
                <a:lnTo>
                  <a:pt x="6494260" y="3657600"/>
                </a:lnTo>
                <a:lnTo>
                  <a:pt x="6504942" y="3657600"/>
                </a:lnTo>
                <a:lnTo>
                  <a:pt x="6515623" y="3657600"/>
                </a:lnTo>
                <a:lnTo>
                  <a:pt x="6526304" y="3657600"/>
                </a:lnTo>
                <a:lnTo>
                  <a:pt x="6536986" y="3657600"/>
                </a:lnTo>
                <a:lnTo>
                  <a:pt x="6547667" y="3657600"/>
                </a:lnTo>
                <a:lnTo>
                  <a:pt x="6558348" y="3657600"/>
                </a:lnTo>
                <a:lnTo>
                  <a:pt x="6569030" y="3657600"/>
                </a:lnTo>
                <a:lnTo>
                  <a:pt x="6579711" y="3657600"/>
                </a:lnTo>
                <a:lnTo>
                  <a:pt x="6590392" y="3657600"/>
                </a:lnTo>
                <a:lnTo>
                  <a:pt x="6601074" y="3657600"/>
                </a:lnTo>
                <a:lnTo>
                  <a:pt x="6611755" y="3657600"/>
                </a:lnTo>
                <a:lnTo>
                  <a:pt x="6622437" y="3657600"/>
                </a:lnTo>
                <a:lnTo>
                  <a:pt x="6633118" y="3657600"/>
                </a:lnTo>
                <a:lnTo>
                  <a:pt x="6643799" y="3657600"/>
                </a:lnTo>
                <a:lnTo>
                  <a:pt x="6654481" y="3657600"/>
                </a:lnTo>
                <a:lnTo>
                  <a:pt x="6665162" y="3657600"/>
                </a:lnTo>
                <a:lnTo>
                  <a:pt x="6675843" y="3657600"/>
                </a:lnTo>
                <a:lnTo>
                  <a:pt x="6686525" y="3657600"/>
                </a:lnTo>
                <a:lnTo>
                  <a:pt x="6697206" y="3657600"/>
                </a:lnTo>
                <a:lnTo>
                  <a:pt x="6707887" y="3657600"/>
                </a:lnTo>
                <a:lnTo>
                  <a:pt x="6718569" y="3657600"/>
                </a:lnTo>
                <a:lnTo>
                  <a:pt x="6729250" y="3657600"/>
                </a:lnTo>
                <a:lnTo>
                  <a:pt x="6739931" y="3657600"/>
                </a:lnTo>
                <a:lnTo>
                  <a:pt x="6750613" y="3657600"/>
                </a:lnTo>
                <a:lnTo>
                  <a:pt x="6761294" y="3657600"/>
                </a:lnTo>
                <a:lnTo>
                  <a:pt x="6771975" y="3657600"/>
                </a:lnTo>
                <a:lnTo>
                  <a:pt x="6782657" y="3657600"/>
                </a:lnTo>
                <a:lnTo>
                  <a:pt x="6793338" y="3657600"/>
                </a:lnTo>
                <a:lnTo>
                  <a:pt x="6804020" y="3657600"/>
                </a:lnTo>
                <a:lnTo>
                  <a:pt x="6814701" y="3657600"/>
                </a:lnTo>
                <a:lnTo>
                  <a:pt x="6825382" y="3657600"/>
                </a:lnTo>
                <a:lnTo>
                  <a:pt x="6836064" y="3657600"/>
                </a:lnTo>
                <a:lnTo>
                  <a:pt x="6846745" y="3657600"/>
                </a:lnTo>
                <a:lnTo>
                  <a:pt x="6857426" y="3657600"/>
                </a:lnTo>
                <a:lnTo>
                  <a:pt x="6868108" y="3657600"/>
                </a:lnTo>
                <a:lnTo>
                  <a:pt x="6878789" y="3657600"/>
                </a:lnTo>
                <a:lnTo>
                  <a:pt x="6889470" y="3657600"/>
                </a:lnTo>
                <a:lnTo>
                  <a:pt x="6900152" y="3657600"/>
                </a:lnTo>
                <a:lnTo>
                  <a:pt x="6910833" y="3657600"/>
                </a:lnTo>
                <a:lnTo>
                  <a:pt x="6921514" y="3657600"/>
                </a:lnTo>
                <a:lnTo>
                  <a:pt x="6932196" y="3657600"/>
                </a:lnTo>
                <a:lnTo>
                  <a:pt x="6942877" y="3657600"/>
                </a:lnTo>
                <a:lnTo>
                  <a:pt x="6953558" y="3657600"/>
                </a:lnTo>
                <a:lnTo>
                  <a:pt x="6964240" y="3657600"/>
                </a:lnTo>
                <a:lnTo>
                  <a:pt x="6974921" y="3657600"/>
                </a:lnTo>
                <a:lnTo>
                  <a:pt x="6985603" y="3657600"/>
                </a:lnTo>
                <a:lnTo>
                  <a:pt x="6996284" y="3657600"/>
                </a:lnTo>
                <a:lnTo>
                  <a:pt x="7006965" y="3657600"/>
                </a:lnTo>
                <a:lnTo>
                  <a:pt x="7017647" y="3657600"/>
                </a:lnTo>
                <a:lnTo>
                  <a:pt x="7028328" y="3657600"/>
                </a:lnTo>
                <a:lnTo>
                  <a:pt x="7039009" y="3657600"/>
                </a:lnTo>
                <a:lnTo>
                  <a:pt x="7049691" y="3657600"/>
                </a:lnTo>
                <a:lnTo>
                  <a:pt x="7060372" y="3657600"/>
                </a:lnTo>
                <a:lnTo>
                  <a:pt x="7071053" y="3657600"/>
                </a:lnTo>
                <a:lnTo>
                  <a:pt x="7081735" y="3657600"/>
                </a:lnTo>
                <a:lnTo>
                  <a:pt x="7092416" y="3657600"/>
                </a:lnTo>
                <a:lnTo>
                  <a:pt x="7103097" y="3657600"/>
                </a:lnTo>
                <a:lnTo>
                  <a:pt x="7113779" y="3657600"/>
                </a:lnTo>
                <a:lnTo>
                  <a:pt x="7124460" y="3657600"/>
                </a:lnTo>
                <a:lnTo>
                  <a:pt x="7135141" y="3657600"/>
                </a:lnTo>
                <a:lnTo>
                  <a:pt x="7145823" y="3657600"/>
                </a:lnTo>
                <a:lnTo>
                  <a:pt x="7156504" y="3657600"/>
                </a:lnTo>
                <a:lnTo>
                  <a:pt x="7167185" y="3657600"/>
                </a:lnTo>
                <a:lnTo>
                  <a:pt x="7177867" y="3657600"/>
                </a:lnTo>
                <a:lnTo>
                  <a:pt x="7188548" y="3657600"/>
                </a:lnTo>
                <a:lnTo>
                  <a:pt x="7199230" y="3657600"/>
                </a:lnTo>
                <a:lnTo>
                  <a:pt x="7209911" y="3657600"/>
                </a:lnTo>
                <a:lnTo>
                  <a:pt x="7220592" y="3657600"/>
                </a:lnTo>
                <a:lnTo>
                  <a:pt x="7231274" y="3657600"/>
                </a:lnTo>
                <a:lnTo>
                  <a:pt x="7241955" y="3657600"/>
                </a:lnTo>
                <a:lnTo>
                  <a:pt x="7252636" y="3657600"/>
                </a:lnTo>
                <a:lnTo>
                  <a:pt x="7263318" y="3657600"/>
                </a:lnTo>
                <a:lnTo>
                  <a:pt x="7273999" y="3657600"/>
                </a:lnTo>
                <a:lnTo>
                  <a:pt x="7284680" y="3657600"/>
                </a:lnTo>
                <a:lnTo>
                  <a:pt x="7295362" y="3657600"/>
                </a:lnTo>
                <a:lnTo>
                  <a:pt x="7306043" y="3657600"/>
                </a:lnTo>
                <a:lnTo>
                  <a:pt x="7316724" y="3657600"/>
                </a:lnTo>
                <a:lnTo>
                  <a:pt x="7327406" y="3657600"/>
                </a:lnTo>
                <a:lnTo>
                  <a:pt x="7338087" y="3657600"/>
                </a:lnTo>
                <a:lnTo>
                  <a:pt x="7348768" y="3657600"/>
                </a:lnTo>
                <a:lnTo>
                  <a:pt x="7359450" y="3657600"/>
                </a:lnTo>
                <a:lnTo>
                  <a:pt x="7370131" y="3657600"/>
                </a:lnTo>
                <a:lnTo>
                  <a:pt x="7380813" y="3657600"/>
                </a:lnTo>
                <a:lnTo>
                  <a:pt x="7391494" y="3657600"/>
                </a:lnTo>
                <a:lnTo>
                  <a:pt x="7402175" y="3657600"/>
                </a:lnTo>
                <a:lnTo>
                  <a:pt x="7412857" y="3657600"/>
                </a:lnTo>
                <a:lnTo>
                  <a:pt x="7423538" y="3657600"/>
                </a:lnTo>
                <a:lnTo>
                  <a:pt x="7434219" y="3657600"/>
                </a:lnTo>
                <a:lnTo>
                  <a:pt x="7444901" y="3657600"/>
                </a:lnTo>
                <a:lnTo>
                  <a:pt x="7455582" y="3657600"/>
                </a:lnTo>
                <a:lnTo>
                  <a:pt x="7466263" y="3657600"/>
                </a:lnTo>
                <a:lnTo>
                  <a:pt x="7476945" y="3657600"/>
                </a:lnTo>
                <a:lnTo>
                  <a:pt x="7487626" y="3657600"/>
                </a:lnTo>
                <a:lnTo>
                  <a:pt x="7498307" y="3657600"/>
                </a:lnTo>
                <a:lnTo>
                  <a:pt x="7508989" y="3657600"/>
                </a:lnTo>
                <a:lnTo>
                  <a:pt x="7519670" y="3657600"/>
                </a:lnTo>
                <a:lnTo>
                  <a:pt x="7530351" y="3657600"/>
                </a:lnTo>
                <a:lnTo>
                  <a:pt x="7541033" y="3657600"/>
                </a:lnTo>
                <a:lnTo>
                  <a:pt x="7551714" y="3657600"/>
                </a:lnTo>
                <a:lnTo>
                  <a:pt x="7562395" y="3657600"/>
                </a:lnTo>
                <a:lnTo>
                  <a:pt x="7573077" y="3657600"/>
                </a:lnTo>
                <a:lnTo>
                  <a:pt x="7583758" y="3657600"/>
                </a:lnTo>
                <a:lnTo>
                  <a:pt x="7594440" y="3657600"/>
                </a:lnTo>
                <a:lnTo>
                  <a:pt x="7605121" y="3657600"/>
                </a:lnTo>
                <a:lnTo>
                  <a:pt x="7615802" y="3657600"/>
                </a:lnTo>
                <a:lnTo>
                  <a:pt x="7626484" y="3657600"/>
                </a:lnTo>
                <a:lnTo>
                  <a:pt x="7637165" y="3657600"/>
                </a:lnTo>
                <a:lnTo>
                  <a:pt x="7647846" y="3657600"/>
                </a:lnTo>
                <a:lnTo>
                  <a:pt x="7658528" y="3657600"/>
                </a:lnTo>
                <a:lnTo>
                  <a:pt x="7669209" y="3657600"/>
                </a:lnTo>
                <a:lnTo>
                  <a:pt x="7679890" y="3657600"/>
                </a:lnTo>
                <a:lnTo>
                  <a:pt x="7690572" y="3657600"/>
                </a:lnTo>
                <a:lnTo>
                  <a:pt x="7701253" y="3657600"/>
                </a:lnTo>
                <a:lnTo>
                  <a:pt x="7711934" y="3657600"/>
                </a:lnTo>
                <a:lnTo>
                  <a:pt x="7722616" y="3657600"/>
                </a:lnTo>
                <a:lnTo>
                  <a:pt x="7733297" y="3657600"/>
                </a:lnTo>
                <a:lnTo>
                  <a:pt x="7743978" y="3657600"/>
                </a:lnTo>
                <a:lnTo>
                  <a:pt x="7754660" y="3657600"/>
                </a:lnTo>
                <a:lnTo>
                  <a:pt x="7765341" y="3657600"/>
                </a:lnTo>
                <a:lnTo>
                  <a:pt x="7776023" y="3657600"/>
                </a:lnTo>
                <a:lnTo>
                  <a:pt x="7786704" y="3657600"/>
                </a:lnTo>
                <a:lnTo>
                  <a:pt x="7797385" y="3657600"/>
                </a:lnTo>
                <a:lnTo>
                  <a:pt x="7808067" y="3657600"/>
                </a:lnTo>
                <a:lnTo>
                  <a:pt x="7818748" y="3657600"/>
                </a:lnTo>
                <a:lnTo>
                  <a:pt x="7829429" y="3657600"/>
                </a:lnTo>
                <a:lnTo>
                  <a:pt x="7840111" y="3657600"/>
                </a:lnTo>
                <a:lnTo>
                  <a:pt x="7850792" y="3657600"/>
                </a:lnTo>
                <a:lnTo>
                  <a:pt x="7861473" y="3657600"/>
                </a:lnTo>
                <a:lnTo>
                  <a:pt x="7872155" y="3657600"/>
                </a:lnTo>
                <a:lnTo>
                  <a:pt x="7882836" y="3657600"/>
                </a:lnTo>
                <a:lnTo>
                  <a:pt x="7893517" y="3657600"/>
                </a:lnTo>
                <a:lnTo>
                  <a:pt x="7904199" y="3657600"/>
                </a:lnTo>
                <a:lnTo>
                  <a:pt x="7914880" y="3657600"/>
                </a:lnTo>
                <a:lnTo>
                  <a:pt x="7925561" y="3657600"/>
                </a:lnTo>
                <a:lnTo>
                  <a:pt x="7936243" y="3657600"/>
                </a:lnTo>
                <a:lnTo>
                  <a:pt x="7946924" y="3657600"/>
                </a:lnTo>
                <a:lnTo>
                  <a:pt x="7957606" y="3657600"/>
                </a:lnTo>
                <a:lnTo>
                  <a:pt x="7968287" y="3657600"/>
                </a:lnTo>
                <a:lnTo>
                  <a:pt x="7978968" y="3657600"/>
                </a:lnTo>
                <a:lnTo>
                  <a:pt x="7989650" y="3657600"/>
                </a:lnTo>
                <a:lnTo>
                  <a:pt x="8000331" y="3657600"/>
                </a:lnTo>
                <a:lnTo>
                  <a:pt x="8011012" y="3657600"/>
                </a:lnTo>
                <a:lnTo>
                  <a:pt x="8021694" y="3657600"/>
                </a:lnTo>
                <a:lnTo>
                  <a:pt x="8032375" y="3657600"/>
                </a:lnTo>
                <a:lnTo>
                  <a:pt x="8043056" y="3657600"/>
                </a:lnTo>
                <a:lnTo>
                  <a:pt x="8053738" y="3657600"/>
                </a:lnTo>
                <a:lnTo>
                  <a:pt x="8064419" y="3657600"/>
                </a:lnTo>
                <a:lnTo>
                  <a:pt x="8075100" y="3657600"/>
                </a:lnTo>
                <a:lnTo>
                  <a:pt x="8085782" y="3657600"/>
                </a:lnTo>
                <a:lnTo>
                  <a:pt x="8096463" y="3657600"/>
                </a:lnTo>
                <a:lnTo>
                  <a:pt x="8107144" y="3657600"/>
                </a:lnTo>
                <a:lnTo>
                  <a:pt x="8117826" y="3657600"/>
                </a:lnTo>
                <a:lnTo>
                  <a:pt x="8128507" y="3657600"/>
                </a:lnTo>
                <a:lnTo>
                  <a:pt x="8139188" y="3657600"/>
                </a:lnTo>
                <a:lnTo>
                  <a:pt x="8149870" y="3657600"/>
                </a:lnTo>
                <a:lnTo>
                  <a:pt x="8160551" y="3657600"/>
                </a:lnTo>
                <a:lnTo>
                  <a:pt x="8171233" y="3657600"/>
                </a:lnTo>
                <a:lnTo>
                  <a:pt x="8181914" y="3657600"/>
                </a:lnTo>
                <a:lnTo>
                  <a:pt x="8192595" y="3657600"/>
                </a:lnTo>
                <a:lnTo>
                  <a:pt x="8203277" y="3657600"/>
                </a:lnTo>
                <a:lnTo>
                  <a:pt x="8213958" y="3657600"/>
                </a:lnTo>
                <a:lnTo>
                  <a:pt x="8224639" y="3657600"/>
                </a:lnTo>
                <a:lnTo>
                  <a:pt x="8235321" y="3657600"/>
                </a:lnTo>
                <a:lnTo>
                  <a:pt x="8246002" y="3657600"/>
                </a:lnTo>
                <a:lnTo>
                  <a:pt x="8256683" y="3657600"/>
                </a:lnTo>
                <a:lnTo>
                  <a:pt x="8267365" y="3657600"/>
                </a:lnTo>
                <a:lnTo>
                  <a:pt x="8278046" y="3657600"/>
                </a:lnTo>
                <a:lnTo>
                  <a:pt x="8288727" y="3657600"/>
                </a:lnTo>
                <a:lnTo>
                  <a:pt x="8299409" y="3657600"/>
                </a:lnTo>
                <a:lnTo>
                  <a:pt x="8310090" y="3657600"/>
                </a:lnTo>
                <a:lnTo>
                  <a:pt x="8320771" y="3657600"/>
                </a:lnTo>
                <a:lnTo>
                  <a:pt x="8331453" y="3657600"/>
                </a:lnTo>
                <a:lnTo>
                  <a:pt x="8342134" y="3657600"/>
                </a:lnTo>
                <a:lnTo>
                  <a:pt x="8352816" y="3657600"/>
                </a:lnTo>
                <a:lnTo>
                  <a:pt x="8363497" y="3657600"/>
                </a:lnTo>
                <a:lnTo>
                  <a:pt x="8374178" y="3657600"/>
                </a:lnTo>
                <a:lnTo>
                  <a:pt x="8384860" y="3657600"/>
                </a:lnTo>
                <a:lnTo>
                  <a:pt x="8395541" y="3657600"/>
                </a:lnTo>
                <a:lnTo>
                  <a:pt x="8406222" y="3657600"/>
                </a:lnTo>
                <a:lnTo>
                  <a:pt x="8416904" y="3657600"/>
                </a:lnTo>
                <a:lnTo>
                  <a:pt x="8427585" y="3657600"/>
                </a:lnTo>
                <a:lnTo>
                  <a:pt x="8438266" y="3657600"/>
                </a:lnTo>
                <a:lnTo>
                  <a:pt x="8448948" y="3657600"/>
                </a:lnTo>
                <a:lnTo>
                  <a:pt x="8459629" y="3657600"/>
                </a:lnTo>
                <a:lnTo>
                  <a:pt x="8470310" y="3657600"/>
                </a:lnTo>
                <a:lnTo>
                  <a:pt x="8480992" y="3657600"/>
                </a:lnTo>
                <a:lnTo>
                  <a:pt x="8491673" y="3657600"/>
                </a:lnTo>
                <a:lnTo>
                  <a:pt x="8502354" y="3657600"/>
                </a:lnTo>
                <a:lnTo>
                  <a:pt x="8513036" y="3657600"/>
                </a:lnTo>
                <a:lnTo>
                  <a:pt x="8523717" y="3657600"/>
                </a:lnTo>
                <a:lnTo>
                  <a:pt x="8534399" y="3657600"/>
                </a:lnTo>
                <a:lnTo>
                  <a:pt x="8534399" y="3657600"/>
                </a:lnTo>
                <a:lnTo>
                  <a:pt x="8523717" y="3657600"/>
                </a:lnTo>
                <a:lnTo>
                  <a:pt x="8513036" y="3657600"/>
                </a:lnTo>
                <a:lnTo>
                  <a:pt x="8502354" y="3657600"/>
                </a:lnTo>
                <a:lnTo>
                  <a:pt x="8491673" y="3657600"/>
                </a:lnTo>
                <a:lnTo>
                  <a:pt x="8480992" y="3657600"/>
                </a:lnTo>
                <a:lnTo>
                  <a:pt x="8470310" y="3657600"/>
                </a:lnTo>
                <a:lnTo>
                  <a:pt x="8459629" y="3657600"/>
                </a:lnTo>
                <a:lnTo>
                  <a:pt x="8448948" y="3657600"/>
                </a:lnTo>
                <a:lnTo>
                  <a:pt x="8438266" y="3657600"/>
                </a:lnTo>
                <a:lnTo>
                  <a:pt x="8427585" y="3657600"/>
                </a:lnTo>
                <a:lnTo>
                  <a:pt x="8416904" y="3657600"/>
                </a:lnTo>
                <a:lnTo>
                  <a:pt x="8406222" y="3657600"/>
                </a:lnTo>
                <a:lnTo>
                  <a:pt x="8395541" y="3657600"/>
                </a:lnTo>
                <a:lnTo>
                  <a:pt x="8384860" y="3657600"/>
                </a:lnTo>
                <a:lnTo>
                  <a:pt x="8374178" y="3657600"/>
                </a:lnTo>
                <a:lnTo>
                  <a:pt x="8363497" y="3657600"/>
                </a:lnTo>
                <a:lnTo>
                  <a:pt x="8352816" y="3657600"/>
                </a:lnTo>
                <a:lnTo>
                  <a:pt x="8342134" y="3657600"/>
                </a:lnTo>
                <a:lnTo>
                  <a:pt x="8331453" y="3657600"/>
                </a:lnTo>
                <a:lnTo>
                  <a:pt x="8320771" y="3657600"/>
                </a:lnTo>
                <a:lnTo>
                  <a:pt x="8310090" y="3657600"/>
                </a:lnTo>
                <a:lnTo>
                  <a:pt x="8299409" y="3657600"/>
                </a:lnTo>
                <a:lnTo>
                  <a:pt x="8288727" y="3657600"/>
                </a:lnTo>
                <a:lnTo>
                  <a:pt x="8278046" y="3657600"/>
                </a:lnTo>
                <a:lnTo>
                  <a:pt x="8267365" y="3657600"/>
                </a:lnTo>
                <a:lnTo>
                  <a:pt x="8256683" y="3657600"/>
                </a:lnTo>
                <a:lnTo>
                  <a:pt x="8246002" y="3657600"/>
                </a:lnTo>
                <a:lnTo>
                  <a:pt x="8235321" y="3657600"/>
                </a:lnTo>
                <a:lnTo>
                  <a:pt x="8224639" y="3657600"/>
                </a:lnTo>
                <a:lnTo>
                  <a:pt x="8213958" y="3657600"/>
                </a:lnTo>
                <a:lnTo>
                  <a:pt x="8203277" y="3657600"/>
                </a:lnTo>
                <a:lnTo>
                  <a:pt x="8192595" y="3657600"/>
                </a:lnTo>
                <a:lnTo>
                  <a:pt x="8181914" y="3657600"/>
                </a:lnTo>
                <a:lnTo>
                  <a:pt x="8171233" y="3657600"/>
                </a:lnTo>
                <a:lnTo>
                  <a:pt x="8160551" y="3657600"/>
                </a:lnTo>
                <a:lnTo>
                  <a:pt x="8149870" y="3657600"/>
                </a:lnTo>
                <a:lnTo>
                  <a:pt x="8139188" y="3657600"/>
                </a:lnTo>
                <a:lnTo>
                  <a:pt x="8128507" y="3657600"/>
                </a:lnTo>
                <a:lnTo>
                  <a:pt x="8117826" y="3657600"/>
                </a:lnTo>
                <a:lnTo>
                  <a:pt x="8107144" y="3657600"/>
                </a:lnTo>
                <a:lnTo>
                  <a:pt x="8096463" y="3657600"/>
                </a:lnTo>
                <a:lnTo>
                  <a:pt x="8085782" y="3657600"/>
                </a:lnTo>
                <a:lnTo>
                  <a:pt x="8075100" y="3657600"/>
                </a:lnTo>
                <a:lnTo>
                  <a:pt x="8064419" y="3657600"/>
                </a:lnTo>
                <a:lnTo>
                  <a:pt x="8053738" y="3657600"/>
                </a:lnTo>
                <a:lnTo>
                  <a:pt x="8043056" y="3657600"/>
                </a:lnTo>
                <a:lnTo>
                  <a:pt x="8032375" y="3657600"/>
                </a:lnTo>
                <a:lnTo>
                  <a:pt x="8021694" y="3657600"/>
                </a:lnTo>
                <a:lnTo>
                  <a:pt x="8011012" y="3657600"/>
                </a:lnTo>
                <a:lnTo>
                  <a:pt x="8000331" y="3657600"/>
                </a:lnTo>
                <a:lnTo>
                  <a:pt x="7989650" y="3657600"/>
                </a:lnTo>
                <a:lnTo>
                  <a:pt x="7978968" y="3657600"/>
                </a:lnTo>
                <a:lnTo>
                  <a:pt x="7968287" y="3657600"/>
                </a:lnTo>
                <a:lnTo>
                  <a:pt x="7957606" y="3657600"/>
                </a:lnTo>
                <a:lnTo>
                  <a:pt x="7946924" y="3657600"/>
                </a:lnTo>
                <a:lnTo>
                  <a:pt x="7936243" y="3657600"/>
                </a:lnTo>
                <a:lnTo>
                  <a:pt x="7925561" y="3657600"/>
                </a:lnTo>
                <a:lnTo>
                  <a:pt x="7914880" y="3657600"/>
                </a:lnTo>
                <a:lnTo>
                  <a:pt x="7904199" y="3657600"/>
                </a:lnTo>
                <a:lnTo>
                  <a:pt x="7893517" y="3657600"/>
                </a:lnTo>
                <a:lnTo>
                  <a:pt x="7882836" y="3657600"/>
                </a:lnTo>
                <a:lnTo>
                  <a:pt x="7872155" y="3657600"/>
                </a:lnTo>
                <a:lnTo>
                  <a:pt x="7861473" y="3657600"/>
                </a:lnTo>
                <a:lnTo>
                  <a:pt x="7850792" y="3657600"/>
                </a:lnTo>
                <a:lnTo>
                  <a:pt x="7840111" y="3657600"/>
                </a:lnTo>
                <a:lnTo>
                  <a:pt x="7829429" y="3657600"/>
                </a:lnTo>
                <a:lnTo>
                  <a:pt x="7818748" y="3657600"/>
                </a:lnTo>
                <a:lnTo>
                  <a:pt x="7808067" y="3657600"/>
                </a:lnTo>
                <a:lnTo>
                  <a:pt x="7797385" y="3657600"/>
                </a:lnTo>
                <a:lnTo>
                  <a:pt x="7786704" y="3657600"/>
                </a:lnTo>
                <a:lnTo>
                  <a:pt x="7776023" y="3657600"/>
                </a:lnTo>
                <a:lnTo>
                  <a:pt x="7765341" y="3657600"/>
                </a:lnTo>
                <a:lnTo>
                  <a:pt x="7754660" y="3657600"/>
                </a:lnTo>
                <a:lnTo>
                  <a:pt x="7743978" y="3657600"/>
                </a:lnTo>
                <a:lnTo>
                  <a:pt x="7733297" y="3657600"/>
                </a:lnTo>
                <a:lnTo>
                  <a:pt x="7722616" y="3657600"/>
                </a:lnTo>
                <a:lnTo>
                  <a:pt x="7711934" y="3657600"/>
                </a:lnTo>
                <a:lnTo>
                  <a:pt x="7701253" y="3657600"/>
                </a:lnTo>
                <a:lnTo>
                  <a:pt x="7690572" y="3657600"/>
                </a:lnTo>
                <a:lnTo>
                  <a:pt x="7679890" y="3657600"/>
                </a:lnTo>
                <a:lnTo>
                  <a:pt x="7669209" y="3657600"/>
                </a:lnTo>
                <a:lnTo>
                  <a:pt x="7658528" y="3657600"/>
                </a:lnTo>
                <a:lnTo>
                  <a:pt x="7647846" y="3657600"/>
                </a:lnTo>
                <a:lnTo>
                  <a:pt x="7637165" y="3657600"/>
                </a:lnTo>
                <a:lnTo>
                  <a:pt x="7626484" y="3657600"/>
                </a:lnTo>
                <a:lnTo>
                  <a:pt x="7615802" y="3657600"/>
                </a:lnTo>
                <a:lnTo>
                  <a:pt x="7605121" y="3657600"/>
                </a:lnTo>
                <a:lnTo>
                  <a:pt x="7594440" y="3657600"/>
                </a:lnTo>
                <a:lnTo>
                  <a:pt x="7583758" y="3657600"/>
                </a:lnTo>
                <a:lnTo>
                  <a:pt x="7573077" y="3657600"/>
                </a:lnTo>
                <a:lnTo>
                  <a:pt x="7562395" y="3657600"/>
                </a:lnTo>
                <a:lnTo>
                  <a:pt x="7551714" y="3657600"/>
                </a:lnTo>
                <a:lnTo>
                  <a:pt x="7541033" y="3657600"/>
                </a:lnTo>
                <a:lnTo>
                  <a:pt x="7530351" y="3657600"/>
                </a:lnTo>
                <a:lnTo>
                  <a:pt x="7519670" y="3657600"/>
                </a:lnTo>
                <a:lnTo>
                  <a:pt x="7508989" y="3657600"/>
                </a:lnTo>
                <a:lnTo>
                  <a:pt x="7498307" y="3657600"/>
                </a:lnTo>
                <a:lnTo>
                  <a:pt x="7487626" y="3657600"/>
                </a:lnTo>
                <a:lnTo>
                  <a:pt x="7476945" y="3657600"/>
                </a:lnTo>
                <a:lnTo>
                  <a:pt x="7466263" y="3657600"/>
                </a:lnTo>
                <a:lnTo>
                  <a:pt x="7455582" y="3657600"/>
                </a:lnTo>
                <a:lnTo>
                  <a:pt x="7444901" y="3657600"/>
                </a:lnTo>
                <a:lnTo>
                  <a:pt x="7434219" y="3657600"/>
                </a:lnTo>
                <a:lnTo>
                  <a:pt x="7423538" y="3657600"/>
                </a:lnTo>
                <a:lnTo>
                  <a:pt x="7412857" y="3657600"/>
                </a:lnTo>
                <a:lnTo>
                  <a:pt x="7402175" y="3657600"/>
                </a:lnTo>
                <a:lnTo>
                  <a:pt x="7391494" y="3657600"/>
                </a:lnTo>
                <a:lnTo>
                  <a:pt x="7380813" y="3657600"/>
                </a:lnTo>
                <a:lnTo>
                  <a:pt x="7370131" y="3657600"/>
                </a:lnTo>
                <a:lnTo>
                  <a:pt x="7359450" y="3657600"/>
                </a:lnTo>
                <a:lnTo>
                  <a:pt x="7348768" y="3657600"/>
                </a:lnTo>
                <a:lnTo>
                  <a:pt x="7338087" y="3657600"/>
                </a:lnTo>
                <a:lnTo>
                  <a:pt x="7327406" y="3657600"/>
                </a:lnTo>
                <a:lnTo>
                  <a:pt x="7316724" y="3657600"/>
                </a:lnTo>
                <a:lnTo>
                  <a:pt x="7306043" y="3657600"/>
                </a:lnTo>
                <a:lnTo>
                  <a:pt x="7295362" y="3657600"/>
                </a:lnTo>
                <a:lnTo>
                  <a:pt x="7284680" y="3657600"/>
                </a:lnTo>
                <a:lnTo>
                  <a:pt x="7273999" y="3657600"/>
                </a:lnTo>
                <a:lnTo>
                  <a:pt x="7263318" y="3657600"/>
                </a:lnTo>
                <a:lnTo>
                  <a:pt x="7252636" y="3657600"/>
                </a:lnTo>
                <a:lnTo>
                  <a:pt x="7241955" y="3657600"/>
                </a:lnTo>
                <a:lnTo>
                  <a:pt x="7231274" y="3657600"/>
                </a:lnTo>
                <a:lnTo>
                  <a:pt x="7220592" y="3657600"/>
                </a:lnTo>
                <a:lnTo>
                  <a:pt x="7209911" y="3657600"/>
                </a:lnTo>
                <a:lnTo>
                  <a:pt x="7199230" y="3657600"/>
                </a:lnTo>
                <a:lnTo>
                  <a:pt x="7188548" y="3657600"/>
                </a:lnTo>
                <a:lnTo>
                  <a:pt x="7177867" y="3657600"/>
                </a:lnTo>
                <a:lnTo>
                  <a:pt x="7167185" y="3657600"/>
                </a:lnTo>
                <a:lnTo>
                  <a:pt x="7156504" y="3657600"/>
                </a:lnTo>
                <a:lnTo>
                  <a:pt x="7145823" y="3657600"/>
                </a:lnTo>
                <a:lnTo>
                  <a:pt x="7135141" y="3657600"/>
                </a:lnTo>
                <a:lnTo>
                  <a:pt x="7124460" y="3657600"/>
                </a:lnTo>
                <a:lnTo>
                  <a:pt x="7113779" y="3657600"/>
                </a:lnTo>
                <a:lnTo>
                  <a:pt x="7103097" y="3657600"/>
                </a:lnTo>
                <a:lnTo>
                  <a:pt x="7092416" y="3657600"/>
                </a:lnTo>
                <a:lnTo>
                  <a:pt x="7081735" y="3657600"/>
                </a:lnTo>
                <a:lnTo>
                  <a:pt x="7071053" y="3657600"/>
                </a:lnTo>
                <a:lnTo>
                  <a:pt x="7060372" y="3657600"/>
                </a:lnTo>
                <a:lnTo>
                  <a:pt x="7049691" y="3657600"/>
                </a:lnTo>
                <a:lnTo>
                  <a:pt x="7039009" y="3657600"/>
                </a:lnTo>
                <a:lnTo>
                  <a:pt x="7028328" y="3657600"/>
                </a:lnTo>
                <a:lnTo>
                  <a:pt x="7017647" y="3657600"/>
                </a:lnTo>
                <a:lnTo>
                  <a:pt x="7006965" y="3657600"/>
                </a:lnTo>
                <a:lnTo>
                  <a:pt x="6996284" y="3657600"/>
                </a:lnTo>
                <a:lnTo>
                  <a:pt x="6985603" y="3657600"/>
                </a:lnTo>
                <a:lnTo>
                  <a:pt x="6974921" y="3657600"/>
                </a:lnTo>
                <a:lnTo>
                  <a:pt x="6964240" y="3657600"/>
                </a:lnTo>
                <a:lnTo>
                  <a:pt x="6953558" y="3657600"/>
                </a:lnTo>
                <a:lnTo>
                  <a:pt x="6942877" y="3657600"/>
                </a:lnTo>
                <a:lnTo>
                  <a:pt x="6932196" y="3657600"/>
                </a:lnTo>
                <a:lnTo>
                  <a:pt x="6921514" y="3657600"/>
                </a:lnTo>
                <a:lnTo>
                  <a:pt x="6910833" y="3657600"/>
                </a:lnTo>
                <a:lnTo>
                  <a:pt x="6900152" y="3657600"/>
                </a:lnTo>
                <a:lnTo>
                  <a:pt x="6889470" y="3657600"/>
                </a:lnTo>
                <a:lnTo>
                  <a:pt x="6878789" y="3657600"/>
                </a:lnTo>
                <a:lnTo>
                  <a:pt x="6868108" y="3657600"/>
                </a:lnTo>
                <a:lnTo>
                  <a:pt x="6857426" y="3657600"/>
                </a:lnTo>
                <a:lnTo>
                  <a:pt x="6846745" y="3657600"/>
                </a:lnTo>
                <a:lnTo>
                  <a:pt x="6836064" y="3657600"/>
                </a:lnTo>
                <a:lnTo>
                  <a:pt x="6825382" y="3657600"/>
                </a:lnTo>
                <a:lnTo>
                  <a:pt x="6814701" y="3657600"/>
                </a:lnTo>
                <a:lnTo>
                  <a:pt x="6804020" y="3657600"/>
                </a:lnTo>
                <a:lnTo>
                  <a:pt x="6793338" y="3657600"/>
                </a:lnTo>
                <a:lnTo>
                  <a:pt x="6782657" y="3657600"/>
                </a:lnTo>
                <a:lnTo>
                  <a:pt x="6771975" y="3657600"/>
                </a:lnTo>
                <a:lnTo>
                  <a:pt x="6761294" y="3657600"/>
                </a:lnTo>
                <a:lnTo>
                  <a:pt x="6750613" y="3657600"/>
                </a:lnTo>
                <a:lnTo>
                  <a:pt x="6739931" y="3657600"/>
                </a:lnTo>
                <a:lnTo>
                  <a:pt x="6729250" y="3657600"/>
                </a:lnTo>
                <a:lnTo>
                  <a:pt x="6718569" y="3657600"/>
                </a:lnTo>
                <a:lnTo>
                  <a:pt x="6707887" y="3657600"/>
                </a:lnTo>
                <a:lnTo>
                  <a:pt x="6697206" y="3657600"/>
                </a:lnTo>
                <a:lnTo>
                  <a:pt x="6686525" y="3657600"/>
                </a:lnTo>
                <a:lnTo>
                  <a:pt x="6675843" y="3657600"/>
                </a:lnTo>
                <a:lnTo>
                  <a:pt x="6665162" y="3657600"/>
                </a:lnTo>
                <a:lnTo>
                  <a:pt x="6654481" y="3657600"/>
                </a:lnTo>
                <a:lnTo>
                  <a:pt x="6643799" y="3657600"/>
                </a:lnTo>
                <a:lnTo>
                  <a:pt x="6633118" y="3657600"/>
                </a:lnTo>
                <a:lnTo>
                  <a:pt x="6622437" y="3657600"/>
                </a:lnTo>
                <a:lnTo>
                  <a:pt x="6611755" y="3657600"/>
                </a:lnTo>
                <a:lnTo>
                  <a:pt x="6601074" y="3657600"/>
                </a:lnTo>
                <a:lnTo>
                  <a:pt x="6590392" y="3657600"/>
                </a:lnTo>
                <a:lnTo>
                  <a:pt x="6579711" y="3657600"/>
                </a:lnTo>
                <a:lnTo>
                  <a:pt x="6569030" y="3657600"/>
                </a:lnTo>
                <a:lnTo>
                  <a:pt x="6558348" y="3657600"/>
                </a:lnTo>
                <a:lnTo>
                  <a:pt x="6547667" y="3657600"/>
                </a:lnTo>
                <a:lnTo>
                  <a:pt x="6536986" y="3657600"/>
                </a:lnTo>
                <a:lnTo>
                  <a:pt x="6526304" y="3657600"/>
                </a:lnTo>
                <a:lnTo>
                  <a:pt x="6515623" y="3657600"/>
                </a:lnTo>
                <a:lnTo>
                  <a:pt x="6504942" y="3657600"/>
                </a:lnTo>
                <a:lnTo>
                  <a:pt x="6494260" y="3657600"/>
                </a:lnTo>
                <a:lnTo>
                  <a:pt x="6483579" y="3657600"/>
                </a:lnTo>
                <a:lnTo>
                  <a:pt x="6472898" y="3657600"/>
                </a:lnTo>
                <a:lnTo>
                  <a:pt x="6462216" y="3657600"/>
                </a:lnTo>
                <a:lnTo>
                  <a:pt x="6451535" y="3657600"/>
                </a:lnTo>
                <a:lnTo>
                  <a:pt x="6440854" y="3657600"/>
                </a:lnTo>
                <a:lnTo>
                  <a:pt x="6430172" y="3657600"/>
                </a:lnTo>
                <a:lnTo>
                  <a:pt x="6419491" y="3657600"/>
                </a:lnTo>
                <a:lnTo>
                  <a:pt x="6408810" y="3657600"/>
                </a:lnTo>
                <a:lnTo>
                  <a:pt x="6398128" y="3657600"/>
                </a:lnTo>
                <a:lnTo>
                  <a:pt x="6387447" y="3657600"/>
                </a:lnTo>
                <a:lnTo>
                  <a:pt x="6376765" y="3657600"/>
                </a:lnTo>
                <a:lnTo>
                  <a:pt x="6366084" y="3657600"/>
                </a:lnTo>
                <a:lnTo>
                  <a:pt x="6355403" y="3657600"/>
                </a:lnTo>
                <a:lnTo>
                  <a:pt x="6344721" y="3657600"/>
                </a:lnTo>
                <a:lnTo>
                  <a:pt x="6334040" y="3657600"/>
                </a:lnTo>
                <a:lnTo>
                  <a:pt x="6323359" y="3657600"/>
                </a:lnTo>
                <a:lnTo>
                  <a:pt x="6312677" y="3657600"/>
                </a:lnTo>
                <a:lnTo>
                  <a:pt x="6301996" y="3657600"/>
                </a:lnTo>
                <a:lnTo>
                  <a:pt x="6291315" y="3657600"/>
                </a:lnTo>
                <a:lnTo>
                  <a:pt x="6280633" y="3657600"/>
                </a:lnTo>
                <a:lnTo>
                  <a:pt x="6269952" y="3657600"/>
                </a:lnTo>
                <a:lnTo>
                  <a:pt x="6259271" y="3657600"/>
                </a:lnTo>
                <a:lnTo>
                  <a:pt x="6248589" y="3657600"/>
                </a:lnTo>
                <a:lnTo>
                  <a:pt x="6237908" y="3657600"/>
                </a:lnTo>
                <a:lnTo>
                  <a:pt x="6227227" y="3657600"/>
                </a:lnTo>
                <a:lnTo>
                  <a:pt x="6216545" y="3657600"/>
                </a:lnTo>
                <a:lnTo>
                  <a:pt x="6205864" y="3657600"/>
                </a:lnTo>
                <a:lnTo>
                  <a:pt x="6195182" y="3657600"/>
                </a:lnTo>
                <a:lnTo>
                  <a:pt x="6184501" y="3657600"/>
                </a:lnTo>
                <a:lnTo>
                  <a:pt x="6173820" y="3657600"/>
                </a:lnTo>
                <a:lnTo>
                  <a:pt x="6163138" y="3657600"/>
                </a:lnTo>
                <a:lnTo>
                  <a:pt x="6152457" y="3657600"/>
                </a:lnTo>
                <a:lnTo>
                  <a:pt x="6141776" y="3657600"/>
                </a:lnTo>
                <a:lnTo>
                  <a:pt x="6131094" y="3657600"/>
                </a:lnTo>
                <a:lnTo>
                  <a:pt x="6120413" y="3657600"/>
                </a:lnTo>
                <a:lnTo>
                  <a:pt x="6109732" y="3657600"/>
                </a:lnTo>
                <a:lnTo>
                  <a:pt x="6099050" y="3657600"/>
                </a:lnTo>
                <a:lnTo>
                  <a:pt x="6088369" y="3657600"/>
                </a:lnTo>
                <a:lnTo>
                  <a:pt x="6077688" y="3657600"/>
                </a:lnTo>
                <a:lnTo>
                  <a:pt x="6067006" y="3657600"/>
                </a:lnTo>
                <a:lnTo>
                  <a:pt x="6056325" y="3657600"/>
                </a:lnTo>
                <a:lnTo>
                  <a:pt x="6045644" y="3657600"/>
                </a:lnTo>
                <a:lnTo>
                  <a:pt x="6034962" y="3657600"/>
                </a:lnTo>
                <a:lnTo>
                  <a:pt x="6024281" y="3657600"/>
                </a:lnTo>
                <a:lnTo>
                  <a:pt x="6013600" y="3657600"/>
                </a:lnTo>
                <a:lnTo>
                  <a:pt x="6002918" y="3657600"/>
                </a:lnTo>
                <a:lnTo>
                  <a:pt x="5992237" y="3657600"/>
                </a:lnTo>
                <a:lnTo>
                  <a:pt x="5981555" y="3657600"/>
                </a:lnTo>
                <a:lnTo>
                  <a:pt x="5970874" y="3657600"/>
                </a:lnTo>
                <a:lnTo>
                  <a:pt x="5960193" y="3657600"/>
                </a:lnTo>
                <a:lnTo>
                  <a:pt x="5949511" y="3657600"/>
                </a:lnTo>
                <a:lnTo>
                  <a:pt x="5938830" y="3657600"/>
                </a:lnTo>
                <a:lnTo>
                  <a:pt x="5928149" y="3657600"/>
                </a:lnTo>
                <a:lnTo>
                  <a:pt x="5917467" y="3657600"/>
                </a:lnTo>
                <a:lnTo>
                  <a:pt x="5906786" y="3657600"/>
                </a:lnTo>
                <a:lnTo>
                  <a:pt x="5896105" y="3657600"/>
                </a:lnTo>
                <a:lnTo>
                  <a:pt x="5885423" y="3657600"/>
                </a:lnTo>
                <a:lnTo>
                  <a:pt x="5874742" y="3657600"/>
                </a:lnTo>
                <a:lnTo>
                  <a:pt x="5864061" y="3657600"/>
                </a:lnTo>
                <a:lnTo>
                  <a:pt x="5853379" y="3657600"/>
                </a:lnTo>
                <a:lnTo>
                  <a:pt x="5842698" y="3657600"/>
                </a:lnTo>
                <a:lnTo>
                  <a:pt x="5832017" y="3657600"/>
                </a:lnTo>
                <a:lnTo>
                  <a:pt x="5821335" y="3657600"/>
                </a:lnTo>
                <a:lnTo>
                  <a:pt x="5810654" y="3657600"/>
                </a:lnTo>
                <a:lnTo>
                  <a:pt x="5799972" y="3657600"/>
                </a:lnTo>
                <a:lnTo>
                  <a:pt x="5789291" y="3657600"/>
                </a:lnTo>
                <a:lnTo>
                  <a:pt x="5778610" y="3657600"/>
                </a:lnTo>
                <a:lnTo>
                  <a:pt x="5767928" y="3657600"/>
                </a:lnTo>
                <a:lnTo>
                  <a:pt x="5757247" y="3657600"/>
                </a:lnTo>
                <a:lnTo>
                  <a:pt x="5746566" y="3657600"/>
                </a:lnTo>
                <a:lnTo>
                  <a:pt x="5735884" y="3657600"/>
                </a:lnTo>
                <a:lnTo>
                  <a:pt x="5725203" y="3657600"/>
                </a:lnTo>
                <a:lnTo>
                  <a:pt x="5714522" y="3657600"/>
                </a:lnTo>
                <a:lnTo>
                  <a:pt x="5703840" y="3657600"/>
                </a:lnTo>
                <a:lnTo>
                  <a:pt x="5693159" y="3657600"/>
                </a:lnTo>
                <a:lnTo>
                  <a:pt x="5682478" y="3657600"/>
                </a:lnTo>
                <a:lnTo>
                  <a:pt x="5671796" y="3657600"/>
                </a:lnTo>
                <a:lnTo>
                  <a:pt x="5661115" y="3657600"/>
                </a:lnTo>
                <a:lnTo>
                  <a:pt x="5650434" y="3657600"/>
                </a:lnTo>
                <a:lnTo>
                  <a:pt x="5639752" y="3657600"/>
                </a:lnTo>
                <a:lnTo>
                  <a:pt x="5629071" y="3657600"/>
                </a:lnTo>
                <a:lnTo>
                  <a:pt x="5618389" y="3657600"/>
                </a:lnTo>
                <a:lnTo>
                  <a:pt x="5607708" y="3657600"/>
                </a:lnTo>
                <a:lnTo>
                  <a:pt x="5597027" y="3657600"/>
                </a:lnTo>
                <a:lnTo>
                  <a:pt x="5586345" y="3657600"/>
                </a:lnTo>
                <a:lnTo>
                  <a:pt x="5575664" y="3657600"/>
                </a:lnTo>
                <a:lnTo>
                  <a:pt x="5564983" y="3657600"/>
                </a:lnTo>
                <a:lnTo>
                  <a:pt x="5554301" y="3657600"/>
                </a:lnTo>
                <a:lnTo>
                  <a:pt x="5543620" y="3657600"/>
                </a:lnTo>
                <a:lnTo>
                  <a:pt x="5532939" y="3657600"/>
                </a:lnTo>
                <a:lnTo>
                  <a:pt x="5522257" y="3657600"/>
                </a:lnTo>
                <a:lnTo>
                  <a:pt x="5511576" y="3657600"/>
                </a:lnTo>
                <a:lnTo>
                  <a:pt x="5500895" y="3657600"/>
                </a:lnTo>
                <a:lnTo>
                  <a:pt x="5490213" y="3657600"/>
                </a:lnTo>
                <a:lnTo>
                  <a:pt x="5479532" y="3657600"/>
                </a:lnTo>
                <a:lnTo>
                  <a:pt x="5468851" y="3657600"/>
                </a:lnTo>
                <a:lnTo>
                  <a:pt x="5458169" y="3657600"/>
                </a:lnTo>
                <a:lnTo>
                  <a:pt x="5447488" y="3657600"/>
                </a:lnTo>
                <a:lnTo>
                  <a:pt x="5436807" y="3657600"/>
                </a:lnTo>
                <a:lnTo>
                  <a:pt x="5426125" y="3657600"/>
                </a:lnTo>
                <a:lnTo>
                  <a:pt x="5415444" y="3657600"/>
                </a:lnTo>
                <a:lnTo>
                  <a:pt x="5404762" y="3657600"/>
                </a:lnTo>
                <a:lnTo>
                  <a:pt x="5394081" y="3657600"/>
                </a:lnTo>
                <a:lnTo>
                  <a:pt x="5383400" y="3657600"/>
                </a:lnTo>
                <a:lnTo>
                  <a:pt x="5372718" y="3657600"/>
                </a:lnTo>
                <a:lnTo>
                  <a:pt x="5362037" y="3657600"/>
                </a:lnTo>
                <a:lnTo>
                  <a:pt x="5351356" y="3657600"/>
                </a:lnTo>
                <a:lnTo>
                  <a:pt x="5340674" y="3657600"/>
                </a:lnTo>
                <a:lnTo>
                  <a:pt x="5329993" y="3657600"/>
                </a:lnTo>
                <a:lnTo>
                  <a:pt x="5319312" y="3657600"/>
                </a:lnTo>
                <a:lnTo>
                  <a:pt x="5308630" y="3657600"/>
                </a:lnTo>
                <a:lnTo>
                  <a:pt x="5297949" y="3657600"/>
                </a:lnTo>
                <a:lnTo>
                  <a:pt x="5287268" y="3657600"/>
                </a:lnTo>
                <a:lnTo>
                  <a:pt x="5276586" y="3657600"/>
                </a:lnTo>
                <a:lnTo>
                  <a:pt x="5265905" y="3657600"/>
                </a:lnTo>
                <a:lnTo>
                  <a:pt x="5255224" y="3657600"/>
                </a:lnTo>
                <a:lnTo>
                  <a:pt x="5244542" y="3657600"/>
                </a:lnTo>
                <a:lnTo>
                  <a:pt x="5233861" y="3657600"/>
                </a:lnTo>
                <a:lnTo>
                  <a:pt x="5223179" y="3657600"/>
                </a:lnTo>
                <a:lnTo>
                  <a:pt x="5212498" y="3657600"/>
                </a:lnTo>
                <a:lnTo>
                  <a:pt x="5201817" y="3657600"/>
                </a:lnTo>
                <a:lnTo>
                  <a:pt x="5191135" y="3657600"/>
                </a:lnTo>
                <a:lnTo>
                  <a:pt x="5180454" y="3657600"/>
                </a:lnTo>
                <a:lnTo>
                  <a:pt x="5169773" y="3657600"/>
                </a:lnTo>
                <a:lnTo>
                  <a:pt x="5159091" y="3657600"/>
                </a:lnTo>
                <a:lnTo>
                  <a:pt x="5148410" y="3657600"/>
                </a:lnTo>
                <a:lnTo>
                  <a:pt x="5137729" y="3657600"/>
                </a:lnTo>
                <a:lnTo>
                  <a:pt x="5127047" y="3657600"/>
                </a:lnTo>
                <a:lnTo>
                  <a:pt x="5116366" y="3657600"/>
                </a:lnTo>
                <a:lnTo>
                  <a:pt x="5105685" y="3657600"/>
                </a:lnTo>
                <a:lnTo>
                  <a:pt x="5095003" y="3657600"/>
                </a:lnTo>
                <a:lnTo>
                  <a:pt x="5084322" y="3657600"/>
                </a:lnTo>
                <a:lnTo>
                  <a:pt x="5073641" y="3657600"/>
                </a:lnTo>
                <a:lnTo>
                  <a:pt x="5062959" y="3657600"/>
                </a:lnTo>
                <a:lnTo>
                  <a:pt x="5052278" y="3657600"/>
                </a:lnTo>
                <a:lnTo>
                  <a:pt x="5041596" y="3657600"/>
                </a:lnTo>
                <a:lnTo>
                  <a:pt x="5030915" y="3657600"/>
                </a:lnTo>
                <a:lnTo>
                  <a:pt x="5020234" y="3657600"/>
                </a:lnTo>
                <a:lnTo>
                  <a:pt x="5009552" y="3657600"/>
                </a:lnTo>
                <a:lnTo>
                  <a:pt x="4998871" y="3657600"/>
                </a:lnTo>
                <a:lnTo>
                  <a:pt x="4988190" y="3657600"/>
                </a:lnTo>
                <a:lnTo>
                  <a:pt x="4977508" y="3657600"/>
                </a:lnTo>
                <a:lnTo>
                  <a:pt x="4966827" y="3657600"/>
                </a:lnTo>
                <a:lnTo>
                  <a:pt x="4956146" y="3657600"/>
                </a:lnTo>
                <a:lnTo>
                  <a:pt x="4945464" y="3657600"/>
                </a:lnTo>
                <a:lnTo>
                  <a:pt x="4934783" y="3657600"/>
                </a:lnTo>
                <a:lnTo>
                  <a:pt x="4924102" y="3657600"/>
                </a:lnTo>
                <a:lnTo>
                  <a:pt x="4913420" y="3657600"/>
                </a:lnTo>
                <a:lnTo>
                  <a:pt x="4902739" y="3657600"/>
                </a:lnTo>
                <a:lnTo>
                  <a:pt x="4892058" y="3657600"/>
                </a:lnTo>
                <a:lnTo>
                  <a:pt x="4881376" y="3657600"/>
                </a:lnTo>
                <a:lnTo>
                  <a:pt x="4870695" y="3657600"/>
                </a:lnTo>
                <a:lnTo>
                  <a:pt x="4860014" y="3657600"/>
                </a:lnTo>
                <a:lnTo>
                  <a:pt x="4849332" y="3657600"/>
                </a:lnTo>
                <a:lnTo>
                  <a:pt x="4838651" y="3657600"/>
                </a:lnTo>
                <a:lnTo>
                  <a:pt x="4827969" y="3657600"/>
                </a:lnTo>
                <a:lnTo>
                  <a:pt x="4817288" y="3657600"/>
                </a:lnTo>
                <a:lnTo>
                  <a:pt x="4806607" y="3657600"/>
                </a:lnTo>
                <a:lnTo>
                  <a:pt x="4795925" y="3657600"/>
                </a:lnTo>
                <a:lnTo>
                  <a:pt x="4785244" y="3657600"/>
                </a:lnTo>
                <a:lnTo>
                  <a:pt x="4774563" y="3657600"/>
                </a:lnTo>
                <a:lnTo>
                  <a:pt x="4763881" y="3657600"/>
                </a:lnTo>
                <a:lnTo>
                  <a:pt x="4753200" y="3657600"/>
                </a:lnTo>
                <a:lnTo>
                  <a:pt x="4742519" y="3657600"/>
                </a:lnTo>
                <a:lnTo>
                  <a:pt x="4731837" y="3657600"/>
                </a:lnTo>
                <a:lnTo>
                  <a:pt x="4721156" y="3657600"/>
                </a:lnTo>
                <a:lnTo>
                  <a:pt x="4710475" y="3657600"/>
                </a:lnTo>
                <a:lnTo>
                  <a:pt x="4699793" y="3657600"/>
                </a:lnTo>
                <a:lnTo>
                  <a:pt x="4689112" y="3657600"/>
                </a:lnTo>
                <a:lnTo>
                  <a:pt x="4678431" y="3657600"/>
                </a:lnTo>
                <a:lnTo>
                  <a:pt x="4667749" y="3657600"/>
                </a:lnTo>
                <a:lnTo>
                  <a:pt x="4657068" y="3657600"/>
                </a:lnTo>
                <a:lnTo>
                  <a:pt x="4646386" y="3657600"/>
                </a:lnTo>
                <a:lnTo>
                  <a:pt x="4635705" y="3657600"/>
                </a:lnTo>
                <a:lnTo>
                  <a:pt x="4625024" y="3657600"/>
                </a:lnTo>
                <a:lnTo>
                  <a:pt x="4614342" y="3657600"/>
                </a:lnTo>
                <a:lnTo>
                  <a:pt x="4603661" y="3657600"/>
                </a:lnTo>
                <a:lnTo>
                  <a:pt x="4592980" y="3657600"/>
                </a:lnTo>
                <a:lnTo>
                  <a:pt x="4582298" y="3657600"/>
                </a:lnTo>
                <a:lnTo>
                  <a:pt x="4571617" y="3657600"/>
                </a:lnTo>
                <a:lnTo>
                  <a:pt x="4560936" y="3657600"/>
                </a:lnTo>
                <a:lnTo>
                  <a:pt x="4550254" y="3657600"/>
                </a:lnTo>
                <a:lnTo>
                  <a:pt x="4539573" y="3657600"/>
                </a:lnTo>
                <a:lnTo>
                  <a:pt x="4528892" y="3657600"/>
                </a:lnTo>
                <a:lnTo>
                  <a:pt x="4518210" y="3657600"/>
                </a:lnTo>
                <a:lnTo>
                  <a:pt x="4507529" y="3657600"/>
                </a:lnTo>
                <a:lnTo>
                  <a:pt x="4496848" y="3657600"/>
                </a:lnTo>
                <a:lnTo>
                  <a:pt x="4486166" y="3657600"/>
                </a:lnTo>
                <a:lnTo>
                  <a:pt x="4475485" y="3657600"/>
                </a:lnTo>
                <a:lnTo>
                  <a:pt x="4464804" y="3657600"/>
                </a:lnTo>
                <a:lnTo>
                  <a:pt x="4454122" y="3657600"/>
                </a:lnTo>
                <a:lnTo>
                  <a:pt x="4443441" y="3657600"/>
                </a:lnTo>
                <a:lnTo>
                  <a:pt x="4432759" y="3657600"/>
                </a:lnTo>
                <a:lnTo>
                  <a:pt x="4422078" y="3657600"/>
                </a:lnTo>
                <a:lnTo>
                  <a:pt x="4411397" y="3657600"/>
                </a:lnTo>
                <a:lnTo>
                  <a:pt x="4400715" y="3657600"/>
                </a:lnTo>
                <a:lnTo>
                  <a:pt x="4390034" y="3657600"/>
                </a:lnTo>
                <a:lnTo>
                  <a:pt x="4379353" y="3657600"/>
                </a:lnTo>
                <a:lnTo>
                  <a:pt x="4368671" y="3657600"/>
                </a:lnTo>
                <a:lnTo>
                  <a:pt x="4357990" y="3657600"/>
                </a:lnTo>
                <a:lnTo>
                  <a:pt x="4347309" y="3657600"/>
                </a:lnTo>
                <a:lnTo>
                  <a:pt x="4336627" y="3657600"/>
                </a:lnTo>
                <a:lnTo>
                  <a:pt x="4325946" y="3657600"/>
                </a:lnTo>
                <a:lnTo>
                  <a:pt x="4315265" y="3657600"/>
                </a:lnTo>
                <a:lnTo>
                  <a:pt x="4304583" y="3657600"/>
                </a:lnTo>
                <a:lnTo>
                  <a:pt x="4293902" y="3657600"/>
                </a:lnTo>
                <a:lnTo>
                  <a:pt x="4283221" y="3657600"/>
                </a:lnTo>
                <a:lnTo>
                  <a:pt x="4272539" y="3657600"/>
                </a:lnTo>
                <a:lnTo>
                  <a:pt x="4261858" y="3657600"/>
                </a:lnTo>
                <a:lnTo>
                  <a:pt x="4251176" y="3657600"/>
                </a:lnTo>
                <a:lnTo>
                  <a:pt x="4240495" y="3657600"/>
                </a:lnTo>
                <a:lnTo>
                  <a:pt x="4229814" y="3657600"/>
                </a:lnTo>
                <a:lnTo>
                  <a:pt x="4219132" y="3657600"/>
                </a:lnTo>
                <a:lnTo>
                  <a:pt x="4208451" y="3657600"/>
                </a:lnTo>
                <a:lnTo>
                  <a:pt x="4197770" y="3657600"/>
                </a:lnTo>
                <a:lnTo>
                  <a:pt x="4187088" y="3657600"/>
                </a:lnTo>
                <a:lnTo>
                  <a:pt x="4176407" y="3657600"/>
                </a:lnTo>
                <a:lnTo>
                  <a:pt x="4165726" y="3657600"/>
                </a:lnTo>
                <a:lnTo>
                  <a:pt x="4155044" y="3657600"/>
                </a:lnTo>
                <a:lnTo>
                  <a:pt x="4144363" y="3657600"/>
                </a:lnTo>
                <a:lnTo>
                  <a:pt x="4133682" y="3657600"/>
                </a:lnTo>
                <a:lnTo>
                  <a:pt x="4123000" y="3657600"/>
                </a:lnTo>
                <a:lnTo>
                  <a:pt x="4112319" y="3657600"/>
                </a:lnTo>
                <a:lnTo>
                  <a:pt x="4101638" y="3657600"/>
                </a:lnTo>
                <a:lnTo>
                  <a:pt x="4090956" y="3657600"/>
                </a:lnTo>
                <a:lnTo>
                  <a:pt x="4080275" y="3657600"/>
                </a:lnTo>
                <a:lnTo>
                  <a:pt x="4069593" y="3657600"/>
                </a:lnTo>
                <a:lnTo>
                  <a:pt x="4058912" y="3657600"/>
                </a:lnTo>
                <a:lnTo>
                  <a:pt x="4048231" y="3657600"/>
                </a:lnTo>
                <a:lnTo>
                  <a:pt x="4037549" y="3657600"/>
                </a:lnTo>
                <a:lnTo>
                  <a:pt x="4026868" y="3657600"/>
                </a:lnTo>
                <a:lnTo>
                  <a:pt x="4016187" y="3657600"/>
                </a:lnTo>
                <a:lnTo>
                  <a:pt x="4005505" y="3657600"/>
                </a:lnTo>
                <a:lnTo>
                  <a:pt x="3994824" y="3657600"/>
                </a:lnTo>
                <a:lnTo>
                  <a:pt x="3984143" y="3657600"/>
                </a:lnTo>
                <a:lnTo>
                  <a:pt x="3973461" y="3657600"/>
                </a:lnTo>
                <a:lnTo>
                  <a:pt x="3962780" y="3657600"/>
                </a:lnTo>
                <a:lnTo>
                  <a:pt x="3952099" y="3657600"/>
                </a:lnTo>
                <a:lnTo>
                  <a:pt x="3941417" y="3657600"/>
                </a:lnTo>
                <a:lnTo>
                  <a:pt x="3930736" y="3657600"/>
                </a:lnTo>
                <a:lnTo>
                  <a:pt x="3920055" y="3657600"/>
                </a:lnTo>
                <a:lnTo>
                  <a:pt x="3909373" y="3657600"/>
                </a:lnTo>
                <a:lnTo>
                  <a:pt x="3898692" y="3657600"/>
                </a:lnTo>
                <a:lnTo>
                  <a:pt x="3888011" y="3657600"/>
                </a:lnTo>
                <a:lnTo>
                  <a:pt x="3877329" y="3657600"/>
                </a:lnTo>
                <a:lnTo>
                  <a:pt x="3866648" y="3657600"/>
                </a:lnTo>
                <a:lnTo>
                  <a:pt x="3855966" y="3657600"/>
                </a:lnTo>
                <a:lnTo>
                  <a:pt x="3845285" y="3657600"/>
                </a:lnTo>
                <a:lnTo>
                  <a:pt x="3834604" y="3657600"/>
                </a:lnTo>
                <a:lnTo>
                  <a:pt x="3823922" y="3657600"/>
                </a:lnTo>
                <a:lnTo>
                  <a:pt x="3813241" y="3657600"/>
                </a:lnTo>
                <a:lnTo>
                  <a:pt x="3802560" y="3657600"/>
                </a:lnTo>
                <a:lnTo>
                  <a:pt x="3791878" y="3657600"/>
                </a:lnTo>
                <a:lnTo>
                  <a:pt x="3781197" y="3657600"/>
                </a:lnTo>
                <a:lnTo>
                  <a:pt x="3770516" y="3657600"/>
                </a:lnTo>
                <a:lnTo>
                  <a:pt x="3759834" y="3657600"/>
                </a:lnTo>
                <a:lnTo>
                  <a:pt x="3749153" y="3657600"/>
                </a:lnTo>
                <a:lnTo>
                  <a:pt x="3738472" y="3657600"/>
                </a:lnTo>
                <a:lnTo>
                  <a:pt x="3727790" y="3657600"/>
                </a:lnTo>
                <a:lnTo>
                  <a:pt x="3717109" y="3657600"/>
                </a:lnTo>
                <a:lnTo>
                  <a:pt x="3706428" y="3657600"/>
                </a:lnTo>
                <a:lnTo>
                  <a:pt x="3695746" y="3657600"/>
                </a:lnTo>
                <a:lnTo>
                  <a:pt x="3685065" y="3657600"/>
                </a:lnTo>
                <a:lnTo>
                  <a:pt x="3674383" y="3657600"/>
                </a:lnTo>
                <a:lnTo>
                  <a:pt x="3663702" y="3657600"/>
                </a:lnTo>
                <a:lnTo>
                  <a:pt x="3653021" y="3657600"/>
                </a:lnTo>
                <a:lnTo>
                  <a:pt x="3642339" y="3657600"/>
                </a:lnTo>
                <a:lnTo>
                  <a:pt x="3631658" y="3657600"/>
                </a:lnTo>
                <a:lnTo>
                  <a:pt x="3620977" y="3657600"/>
                </a:lnTo>
                <a:lnTo>
                  <a:pt x="3610295" y="3657600"/>
                </a:lnTo>
                <a:lnTo>
                  <a:pt x="3599614" y="3657600"/>
                </a:lnTo>
                <a:lnTo>
                  <a:pt x="3588933" y="3657600"/>
                </a:lnTo>
                <a:lnTo>
                  <a:pt x="3578251" y="3657600"/>
                </a:lnTo>
                <a:lnTo>
                  <a:pt x="3567570" y="3657600"/>
                </a:lnTo>
                <a:lnTo>
                  <a:pt x="3556889" y="3657600"/>
                </a:lnTo>
                <a:lnTo>
                  <a:pt x="3546207" y="3657600"/>
                </a:lnTo>
                <a:lnTo>
                  <a:pt x="3535526" y="3657600"/>
                </a:lnTo>
                <a:lnTo>
                  <a:pt x="3524845" y="3657600"/>
                </a:lnTo>
                <a:lnTo>
                  <a:pt x="3514163" y="3657600"/>
                </a:lnTo>
                <a:lnTo>
                  <a:pt x="3503482" y="3657600"/>
                </a:lnTo>
                <a:lnTo>
                  <a:pt x="3492801" y="3657600"/>
                </a:lnTo>
                <a:lnTo>
                  <a:pt x="3482119" y="3657600"/>
                </a:lnTo>
                <a:lnTo>
                  <a:pt x="3471438" y="3657600"/>
                </a:lnTo>
                <a:lnTo>
                  <a:pt x="3460756" y="3657600"/>
                </a:lnTo>
                <a:lnTo>
                  <a:pt x="3450075" y="3657600"/>
                </a:lnTo>
                <a:lnTo>
                  <a:pt x="3439394" y="3657600"/>
                </a:lnTo>
                <a:lnTo>
                  <a:pt x="3428712" y="3657600"/>
                </a:lnTo>
                <a:lnTo>
                  <a:pt x="3418031" y="3657600"/>
                </a:lnTo>
                <a:lnTo>
                  <a:pt x="3407350" y="3657600"/>
                </a:lnTo>
                <a:lnTo>
                  <a:pt x="3396668" y="3657600"/>
                </a:lnTo>
                <a:lnTo>
                  <a:pt x="3385987" y="3657600"/>
                </a:lnTo>
                <a:lnTo>
                  <a:pt x="3375306" y="3657600"/>
                </a:lnTo>
                <a:lnTo>
                  <a:pt x="3364624" y="3657600"/>
                </a:lnTo>
                <a:lnTo>
                  <a:pt x="3353943" y="3657600"/>
                </a:lnTo>
                <a:lnTo>
                  <a:pt x="3343262" y="3657600"/>
                </a:lnTo>
                <a:lnTo>
                  <a:pt x="3332580" y="3657600"/>
                </a:lnTo>
                <a:lnTo>
                  <a:pt x="3321899" y="3657600"/>
                </a:lnTo>
                <a:lnTo>
                  <a:pt x="3311218" y="3657600"/>
                </a:lnTo>
                <a:lnTo>
                  <a:pt x="3300536" y="3657600"/>
                </a:lnTo>
                <a:lnTo>
                  <a:pt x="3289855" y="3657600"/>
                </a:lnTo>
                <a:lnTo>
                  <a:pt x="3279173" y="3657600"/>
                </a:lnTo>
                <a:lnTo>
                  <a:pt x="3268492" y="3657600"/>
                </a:lnTo>
                <a:lnTo>
                  <a:pt x="3257811" y="3657600"/>
                </a:lnTo>
                <a:lnTo>
                  <a:pt x="3247129" y="3657600"/>
                </a:lnTo>
                <a:lnTo>
                  <a:pt x="3236448" y="3657600"/>
                </a:lnTo>
                <a:lnTo>
                  <a:pt x="3225767" y="3657600"/>
                </a:lnTo>
                <a:lnTo>
                  <a:pt x="3215085" y="3657600"/>
                </a:lnTo>
                <a:lnTo>
                  <a:pt x="3204404" y="3657600"/>
                </a:lnTo>
                <a:lnTo>
                  <a:pt x="3193723" y="3657600"/>
                </a:lnTo>
                <a:lnTo>
                  <a:pt x="3183041" y="3657600"/>
                </a:lnTo>
                <a:lnTo>
                  <a:pt x="3172360" y="3657600"/>
                </a:lnTo>
                <a:lnTo>
                  <a:pt x="3161679" y="3657600"/>
                </a:lnTo>
                <a:lnTo>
                  <a:pt x="3150997" y="3657600"/>
                </a:lnTo>
                <a:lnTo>
                  <a:pt x="3140316" y="3657600"/>
                </a:lnTo>
                <a:lnTo>
                  <a:pt x="3129635" y="3657600"/>
                </a:lnTo>
                <a:lnTo>
                  <a:pt x="3118953" y="3657600"/>
                </a:lnTo>
                <a:lnTo>
                  <a:pt x="3108272" y="3657600"/>
                </a:lnTo>
                <a:lnTo>
                  <a:pt x="3097590" y="3657600"/>
                </a:lnTo>
                <a:lnTo>
                  <a:pt x="3086909" y="3657600"/>
                </a:lnTo>
                <a:lnTo>
                  <a:pt x="3076228" y="3657600"/>
                </a:lnTo>
                <a:lnTo>
                  <a:pt x="3065546" y="3657600"/>
                </a:lnTo>
                <a:lnTo>
                  <a:pt x="3054865" y="3657600"/>
                </a:lnTo>
                <a:lnTo>
                  <a:pt x="3044184" y="3657600"/>
                </a:lnTo>
                <a:lnTo>
                  <a:pt x="3033502" y="3657600"/>
                </a:lnTo>
                <a:lnTo>
                  <a:pt x="3022821" y="3657600"/>
                </a:lnTo>
                <a:lnTo>
                  <a:pt x="3012140" y="3657600"/>
                </a:lnTo>
                <a:lnTo>
                  <a:pt x="3001458" y="3657600"/>
                </a:lnTo>
                <a:lnTo>
                  <a:pt x="2990777" y="3657600"/>
                </a:lnTo>
                <a:lnTo>
                  <a:pt x="2980096" y="3657600"/>
                </a:lnTo>
                <a:lnTo>
                  <a:pt x="2969414" y="3657600"/>
                </a:lnTo>
                <a:lnTo>
                  <a:pt x="2958733" y="3657600"/>
                </a:lnTo>
                <a:lnTo>
                  <a:pt x="2948052" y="3657600"/>
                </a:lnTo>
                <a:lnTo>
                  <a:pt x="2937370" y="3657600"/>
                </a:lnTo>
                <a:lnTo>
                  <a:pt x="2926689" y="3657600"/>
                </a:lnTo>
                <a:lnTo>
                  <a:pt x="2916008" y="3657600"/>
                </a:lnTo>
                <a:lnTo>
                  <a:pt x="2905326" y="3657600"/>
                </a:lnTo>
                <a:lnTo>
                  <a:pt x="2894645" y="3657600"/>
                </a:lnTo>
                <a:lnTo>
                  <a:pt x="2883963" y="3657600"/>
                </a:lnTo>
                <a:lnTo>
                  <a:pt x="2873282" y="3657600"/>
                </a:lnTo>
                <a:lnTo>
                  <a:pt x="2862601" y="3657600"/>
                </a:lnTo>
                <a:lnTo>
                  <a:pt x="2851919" y="3657600"/>
                </a:lnTo>
                <a:lnTo>
                  <a:pt x="2841238" y="3657600"/>
                </a:lnTo>
                <a:lnTo>
                  <a:pt x="2830557" y="3657600"/>
                </a:lnTo>
                <a:lnTo>
                  <a:pt x="2819875" y="3657600"/>
                </a:lnTo>
                <a:lnTo>
                  <a:pt x="2809194" y="3657600"/>
                </a:lnTo>
                <a:lnTo>
                  <a:pt x="2798513" y="3657600"/>
                </a:lnTo>
                <a:lnTo>
                  <a:pt x="2787831" y="3657600"/>
                </a:lnTo>
                <a:lnTo>
                  <a:pt x="2777150" y="3657600"/>
                </a:lnTo>
                <a:lnTo>
                  <a:pt x="2766469" y="3657600"/>
                </a:lnTo>
                <a:lnTo>
                  <a:pt x="2755787" y="3657600"/>
                </a:lnTo>
                <a:lnTo>
                  <a:pt x="2745106" y="3657600"/>
                </a:lnTo>
                <a:lnTo>
                  <a:pt x="2734425" y="3657600"/>
                </a:lnTo>
                <a:lnTo>
                  <a:pt x="2723743" y="3657600"/>
                </a:lnTo>
                <a:lnTo>
                  <a:pt x="2713062" y="3657600"/>
                </a:lnTo>
                <a:lnTo>
                  <a:pt x="2702380" y="3657600"/>
                </a:lnTo>
                <a:lnTo>
                  <a:pt x="2691699" y="3657600"/>
                </a:lnTo>
                <a:lnTo>
                  <a:pt x="2681018" y="3657600"/>
                </a:lnTo>
                <a:lnTo>
                  <a:pt x="2670336" y="3657600"/>
                </a:lnTo>
                <a:lnTo>
                  <a:pt x="2659655" y="3657600"/>
                </a:lnTo>
                <a:lnTo>
                  <a:pt x="2648974" y="3657600"/>
                </a:lnTo>
                <a:lnTo>
                  <a:pt x="2638292" y="3657600"/>
                </a:lnTo>
                <a:lnTo>
                  <a:pt x="2627611" y="3657600"/>
                </a:lnTo>
                <a:lnTo>
                  <a:pt x="2616930" y="3657600"/>
                </a:lnTo>
                <a:lnTo>
                  <a:pt x="2606248" y="3657600"/>
                </a:lnTo>
                <a:lnTo>
                  <a:pt x="2595567" y="3657600"/>
                </a:lnTo>
                <a:lnTo>
                  <a:pt x="2584886" y="3657600"/>
                </a:lnTo>
                <a:lnTo>
                  <a:pt x="2574204" y="3657600"/>
                </a:lnTo>
                <a:lnTo>
                  <a:pt x="2563523" y="3657600"/>
                </a:lnTo>
                <a:lnTo>
                  <a:pt x="2552842" y="3657600"/>
                </a:lnTo>
                <a:lnTo>
                  <a:pt x="2542160" y="3657600"/>
                </a:lnTo>
                <a:lnTo>
                  <a:pt x="2531479" y="3657600"/>
                </a:lnTo>
                <a:lnTo>
                  <a:pt x="2520797" y="3657600"/>
                </a:lnTo>
                <a:lnTo>
                  <a:pt x="2510116" y="3657600"/>
                </a:lnTo>
                <a:lnTo>
                  <a:pt x="2499435" y="3657600"/>
                </a:lnTo>
                <a:lnTo>
                  <a:pt x="2488753" y="3657600"/>
                </a:lnTo>
                <a:lnTo>
                  <a:pt x="2478072" y="3657600"/>
                </a:lnTo>
                <a:lnTo>
                  <a:pt x="2467391" y="3657600"/>
                </a:lnTo>
                <a:lnTo>
                  <a:pt x="2456709" y="3657600"/>
                </a:lnTo>
                <a:lnTo>
                  <a:pt x="2446028" y="3657600"/>
                </a:lnTo>
                <a:lnTo>
                  <a:pt x="2435347" y="3657600"/>
                </a:lnTo>
                <a:lnTo>
                  <a:pt x="2424665" y="3657600"/>
                </a:lnTo>
                <a:lnTo>
                  <a:pt x="2413984" y="3657600"/>
                </a:lnTo>
                <a:lnTo>
                  <a:pt x="2403303" y="3657600"/>
                </a:lnTo>
                <a:lnTo>
                  <a:pt x="2392621" y="3657600"/>
                </a:lnTo>
                <a:lnTo>
                  <a:pt x="2381940" y="3657600"/>
                </a:lnTo>
                <a:lnTo>
                  <a:pt x="2371259" y="3657600"/>
                </a:lnTo>
                <a:lnTo>
                  <a:pt x="2360577" y="3657600"/>
                </a:lnTo>
                <a:lnTo>
                  <a:pt x="2349896" y="3657600"/>
                </a:lnTo>
                <a:lnTo>
                  <a:pt x="2339215" y="3657600"/>
                </a:lnTo>
                <a:lnTo>
                  <a:pt x="2328533" y="3657600"/>
                </a:lnTo>
                <a:lnTo>
                  <a:pt x="2317852" y="3657600"/>
                </a:lnTo>
                <a:lnTo>
                  <a:pt x="2307170" y="3657600"/>
                </a:lnTo>
                <a:lnTo>
                  <a:pt x="2296489" y="3657600"/>
                </a:lnTo>
                <a:lnTo>
                  <a:pt x="2285808" y="3657600"/>
                </a:lnTo>
                <a:lnTo>
                  <a:pt x="2275126" y="3657600"/>
                </a:lnTo>
                <a:lnTo>
                  <a:pt x="2264445" y="3657600"/>
                </a:lnTo>
                <a:lnTo>
                  <a:pt x="2253764" y="3657600"/>
                </a:lnTo>
                <a:lnTo>
                  <a:pt x="2243082" y="3657600"/>
                </a:lnTo>
                <a:lnTo>
                  <a:pt x="2232401" y="3657600"/>
                </a:lnTo>
                <a:lnTo>
                  <a:pt x="2221720" y="3657600"/>
                </a:lnTo>
                <a:lnTo>
                  <a:pt x="2211038" y="3657600"/>
                </a:lnTo>
                <a:lnTo>
                  <a:pt x="2200357" y="3657600"/>
                </a:lnTo>
                <a:lnTo>
                  <a:pt x="2189676" y="3657600"/>
                </a:lnTo>
                <a:lnTo>
                  <a:pt x="2178994" y="3657600"/>
                </a:lnTo>
                <a:lnTo>
                  <a:pt x="2168313" y="3657600"/>
                </a:lnTo>
                <a:lnTo>
                  <a:pt x="2157632" y="3657600"/>
                </a:lnTo>
                <a:lnTo>
                  <a:pt x="2146950" y="3657600"/>
                </a:lnTo>
                <a:lnTo>
                  <a:pt x="2136269" y="3657600"/>
                </a:lnTo>
                <a:lnTo>
                  <a:pt x="2125587" y="3657600"/>
                </a:lnTo>
                <a:lnTo>
                  <a:pt x="2114906" y="3657600"/>
                </a:lnTo>
                <a:lnTo>
                  <a:pt x="2104225" y="3657600"/>
                </a:lnTo>
                <a:lnTo>
                  <a:pt x="2093543" y="3657600"/>
                </a:lnTo>
                <a:lnTo>
                  <a:pt x="2082862" y="3657600"/>
                </a:lnTo>
                <a:lnTo>
                  <a:pt x="2072181" y="3657600"/>
                </a:lnTo>
                <a:lnTo>
                  <a:pt x="2061499" y="3657600"/>
                </a:lnTo>
                <a:lnTo>
                  <a:pt x="2050818" y="3657600"/>
                </a:lnTo>
                <a:lnTo>
                  <a:pt x="2040137" y="3657600"/>
                </a:lnTo>
                <a:lnTo>
                  <a:pt x="2029455" y="3657600"/>
                </a:lnTo>
                <a:lnTo>
                  <a:pt x="2018774" y="3657600"/>
                </a:lnTo>
                <a:lnTo>
                  <a:pt x="2008093" y="3657600"/>
                </a:lnTo>
                <a:lnTo>
                  <a:pt x="1997411" y="3657600"/>
                </a:lnTo>
                <a:lnTo>
                  <a:pt x="1986730" y="3657600"/>
                </a:lnTo>
                <a:lnTo>
                  <a:pt x="1976049" y="3657600"/>
                </a:lnTo>
                <a:lnTo>
                  <a:pt x="1965367" y="3657600"/>
                </a:lnTo>
                <a:lnTo>
                  <a:pt x="1954686" y="3657600"/>
                </a:lnTo>
                <a:lnTo>
                  <a:pt x="1944005" y="3657600"/>
                </a:lnTo>
                <a:lnTo>
                  <a:pt x="1933323" y="3657600"/>
                </a:lnTo>
                <a:lnTo>
                  <a:pt x="1922642" y="3657600"/>
                </a:lnTo>
                <a:lnTo>
                  <a:pt x="1911960" y="3657600"/>
                </a:lnTo>
                <a:lnTo>
                  <a:pt x="1901279" y="3657600"/>
                </a:lnTo>
                <a:lnTo>
                  <a:pt x="1890598" y="3657600"/>
                </a:lnTo>
                <a:lnTo>
                  <a:pt x="1879916" y="3657600"/>
                </a:lnTo>
                <a:lnTo>
                  <a:pt x="1869235" y="3657600"/>
                </a:lnTo>
                <a:lnTo>
                  <a:pt x="1858554" y="3657600"/>
                </a:lnTo>
                <a:lnTo>
                  <a:pt x="1847872" y="3657600"/>
                </a:lnTo>
                <a:lnTo>
                  <a:pt x="1837191" y="3657600"/>
                </a:lnTo>
                <a:lnTo>
                  <a:pt x="1826510" y="3657600"/>
                </a:lnTo>
                <a:lnTo>
                  <a:pt x="1815828" y="3657600"/>
                </a:lnTo>
                <a:lnTo>
                  <a:pt x="1805147" y="3657600"/>
                </a:lnTo>
                <a:lnTo>
                  <a:pt x="1794466" y="3657600"/>
                </a:lnTo>
                <a:lnTo>
                  <a:pt x="1783784" y="3657600"/>
                </a:lnTo>
                <a:lnTo>
                  <a:pt x="1773103" y="3657600"/>
                </a:lnTo>
                <a:lnTo>
                  <a:pt x="1762422" y="3657600"/>
                </a:lnTo>
                <a:lnTo>
                  <a:pt x="1751740" y="3657600"/>
                </a:lnTo>
                <a:lnTo>
                  <a:pt x="1741059" y="3657600"/>
                </a:lnTo>
                <a:lnTo>
                  <a:pt x="1730377" y="3657600"/>
                </a:lnTo>
                <a:lnTo>
                  <a:pt x="1719696" y="3657600"/>
                </a:lnTo>
                <a:lnTo>
                  <a:pt x="1709015" y="3657600"/>
                </a:lnTo>
                <a:lnTo>
                  <a:pt x="1698333" y="3657600"/>
                </a:lnTo>
                <a:lnTo>
                  <a:pt x="1687652" y="3657600"/>
                </a:lnTo>
                <a:lnTo>
                  <a:pt x="1676971" y="3657600"/>
                </a:lnTo>
                <a:lnTo>
                  <a:pt x="1666289" y="3657600"/>
                </a:lnTo>
                <a:lnTo>
                  <a:pt x="1655608" y="3657600"/>
                </a:lnTo>
                <a:lnTo>
                  <a:pt x="1644927" y="3657600"/>
                </a:lnTo>
                <a:lnTo>
                  <a:pt x="1634245" y="3657600"/>
                </a:lnTo>
                <a:lnTo>
                  <a:pt x="1623564" y="3657600"/>
                </a:lnTo>
                <a:lnTo>
                  <a:pt x="1612883" y="3657600"/>
                </a:lnTo>
                <a:lnTo>
                  <a:pt x="1602201" y="3657600"/>
                </a:lnTo>
                <a:lnTo>
                  <a:pt x="1591520" y="3657600"/>
                </a:lnTo>
                <a:lnTo>
                  <a:pt x="1580839" y="3657600"/>
                </a:lnTo>
                <a:lnTo>
                  <a:pt x="1570157" y="3657600"/>
                </a:lnTo>
                <a:lnTo>
                  <a:pt x="1559476" y="3657600"/>
                </a:lnTo>
                <a:lnTo>
                  <a:pt x="1548794" y="3657600"/>
                </a:lnTo>
                <a:lnTo>
                  <a:pt x="1538113" y="3657600"/>
                </a:lnTo>
                <a:lnTo>
                  <a:pt x="1527432" y="3657600"/>
                </a:lnTo>
                <a:lnTo>
                  <a:pt x="1516750" y="3657600"/>
                </a:lnTo>
                <a:lnTo>
                  <a:pt x="1506069" y="3657600"/>
                </a:lnTo>
                <a:lnTo>
                  <a:pt x="1495388" y="3657600"/>
                </a:lnTo>
                <a:lnTo>
                  <a:pt x="1484706" y="3657600"/>
                </a:lnTo>
                <a:lnTo>
                  <a:pt x="1474025" y="3657600"/>
                </a:lnTo>
                <a:lnTo>
                  <a:pt x="1463344" y="3657600"/>
                </a:lnTo>
                <a:lnTo>
                  <a:pt x="1452662" y="3657600"/>
                </a:lnTo>
                <a:lnTo>
                  <a:pt x="1441981" y="3657600"/>
                </a:lnTo>
                <a:lnTo>
                  <a:pt x="1431300" y="3657600"/>
                </a:lnTo>
                <a:lnTo>
                  <a:pt x="1420618" y="3657600"/>
                </a:lnTo>
                <a:lnTo>
                  <a:pt x="1409937" y="3657600"/>
                </a:lnTo>
                <a:lnTo>
                  <a:pt x="1399256" y="3657600"/>
                </a:lnTo>
                <a:lnTo>
                  <a:pt x="1388574" y="3657600"/>
                </a:lnTo>
                <a:lnTo>
                  <a:pt x="1377893" y="3657600"/>
                </a:lnTo>
                <a:lnTo>
                  <a:pt x="1367212" y="3657600"/>
                </a:lnTo>
                <a:lnTo>
                  <a:pt x="1356530" y="3657600"/>
                </a:lnTo>
                <a:lnTo>
                  <a:pt x="1345849" y="3657600"/>
                </a:lnTo>
                <a:lnTo>
                  <a:pt x="1335167" y="3657600"/>
                </a:lnTo>
                <a:lnTo>
                  <a:pt x="1324486" y="3657600"/>
                </a:lnTo>
                <a:lnTo>
                  <a:pt x="1313805" y="3657600"/>
                </a:lnTo>
                <a:lnTo>
                  <a:pt x="1303123" y="3657600"/>
                </a:lnTo>
                <a:lnTo>
                  <a:pt x="1292442" y="3657600"/>
                </a:lnTo>
                <a:lnTo>
                  <a:pt x="1281761" y="3657600"/>
                </a:lnTo>
                <a:lnTo>
                  <a:pt x="1271079" y="3657600"/>
                </a:lnTo>
                <a:lnTo>
                  <a:pt x="1260398" y="3657600"/>
                </a:lnTo>
                <a:lnTo>
                  <a:pt x="1249717" y="3657600"/>
                </a:lnTo>
                <a:lnTo>
                  <a:pt x="1239035" y="3657600"/>
                </a:lnTo>
                <a:lnTo>
                  <a:pt x="1228354" y="3657600"/>
                </a:lnTo>
                <a:lnTo>
                  <a:pt x="1217673" y="3657600"/>
                </a:lnTo>
                <a:lnTo>
                  <a:pt x="1206991" y="3657600"/>
                </a:lnTo>
                <a:lnTo>
                  <a:pt x="1196310" y="3657600"/>
                </a:lnTo>
                <a:lnTo>
                  <a:pt x="1185629" y="3657600"/>
                </a:lnTo>
                <a:lnTo>
                  <a:pt x="1174947" y="3657600"/>
                </a:lnTo>
                <a:lnTo>
                  <a:pt x="1164266" y="3657600"/>
                </a:lnTo>
                <a:lnTo>
                  <a:pt x="1153584" y="3657600"/>
                </a:lnTo>
                <a:lnTo>
                  <a:pt x="1142903" y="3657600"/>
                </a:lnTo>
                <a:lnTo>
                  <a:pt x="1132222" y="3657600"/>
                </a:lnTo>
                <a:lnTo>
                  <a:pt x="1121540" y="3657600"/>
                </a:lnTo>
                <a:lnTo>
                  <a:pt x="1110859" y="3657600"/>
                </a:lnTo>
                <a:lnTo>
                  <a:pt x="1100178" y="3657600"/>
                </a:lnTo>
                <a:lnTo>
                  <a:pt x="1089496" y="3657600"/>
                </a:lnTo>
                <a:lnTo>
                  <a:pt x="1078815" y="3657600"/>
                </a:lnTo>
                <a:lnTo>
                  <a:pt x="1068134" y="3657600"/>
                </a:lnTo>
                <a:lnTo>
                  <a:pt x="1057452" y="3657600"/>
                </a:lnTo>
                <a:lnTo>
                  <a:pt x="1046771" y="3657600"/>
                </a:lnTo>
                <a:lnTo>
                  <a:pt x="1036090" y="3657600"/>
                </a:lnTo>
                <a:lnTo>
                  <a:pt x="1025408" y="3657600"/>
                </a:lnTo>
                <a:lnTo>
                  <a:pt x="1014727" y="3657600"/>
                </a:lnTo>
                <a:lnTo>
                  <a:pt x="1004046" y="3657600"/>
                </a:lnTo>
                <a:lnTo>
                  <a:pt x="993364" y="3657600"/>
                </a:lnTo>
                <a:lnTo>
                  <a:pt x="982683" y="3657600"/>
                </a:lnTo>
                <a:lnTo>
                  <a:pt x="972002" y="3657600"/>
                </a:lnTo>
                <a:lnTo>
                  <a:pt x="961320" y="3657600"/>
                </a:lnTo>
                <a:lnTo>
                  <a:pt x="950639" y="3657600"/>
                </a:lnTo>
                <a:lnTo>
                  <a:pt x="939957" y="3657600"/>
                </a:lnTo>
                <a:lnTo>
                  <a:pt x="929276" y="3657600"/>
                </a:lnTo>
                <a:lnTo>
                  <a:pt x="918595" y="3657600"/>
                </a:lnTo>
                <a:lnTo>
                  <a:pt x="907913" y="3657600"/>
                </a:lnTo>
                <a:lnTo>
                  <a:pt x="897232" y="3657600"/>
                </a:lnTo>
                <a:lnTo>
                  <a:pt x="886551" y="3657600"/>
                </a:lnTo>
                <a:lnTo>
                  <a:pt x="875869" y="3657600"/>
                </a:lnTo>
                <a:lnTo>
                  <a:pt x="865188" y="3657600"/>
                </a:lnTo>
                <a:lnTo>
                  <a:pt x="854507" y="3657600"/>
                </a:lnTo>
                <a:lnTo>
                  <a:pt x="843825" y="3657600"/>
                </a:lnTo>
                <a:lnTo>
                  <a:pt x="833144" y="3657600"/>
                </a:lnTo>
                <a:lnTo>
                  <a:pt x="822463" y="3657600"/>
                </a:lnTo>
                <a:lnTo>
                  <a:pt x="811781" y="3657600"/>
                </a:lnTo>
                <a:lnTo>
                  <a:pt x="801100" y="3657600"/>
                </a:lnTo>
                <a:lnTo>
                  <a:pt x="790419" y="3657600"/>
                </a:lnTo>
                <a:lnTo>
                  <a:pt x="779737" y="3657600"/>
                </a:lnTo>
                <a:lnTo>
                  <a:pt x="769056" y="3657600"/>
                </a:lnTo>
                <a:lnTo>
                  <a:pt x="758374" y="3657600"/>
                </a:lnTo>
                <a:lnTo>
                  <a:pt x="747693" y="3657600"/>
                </a:lnTo>
                <a:lnTo>
                  <a:pt x="737012" y="3657600"/>
                </a:lnTo>
                <a:lnTo>
                  <a:pt x="726330" y="3657600"/>
                </a:lnTo>
                <a:lnTo>
                  <a:pt x="715649" y="3657600"/>
                </a:lnTo>
                <a:lnTo>
                  <a:pt x="704968" y="3657600"/>
                </a:lnTo>
                <a:lnTo>
                  <a:pt x="694286" y="3657600"/>
                </a:lnTo>
                <a:lnTo>
                  <a:pt x="683605" y="3657600"/>
                </a:lnTo>
                <a:lnTo>
                  <a:pt x="672924" y="3657600"/>
                </a:lnTo>
                <a:lnTo>
                  <a:pt x="662242" y="3657600"/>
                </a:lnTo>
                <a:lnTo>
                  <a:pt x="651561" y="3657600"/>
                </a:lnTo>
                <a:lnTo>
                  <a:pt x="640880" y="3657600"/>
                </a:lnTo>
                <a:lnTo>
                  <a:pt x="630198" y="3657600"/>
                </a:lnTo>
                <a:lnTo>
                  <a:pt x="619517" y="3657600"/>
                </a:lnTo>
                <a:lnTo>
                  <a:pt x="608836" y="3657600"/>
                </a:lnTo>
                <a:lnTo>
                  <a:pt x="598154" y="3657600"/>
                </a:lnTo>
                <a:lnTo>
                  <a:pt x="587473" y="3657600"/>
                </a:lnTo>
                <a:lnTo>
                  <a:pt x="576791" y="3657600"/>
                </a:lnTo>
                <a:lnTo>
                  <a:pt x="566110" y="3657600"/>
                </a:lnTo>
                <a:lnTo>
                  <a:pt x="555429" y="3657600"/>
                </a:lnTo>
                <a:lnTo>
                  <a:pt x="544747" y="3657600"/>
                </a:lnTo>
                <a:lnTo>
                  <a:pt x="534066" y="3657600"/>
                </a:lnTo>
                <a:lnTo>
                  <a:pt x="523385" y="3657600"/>
                </a:lnTo>
                <a:lnTo>
                  <a:pt x="512703" y="3657600"/>
                </a:lnTo>
                <a:lnTo>
                  <a:pt x="502022" y="3657600"/>
                </a:lnTo>
                <a:lnTo>
                  <a:pt x="491341" y="3657600"/>
                </a:lnTo>
                <a:lnTo>
                  <a:pt x="480659" y="3657600"/>
                </a:lnTo>
                <a:lnTo>
                  <a:pt x="469978" y="3657600"/>
                </a:lnTo>
                <a:lnTo>
                  <a:pt x="459297" y="3657600"/>
                </a:lnTo>
                <a:lnTo>
                  <a:pt x="448615" y="3657600"/>
                </a:lnTo>
                <a:lnTo>
                  <a:pt x="437934" y="3657600"/>
                </a:lnTo>
                <a:lnTo>
                  <a:pt x="427253" y="3657600"/>
                </a:lnTo>
                <a:lnTo>
                  <a:pt x="416571" y="3657600"/>
                </a:lnTo>
                <a:lnTo>
                  <a:pt x="405890" y="3657600"/>
                </a:lnTo>
                <a:lnTo>
                  <a:pt x="395209" y="3657600"/>
                </a:lnTo>
                <a:lnTo>
                  <a:pt x="384527" y="3657600"/>
                </a:lnTo>
                <a:lnTo>
                  <a:pt x="373846" y="3657600"/>
                </a:lnTo>
                <a:lnTo>
                  <a:pt x="363164" y="3657600"/>
                </a:lnTo>
                <a:lnTo>
                  <a:pt x="352483" y="3657600"/>
                </a:lnTo>
                <a:lnTo>
                  <a:pt x="341802" y="3657600"/>
                </a:lnTo>
                <a:lnTo>
                  <a:pt x="331120" y="3657600"/>
                </a:lnTo>
                <a:lnTo>
                  <a:pt x="320439" y="3657600"/>
                </a:lnTo>
                <a:lnTo>
                  <a:pt x="309758" y="3657600"/>
                </a:lnTo>
                <a:lnTo>
                  <a:pt x="299076" y="3657600"/>
                </a:lnTo>
                <a:lnTo>
                  <a:pt x="288395" y="3657600"/>
                </a:lnTo>
                <a:lnTo>
                  <a:pt x="277714" y="3657600"/>
                </a:lnTo>
                <a:lnTo>
                  <a:pt x="267032" y="3657600"/>
                </a:lnTo>
                <a:lnTo>
                  <a:pt x="256351" y="3657600"/>
                </a:lnTo>
                <a:lnTo>
                  <a:pt x="245670" y="3657600"/>
                </a:lnTo>
                <a:lnTo>
                  <a:pt x="234988" y="3657600"/>
                </a:lnTo>
                <a:lnTo>
                  <a:pt x="224307" y="3657600"/>
                </a:lnTo>
                <a:lnTo>
                  <a:pt x="213626" y="3657600"/>
                </a:lnTo>
                <a:lnTo>
                  <a:pt x="202944" y="3657600"/>
                </a:lnTo>
                <a:lnTo>
                  <a:pt x="192263" y="3657600"/>
                </a:lnTo>
                <a:lnTo>
                  <a:pt x="181581" y="3657600"/>
                </a:lnTo>
                <a:lnTo>
                  <a:pt x="170900" y="3657600"/>
                </a:lnTo>
                <a:lnTo>
                  <a:pt x="160219" y="3657600"/>
                </a:lnTo>
                <a:lnTo>
                  <a:pt x="149538" y="3657600"/>
                </a:lnTo>
                <a:lnTo>
                  <a:pt x="138857" y="3657600"/>
                </a:lnTo>
                <a:lnTo>
                  <a:pt x="128176" y="3657600"/>
                </a:lnTo>
                <a:lnTo>
                  <a:pt x="117494" y="3657600"/>
                </a:lnTo>
                <a:lnTo>
                  <a:pt x="106813" y="3657600"/>
                </a:lnTo>
                <a:lnTo>
                  <a:pt x="96132" y="3657600"/>
                </a:lnTo>
                <a:lnTo>
                  <a:pt x="85450" y="3657600"/>
                </a:lnTo>
                <a:lnTo>
                  <a:pt x="74769" y="3657600"/>
                </a:lnTo>
                <a:lnTo>
                  <a:pt x="64088" y="3657600"/>
                </a:lnTo>
                <a:lnTo>
                  <a:pt x="53406" y="3657600"/>
                </a:lnTo>
                <a:lnTo>
                  <a:pt x="42725" y="3657600"/>
                </a:lnTo>
                <a:lnTo>
                  <a:pt x="32044" y="3657600"/>
                </a:lnTo>
                <a:lnTo>
                  <a:pt x="21362" y="3657600"/>
                </a:lnTo>
                <a:lnTo>
                  <a:pt x="10681" y="3657600"/>
                </a:lnTo>
                <a:lnTo>
                  <a:pt x="0" y="3657600"/>
                </a:lnTo>
                <a:close/>
              </a:path>
            </a:pathLst>
          </a:custGeom>
          <a:solidFill>
            <a:srgbClr val="8EDBD4">
              <a:alpha val="30000"/>
            </a:srgbClr>
          </a:solidFill>
          <a:ln w="10160">
            <a:solidFill>
              <a:srgbClr val="8EDBD4">
                <a:alpha val="3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2-E04 polygon 24" descr="sci-ppt:o024"/>
          <p:cNvSpPr/>
          <p:nvPr/>
        </p:nvSpPr>
        <p:spPr>
          <a:xfrm>
            <a:off x="914400" y="1371600"/>
            <a:ext cx="6400800" cy="3657600"/>
          </a:xfrm>
          <a:custGeom>
            <a:avLst/>
            <a:gdLst/>
            <a:ahLst/>
            <a:cxnLst/>
            <a:rect l="l" t="t" r="r" b="b"/>
            <a:pathLst>
              <a:path w="6400800" h="3657600">
                <a:moveTo>
                  <a:pt x="0" y="3657600"/>
                </a:moveTo>
                <a:lnTo>
                  <a:pt x="1066799" y="3657600"/>
                </a:lnTo>
                <a:lnTo>
                  <a:pt x="1066799" y="0"/>
                </a:lnTo>
                <a:lnTo>
                  <a:pt x="3200400" y="0"/>
                </a:lnTo>
                <a:lnTo>
                  <a:pt x="3200400" y="3657600"/>
                </a:lnTo>
                <a:lnTo>
                  <a:pt x="6400800" y="36576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2-E04 polygon 25" descr="sci-ppt:o025"/>
          <p:cNvSpPr/>
          <p:nvPr/>
        </p:nvSpPr>
        <p:spPr>
          <a:xfrm>
            <a:off x="915735" y="1786647"/>
            <a:ext cx="6355404" cy="3229959"/>
          </a:xfrm>
          <a:custGeom>
            <a:avLst/>
            <a:gdLst/>
            <a:ahLst/>
            <a:cxnLst/>
            <a:rect l="l" t="t" r="r" b="b"/>
            <a:pathLst>
              <a:path w="6355404" h="3229959">
                <a:moveTo>
                  <a:pt x="0" y="3229959"/>
                </a:moveTo>
                <a:lnTo>
                  <a:pt x="53406" y="3227418"/>
                </a:lnTo>
                <a:lnTo>
                  <a:pt x="106813" y="3224420"/>
                </a:lnTo>
                <a:lnTo>
                  <a:pt x="160220" y="3220896"/>
                </a:lnTo>
                <a:lnTo>
                  <a:pt x="213627" y="3216767"/>
                </a:lnTo>
                <a:lnTo>
                  <a:pt x="267033" y="3211945"/>
                </a:lnTo>
                <a:lnTo>
                  <a:pt x="320440" y="3206335"/>
                </a:lnTo>
                <a:lnTo>
                  <a:pt x="373847" y="3199828"/>
                </a:lnTo>
                <a:lnTo>
                  <a:pt x="427254" y="3192307"/>
                </a:lnTo>
                <a:lnTo>
                  <a:pt x="480660" y="3183646"/>
                </a:lnTo>
                <a:lnTo>
                  <a:pt x="534067" y="3173705"/>
                </a:lnTo>
                <a:lnTo>
                  <a:pt x="587474" y="3162334"/>
                </a:lnTo>
                <a:lnTo>
                  <a:pt x="640881" y="3149375"/>
                </a:lnTo>
                <a:lnTo>
                  <a:pt x="694288" y="3134656"/>
                </a:lnTo>
                <a:lnTo>
                  <a:pt x="747694" y="3117999"/>
                </a:lnTo>
                <a:lnTo>
                  <a:pt x="801101" y="3099213"/>
                </a:lnTo>
                <a:lnTo>
                  <a:pt x="854508" y="3078105"/>
                </a:lnTo>
                <a:lnTo>
                  <a:pt x="907915" y="3054470"/>
                </a:lnTo>
                <a:lnTo>
                  <a:pt x="961321" y="3028104"/>
                </a:lnTo>
                <a:lnTo>
                  <a:pt x="1014728" y="2998796"/>
                </a:lnTo>
                <a:lnTo>
                  <a:pt x="1068135" y="2966339"/>
                </a:lnTo>
                <a:lnTo>
                  <a:pt x="1121542" y="2930528"/>
                </a:lnTo>
                <a:lnTo>
                  <a:pt x="1174948" y="2891162"/>
                </a:lnTo>
                <a:lnTo>
                  <a:pt x="1228355" y="2848053"/>
                </a:lnTo>
                <a:lnTo>
                  <a:pt x="1281762" y="2801023"/>
                </a:lnTo>
                <a:lnTo>
                  <a:pt x="1335169" y="2749913"/>
                </a:lnTo>
                <a:lnTo>
                  <a:pt x="1388575" y="2694584"/>
                </a:lnTo>
                <a:lnTo>
                  <a:pt x="1441982" y="2634925"/>
                </a:lnTo>
                <a:lnTo>
                  <a:pt x="1495389" y="2570852"/>
                </a:lnTo>
                <a:lnTo>
                  <a:pt x="1548796" y="2502317"/>
                </a:lnTo>
                <a:lnTo>
                  <a:pt x="1602202" y="2429309"/>
                </a:lnTo>
                <a:lnTo>
                  <a:pt x="1655609" y="2351860"/>
                </a:lnTo>
                <a:lnTo>
                  <a:pt x="1709016" y="2270050"/>
                </a:lnTo>
                <a:lnTo>
                  <a:pt x="1762423" y="2184005"/>
                </a:lnTo>
                <a:lnTo>
                  <a:pt x="1815829" y="2093908"/>
                </a:lnTo>
                <a:lnTo>
                  <a:pt x="1869236" y="1999992"/>
                </a:lnTo>
                <a:lnTo>
                  <a:pt x="1922643" y="1902550"/>
                </a:lnTo>
                <a:lnTo>
                  <a:pt x="1976050" y="1801931"/>
                </a:lnTo>
                <a:lnTo>
                  <a:pt x="2029456" y="1698541"/>
                </a:lnTo>
                <a:lnTo>
                  <a:pt x="2082863" y="1592844"/>
                </a:lnTo>
                <a:lnTo>
                  <a:pt x="2136270" y="1485357"/>
                </a:lnTo>
                <a:lnTo>
                  <a:pt x="2189677" y="1376649"/>
                </a:lnTo>
                <a:lnTo>
                  <a:pt x="2243084" y="1267336"/>
                </a:lnTo>
                <a:lnTo>
                  <a:pt x="2296490" y="1158079"/>
                </a:lnTo>
                <a:lnTo>
                  <a:pt x="2349897" y="1049575"/>
                </a:lnTo>
                <a:lnTo>
                  <a:pt x="2403304" y="942550"/>
                </a:lnTo>
                <a:lnTo>
                  <a:pt x="2456711" y="837754"/>
                </a:lnTo>
                <a:lnTo>
                  <a:pt x="2510117" y="735952"/>
                </a:lnTo>
                <a:lnTo>
                  <a:pt x="2563524" y="637911"/>
                </a:lnTo>
                <a:lnTo>
                  <a:pt x="2616931" y="544397"/>
                </a:lnTo>
                <a:lnTo>
                  <a:pt x="2670338" y="456161"/>
                </a:lnTo>
                <a:lnTo>
                  <a:pt x="2723744" y="373928"/>
                </a:lnTo>
                <a:lnTo>
                  <a:pt x="2777151" y="298393"/>
                </a:lnTo>
                <a:lnTo>
                  <a:pt x="2830558" y="230204"/>
                </a:lnTo>
                <a:lnTo>
                  <a:pt x="2883965" y="169957"/>
                </a:lnTo>
                <a:lnTo>
                  <a:pt x="2937371" y="118187"/>
                </a:lnTo>
                <a:lnTo>
                  <a:pt x="2990778" y="75361"/>
                </a:lnTo>
                <a:lnTo>
                  <a:pt x="3044185" y="41866"/>
                </a:lnTo>
                <a:lnTo>
                  <a:pt x="3097592" y="18009"/>
                </a:lnTo>
                <a:lnTo>
                  <a:pt x="3150998" y="4011"/>
                </a:lnTo>
                <a:lnTo>
                  <a:pt x="3204405" y="0"/>
                </a:lnTo>
                <a:lnTo>
                  <a:pt x="3257812" y="6014"/>
                </a:lnTo>
                <a:lnTo>
                  <a:pt x="3311219" y="21997"/>
                </a:lnTo>
                <a:lnTo>
                  <a:pt x="3364625" y="47802"/>
                </a:lnTo>
                <a:lnTo>
                  <a:pt x="3418032" y="83191"/>
                </a:lnTo>
                <a:lnTo>
                  <a:pt x="3471439" y="127840"/>
                </a:lnTo>
                <a:lnTo>
                  <a:pt x="3524846" y="181344"/>
                </a:lnTo>
                <a:lnTo>
                  <a:pt x="3578252" y="243224"/>
                </a:lnTo>
                <a:lnTo>
                  <a:pt x="3631659" y="312932"/>
                </a:lnTo>
                <a:lnTo>
                  <a:pt x="3685066" y="389861"/>
                </a:lnTo>
                <a:lnTo>
                  <a:pt x="3738473" y="473350"/>
                </a:lnTo>
                <a:lnTo>
                  <a:pt x="3791880" y="562701"/>
                </a:lnTo>
                <a:lnTo>
                  <a:pt x="3845286" y="657181"/>
                </a:lnTo>
                <a:lnTo>
                  <a:pt x="3898693" y="756036"/>
                </a:lnTo>
                <a:lnTo>
                  <a:pt x="3952100" y="858499"/>
                </a:lnTo>
                <a:lnTo>
                  <a:pt x="4005507" y="963801"/>
                </a:lnTo>
                <a:lnTo>
                  <a:pt x="4058913" y="1071181"/>
                </a:lnTo>
                <a:lnTo>
                  <a:pt x="4112320" y="1179893"/>
                </a:lnTo>
                <a:lnTo>
                  <a:pt x="4165727" y="1289216"/>
                </a:lnTo>
                <a:lnTo>
                  <a:pt x="4219134" y="1398459"/>
                </a:lnTo>
                <a:lnTo>
                  <a:pt x="4272540" y="1506971"/>
                </a:lnTo>
                <a:lnTo>
                  <a:pt x="4325947" y="1614144"/>
                </a:lnTo>
                <a:lnTo>
                  <a:pt x="4379354" y="1719420"/>
                </a:lnTo>
                <a:lnTo>
                  <a:pt x="4432761" y="1822290"/>
                </a:lnTo>
                <a:lnTo>
                  <a:pt x="4486167" y="1922304"/>
                </a:lnTo>
                <a:lnTo>
                  <a:pt x="4539574" y="2019067"/>
                </a:lnTo>
                <a:lnTo>
                  <a:pt x="4592981" y="2112241"/>
                </a:lnTo>
                <a:lnTo>
                  <a:pt x="4646388" y="2201545"/>
                </a:lnTo>
                <a:lnTo>
                  <a:pt x="4699794" y="2286755"/>
                </a:lnTo>
                <a:lnTo>
                  <a:pt x="4753201" y="2367702"/>
                </a:lnTo>
                <a:lnTo>
                  <a:pt x="4806608" y="2444267"/>
                </a:lnTo>
                <a:lnTo>
                  <a:pt x="4860015" y="2516382"/>
                </a:lnTo>
                <a:lnTo>
                  <a:pt x="4913421" y="2584023"/>
                </a:lnTo>
                <a:lnTo>
                  <a:pt x="4966828" y="2647208"/>
                </a:lnTo>
                <a:lnTo>
                  <a:pt x="5020235" y="2705993"/>
                </a:lnTo>
                <a:lnTo>
                  <a:pt x="5073642" y="2760468"/>
                </a:lnTo>
                <a:lnTo>
                  <a:pt x="5127048" y="2810750"/>
                </a:lnTo>
                <a:lnTo>
                  <a:pt x="5180455" y="2856983"/>
                </a:lnTo>
                <a:lnTo>
                  <a:pt x="5233862" y="2899329"/>
                </a:lnTo>
                <a:lnTo>
                  <a:pt x="5287269" y="2937968"/>
                </a:lnTo>
                <a:lnTo>
                  <a:pt x="5340676" y="2973093"/>
                </a:lnTo>
                <a:lnTo>
                  <a:pt x="5394082" y="3004903"/>
                </a:lnTo>
                <a:lnTo>
                  <a:pt x="5447489" y="3033606"/>
                </a:lnTo>
                <a:lnTo>
                  <a:pt x="5500896" y="3059409"/>
                </a:lnTo>
                <a:lnTo>
                  <a:pt x="5554303" y="3082522"/>
                </a:lnTo>
                <a:lnTo>
                  <a:pt x="5607709" y="3103150"/>
                </a:lnTo>
                <a:lnTo>
                  <a:pt x="5661116" y="3121494"/>
                </a:lnTo>
                <a:lnTo>
                  <a:pt x="5714523" y="3137749"/>
                </a:lnTo>
                <a:lnTo>
                  <a:pt x="5767930" y="3152102"/>
                </a:lnTo>
                <a:lnTo>
                  <a:pt x="5821336" y="3164730"/>
                </a:lnTo>
                <a:lnTo>
                  <a:pt x="5874743" y="3175802"/>
                </a:lnTo>
                <a:lnTo>
                  <a:pt x="5928150" y="3185476"/>
                </a:lnTo>
                <a:lnTo>
                  <a:pt x="5981557" y="3193898"/>
                </a:lnTo>
                <a:lnTo>
                  <a:pt x="6034963" y="3201206"/>
                </a:lnTo>
                <a:lnTo>
                  <a:pt x="6088370" y="3207525"/>
                </a:lnTo>
                <a:lnTo>
                  <a:pt x="6141777" y="3212970"/>
                </a:lnTo>
                <a:lnTo>
                  <a:pt x="6195184" y="3217645"/>
                </a:lnTo>
                <a:lnTo>
                  <a:pt x="6248590" y="3221647"/>
                </a:lnTo>
                <a:lnTo>
                  <a:pt x="6301997" y="3225059"/>
                </a:lnTo>
                <a:lnTo>
                  <a:pt x="6355404" y="3227960"/>
                </a:lnTo>
              </a:path>
            </a:pathLst>
          </a:custGeom>
          <a:noFill/>
          <a:ln w="3810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2-E04 text 26" descr="sci-ppt:o026"/>
          <p:cNvSpPr txBox="1"/>
          <p:nvPr/>
        </p:nvSpPr>
        <p:spPr>
          <a:xfrm>
            <a:off x="4312920" y="1353312"/>
            <a:ext cx="25603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rectangular pulse: f = 1/τ_L</a:t>
            </a:r>
          </a:p>
        </p:txBody>
      </p:sp>
      <p:sp>
        <p:nvSpPr>
          <p:cNvPr id="29" name="C2-E04 text 27" descr="sci-ppt:o027"/>
          <p:cNvSpPr txBox="1"/>
          <p:nvPr/>
        </p:nvSpPr>
        <p:spPr>
          <a:xfrm>
            <a:off x="5148072" y="2743200"/>
            <a:ext cx="23774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Gaussian pulse, same area</a:t>
            </a:r>
          </a:p>
        </p:txBody>
      </p:sp>
      <p:sp>
        <p:nvSpPr>
          <p:cNvPr id="30" name="C2-E04 round_rect 28" descr="sci-ppt:o028"/>
          <p:cNvSpPr/>
          <p:nvPr/>
        </p:nvSpPr>
        <p:spPr>
          <a:xfrm>
            <a:off x="7589520" y="1371600"/>
            <a:ext cx="42519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2-E04 text 29" descr="sci-ppt:o029"/>
          <p:cNvSpPr txBox="1"/>
          <p:nvPr/>
        </p:nvSpPr>
        <p:spPr>
          <a:xfrm>
            <a:off x="7699248" y="1426464"/>
            <a:ext cx="40325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Energy, shape and timing</a:t>
            </a:r>
          </a:p>
        </p:txBody>
      </p:sp>
      <p:sp>
        <p:nvSpPr>
          <p:cNvPr id="32" name="C2-E04 text 30" descr="sci-ppt:o030"/>
          <p:cNvSpPr txBox="1"/>
          <p:nvPr/>
        </p:nvSpPr>
        <p:spPr>
          <a:xfrm>
            <a:off x="7726679" y="1828800"/>
            <a:ext cx="4023360" cy="46405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∫ f(t) dt = 1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I(r,t) = F(r) f(t)</a:t>
            </a:r>
          </a:p>
        </p:txBody>
      </p:sp>
      <p:sp>
        <p:nvSpPr>
          <p:cNvPr id="33" name="C2-E04 text 31" descr="sci-ppt:o031"/>
          <p:cNvSpPr txBox="1"/>
          <p:nvPr/>
        </p:nvSpPr>
        <p:spPr>
          <a:xfrm>
            <a:off x="7726679" y="2606040"/>
            <a:ext cx="402336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Peak irradiance for a rectangular pulse: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Iₚₑₐₖ = F₀ / τ_L</a:t>
            </a:r>
          </a:p>
        </p:txBody>
      </p:sp>
      <p:sp>
        <p:nvSpPr>
          <p:cNvPr id="34" name="C2-E04 text 32" descr="sci-ppt:o032"/>
          <p:cNvSpPr txBox="1"/>
          <p:nvPr/>
        </p:nvSpPr>
        <p:spPr>
          <a:xfrm>
            <a:off x="7726679" y="3474720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Example: F₀ = 1 J/cm², τ_L = 10 ns gives Iₚₑₐₖ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10⁸ W/cm². The same energy in a shorter pulse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raises the peak.</a:t>
            </a:r>
          </a:p>
        </p:txBody>
      </p:sp>
      <p:sp>
        <p:nvSpPr>
          <p:cNvPr id="35" name="C2-E04 text 33" descr="sci-ppt:o033"/>
          <p:cNvSpPr txBox="1"/>
          <p:nvPr/>
        </p:nvSpPr>
        <p:spPr>
          <a:xfrm>
            <a:off x="914400" y="5733288"/>
            <a:ext cx="10972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Normalised so that f only says when the energy arrives, never how much: F(r) carries the amount.</a:t>
            </a:r>
          </a:p>
        </p:txBody>
      </p:sp>
      <p:sp>
        <p:nvSpPr>
          <p:cNvPr id="36" name="C2-E04 text 34" descr="sci-ppt:o03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Pulse shapes of Eq. C2-E04.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