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1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C2-E17 · Derived probability under a prescribed Poisson rate</a:t>
            </a:r>
          </a:p>
        </p:txBody>
      </p:sp>
      <p:cxnSp>
        <p:nvCxnSpPr>
          <p:cNvPr id="3" name="C2-E17 line 1" descr="sci-ppt:o001"/>
          <p:cNvCxnSpPr/>
          <p:nvPr/>
        </p:nvCxnSpPr>
        <p:spPr>
          <a:xfrm>
            <a:off x="914400" y="2926080"/>
            <a:ext cx="5120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2-E17 line 2" descr="sci-ppt:o002"/>
          <p:cNvCxnSpPr/>
          <p:nvPr/>
        </p:nvCxnSpPr>
        <p:spPr>
          <a:xfrm>
            <a:off x="914400" y="1371600"/>
            <a:ext cx="0" cy="155448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17 line 3" descr="sci-ppt:o003"/>
          <p:cNvCxnSpPr/>
          <p:nvPr/>
        </p:nvCxnSpPr>
        <p:spPr>
          <a:xfrm>
            <a:off x="914400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2-E17 line 4" descr="sci-ppt:o004"/>
          <p:cNvCxnSpPr/>
          <p:nvPr/>
        </p:nvCxnSpPr>
        <p:spPr>
          <a:xfrm>
            <a:off x="914400" y="137160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2-E17 text 5" descr="sci-ppt:o005"/>
          <p:cNvSpPr txBox="1"/>
          <p:nvPr/>
        </p:nvSpPr>
        <p:spPr>
          <a:xfrm>
            <a:off x="457200" y="3008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2-E17 line 6" descr="sci-ppt:o006"/>
          <p:cNvCxnSpPr/>
          <p:nvPr/>
        </p:nvCxnSpPr>
        <p:spPr>
          <a:xfrm>
            <a:off x="1938528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2-E17 line 7" descr="sci-ppt:o007"/>
          <p:cNvCxnSpPr/>
          <p:nvPr/>
        </p:nvCxnSpPr>
        <p:spPr>
          <a:xfrm>
            <a:off x="1938528" y="137160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2-E17 text 8" descr="sci-ppt:o008"/>
          <p:cNvSpPr txBox="1"/>
          <p:nvPr/>
        </p:nvSpPr>
        <p:spPr>
          <a:xfrm>
            <a:off x="1481328" y="3008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2-E17 line 9" descr="sci-ppt:o009"/>
          <p:cNvCxnSpPr/>
          <p:nvPr/>
        </p:nvCxnSpPr>
        <p:spPr>
          <a:xfrm>
            <a:off x="2962656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2-E17 line 10" descr="sci-ppt:o010"/>
          <p:cNvCxnSpPr/>
          <p:nvPr/>
        </p:nvCxnSpPr>
        <p:spPr>
          <a:xfrm>
            <a:off x="2962656" y="137160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2-E17 text 11" descr="sci-ppt:o011"/>
          <p:cNvSpPr txBox="1"/>
          <p:nvPr/>
        </p:nvSpPr>
        <p:spPr>
          <a:xfrm>
            <a:off x="2505456" y="3008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2-E17 line 12" descr="sci-ppt:o012"/>
          <p:cNvCxnSpPr/>
          <p:nvPr/>
        </p:nvCxnSpPr>
        <p:spPr>
          <a:xfrm>
            <a:off x="3986783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2-E17 line 13" descr="sci-ppt:o013"/>
          <p:cNvCxnSpPr/>
          <p:nvPr/>
        </p:nvCxnSpPr>
        <p:spPr>
          <a:xfrm>
            <a:off x="3986783" y="137160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2-E17 text 14" descr="sci-ppt:o014"/>
          <p:cNvSpPr txBox="1"/>
          <p:nvPr/>
        </p:nvSpPr>
        <p:spPr>
          <a:xfrm>
            <a:off x="3529583" y="3008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C2-E17 line 15" descr="sci-ppt:o015"/>
          <p:cNvCxnSpPr/>
          <p:nvPr/>
        </p:nvCxnSpPr>
        <p:spPr>
          <a:xfrm>
            <a:off x="5010912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2-E17 line 16" descr="sci-ppt:o016"/>
          <p:cNvCxnSpPr/>
          <p:nvPr/>
        </p:nvCxnSpPr>
        <p:spPr>
          <a:xfrm>
            <a:off x="5010912" y="137160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2-E17 text 17" descr="sci-ppt:o017"/>
          <p:cNvSpPr txBox="1"/>
          <p:nvPr/>
        </p:nvSpPr>
        <p:spPr>
          <a:xfrm>
            <a:off x="4553712" y="3008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0" name="C2-E17 line 18" descr="sci-ppt:o018"/>
          <p:cNvCxnSpPr/>
          <p:nvPr/>
        </p:nvCxnSpPr>
        <p:spPr>
          <a:xfrm>
            <a:off x="6035040" y="2926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2-E17 line 19" descr="sci-ppt:o019"/>
          <p:cNvCxnSpPr/>
          <p:nvPr/>
        </p:nvCxnSpPr>
        <p:spPr>
          <a:xfrm>
            <a:off x="6035040" y="1371600"/>
            <a:ext cx="0" cy="1554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2-E17 text 20" descr="sci-ppt:o020"/>
          <p:cNvSpPr txBox="1"/>
          <p:nvPr/>
        </p:nvSpPr>
        <p:spPr>
          <a:xfrm>
            <a:off x="5577840" y="3008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3" name="C2-E17 line 21" descr="sci-ppt:o021"/>
          <p:cNvCxnSpPr/>
          <p:nvPr/>
        </p:nvCxnSpPr>
        <p:spPr>
          <a:xfrm>
            <a:off x="850392" y="2926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2-E17 line 22" descr="sci-ppt:o022"/>
          <p:cNvCxnSpPr/>
          <p:nvPr/>
        </p:nvCxnSpPr>
        <p:spPr>
          <a:xfrm>
            <a:off x="850392" y="232820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2-E17 line 23" descr="sci-ppt:o023"/>
          <p:cNvCxnSpPr/>
          <p:nvPr/>
        </p:nvCxnSpPr>
        <p:spPr>
          <a:xfrm>
            <a:off x="914400" y="2328203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2-E17 text 24" descr="sci-ppt:o024"/>
          <p:cNvSpPr txBox="1"/>
          <p:nvPr/>
        </p:nvSpPr>
        <p:spPr>
          <a:xfrm>
            <a:off x="45720" y="224590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7" name="C2-E17 line 25" descr="sci-ppt:o025"/>
          <p:cNvCxnSpPr/>
          <p:nvPr/>
        </p:nvCxnSpPr>
        <p:spPr>
          <a:xfrm>
            <a:off x="850392" y="173032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2-E17 line 26" descr="sci-ppt:o026"/>
          <p:cNvCxnSpPr/>
          <p:nvPr/>
        </p:nvCxnSpPr>
        <p:spPr>
          <a:xfrm>
            <a:off x="914400" y="1730326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2-E17 text 27" descr="sci-ppt:o027"/>
          <p:cNvSpPr txBox="1"/>
          <p:nvPr/>
        </p:nvSpPr>
        <p:spPr>
          <a:xfrm>
            <a:off x="45720" y="164803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sp>
        <p:nvSpPr>
          <p:cNvPr id="30" name="C2-E17 text 28" descr="sci-ppt:o028"/>
          <p:cNvSpPr txBox="1"/>
          <p:nvPr/>
        </p:nvSpPr>
        <p:spPr>
          <a:xfrm>
            <a:off x="365760" y="1024128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Λ(t)  (1/µs)</a:t>
            </a:r>
          </a:p>
        </p:txBody>
      </p:sp>
      <p:cxnSp>
        <p:nvCxnSpPr>
          <p:cNvPr id="31" name="C2-E17 line 29" descr="sci-ppt:o029"/>
          <p:cNvCxnSpPr/>
          <p:nvPr/>
        </p:nvCxnSpPr>
        <p:spPr>
          <a:xfrm>
            <a:off x="914400" y="5212080"/>
            <a:ext cx="5120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2" name="C2-E17 line 30" descr="sci-ppt:o030"/>
          <p:cNvCxnSpPr/>
          <p:nvPr/>
        </p:nvCxnSpPr>
        <p:spPr>
          <a:xfrm>
            <a:off x="914400" y="3611880"/>
            <a:ext cx="0" cy="16002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3" name="C2-E17 line 31" descr="sci-ppt:o031"/>
          <p:cNvCxnSpPr/>
          <p:nvPr/>
        </p:nvCxnSpPr>
        <p:spPr>
          <a:xfrm>
            <a:off x="914400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2-E17 line 32" descr="sci-ppt:o032"/>
          <p:cNvCxnSpPr/>
          <p:nvPr/>
        </p:nvCxnSpPr>
        <p:spPr>
          <a:xfrm>
            <a:off x="914400" y="3611880"/>
            <a:ext cx="0" cy="1600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C2-E17 text 33" descr="sci-ppt:o033"/>
          <p:cNvSpPr txBox="1"/>
          <p:nvPr/>
        </p:nvSpPr>
        <p:spPr>
          <a:xfrm>
            <a:off x="457200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6" name="C2-E17 line 34" descr="sci-ppt:o034"/>
          <p:cNvCxnSpPr/>
          <p:nvPr/>
        </p:nvCxnSpPr>
        <p:spPr>
          <a:xfrm>
            <a:off x="1938528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C2-E17 line 35" descr="sci-ppt:o035"/>
          <p:cNvCxnSpPr/>
          <p:nvPr/>
        </p:nvCxnSpPr>
        <p:spPr>
          <a:xfrm>
            <a:off x="1938528" y="3611880"/>
            <a:ext cx="0" cy="1600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C2-E17 text 36" descr="sci-ppt:o036"/>
          <p:cNvSpPr txBox="1"/>
          <p:nvPr/>
        </p:nvSpPr>
        <p:spPr>
          <a:xfrm>
            <a:off x="1481328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39" name="C2-E17 line 37" descr="sci-ppt:o037"/>
          <p:cNvCxnSpPr/>
          <p:nvPr/>
        </p:nvCxnSpPr>
        <p:spPr>
          <a:xfrm>
            <a:off x="2962656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C2-E17 line 38" descr="sci-ppt:o038"/>
          <p:cNvCxnSpPr/>
          <p:nvPr/>
        </p:nvCxnSpPr>
        <p:spPr>
          <a:xfrm>
            <a:off x="2962656" y="3611880"/>
            <a:ext cx="0" cy="1600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C2-E17 text 39" descr="sci-ppt:o039"/>
          <p:cNvSpPr txBox="1"/>
          <p:nvPr/>
        </p:nvSpPr>
        <p:spPr>
          <a:xfrm>
            <a:off x="2505456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2" name="C2-E17 line 40" descr="sci-ppt:o040"/>
          <p:cNvCxnSpPr/>
          <p:nvPr/>
        </p:nvCxnSpPr>
        <p:spPr>
          <a:xfrm>
            <a:off x="3986783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C2-E17 line 41" descr="sci-ppt:o041"/>
          <p:cNvCxnSpPr/>
          <p:nvPr/>
        </p:nvCxnSpPr>
        <p:spPr>
          <a:xfrm>
            <a:off x="3986783" y="3611880"/>
            <a:ext cx="0" cy="1600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4" name="C2-E17 text 42" descr="sci-ppt:o042"/>
          <p:cNvSpPr txBox="1"/>
          <p:nvPr/>
        </p:nvSpPr>
        <p:spPr>
          <a:xfrm>
            <a:off x="3529583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45" name="C2-E17 line 43" descr="sci-ppt:o043"/>
          <p:cNvCxnSpPr/>
          <p:nvPr/>
        </p:nvCxnSpPr>
        <p:spPr>
          <a:xfrm>
            <a:off x="5010912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C2-E17 line 44" descr="sci-ppt:o044"/>
          <p:cNvCxnSpPr/>
          <p:nvPr/>
        </p:nvCxnSpPr>
        <p:spPr>
          <a:xfrm>
            <a:off x="5010912" y="3611880"/>
            <a:ext cx="0" cy="1600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C2-E17 text 45" descr="sci-ppt:o045"/>
          <p:cNvSpPr txBox="1"/>
          <p:nvPr/>
        </p:nvSpPr>
        <p:spPr>
          <a:xfrm>
            <a:off x="4553712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48" name="C2-E17 line 46" descr="sci-ppt:o046"/>
          <p:cNvCxnSpPr/>
          <p:nvPr/>
        </p:nvCxnSpPr>
        <p:spPr>
          <a:xfrm>
            <a:off x="6035040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2-E17 line 47" descr="sci-ppt:o047"/>
          <p:cNvCxnSpPr/>
          <p:nvPr/>
        </p:nvCxnSpPr>
        <p:spPr>
          <a:xfrm>
            <a:off x="6035040" y="3611880"/>
            <a:ext cx="0" cy="1600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C2-E17 text 48" descr="sci-ppt:o048"/>
          <p:cNvSpPr txBox="1"/>
          <p:nvPr/>
        </p:nvSpPr>
        <p:spPr>
          <a:xfrm>
            <a:off x="5577840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51" name="C2-E17 line 49" descr="sci-ppt:o049"/>
          <p:cNvCxnSpPr/>
          <p:nvPr/>
        </p:nvCxnSpPr>
        <p:spPr>
          <a:xfrm>
            <a:off x="850392" y="5212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C2-E17 line 50" descr="sci-ppt:o050"/>
          <p:cNvCxnSpPr/>
          <p:nvPr/>
        </p:nvCxnSpPr>
        <p:spPr>
          <a:xfrm>
            <a:off x="850392" y="4450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3" name="C2-E17 line 51" descr="sci-ppt:o051"/>
          <p:cNvCxnSpPr/>
          <p:nvPr/>
        </p:nvCxnSpPr>
        <p:spPr>
          <a:xfrm>
            <a:off x="914400" y="4450080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4" name="C2-E17 text 52" descr="sci-ppt:o052"/>
          <p:cNvSpPr txBox="1"/>
          <p:nvPr/>
        </p:nvSpPr>
        <p:spPr>
          <a:xfrm>
            <a:off x="45720" y="4367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55" name="C2-E17 line 53" descr="sci-ppt:o053"/>
          <p:cNvCxnSpPr/>
          <p:nvPr/>
        </p:nvCxnSpPr>
        <p:spPr>
          <a:xfrm>
            <a:off x="850392" y="3688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6" name="C2-E17 line 54" descr="sci-ppt:o054"/>
          <p:cNvCxnSpPr/>
          <p:nvPr/>
        </p:nvCxnSpPr>
        <p:spPr>
          <a:xfrm>
            <a:off x="914400" y="3688080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7" name="C2-E17 text 55" descr="sci-ppt:o055"/>
          <p:cNvSpPr txBox="1"/>
          <p:nvPr/>
        </p:nvSpPr>
        <p:spPr>
          <a:xfrm>
            <a:off x="45720" y="3605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58" name="C2-E17 text 56" descr="sci-ppt:o056"/>
          <p:cNvSpPr txBox="1"/>
          <p:nvPr/>
        </p:nvSpPr>
        <p:spPr>
          <a:xfrm>
            <a:off x="914400" y="5495544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59" name="C2-E17 text 57" descr="sci-ppt:o057"/>
          <p:cNvSpPr txBox="1"/>
          <p:nvPr/>
        </p:nvSpPr>
        <p:spPr>
          <a:xfrm>
            <a:off x="365760" y="3264408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P_act</a:t>
            </a:r>
          </a:p>
        </p:txBody>
      </p:sp>
      <p:sp>
        <p:nvSpPr>
          <p:cNvPr id="60" name="C2-E17 polygon 58" descr="sci-ppt:o058"/>
          <p:cNvSpPr/>
          <p:nvPr/>
        </p:nvSpPr>
        <p:spPr>
          <a:xfrm>
            <a:off x="914400" y="1730326"/>
            <a:ext cx="5120640" cy="1195754"/>
          </a:xfrm>
          <a:custGeom>
            <a:avLst/>
            <a:gdLst/>
            <a:ahLst/>
            <a:cxnLst/>
            <a:rect l="l" t="t" r="r" b="b"/>
            <a:pathLst>
              <a:path w="5120640" h="1195754">
                <a:moveTo>
                  <a:pt x="0" y="0"/>
                </a:moveTo>
                <a:lnTo>
                  <a:pt x="30785" y="0"/>
                </a:lnTo>
                <a:lnTo>
                  <a:pt x="61570" y="0"/>
                </a:lnTo>
                <a:lnTo>
                  <a:pt x="92356" y="0"/>
                </a:lnTo>
                <a:lnTo>
                  <a:pt x="123141" y="0"/>
                </a:lnTo>
                <a:lnTo>
                  <a:pt x="153927" y="0"/>
                </a:lnTo>
                <a:lnTo>
                  <a:pt x="184712" y="0"/>
                </a:lnTo>
                <a:lnTo>
                  <a:pt x="215497" y="0"/>
                </a:lnTo>
                <a:lnTo>
                  <a:pt x="246283" y="0"/>
                </a:lnTo>
                <a:lnTo>
                  <a:pt x="277068" y="0"/>
                </a:lnTo>
                <a:lnTo>
                  <a:pt x="307854" y="0"/>
                </a:lnTo>
                <a:lnTo>
                  <a:pt x="338639" y="0"/>
                </a:lnTo>
                <a:lnTo>
                  <a:pt x="369424" y="0"/>
                </a:lnTo>
                <a:lnTo>
                  <a:pt x="400210" y="0"/>
                </a:lnTo>
                <a:lnTo>
                  <a:pt x="430995" y="0"/>
                </a:lnTo>
                <a:lnTo>
                  <a:pt x="461781" y="0"/>
                </a:lnTo>
                <a:lnTo>
                  <a:pt x="492566" y="0"/>
                </a:lnTo>
                <a:lnTo>
                  <a:pt x="523351" y="0"/>
                </a:lnTo>
                <a:lnTo>
                  <a:pt x="554137" y="0"/>
                </a:lnTo>
                <a:lnTo>
                  <a:pt x="584922" y="0"/>
                </a:lnTo>
                <a:lnTo>
                  <a:pt x="615708" y="0"/>
                </a:lnTo>
                <a:lnTo>
                  <a:pt x="646493" y="0"/>
                </a:lnTo>
                <a:lnTo>
                  <a:pt x="677279" y="0"/>
                </a:lnTo>
                <a:lnTo>
                  <a:pt x="708064" y="0"/>
                </a:lnTo>
                <a:lnTo>
                  <a:pt x="738849" y="0"/>
                </a:lnTo>
                <a:lnTo>
                  <a:pt x="769635" y="0"/>
                </a:lnTo>
                <a:lnTo>
                  <a:pt x="800420" y="0"/>
                </a:lnTo>
                <a:lnTo>
                  <a:pt x="831206" y="0"/>
                </a:lnTo>
                <a:lnTo>
                  <a:pt x="861991" y="0"/>
                </a:lnTo>
                <a:lnTo>
                  <a:pt x="892776" y="0"/>
                </a:lnTo>
                <a:lnTo>
                  <a:pt x="923562" y="0"/>
                </a:lnTo>
                <a:lnTo>
                  <a:pt x="954347" y="0"/>
                </a:lnTo>
                <a:lnTo>
                  <a:pt x="985133" y="0"/>
                </a:lnTo>
                <a:lnTo>
                  <a:pt x="1015918" y="0"/>
                </a:lnTo>
                <a:lnTo>
                  <a:pt x="1046703" y="1195754"/>
                </a:lnTo>
                <a:lnTo>
                  <a:pt x="1077489" y="1195754"/>
                </a:lnTo>
                <a:lnTo>
                  <a:pt x="1108274" y="1195754"/>
                </a:lnTo>
                <a:lnTo>
                  <a:pt x="1139060" y="1195754"/>
                </a:lnTo>
                <a:lnTo>
                  <a:pt x="1169845" y="1195754"/>
                </a:lnTo>
                <a:lnTo>
                  <a:pt x="1200631" y="1195754"/>
                </a:lnTo>
                <a:lnTo>
                  <a:pt x="1231416" y="1195754"/>
                </a:lnTo>
                <a:lnTo>
                  <a:pt x="1262201" y="1195754"/>
                </a:lnTo>
                <a:lnTo>
                  <a:pt x="1292987" y="1195754"/>
                </a:lnTo>
                <a:lnTo>
                  <a:pt x="1323772" y="1195754"/>
                </a:lnTo>
                <a:lnTo>
                  <a:pt x="1354558" y="1195754"/>
                </a:lnTo>
                <a:lnTo>
                  <a:pt x="1385343" y="1195754"/>
                </a:lnTo>
                <a:lnTo>
                  <a:pt x="1416128" y="1195754"/>
                </a:lnTo>
                <a:lnTo>
                  <a:pt x="1446914" y="1195754"/>
                </a:lnTo>
                <a:lnTo>
                  <a:pt x="1477699" y="1195754"/>
                </a:lnTo>
                <a:lnTo>
                  <a:pt x="1508485" y="1195754"/>
                </a:lnTo>
                <a:lnTo>
                  <a:pt x="1539270" y="1195754"/>
                </a:lnTo>
                <a:lnTo>
                  <a:pt x="1570055" y="1195754"/>
                </a:lnTo>
                <a:lnTo>
                  <a:pt x="1600841" y="1195754"/>
                </a:lnTo>
                <a:lnTo>
                  <a:pt x="1631626" y="1195754"/>
                </a:lnTo>
                <a:lnTo>
                  <a:pt x="1662412" y="1195754"/>
                </a:lnTo>
                <a:lnTo>
                  <a:pt x="1693197" y="1195754"/>
                </a:lnTo>
                <a:lnTo>
                  <a:pt x="1723983" y="1195754"/>
                </a:lnTo>
                <a:lnTo>
                  <a:pt x="1754768" y="1195754"/>
                </a:lnTo>
                <a:lnTo>
                  <a:pt x="1785553" y="1195754"/>
                </a:lnTo>
                <a:lnTo>
                  <a:pt x="1816339" y="1195754"/>
                </a:lnTo>
                <a:lnTo>
                  <a:pt x="1847124" y="1195754"/>
                </a:lnTo>
                <a:lnTo>
                  <a:pt x="1877910" y="1195754"/>
                </a:lnTo>
                <a:lnTo>
                  <a:pt x="1908695" y="1195754"/>
                </a:lnTo>
                <a:lnTo>
                  <a:pt x="1939480" y="1195754"/>
                </a:lnTo>
                <a:lnTo>
                  <a:pt x="1970266" y="1195754"/>
                </a:lnTo>
                <a:lnTo>
                  <a:pt x="2001051" y="1195754"/>
                </a:lnTo>
                <a:lnTo>
                  <a:pt x="2031837" y="1195754"/>
                </a:lnTo>
                <a:lnTo>
                  <a:pt x="2062622" y="1195754"/>
                </a:lnTo>
                <a:lnTo>
                  <a:pt x="2093407" y="1195754"/>
                </a:lnTo>
                <a:lnTo>
                  <a:pt x="2124193" y="1195754"/>
                </a:lnTo>
                <a:lnTo>
                  <a:pt x="2154978" y="1195754"/>
                </a:lnTo>
                <a:lnTo>
                  <a:pt x="2185764" y="1195754"/>
                </a:lnTo>
                <a:lnTo>
                  <a:pt x="2216549" y="1195754"/>
                </a:lnTo>
                <a:lnTo>
                  <a:pt x="2247334" y="1195754"/>
                </a:lnTo>
                <a:lnTo>
                  <a:pt x="2278120" y="1195754"/>
                </a:lnTo>
                <a:lnTo>
                  <a:pt x="2308905" y="1195754"/>
                </a:lnTo>
                <a:lnTo>
                  <a:pt x="2339691" y="1195754"/>
                </a:lnTo>
                <a:lnTo>
                  <a:pt x="2370476" y="1195754"/>
                </a:lnTo>
                <a:lnTo>
                  <a:pt x="2401262" y="1195754"/>
                </a:lnTo>
                <a:lnTo>
                  <a:pt x="2432047" y="1195754"/>
                </a:lnTo>
                <a:lnTo>
                  <a:pt x="2462832" y="1195754"/>
                </a:lnTo>
                <a:lnTo>
                  <a:pt x="2493618" y="1195754"/>
                </a:lnTo>
                <a:lnTo>
                  <a:pt x="2524403" y="1195754"/>
                </a:lnTo>
                <a:lnTo>
                  <a:pt x="2555189" y="1195754"/>
                </a:lnTo>
                <a:lnTo>
                  <a:pt x="2585974" y="1195754"/>
                </a:lnTo>
                <a:lnTo>
                  <a:pt x="2616759" y="1195754"/>
                </a:lnTo>
                <a:lnTo>
                  <a:pt x="2647545" y="1195754"/>
                </a:lnTo>
                <a:lnTo>
                  <a:pt x="2678330" y="1195754"/>
                </a:lnTo>
                <a:lnTo>
                  <a:pt x="2709116" y="1195754"/>
                </a:lnTo>
                <a:lnTo>
                  <a:pt x="2739901" y="1195754"/>
                </a:lnTo>
                <a:lnTo>
                  <a:pt x="2770686" y="1195754"/>
                </a:lnTo>
                <a:lnTo>
                  <a:pt x="2801472" y="1195754"/>
                </a:lnTo>
                <a:lnTo>
                  <a:pt x="2832257" y="1195754"/>
                </a:lnTo>
                <a:lnTo>
                  <a:pt x="2863043" y="1195754"/>
                </a:lnTo>
                <a:lnTo>
                  <a:pt x="2893828" y="1195754"/>
                </a:lnTo>
                <a:lnTo>
                  <a:pt x="2924614" y="1195754"/>
                </a:lnTo>
                <a:lnTo>
                  <a:pt x="2955399" y="1195754"/>
                </a:lnTo>
                <a:lnTo>
                  <a:pt x="2986184" y="1195754"/>
                </a:lnTo>
                <a:lnTo>
                  <a:pt x="3016970" y="1195754"/>
                </a:lnTo>
                <a:lnTo>
                  <a:pt x="3047755" y="1195754"/>
                </a:lnTo>
                <a:lnTo>
                  <a:pt x="3078541" y="1195754"/>
                </a:lnTo>
                <a:lnTo>
                  <a:pt x="3109326" y="1195754"/>
                </a:lnTo>
                <a:lnTo>
                  <a:pt x="3140111" y="1195754"/>
                </a:lnTo>
                <a:lnTo>
                  <a:pt x="3170897" y="1195754"/>
                </a:lnTo>
                <a:lnTo>
                  <a:pt x="3201682" y="1195754"/>
                </a:lnTo>
                <a:lnTo>
                  <a:pt x="3232468" y="1195754"/>
                </a:lnTo>
                <a:lnTo>
                  <a:pt x="3263253" y="1195754"/>
                </a:lnTo>
                <a:lnTo>
                  <a:pt x="3294038" y="1195754"/>
                </a:lnTo>
                <a:lnTo>
                  <a:pt x="3324824" y="1195754"/>
                </a:lnTo>
                <a:lnTo>
                  <a:pt x="3355609" y="1195754"/>
                </a:lnTo>
                <a:lnTo>
                  <a:pt x="3386395" y="1195754"/>
                </a:lnTo>
                <a:lnTo>
                  <a:pt x="3417180" y="1195754"/>
                </a:lnTo>
                <a:lnTo>
                  <a:pt x="3447966" y="1195754"/>
                </a:lnTo>
                <a:lnTo>
                  <a:pt x="3478751" y="1195754"/>
                </a:lnTo>
                <a:lnTo>
                  <a:pt x="3509536" y="1195754"/>
                </a:lnTo>
                <a:lnTo>
                  <a:pt x="3540322" y="1195754"/>
                </a:lnTo>
                <a:lnTo>
                  <a:pt x="3571107" y="1195754"/>
                </a:lnTo>
                <a:lnTo>
                  <a:pt x="3601893" y="1195754"/>
                </a:lnTo>
                <a:lnTo>
                  <a:pt x="3632678" y="1195754"/>
                </a:lnTo>
                <a:lnTo>
                  <a:pt x="3663463" y="1195754"/>
                </a:lnTo>
                <a:lnTo>
                  <a:pt x="3694249" y="1195754"/>
                </a:lnTo>
                <a:lnTo>
                  <a:pt x="3725034" y="1195754"/>
                </a:lnTo>
                <a:lnTo>
                  <a:pt x="3755820" y="1195754"/>
                </a:lnTo>
                <a:lnTo>
                  <a:pt x="3786605" y="1195754"/>
                </a:lnTo>
                <a:lnTo>
                  <a:pt x="3817390" y="1195754"/>
                </a:lnTo>
                <a:lnTo>
                  <a:pt x="3848176" y="1195754"/>
                </a:lnTo>
                <a:lnTo>
                  <a:pt x="3878961" y="1195754"/>
                </a:lnTo>
                <a:lnTo>
                  <a:pt x="3909747" y="1195754"/>
                </a:lnTo>
                <a:lnTo>
                  <a:pt x="3940532" y="1195754"/>
                </a:lnTo>
                <a:lnTo>
                  <a:pt x="3971317" y="1195754"/>
                </a:lnTo>
                <a:lnTo>
                  <a:pt x="4002103" y="1195754"/>
                </a:lnTo>
                <a:lnTo>
                  <a:pt x="4032888" y="1195754"/>
                </a:lnTo>
                <a:lnTo>
                  <a:pt x="4063674" y="1195754"/>
                </a:lnTo>
                <a:lnTo>
                  <a:pt x="4094459" y="1195754"/>
                </a:lnTo>
                <a:lnTo>
                  <a:pt x="4125245" y="1195754"/>
                </a:lnTo>
                <a:lnTo>
                  <a:pt x="4156030" y="1195754"/>
                </a:lnTo>
                <a:lnTo>
                  <a:pt x="4186815" y="1195754"/>
                </a:lnTo>
                <a:lnTo>
                  <a:pt x="4217601" y="1195754"/>
                </a:lnTo>
                <a:lnTo>
                  <a:pt x="4248386" y="1195754"/>
                </a:lnTo>
                <a:lnTo>
                  <a:pt x="4279172" y="1195754"/>
                </a:lnTo>
                <a:lnTo>
                  <a:pt x="4309957" y="1195754"/>
                </a:lnTo>
                <a:lnTo>
                  <a:pt x="4340742" y="1195754"/>
                </a:lnTo>
                <a:lnTo>
                  <a:pt x="4371528" y="1195754"/>
                </a:lnTo>
                <a:lnTo>
                  <a:pt x="4402313" y="1195754"/>
                </a:lnTo>
                <a:lnTo>
                  <a:pt x="4433099" y="1195754"/>
                </a:lnTo>
                <a:lnTo>
                  <a:pt x="4463884" y="1195754"/>
                </a:lnTo>
                <a:lnTo>
                  <a:pt x="4494669" y="1195754"/>
                </a:lnTo>
                <a:lnTo>
                  <a:pt x="4525455" y="1195754"/>
                </a:lnTo>
                <a:lnTo>
                  <a:pt x="4556240" y="1195754"/>
                </a:lnTo>
                <a:lnTo>
                  <a:pt x="4587026" y="1195754"/>
                </a:lnTo>
                <a:lnTo>
                  <a:pt x="4617811" y="1195754"/>
                </a:lnTo>
                <a:lnTo>
                  <a:pt x="4648597" y="1195754"/>
                </a:lnTo>
                <a:lnTo>
                  <a:pt x="4679382" y="1195754"/>
                </a:lnTo>
                <a:lnTo>
                  <a:pt x="4710167" y="1195754"/>
                </a:lnTo>
                <a:lnTo>
                  <a:pt x="4740953" y="1195754"/>
                </a:lnTo>
                <a:lnTo>
                  <a:pt x="4771738" y="1195754"/>
                </a:lnTo>
                <a:lnTo>
                  <a:pt x="4802524" y="1195754"/>
                </a:lnTo>
                <a:lnTo>
                  <a:pt x="4833309" y="1195754"/>
                </a:lnTo>
                <a:lnTo>
                  <a:pt x="4864094" y="1195754"/>
                </a:lnTo>
                <a:lnTo>
                  <a:pt x="4894880" y="1195754"/>
                </a:lnTo>
                <a:lnTo>
                  <a:pt x="4925665" y="1195754"/>
                </a:lnTo>
                <a:lnTo>
                  <a:pt x="4956451" y="1195754"/>
                </a:lnTo>
                <a:lnTo>
                  <a:pt x="4987236" y="1195754"/>
                </a:lnTo>
                <a:lnTo>
                  <a:pt x="5018021" y="1195754"/>
                </a:lnTo>
                <a:lnTo>
                  <a:pt x="5048807" y="1195754"/>
                </a:lnTo>
                <a:lnTo>
                  <a:pt x="5079592" y="1195754"/>
                </a:lnTo>
                <a:lnTo>
                  <a:pt x="5110378" y="1195754"/>
                </a:lnTo>
                <a:lnTo>
                  <a:pt x="5120640" y="1195754"/>
                </a:lnTo>
              </a:path>
            </a:pathLst>
          </a:custGeom>
          <a:noFill/>
          <a:ln w="330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C2-E17 polygon 59" descr="sci-ppt:o059"/>
          <p:cNvSpPr/>
          <p:nvPr/>
        </p:nvSpPr>
        <p:spPr>
          <a:xfrm>
            <a:off x="914400" y="3893505"/>
            <a:ext cx="5120640" cy="1288337"/>
          </a:xfrm>
          <a:custGeom>
            <a:avLst/>
            <a:gdLst/>
            <a:ahLst/>
            <a:cxnLst/>
            <a:rect l="l" t="t" r="r" b="b"/>
            <a:pathLst>
              <a:path w="5120640" h="1288337">
                <a:moveTo>
                  <a:pt x="0" y="1288337"/>
                </a:moveTo>
                <a:lnTo>
                  <a:pt x="30785" y="1201178"/>
                </a:lnTo>
                <a:lnTo>
                  <a:pt x="61570" y="1119105"/>
                </a:lnTo>
                <a:lnTo>
                  <a:pt x="92356" y="1041820"/>
                </a:lnTo>
                <a:lnTo>
                  <a:pt x="123141" y="969045"/>
                </a:lnTo>
                <a:lnTo>
                  <a:pt x="153927" y="900516"/>
                </a:lnTo>
                <a:lnTo>
                  <a:pt x="184712" y="835986"/>
                </a:lnTo>
                <a:lnTo>
                  <a:pt x="215497" y="775221"/>
                </a:lnTo>
                <a:lnTo>
                  <a:pt x="246283" y="718001"/>
                </a:lnTo>
                <a:lnTo>
                  <a:pt x="277068" y="664121"/>
                </a:lnTo>
                <a:lnTo>
                  <a:pt x="307854" y="613384"/>
                </a:lnTo>
                <a:lnTo>
                  <a:pt x="338639" y="565607"/>
                </a:lnTo>
                <a:lnTo>
                  <a:pt x="369424" y="520619"/>
                </a:lnTo>
                <a:lnTo>
                  <a:pt x="400210" y="478255"/>
                </a:lnTo>
                <a:lnTo>
                  <a:pt x="430995" y="438363"/>
                </a:lnTo>
                <a:lnTo>
                  <a:pt x="461781" y="400799"/>
                </a:lnTo>
                <a:lnTo>
                  <a:pt x="492566" y="365426"/>
                </a:lnTo>
                <a:lnTo>
                  <a:pt x="523351" y="332118"/>
                </a:lnTo>
                <a:lnTo>
                  <a:pt x="554137" y="300753"/>
                </a:lnTo>
                <a:lnTo>
                  <a:pt x="584922" y="271218"/>
                </a:lnTo>
                <a:lnTo>
                  <a:pt x="615708" y="243407"/>
                </a:lnTo>
                <a:lnTo>
                  <a:pt x="646493" y="217218"/>
                </a:lnTo>
                <a:lnTo>
                  <a:pt x="677279" y="192557"/>
                </a:lnTo>
                <a:lnTo>
                  <a:pt x="708064" y="169335"/>
                </a:lnTo>
                <a:lnTo>
                  <a:pt x="738849" y="147469"/>
                </a:lnTo>
                <a:lnTo>
                  <a:pt x="769635" y="126878"/>
                </a:lnTo>
                <a:lnTo>
                  <a:pt x="800420" y="107488"/>
                </a:lnTo>
                <a:lnTo>
                  <a:pt x="831206" y="89230"/>
                </a:lnTo>
                <a:lnTo>
                  <a:pt x="861991" y="72037"/>
                </a:lnTo>
                <a:lnTo>
                  <a:pt x="892776" y="55848"/>
                </a:lnTo>
                <a:lnTo>
                  <a:pt x="923562" y="40603"/>
                </a:lnTo>
                <a:lnTo>
                  <a:pt x="954347" y="26247"/>
                </a:lnTo>
                <a:lnTo>
                  <a:pt x="985133" y="12730"/>
                </a:lnTo>
                <a:lnTo>
                  <a:pt x="1015918" y="0"/>
                </a:lnTo>
                <a:lnTo>
                  <a:pt x="1046703" y="0"/>
                </a:lnTo>
                <a:lnTo>
                  <a:pt x="1077489" y="0"/>
                </a:lnTo>
                <a:lnTo>
                  <a:pt x="1108274" y="0"/>
                </a:lnTo>
                <a:lnTo>
                  <a:pt x="1139060" y="0"/>
                </a:lnTo>
                <a:lnTo>
                  <a:pt x="1169845" y="0"/>
                </a:lnTo>
                <a:lnTo>
                  <a:pt x="1200631" y="0"/>
                </a:lnTo>
                <a:lnTo>
                  <a:pt x="1231416" y="0"/>
                </a:lnTo>
                <a:lnTo>
                  <a:pt x="1262201" y="0"/>
                </a:lnTo>
                <a:lnTo>
                  <a:pt x="1292987" y="0"/>
                </a:lnTo>
                <a:lnTo>
                  <a:pt x="1323772" y="0"/>
                </a:lnTo>
                <a:lnTo>
                  <a:pt x="1354558" y="0"/>
                </a:lnTo>
                <a:lnTo>
                  <a:pt x="1385343" y="0"/>
                </a:lnTo>
                <a:lnTo>
                  <a:pt x="1416128" y="0"/>
                </a:lnTo>
                <a:lnTo>
                  <a:pt x="1446914" y="0"/>
                </a:lnTo>
                <a:lnTo>
                  <a:pt x="1477699" y="0"/>
                </a:lnTo>
                <a:lnTo>
                  <a:pt x="1508485" y="0"/>
                </a:lnTo>
                <a:lnTo>
                  <a:pt x="1539270" y="0"/>
                </a:lnTo>
                <a:lnTo>
                  <a:pt x="1570055" y="0"/>
                </a:lnTo>
                <a:lnTo>
                  <a:pt x="1600841" y="0"/>
                </a:lnTo>
                <a:lnTo>
                  <a:pt x="1631626" y="0"/>
                </a:lnTo>
                <a:lnTo>
                  <a:pt x="1662412" y="0"/>
                </a:lnTo>
                <a:lnTo>
                  <a:pt x="1693197" y="0"/>
                </a:lnTo>
                <a:lnTo>
                  <a:pt x="1723983" y="0"/>
                </a:lnTo>
                <a:lnTo>
                  <a:pt x="1754768" y="0"/>
                </a:lnTo>
                <a:lnTo>
                  <a:pt x="1785553" y="0"/>
                </a:lnTo>
                <a:lnTo>
                  <a:pt x="1816339" y="0"/>
                </a:lnTo>
                <a:lnTo>
                  <a:pt x="1847124" y="0"/>
                </a:lnTo>
                <a:lnTo>
                  <a:pt x="1877910" y="0"/>
                </a:lnTo>
                <a:lnTo>
                  <a:pt x="1908695" y="0"/>
                </a:lnTo>
                <a:lnTo>
                  <a:pt x="1939480" y="0"/>
                </a:lnTo>
                <a:lnTo>
                  <a:pt x="1970266" y="0"/>
                </a:lnTo>
                <a:lnTo>
                  <a:pt x="2001051" y="0"/>
                </a:lnTo>
                <a:lnTo>
                  <a:pt x="2031837" y="0"/>
                </a:lnTo>
                <a:lnTo>
                  <a:pt x="2062622" y="0"/>
                </a:lnTo>
                <a:lnTo>
                  <a:pt x="2093407" y="0"/>
                </a:lnTo>
                <a:lnTo>
                  <a:pt x="2124193" y="0"/>
                </a:lnTo>
                <a:lnTo>
                  <a:pt x="2154978" y="0"/>
                </a:lnTo>
                <a:lnTo>
                  <a:pt x="2185764" y="0"/>
                </a:lnTo>
                <a:lnTo>
                  <a:pt x="2216549" y="0"/>
                </a:lnTo>
                <a:lnTo>
                  <a:pt x="2247334" y="0"/>
                </a:lnTo>
                <a:lnTo>
                  <a:pt x="2278120" y="0"/>
                </a:lnTo>
                <a:lnTo>
                  <a:pt x="2308905" y="0"/>
                </a:lnTo>
                <a:lnTo>
                  <a:pt x="2339691" y="0"/>
                </a:lnTo>
                <a:lnTo>
                  <a:pt x="2370476" y="0"/>
                </a:lnTo>
                <a:lnTo>
                  <a:pt x="2401262" y="0"/>
                </a:lnTo>
                <a:lnTo>
                  <a:pt x="2432047" y="0"/>
                </a:lnTo>
                <a:lnTo>
                  <a:pt x="2462832" y="0"/>
                </a:lnTo>
                <a:lnTo>
                  <a:pt x="2493618" y="0"/>
                </a:lnTo>
                <a:lnTo>
                  <a:pt x="2524403" y="0"/>
                </a:lnTo>
                <a:lnTo>
                  <a:pt x="2555189" y="0"/>
                </a:lnTo>
                <a:lnTo>
                  <a:pt x="2585974" y="0"/>
                </a:lnTo>
                <a:lnTo>
                  <a:pt x="2616759" y="0"/>
                </a:lnTo>
                <a:lnTo>
                  <a:pt x="2647545" y="0"/>
                </a:lnTo>
                <a:lnTo>
                  <a:pt x="2678330" y="0"/>
                </a:lnTo>
                <a:lnTo>
                  <a:pt x="2709116" y="0"/>
                </a:lnTo>
                <a:lnTo>
                  <a:pt x="2739901" y="0"/>
                </a:lnTo>
                <a:lnTo>
                  <a:pt x="2770686" y="0"/>
                </a:lnTo>
                <a:lnTo>
                  <a:pt x="2801472" y="0"/>
                </a:lnTo>
                <a:lnTo>
                  <a:pt x="2832257" y="0"/>
                </a:lnTo>
                <a:lnTo>
                  <a:pt x="2863043" y="0"/>
                </a:lnTo>
                <a:lnTo>
                  <a:pt x="2893828" y="0"/>
                </a:lnTo>
                <a:lnTo>
                  <a:pt x="2924614" y="0"/>
                </a:lnTo>
                <a:lnTo>
                  <a:pt x="2955399" y="0"/>
                </a:lnTo>
                <a:lnTo>
                  <a:pt x="2986184" y="0"/>
                </a:lnTo>
                <a:lnTo>
                  <a:pt x="3016970" y="0"/>
                </a:lnTo>
                <a:lnTo>
                  <a:pt x="3047755" y="0"/>
                </a:lnTo>
                <a:lnTo>
                  <a:pt x="3078541" y="0"/>
                </a:lnTo>
                <a:lnTo>
                  <a:pt x="3109326" y="0"/>
                </a:lnTo>
                <a:lnTo>
                  <a:pt x="3140111" y="0"/>
                </a:lnTo>
                <a:lnTo>
                  <a:pt x="3170897" y="0"/>
                </a:lnTo>
                <a:lnTo>
                  <a:pt x="3201682" y="0"/>
                </a:lnTo>
                <a:lnTo>
                  <a:pt x="3232468" y="0"/>
                </a:lnTo>
                <a:lnTo>
                  <a:pt x="3263253" y="0"/>
                </a:lnTo>
                <a:lnTo>
                  <a:pt x="3294038" y="0"/>
                </a:lnTo>
                <a:lnTo>
                  <a:pt x="3324824" y="0"/>
                </a:lnTo>
                <a:lnTo>
                  <a:pt x="3355609" y="0"/>
                </a:lnTo>
                <a:lnTo>
                  <a:pt x="3386395" y="0"/>
                </a:lnTo>
                <a:lnTo>
                  <a:pt x="3417180" y="0"/>
                </a:lnTo>
                <a:lnTo>
                  <a:pt x="3447966" y="0"/>
                </a:lnTo>
                <a:lnTo>
                  <a:pt x="3478751" y="0"/>
                </a:lnTo>
                <a:lnTo>
                  <a:pt x="3509536" y="0"/>
                </a:lnTo>
                <a:lnTo>
                  <a:pt x="3540322" y="0"/>
                </a:lnTo>
                <a:lnTo>
                  <a:pt x="3571107" y="0"/>
                </a:lnTo>
                <a:lnTo>
                  <a:pt x="3601893" y="0"/>
                </a:lnTo>
                <a:lnTo>
                  <a:pt x="3632678" y="0"/>
                </a:lnTo>
                <a:lnTo>
                  <a:pt x="3663463" y="0"/>
                </a:lnTo>
                <a:lnTo>
                  <a:pt x="3694249" y="0"/>
                </a:lnTo>
                <a:lnTo>
                  <a:pt x="3725034" y="0"/>
                </a:lnTo>
                <a:lnTo>
                  <a:pt x="3755820" y="0"/>
                </a:lnTo>
                <a:lnTo>
                  <a:pt x="3786605" y="0"/>
                </a:lnTo>
                <a:lnTo>
                  <a:pt x="3817390" y="0"/>
                </a:lnTo>
                <a:lnTo>
                  <a:pt x="3848176" y="0"/>
                </a:lnTo>
                <a:lnTo>
                  <a:pt x="3878961" y="0"/>
                </a:lnTo>
                <a:lnTo>
                  <a:pt x="3909747" y="0"/>
                </a:lnTo>
                <a:lnTo>
                  <a:pt x="3940532" y="0"/>
                </a:lnTo>
                <a:lnTo>
                  <a:pt x="3971317" y="0"/>
                </a:lnTo>
                <a:lnTo>
                  <a:pt x="4002103" y="0"/>
                </a:lnTo>
                <a:lnTo>
                  <a:pt x="4032888" y="0"/>
                </a:lnTo>
                <a:lnTo>
                  <a:pt x="4063674" y="0"/>
                </a:lnTo>
                <a:lnTo>
                  <a:pt x="4094459" y="0"/>
                </a:lnTo>
                <a:lnTo>
                  <a:pt x="4125245" y="0"/>
                </a:lnTo>
                <a:lnTo>
                  <a:pt x="4156030" y="0"/>
                </a:lnTo>
                <a:lnTo>
                  <a:pt x="4186815" y="0"/>
                </a:lnTo>
                <a:lnTo>
                  <a:pt x="4217601" y="0"/>
                </a:lnTo>
                <a:lnTo>
                  <a:pt x="4248386" y="0"/>
                </a:lnTo>
                <a:lnTo>
                  <a:pt x="4279172" y="0"/>
                </a:lnTo>
                <a:lnTo>
                  <a:pt x="4309957" y="0"/>
                </a:lnTo>
                <a:lnTo>
                  <a:pt x="4340742" y="0"/>
                </a:lnTo>
                <a:lnTo>
                  <a:pt x="4371528" y="0"/>
                </a:lnTo>
                <a:lnTo>
                  <a:pt x="4402313" y="0"/>
                </a:lnTo>
                <a:lnTo>
                  <a:pt x="4433099" y="0"/>
                </a:lnTo>
                <a:lnTo>
                  <a:pt x="4463884" y="0"/>
                </a:lnTo>
                <a:lnTo>
                  <a:pt x="4494669" y="0"/>
                </a:lnTo>
                <a:lnTo>
                  <a:pt x="4525455" y="0"/>
                </a:lnTo>
                <a:lnTo>
                  <a:pt x="4556240" y="0"/>
                </a:lnTo>
                <a:lnTo>
                  <a:pt x="4587026" y="0"/>
                </a:lnTo>
                <a:lnTo>
                  <a:pt x="4617811" y="0"/>
                </a:lnTo>
                <a:lnTo>
                  <a:pt x="4648597" y="0"/>
                </a:lnTo>
                <a:lnTo>
                  <a:pt x="4679382" y="0"/>
                </a:lnTo>
                <a:lnTo>
                  <a:pt x="4710167" y="0"/>
                </a:lnTo>
                <a:lnTo>
                  <a:pt x="4740953" y="0"/>
                </a:lnTo>
                <a:lnTo>
                  <a:pt x="4771738" y="0"/>
                </a:lnTo>
                <a:lnTo>
                  <a:pt x="4802524" y="0"/>
                </a:lnTo>
                <a:lnTo>
                  <a:pt x="4833309" y="0"/>
                </a:lnTo>
                <a:lnTo>
                  <a:pt x="4864094" y="0"/>
                </a:lnTo>
                <a:lnTo>
                  <a:pt x="4894880" y="0"/>
                </a:lnTo>
                <a:lnTo>
                  <a:pt x="4925665" y="0"/>
                </a:lnTo>
                <a:lnTo>
                  <a:pt x="4956451" y="0"/>
                </a:lnTo>
                <a:lnTo>
                  <a:pt x="4987236" y="0"/>
                </a:lnTo>
                <a:lnTo>
                  <a:pt x="5018021" y="0"/>
                </a:lnTo>
                <a:lnTo>
                  <a:pt x="5048807" y="0"/>
                </a:lnTo>
                <a:lnTo>
                  <a:pt x="5079592" y="0"/>
                </a:lnTo>
                <a:lnTo>
                  <a:pt x="5110378" y="0"/>
                </a:lnTo>
                <a:lnTo>
                  <a:pt x="512064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2-E17 ellipse 60" descr="sci-ppt:o060"/>
          <p:cNvSpPr/>
          <p:nvPr/>
        </p:nvSpPr>
        <p:spPr>
          <a:xfrm>
            <a:off x="5980176" y="3839466"/>
            <a:ext cx="109728" cy="109728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2-E17 polygon 61" descr="sci-ppt:o061"/>
          <p:cNvSpPr/>
          <p:nvPr/>
        </p:nvSpPr>
        <p:spPr>
          <a:xfrm>
            <a:off x="914400" y="2627141"/>
            <a:ext cx="5120640" cy="298939"/>
          </a:xfrm>
          <a:custGeom>
            <a:avLst/>
            <a:gdLst/>
            <a:ahLst/>
            <a:cxnLst/>
            <a:rect l="l" t="t" r="r" b="b"/>
            <a:pathLst>
              <a:path w="5120640" h="298939">
                <a:moveTo>
                  <a:pt x="0" y="0"/>
                </a:moveTo>
                <a:lnTo>
                  <a:pt x="30785" y="0"/>
                </a:lnTo>
                <a:lnTo>
                  <a:pt x="61570" y="0"/>
                </a:lnTo>
                <a:lnTo>
                  <a:pt x="92356" y="0"/>
                </a:lnTo>
                <a:lnTo>
                  <a:pt x="123141" y="0"/>
                </a:lnTo>
                <a:lnTo>
                  <a:pt x="153927" y="0"/>
                </a:lnTo>
                <a:lnTo>
                  <a:pt x="184712" y="0"/>
                </a:lnTo>
                <a:lnTo>
                  <a:pt x="215497" y="0"/>
                </a:lnTo>
                <a:lnTo>
                  <a:pt x="246283" y="0"/>
                </a:lnTo>
                <a:lnTo>
                  <a:pt x="277068" y="0"/>
                </a:lnTo>
                <a:lnTo>
                  <a:pt x="307854" y="0"/>
                </a:lnTo>
                <a:lnTo>
                  <a:pt x="338639" y="0"/>
                </a:lnTo>
                <a:lnTo>
                  <a:pt x="369424" y="0"/>
                </a:lnTo>
                <a:lnTo>
                  <a:pt x="400210" y="0"/>
                </a:lnTo>
                <a:lnTo>
                  <a:pt x="430995" y="0"/>
                </a:lnTo>
                <a:lnTo>
                  <a:pt x="461781" y="0"/>
                </a:lnTo>
                <a:lnTo>
                  <a:pt x="492566" y="0"/>
                </a:lnTo>
                <a:lnTo>
                  <a:pt x="523351" y="0"/>
                </a:lnTo>
                <a:lnTo>
                  <a:pt x="554137" y="0"/>
                </a:lnTo>
                <a:lnTo>
                  <a:pt x="584922" y="0"/>
                </a:lnTo>
                <a:lnTo>
                  <a:pt x="615708" y="0"/>
                </a:lnTo>
                <a:lnTo>
                  <a:pt x="646493" y="0"/>
                </a:lnTo>
                <a:lnTo>
                  <a:pt x="677279" y="0"/>
                </a:lnTo>
                <a:lnTo>
                  <a:pt x="708064" y="0"/>
                </a:lnTo>
                <a:lnTo>
                  <a:pt x="738849" y="0"/>
                </a:lnTo>
                <a:lnTo>
                  <a:pt x="769635" y="0"/>
                </a:lnTo>
                <a:lnTo>
                  <a:pt x="800420" y="0"/>
                </a:lnTo>
                <a:lnTo>
                  <a:pt x="831206" y="0"/>
                </a:lnTo>
                <a:lnTo>
                  <a:pt x="861991" y="0"/>
                </a:lnTo>
                <a:lnTo>
                  <a:pt x="892776" y="0"/>
                </a:lnTo>
                <a:lnTo>
                  <a:pt x="923562" y="0"/>
                </a:lnTo>
                <a:lnTo>
                  <a:pt x="954347" y="0"/>
                </a:lnTo>
                <a:lnTo>
                  <a:pt x="985133" y="0"/>
                </a:lnTo>
                <a:lnTo>
                  <a:pt x="1015918" y="0"/>
                </a:lnTo>
                <a:lnTo>
                  <a:pt x="1046703" y="0"/>
                </a:lnTo>
                <a:lnTo>
                  <a:pt x="1077489" y="0"/>
                </a:lnTo>
                <a:lnTo>
                  <a:pt x="1108274" y="0"/>
                </a:lnTo>
                <a:lnTo>
                  <a:pt x="1139060" y="0"/>
                </a:lnTo>
                <a:lnTo>
                  <a:pt x="1169845" y="0"/>
                </a:lnTo>
                <a:lnTo>
                  <a:pt x="1200631" y="0"/>
                </a:lnTo>
                <a:lnTo>
                  <a:pt x="1231416" y="0"/>
                </a:lnTo>
                <a:lnTo>
                  <a:pt x="1262201" y="0"/>
                </a:lnTo>
                <a:lnTo>
                  <a:pt x="1292987" y="0"/>
                </a:lnTo>
                <a:lnTo>
                  <a:pt x="1323772" y="0"/>
                </a:lnTo>
                <a:lnTo>
                  <a:pt x="1354558" y="0"/>
                </a:lnTo>
                <a:lnTo>
                  <a:pt x="1385343" y="0"/>
                </a:lnTo>
                <a:lnTo>
                  <a:pt x="1416128" y="0"/>
                </a:lnTo>
                <a:lnTo>
                  <a:pt x="1446914" y="0"/>
                </a:lnTo>
                <a:lnTo>
                  <a:pt x="1477699" y="0"/>
                </a:lnTo>
                <a:lnTo>
                  <a:pt x="1508485" y="0"/>
                </a:lnTo>
                <a:lnTo>
                  <a:pt x="1539270" y="0"/>
                </a:lnTo>
                <a:lnTo>
                  <a:pt x="1570055" y="0"/>
                </a:lnTo>
                <a:lnTo>
                  <a:pt x="1600841" y="0"/>
                </a:lnTo>
                <a:lnTo>
                  <a:pt x="1631626" y="0"/>
                </a:lnTo>
                <a:lnTo>
                  <a:pt x="1662412" y="0"/>
                </a:lnTo>
                <a:lnTo>
                  <a:pt x="1693197" y="0"/>
                </a:lnTo>
                <a:lnTo>
                  <a:pt x="1723983" y="0"/>
                </a:lnTo>
                <a:lnTo>
                  <a:pt x="1754768" y="0"/>
                </a:lnTo>
                <a:lnTo>
                  <a:pt x="1785553" y="0"/>
                </a:lnTo>
                <a:lnTo>
                  <a:pt x="1816339" y="0"/>
                </a:lnTo>
                <a:lnTo>
                  <a:pt x="1847124" y="0"/>
                </a:lnTo>
                <a:lnTo>
                  <a:pt x="1877910" y="0"/>
                </a:lnTo>
                <a:lnTo>
                  <a:pt x="1908695" y="0"/>
                </a:lnTo>
                <a:lnTo>
                  <a:pt x="1939480" y="0"/>
                </a:lnTo>
                <a:lnTo>
                  <a:pt x="1970266" y="0"/>
                </a:lnTo>
                <a:lnTo>
                  <a:pt x="2001051" y="0"/>
                </a:lnTo>
                <a:lnTo>
                  <a:pt x="2031837" y="0"/>
                </a:lnTo>
                <a:lnTo>
                  <a:pt x="2062622" y="0"/>
                </a:lnTo>
                <a:lnTo>
                  <a:pt x="2093407" y="0"/>
                </a:lnTo>
                <a:lnTo>
                  <a:pt x="2124193" y="0"/>
                </a:lnTo>
                <a:lnTo>
                  <a:pt x="2154978" y="0"/>
                </a:lnTo>
                <a:lnTo>
                  <a:pt x="2185764" y="0"/>
                </a:lnTo>
                <a:lnTo>
                  <a:pt x="2216549" y="0"/>
                </a:lnTo>
                <a:lnTo>
                  <a:pt x="2247334" y="0"/>
                </a:lnTo>
                <a:lnTo>
                  <a:pt x="2278120" y="0"/>
                </a:lnTo>
                <a:lnTo>
                  <a:pt x="2308905" y="0"/>
                </a:lnTo>
                <a:lnTo>
                  <a:pt x="2339691" y="0"/>
                </a:lnTo>
                <a:lnTo>
                  <a:pt x="2370476" y="0"/>
                </a:lnTo>
                <a:lnTo>
                  <a:pt x="2401262" y="0"/>
                </a:lnTo>
                <a:lnTo>
                  <a:pt x="2432047" y="0"/>
                </a:lnTo>
                <a:lnTo>
                  <a:pt x="2462832" y="0"/>
                </a:lnTo>
                <a:lnTo>
                  <a:pt x="2493618" y="0"/>
                </a:lnTo>
                <a:lnTo>
                  <a:pt x="2524403" y="0"/>
                </a:lnTo>
                <a:lnTo>
                  <a:pt x="2555189" y="0"/>
                </a:lnTo>
                <a:lnTo>
                  <a:pt x="2585974" y="0"/>
                </a:lnTo>
                <a:lnTo>
                  <a:pt x="2616759" y="0"/>
                </a:lnTo>
                <a:lnTo>
                  <a:pt x="2647545" y="0"/>
                </a:lnTo>
                <a:lnTo>
                  <a:pt x="2678330" y="0"/>
                </a:lnTo>
                <a:lnTo>
                  <a:pt x="2709116" y="0"/>
                </a:lnTo>
                <a:lnTo>
                  <a:pt x="2739901" y="0"/>
                </a:lnTo>
                <a:lnTo>
                  <a:pt x="2770686" y="0"/>
                </a:lnTo>
                <a:lnTo>
                  <a:pt x="2801472" y="0"/>
                </a:lnTo>
                <a:lnTo>
                  <a:pt x="2832257" y="0"/>
                </a:lnTo>
                <a:lnTo>
                  <a:pt x="2863043" y="0"/>
                </a:lnTo>
                <a:lnTo>
                  <a:pt x="2893828" y="0"/>
                </a:lnTo>
                <a:lnTo>
                  <a:pt x="2924614" y="0"/>
                </a:lnTo>
                <a:lnTo>
                  <a:pt x="2955399" y="0"/>
                </a:lnTo>
                <a:lnTo>
                  <a:pt x="2986184" y="0"/>
                </a:lnTo>
                <a:lnTo>
                  <a:pt x="3016970" y="0"/>
                </a:lnTo>
                <a:lnTo>
                  <a:pt x="3047755" y="0"/>
                </a:lnTo>
                <a:lnTo>
                  <a:pt x="3078541" y="0"/>
                </a:lnTo>
                <a:lnTo>
                  <a:pt x="3109326" y="0"/>
                </a:lnTo>
                <a:lnTo>
                  <a:pt x="3140111" y="0"/>
                </a:lnTo>
                <a:lnTo>
                  <a:pt x="3170897" y="0"/>
                </a:lnTo>
                <a:lnTo>
                  <a:pt x="3201682" y="0"/>
                </a:lnTo>
                <a:lnTo>
                  <a:pt x="3232468" y="0"/>
                </a:lnTo>
                <a:lnTo>
                  <a:pt x="3263253" y="0"/>
                </a:lnTo>
                <a:lnTo>
                  <a:pt x="3294038" y="0"/>
                </a:lnTo>
                <a:lnTo>
                  <a:pt x="3324824" y="0"/>
                </a:lnTo>
                <a:lnTo>
                  <a:pt x="3355609" y="0"/>
                </a:lnTo>
                <a:lnTo>
                  <a:pt x="3386395" y="0"/>
                </a:lnTo>
                <a:lnTo>
                  <a:pt x="3417180" y="0"/>
                </a:lnTo>
                <a:lnTo>
                  <a:pt x="3447966" y="0"/>
                </a:lnTo>
                <a:lnTo>
                  <a:pt x="3478751" y="0"/>
                </a:lnTo>
                <a:lnTo>
                  <a:pt x="3509536" y="0"/>
                </a:lnTo>
                <a:lnTo>
                  <a:pt x="3540322" y="0"/>
                </a:lnTo>
                <a:lnTo>
                  <a:pt x="3571107" y="0"/>
                </a:lnTo>
                <a:lnTo>
                  <a:pt x="3601893" y="0"/>
                </a:lnTo>
                <a:lnTo>
                  <a:pt x="3632678" y="0"/>
                </a:lnTo>
                <a:lnTo>
                  <a:pt x="3663463" y="0"/>
                </a:lnTo>
                <a:lnTo>
                  <a:pt x="3694249" y="0"/>
                </a:lnTo>
                <a:lnTo>
                  <a:pt x="3725034" y="0"/>
                </a:lnTo>
                <a:lnTo>
                  <a:pt x="3755820" y="0"/>
                </a:lnTo>
                <a:lnTo>
                  <a:pt x="3786605" y="0"/>
                </a:lnTo>
                <a:lnTo>
                  <a:pt x="3817390" y="0"/>
                </a:lnTo>
                <a:lnTo>
                  <a:pt x="3848176" y="0"/>
                </a:lnTo>
                <a:lnTo>
                  <a:pt x="3878961" y="0"/>
                </a:lnTo>
                <a:lnTo>
                  <a:pt x="3909747" y="0"/>
                </a:lnTo>
                <a:lnTo>
                  <a:pt x="3940532" y="0"/>
                </a:lnTo>
                <a:lnTo>
                  <a:pt x="3971317" y="0"/>
                </a:lnTo>
                <a:lnTo>
                  <a:pt x="4002103" y="0"/>
                </a:lnTo>
                <a:lnTo>
                  <a:pt x="4032888" y="0"/>
                </a:lnTo>
                <a:lnTo>
                  <a:pt x="4063674" y="0"/>
                </a:lnTo>
                <a:lnTo>
                  <a:pt x="4094459" y="0"/>
                </a:lnTo>
                <a:lnTo>
                  <a:pt x="4125245" y="298939"/>
                </a:lnTo>
                <a:lnTo>
                  <a:pt x="4156030" y="298939"/>
                </a:lnTo>
                <a:lnTo>
                  <a:pt x="4186815" y="298939"/>
                </a:lnTo>
                <a:lnTo>
                  <a:pt x="4217601" y="298939"/>
                </a:lnTo>
                <a:lnTo>
                  <a:pt x="4248386" y="298939"/>
                </a:lnTo>
                <a:lnTo>
                  <a:pt x="4279172" y="298939"/>
                </a:lnTo>
                <a:lnTo>
                  <a:pt x="4309957" y="298939"/>
                </a:lnTo>
                <a:lnTo>
                  <a:pt x="4340742" y="298939"/>
                </a:lnTo>
                <a:lnTo>
                  <a:pt x="4371528" y="298939"/>
                </a:lnTo>
                <a:lnTo>
                  <a:pt x="4402313" y="298939"/>
                </a:lnTo>
                <a:lnTo>
                  <a:pt x="4433099" y="298939"/>
                </a:lnTo>
                <a:lnTo>
                  <a:pt x="4463884" y="298939"/>
                </a:lnTo>
                <a:lnTo>
                  <a:pt x="4494669" y="298939"/>
                </a:lnTo>
                <a:lnTo>
                  <a:pt x="4525455" y="298939"/>
                </a:lnTo>
                <a:lnTo>
                  <a:pt x="4556240" y="298939"/>
                </a:lnTo>
                <a:lnTo>
                  <a:pt x="4587026" y="298939"/>
                </a:lnTo>
                <a:lnTo>
                  <a:pt x="4617811" y="298939"/>
                </a:lnTo>
                <a:lnTo>
                  <a:pt x="4648597" y="298939"/>
                </a:lnTo>
                <a:lnTo>
                  <a:pt x="4679382" y="298939"/>
                </a:lnTo>
                <a:lnTo>
                  <a:pt x="4710167" y="298939"/>
                </a:lnTo>
                <a:lnTo>
                  <a:pt x="4740953" y="298939"/>
                </a:lnTo>
                <a:lnTo>
                  <a:pt x="4771738" y="298939"/>
                </a:lnTo>
                <a:lnTo>
                  <a:pt x="4802524" y="298939"/>
                </a:lnTo>
                <a:lnTo>
                  <a:pt x="4833309" y="298939"/>
                </a:lnTo>
                <a:lnTo>
                  <a:pt x="4864094" y="298939"/>
                </a:lnTo>
                <a:lnTo>
                  <a:pt x="4894880" y="298939"/>
                </a:lnTo>
                <a:lnTo>
                  <a:pt x="4925665" y="298939"/>
                </a:lnTo>
                <a:lnTo>
                  <a:pt x="4956451" y="298939"/>
                </a:lnTo>
                <a:lnTo>
                  <a:pt x="4987236" y="298939"/>
                </a:lnTo>
                <a:lnTo>
                  <a:pt x="5018021" y="298939"/>
                </a:lnTo>
                <a:lnTo>
                  <a:pt x="5048807" y="298939"/>
                </a:lnTo>
                <a:lnTo>
                  <a:pt x="5079592" y="298939"/>
                </a:lnTo>
                <a:lnTo>
                  <a:pt x="5110378" y="298939"/>
                </a:lnTo>
                <a:lnTo>
                  <a:pt x="5120640" y="298939"/>
                </a:lnTo>
              </a:path>
            </a:pathLst>
          </a:custGeom>
          <a:noFill/>
          <a:ln w="330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C2-E17 polygon 62" descr="sci-ppt:o062"/>
          <p:cNvSpPr/>
          <p:nvPr/>
        </p:nvSpPr>
        <p:spPr>
          <a:xfrm>
            <a:off x="914400" y="3893505"/>
            <a:ext cx="5120640" cy="1310958"/>
          </a:xfrm>
          <a:custGeom>
            <a:avLst/>
            <a:gdLst/>
            <a:ahLst/>
            <a:cxnLst/>
            <a:rect l="l" t="t" r="r" b="b"/>
            <a:pathLst>
              <a:path w="5120640" h="1310958">
                <a:moveTo>
                  <a:pt x="0" y="1310958"/>
                </a:moveTo>
                <a:lnTo>
                  <a:pt x="30785" y="1288337"/>
                </a:lnTo>
                <a:lnTo>
                  <a:pt x="61570" y="1266054"/>
                </a:lnTo>
                <a:lnTo>
                  <a:pt x="92356" y="1244103"/>
                </a:lnTo>
                <a:lnTo>
                  <a:pt x="123141" y="1222479"/>
                </a:lnTo>
                <a:lnTo>
                  <a:pt x="153927" y="1201178"/>
                </a:lnTo>
                <a:lnTo>
                  <a:pt x="184712" y="1180195"/>
                </a:lnTo>
                <a:lnTo>
                  <a:pt x="215497" y="1159525"/>
                </a:lnTo>
                <a:lnTo>
                  <a:pt x="246283" y="1139163"/>
                </a:lnTo>
                <a:lnTo>
                  <a:pt x="277068" y="1119105"/>
                </a:lnTo>
                <a:lnTo>
                  <a:pt x="307854" y="1099346"/>
                </a:lnTo>
                <a:lnTo>
                  <a:pt x="338639" y="1079882"/>
                </a:lnTo>
                <a:lnTo>
                  <a:pt x="369424" y="1060708"/>
                </a:lnTo>
                <a:lnTo>
                  <a:pt x="400210" y="1041820"/>
                </a:lnTo>
                <a:lnTo>
                  <a:pt x="430995" y="1023214"/>
                </a:lnTo>
                <a:lnTo>
                  <a:pt x="461781" y="1004886"/>
                </a:lnTo>
                <a:lnTo>
                  <a:pt x="492566" y="986831"/>
                </a:lnTo>
                <a:lnTo>
                  <a:pt x="523351" y="969045"/>
                </a:lnTo>
                <a:lnTo>
                  <a:pt x="554137" y="951525"/>
                </a:lnTo>
                <a:lnTo>
                  <a:pt x="584922" y="934266"/>
                </a:lnTo>
                <a:lnTo>
                  <a:pt x="615708" y="917264"/>
                </a:lnTo>
                <a:lnTo>
                  <a:pt x="646493" y="900516"/>
                </a:lnTo>
                <a:lnTo>
                  <a:pt x="677279" y="884018"/>
                </a:lnTo>
                <a:lnTo>
                  <a:pt x="708064" y="867766"/>
                </a:lnTo>
                <a:lnTo>
                  <a:pt x="738849" y="851757"/>
                </a:lnTo>
                <a:lnTo>
                  <a:pt x="769635" y="835986"/>
                </a:lnTo>
                <a:lnTo>
                  <a:pt x="800420" y="820450"/>
                </a:lnTo>
                <a:lnTo>
                  <a:pt x="831206" y="805147"/>
                </a:lnTo>
                <a:lnTo>
                  <a:pt x="861991" y="790071"/>
                </a:lnTo>
                <a:lnTo>
                  <a:pt x="892776" y="775221"/>
                </a:lnTo>
                <a:lnTo>
                  <a:pt x="923562" y="760592"/>
                </a:lnTo>
                <a:lnTo>
                  <a:pt x="954347" y="746181"/>
                </a:lnTo>
                <a:lnTo>
                  <a:pt x="985133" y="731985"/>
                </a:lnTo>
                <a:lnTo>
                  <a:pt x="1015918" y="718001"/>
                </a:lnTo>
                <a:lnTo>
                  <a:pt x="1046703" y="704226"/>
                </a:lnTo>
                <a:lnTo>
                  <a:pt x="1077489" y="690656"/>
                </a:lnTo>
                <a:lnTo>
                  <a:pt x="1108274" y="677289"/>
                </a:lnTo>
                <a:lnTo>
                  <a:pt x="1139060" y="664121"/>
                </a:lnTo>
                <a:lnTo>
                  <a:pt x="1169845" y="651149"/>
                </a:lnTo>
                <a:lnTo>
                  <a:pt x="1200631" y="638371"/>
                </a:lnTo>
                <a:lnTo>
                  <a:pt x="1231416" y="625784"/>
                </a:lnTo>
                <a:lnTo>
                  <a:pt x="1262201" y="613384"/>
                </a:lnTo>
                <a:lnTo>
                  <a:pt x="1292987" y="601169"/>
                </a:lnTo>
                <a:lnTo>
                  <a:pt x="1323772" y="589137"/>
                </a:lnTo>
                <a:lnTo>
                  <a:pt x="1354558" y="577284"/>
                </a:lnTo>
                <a:lnTo>
                  <a:pt x="1385343" y="565607"/>
                </a:lnTo>
                <a:lnTo>
                  <a:pt x="1416128" y="554105"/>
                </a:lnTo>
                <a:lnTo>
                  <a:pt x="1446914" y="542775"/>
                </a:lnTo>
                <a:lnTo>
                  <a:pt x="1477699" y="531614"/>
                </a:lnTo>
                <a:lnTo>
                  <a:pt x="1508485" y="520619"/>
                </a:lnTo>
                <a:lnTo>
                  <a:pt x="1539270" y="509788"/>
                </a:lnTo>
                <a:lnTo>
                  <a:pt x="1570055" y="499118"/>
                </a:lnTo>
                <a:lnTo>
                  <a:pt x="1600841" y="488608"/>
                </a:lnTo>
                <a:lnTo>
                  <a:pt x="1631626" y="478255"/>
                </a:lnTo>
                <a:lnTo>
                  <a:pt x="1662412" y="468056"/>
                </a:lnTo>
                <a:lnTo>
                  <a:pt x="1693197" y="458009"/>
                </a:lnTo>
                <a:lnTo>
                  <a:pt x="1723983" y="448112"/>
                </a:lnTo>
                <a:lnTo>
                  <a:pt x="1754768" y="438363"/>
                </a:lnTo>
                <a:lnTo>
                  <a:pt x="1785553" y="428759"/>
                </a:lnTo>
                <a:lnTo>
                  <a:pt x="1816339" y="419299"/>
                </a:lnTo>
                <a:lnTo>
                  <a:pt x="1847124" y="409979"/>
                </a:lnTo>
                <a:lnTo>
                  <a:pt x="1877910" y="400799"/>
                </a:lnTo>
                <a:lnTo>
                  <a:pt x="1908695" y="391755"/>
                </a:lnTo>
                <a:lnTo>
                  <a:pt x="1939480" y="382847"/>
                </a:lnTo>
                <a:lnTo>
                  <a:pt x="1970266" y="374071"/>
                </a:lnTo>
                <a:lnTo>
                  <a:pt x="2001051" y="365426"/>
                </a:lnTo>
                <a:lnTo>
                  <a:pt x="2031837" y="356911"/>
                </a:lnTo>
                <a:lnTo>
                  <a:pt x="2062622" y="348522"/>
                </a:lnTo>
                <a:lnTo>
                  <a:pt x="2093407" y="340258"/>
                </a:lnTo>
                <a:lnTo>
                  <a:pt x="2124193" y="332118"/>
                </a:lnTo>
                <a:lnTo>
                  <a:pt x="2154978" y="324099"/>
                </a:lnTo>
                <a:lnTo>
                  <a:pt x="2185764" y="316200"/>
                </a:lnTo>
                <a:lnTo>
                  <a:pt x="2216549" y="308418"/>
                </a:lnTo>
                <a:lnTo>
                  <a:pt x="2247334" y="300753"/>
                </a:lnTo>
                <a:lnTo>
                  <a:pt x="2278120" y="293202"/>
                </a:lnTo>
                <a:lnTo>
                  <a:pt x="2308905" y="285764"/>
                </a:lnTo>
                <a:lnTo>
                  <a:pt x="2339691" y="278436"/>
                </a:lnTo>
                <a:lnTo>
                  <a:pt x="2370476" y="271218"/>
                </a:lnTo>
                <a:lnTo>
                  <a:pt x="2401262" y="264108"/>
                </a:lnTo>
                <a:lnTo>
                  <a:pt x="2432047" y="257103"/>
                </a:lnTo>
                <a:lnTo>
                  <a:pt x="2462832" y="250204"/>
                </a:lnTo>
                <a:lnTo>
                  <a:pt x="2493618" y="243407"/>
                </a:lnTo>
                <a:lnTo>
                  <a:pt x="2524403" y="236711"/>
                </a:lnTo>
                <a:lnTo>
                  <a:pt x="2555189" y="230115"/>
                </a:lnTo>
                <a:lnTo>
                  <a:pt x="2585974" y="223618"/>
                </a:lnTo>
                <a:lnTo>
                  <a:pt x="2616759" y="217218"/>
                </a:lnTo>
                <a:lnTo>
                  <a:pt x="2647545" y="210913"/>
                </a:lnTo>
                <a:lnTo>
                  <a:pt x="2678330" y="204702"/>
                </a:lnTo>
                <a:lnTo>
                  <a:pt x="2709116" y="198584"/>
                </a:lnTo>
                <a:lnTo>
                  <a:pt x="2739901" y="192557"/>
                </a:lnTo>
                <a:lnTo>
                  <a:pt x="2770686" y="186620"/>
                </a:lnTo>
                <a:lnTo>
                  <a:pt x="2801472" y="180772"/>
                </a:lnTo>
                <a:lnTo>
                  <a:pt x="2832257" y="175011"/>
                </a:lnTo>
                <a:lnTo>
                  <a:pt x="2863043" y="169335"/>
                </a:lnTo>
                <a:lnTo>
                  <a:pt x="2893828" y="163745"/>
                </a:lnTo>
                <a:lnTo>
                  <a:pt x="2924614" y="158238"/>
                </a:lnTo>
                <a:lnTo>
                  <a:pt x="2955399" y="152813"/>
                </a:lnTo>
                <a:lnTo>
                  <a:pt x="2986184" y="147469"/>
                </a:lnTo>
                <a:lnTo>
                  <a:pt x="3016970" y="142204"/>
                </a:lnTo>
                <a:lnTo>
                  <a:pt x="3047755" y="137018"/>
                </a:lnTo>
                <a:lnTo>
                  <a:pt x="3078541" y="131910"/>
                </a:lnTo>
                <a:lnTo>
                  <a:pt x="3109326" y="126878"/>
                </a:lnTo>
                <a:lnTo>
                  <a:pt x="3140111" y="121920"/>
                </a:lnTo>
                <a:lnTo>
                  <a:pt x="3170897" y="117037"/>
                </a:lnTo>
                <a:lnTo>
                  <a:pt x="3201682" y="112227"/>
                </a:lnTo>
                <a:lnTo>
                  <a:pt x="3232468" y="107488"/>
                </a:lnTo>
                <a:lnTo>
                  <a:pt x="3263253" y="102820"/>
                </a:lnTo>
                <a:lnTo>
                  <a:pt x="3294038" y="98222"/>
                </a:lnTo>
                <a:lnTo>
                  <a:pt x="3324824" y="93692"/>
                </a:lnTo>
                <a:lnTo>
                  <a:pt x="3355609" y="89230"/>
                </a:lnTo>
                <a:lnTo>
                  <a:pt x="3386395" y="84835"/>
                </a:lnTo>
                <a:lnTo>
                  <a:pt x="3417180" y="80505"/>
                </a:lnTo>
                <a:lnTo>
                  <a:pt x="3447966" y="76239"/>
                </a:lnTo>
                <a:lnTo>
                  <a:pt x="3478751" y="72037"/>
                </a:lnTo>
                <a:lnTo>
                  <a:pt x="3509536" y="67898"/>
                </a:lnTo>
                <a:lnTo>
                  <a:pt x="3540322" y="63821"/>
                </a:lnTo>
                <a:lnTo>
                  <a:pt x="3571107" y="59804"/>
                </a:lnTo>
                <a:lnTo>
                  <a:pt x="3601893" y="55848"/>
                </a:lnTo>
                <a:lnTo>
                  <a:pt x="3632678" y="51950"/>
                </a:lnTo>
                <a:lnTo>
                  <a:pt x="3663463" y="48111"/>
                </a:lnTo>
                <a:lnTo>
                  <a:pt x="3694249" y="44329"/>
                </a:lnTo>
                <a:lnTo>
                  <a:pt x="3725034" y="40603"/>
                </a:lnTo>
                <a:lnTo>
                  <a:pt x="3755820" y="36933"/>
                </a:lnTo>
                <a:lnTo>
                  <a:pt x="3786605" y="33317"/>
                </a:lnTo>
                <a:lnTo>
                  <a:pt x="3817390" y="29756"/>
                </a:lnTo>
                <a:lnTo>
                  <a:pt x="3848176" y="26247"/>
                </a:lnTo>
                <a:lnTo>
                  <a:pt x="3878961" y="22791"/>
                </a:lnTo>
                <a:lnTo>
                  <a:pt x="3909747" y="19387"/>
                </a:lnTo>
                <a:lnTo>
                  <a:pt x="3940532" y="16033"/>
                </a:lnTo>
                <a:lnTo>
                  <a:pt x="3971317" y="12730"/>
                </a:lnTo>
                <a:lnTo>
                  <a:pt x="4002103" y="9475"/>
                </a:lnTo>
                <a:lnTo>
                  <a:pt x="4032888" y="6269"/>
                </a:lnTo>
                <a:lnTo>
                  <a:pt x="4063674" y="3111"/>
                </a:lnTo>
                <a:lnTo>
                  <a:pt x="4094459" y="0"/>
                </a:lnTo>
                <a:lnTo>
                  <a:pt x="4125245" y="0"/>
                </a:lnTo>
                <a:lnTo>
                  <a:pt x="4156030" y="0"/>
                </a:lnTo>
                <a:lnTo>
                  <a:pt x="4186815" y="0"/>
                </a:lnTo>
                <a:lnTo>
                  <a:pt x="4217601" y="0"/>
                </a:lnTo>
                <a:lnTo>
                  <a:pt x="4248386" y="0"/>
                </a:lnTo>
                <a:lnTo>
                  <a:pt x="4279172" y="0"/>
                </a:lnTo>
                <a:lnTo>
                  <a:pt x="4309957" y="0"/>
                </a:lnTo>
                <a:lnTo>
                  <a:pt x="4340742" y="0"/>
                </a:lnTo>
                <a:lnTo>
                  <a:pt x="4371528" y="0"/>
                </a:lnTo>
                <a:lnTo>
                  <a:pt x="4402313" y="0"/>
                </a:lnTo>
                <a:lnTo>
                  <a:pt x="4433099" y="0"/>
                </a:lnTo>
                <a:lnTo>
                  <a:pt x="4463884" y="0"/>
                </a:lnTo>
                <a:lnTo>
                  <a:pt x="4494669" y="0"/>
                </a:lnTo>
                <a:lnTo>
                  <a:pt x="4525455" y="0"/>
                </a:lnTo>
                <a:lnTo>
                  <a:pt x="4556240" y="0"/>
                </a:lnTo>
                <a:lnTo>
                  <a:pt x="4587026" y="0"/>
                </a:lnTo>
                <a:lnTo>
                  <a:pt x="4617811" y="0"/>
                </a:lnTo>
                <a:lnTo>
                  <a:pt x="4648597" y="0"/>
                </a:lnTo>
                <a:lnTo>
                  <a:pt x="4679382" y="0"/>
                </a:lnTo>
                <a:lnTo>
                  <a:pt x="4710167" y="0"/>
                </a:lnTo>
                <a:lnTo>
                  <a:pt x="4740953" y="0"/>
                </a:lnTo>
                <a:lnTo>
                  <a:pt x="4771738" y="0"/>
                </a:lnTo>
                <a:lnTo>
                  <a:pt x="4802524" y="0"/>
                </a:lnTo>
                <a:lnTo>
                  <a:pt x="4833309" y="0"/>
                </a:lnTo>
                <a:lnTo>
                  <a:pt x="4864094" y="0"/>
                </a:lnTo>
                <a:lnTo>
                  <a:pt x="4894880" y="0"/>
                </a:lnTo>
                <a:lnTo>
                  <a:pt x="4925665" y="0"/>
                </a:lnTo>
                <a:lnTo>
                  <a:pt x="4956451" y="0"/>
                </a:lnTo>
                <a:lnTo>
                  <a:pt x="4987236" y="0"/>
                </a:lnTo>
                <a:lnTo>
                  <a:pt x="5018021" y="0"/>
                </a:lnTo>
                <a:lnTo>
                  <a:pt x="5048807" y="0"/>
                </a:lnTo>
                <a:lnTo>
                  <a:pt x="5079592" y="0"/>
                </a:lnTo>
                <a:lnTo>
                  <a:pt x="5110378" y="0"/>
                </a:lnTo>
                <a:lnTo>
                  <a:pt x="5120640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C2-E17 ellipse 63" descr="sci-ppt:o063"/>
          <p:cNvSpPr/>
          <p:nvPr/>
        </p:nvSpPr>
        <p:spPr>
          <a:xfrm>
            <a:off x="5980176" y="3839466"/>
            <a:ext cx="109728" cy="109728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C2-E17 polygon 64" descr="sci-ppt:o064"/>
          <p:cNvSpPr/>
          <p:nvPr/>
        </p:nvSpPr>
        <p:spPr>
          <a:xfrm>
            <a:off x="914400" y="1730326"/>
            <a:ext cx="5120640" cy="1195754"/>
          </a:xfrm>
          <a:custGeom>
            <a:avLst/>
            <a:gdLst/>
            <a:ahLst/>
            <a:cxnLst/>
            <a:rect l="l" t="t" r="r" b="b"/>
            <a:pathLst>
              <a:path w="5120640" h="1195754">
                <a:moveTo>
                  <a:pt x="0" y="0"/>
                </a:moveTo>
                <a:lnTo>
                  <a:pt x="30785" y="0"/>
                </a:lnTo>
                <a:lnTo>
                  <a:pt x="61570" y="0"/>
                </a:lnTo>
                <a:lnTo>
                  <a:pt x="92356" y="0"/>
                </a:lnTo>
                <a:lnTo>
                  <a:pt x="123141" y="0"/>
                </a:lnTo>
                <a:lnTo>
                  <a:pt x="153927" y="0"/>
                </a:lnTo>
                <a:lnTo>
                  <a:pt x="184712" y="0"/>
                </a:lnTo>
                <a:lnTo>
                  <a:pt x="215497" y="1195754"/>
                </a:lnTo>
                <a:lnTo>
                  <a:pt x="246283" y="1195754"/>
                </a:lnTo>
                <a:lnTo>
                  <a:pt x="277068" y="1195754"/>
                </a:lnTo>
                <a:lnTo>
                  <a:pt x="307854" y="1195754"/>
                </a:lnTo>
                <a:lnTo>
                  <a:pt x="338639" y="1195754"/>
                </a:lnTo>
                <a:lnTo>
                  <a:pt x="369424" y="1195754"/>
                </a:lnTo>
                <a:lnTo>
                  <a:pt x="400210" y="1195754"/>
                </a:lnTo>
                <a:lnTo>
                  <a:pt x="430995" y="1195754"/>
                </a:lnTo>
                <a:lnTo>
                  <a:pt x="461781" y="1195754"/>
                </a:lnTo>
                <a:lnTo>
                  <a:pt x="492566" y="1195754"/>
                </a:lnTo>
                <a:lnTo>
                  <a:pt x="523351" y="1195754"/>
                </a:lnTo>
                <a:lnTo>
                  <a:pt x="554137" y="1195754"/>
                </a:lnTo>
                <a:lnTo>
                  <a:pt x="584922" y="1195754"/>
                </a:lnTo>
                <a:lnTo>
                  <a:pt x="615708" y="1195754"/>
                </a:lnTo>
                <a:lnTo>
                  <a:pt x="646493" y="1195754"/>
                </a:lnTo>
                <a:lnTo>
                  <a:pt x="677279" y="1195754"/>
                </a:lnTo>
                <a:lnTo>
                  <a:pt x="708064" y="1195754"/>
                </a:lnTo>
                <a:lnTo>
                  <a:pt x="738849" y="1195754"/>
                </a:lnTo>
                <a:lnTo>
                  <a:pt x="769635" y="1195754"/>
                </a:lnTo>
                <a:lnTo>
                  <a:pt x="800420" y="1195754"/>
                </a:lnTo>
                <a:lnTo>
                  <a:pt x="831206" y="1195754"/>
                </a:lnTo>
                <a:lnTo>
                  <a:pt x="861991" y="1195754"/>
                </a:lnTo>
                <a:lnTo>
                  <a:pt x="892776" y="1195754"/>
                </a:lnTo>
                <a:lnTo>
                  <a:pt x="923562" y="1195754"/>
                </a:lnTo>
                <a:lnTo>
                  <a:pt x="954347" y="1195754"/>
                </a:lnTo>
                <a:lnTo>
                  <a:pt x="985133" y="1195754"/>
                </a:lnTo>
                <a:lnTo>
                  <a:pt x="1015918" y="1195754"/>
                </a:lnTo>
                <a:lnTo>
                  <a:pt x="1046703" y="1195754"/>
                </a:lnTo>
                <a:lnTo>
                  <a:pt x="1077489" y="1195754"/>
                </a:lnTo>
                <a:lnTo>
                  <a:pt x="1108274" y="1195754"/>
                </a:lnTo>
                <a:lnTo>
                  <a:pt x="1139060" y="1195754"/>
                </a:lnTo>
                <a:lnTo>
                  <a:pt x="1169845" y="1195754"/>
                </a:lnTo>
                <a:lnTo>
                  <a:pt x="1200631" y="1195754"/>
                </a:lnTo>
                <a:lnTo>
                  <a:pt x="1231416" y="1195754"/>
                </a:lnTo>
                <a:lnTo>
                  <a:pt x="1262201" y="1195754"/>
                </a:lnTo>
                <a:lnTo>
                  <a:pt x="1292987" y="1195754"/>
                </a:lnTo>
                <a:lnTo>
                  <a:pt x="1323772" y="1195754"/>
                </a:lnTo>
                <a:lnTo>
                  <a:pt x="1354558" y="1195754"/>
                </a:lnTo>
                <a:lnTo>
                  <a:pt x="1385343" y="1195754"/>
                </a:lnTo>
                <a:lnTo>
                  <a:pt x="1416128" y="1195754"/>
                </a:lnTo>
                <a:lnTo>
                  <a:pt x="1446914" y="1195754"/>
                </a:lnTo>
                <a:lnTo>
                  <a:pt x="1477699" y="1195754"/>
                </a:lnTo>
                <a:lnTo>
                  <a:pt x="1508485" y="1195754"/>
                </a:lnTo>
                <a:lnTo>
                  <a:pt x="1539270" y="1195754"/>
                </a:lnTo>
                <a:lnTo>
                  <a:pt x="1570055" y="1195754"/>
                </a:lnTo>
                <a:lnTo>
                  <a:pt x="1600841" y="1195754"/>
                </a:lnTo>
                <a:lnTo>
                  <a:pt x="1631626" y="1195754"/>
                </a:lnTo>
                <a:lnTo>
                  <a:pt x="1662412" y="1195754"/>
                </a:lnTo>
                <a:lnTo>
                  <a:pt x="1693197" y="1195754"/>
                </a:lnTo>
                <a:lnTo>
                  <a:pt x="1723983" y="1195754"/>
                </a:lnTo>
                <a:lnTo>
                  <a:pt x="1754768" y="1195754"/>
                </a:lnTo>
                <a:lnTo>
                  <a:pt x="1785553" y="1195754"/>
                </a:lnTo>
                <a:lnTo>
                  <a:pt x="1816339" y="1195754"/>
                </a:lnTo>
                <a:lnTo>
                  <a:pt x="1847124" y="1195754"/>
                </a:lnTo>
                <a:lnTo>
                  <a:pt x="1877910" y="1195754"/>
                </a:lnTo>
                <a:lnTo>
                  <a:pt x="1908695" y="1195754"/>
                </a:lnTo>
                <a:lnTo>
                  <a:pt x="1939480" y="1195754"/>
                </a:lnTo>
                <a:lnTo>
                  <a:pt x="1970266" y="1195754"/>
                </a:lnTo>
                <a:lnTo>
                  <a:pt x="2001051" y="1195754"/>
                </a:lnTo>
                <a:lnTo>
                  <a:pt x="2031837" y="1195754"/>
                </a:lnTo>
                <a:lnTo>
                  <a:pt x="2062622" y="1195754"/>
                </a:lnTo>
                <a:lnTo>
                  <a:pt x="2093407" y="1195754"/>
                </a:lnTo>
                <a:lnTo>
                  <a:pt x="2124193" y="1195754"/>
                </a:lnTo>
                <a:lnTo>
                  <a:pt x="2154978" y="1195754"/>
                </a:lnTo>
                <a:lnTo>
                  <a:pt x="2185764" y="1195754"/>
                </a:lnTo>
                <a:lnTo>
                  <a:pt x="2216549" y="1195754"/>
                </a:lnTo>
                <a:lnTo>
                  <a:pt x="2247334" y="1195754"/>
                </a:lnTo>
                <a:lnTo>
                  <a:pt x="2278120" y="1195754"/>
                </a:lnTo>
                <a:lnTo>
                  <a:pt x="2308905" y="1195754"/>
                </a:lnTo>
                <a:lnTo>
                  <a:pt x="2339691" y="1195754"/>
                </a:lnTo>
                <a:lnTo>
                  <a:pt x="2370476" y="1195754"/>
                </a:lnTo>
                <a:lnTo>
                  <a:pt x="2401262" y="1195754"/>
                </a:lnTo>
                <a:lnTo>
                  <a:pt x="2432047" y="1195754"/>
                </a:lnTo>
                <a:lnTo>
                  <a:pt x="2462832" y="1195754"/>
                </a:lnTo>
                <a:lnTo>
                  <a:pt x="2493618" y="1195754"/>
                </a:lnTo>
                <a:lnTo>
                  <a:pt x="2524403" y="1195754"/>
                </a:lnTo>
                <a:lnTo>
                  <a:pt x="2555189" y="1195754"/>
                </a:lnTo>
                <a:lnTo>
                  <a:pt x="2585974" y="1195754"/>
                </a:lnTo>
                <a:lnTo>
                  <a:pt x="2616759" y="1195754"/>
                </a:lnTo>
                <a:lnTo>
                  <a:pt x="2647545" y="1195754"/>
                </a:lnTo>
                <a:lnTo>
                  <a:pt x="2678330" y="1195754"/>
                </a:lnTo>
                <a:lnTo>
                  <a:pt x="2709116" y="1195754"/>
                </a:lnTo>
                <a:lnTo>
                  <a:pt x="2739901" y="1195754"/>
                </a:lnTo>
                <a:lnTo>
                  <a:pt x="2770686" y="1195754"/>
                </a:lnTo>
                <a:lnTo>
                  <a:pt x="2801472" y="1195754"/>
                </a:lnTo>
                <a:lnTo>
                  <a:pt x="2832257" y="1195754"/>
                </a:lnTo>
                <a:lnTo>
                  <a:pt x="2863043" y="1195754"/>
                </a:lnTo>
                <a:lnTo>
                  <a:pt x="2893828" y="1195754"/>
                </a:lnTo>
                <a:lnTo>
                  <a:pt x="2924614" y="1195754"/>
                </a:lnTo>
                <a:lnTo>
                  <a:pt x="2955399" y="1195754"/>
                </a:lnTo>
                <a:lnTo>
                  <a:pt x="2986184" y="1195754"/>
                </a:lnTo>
                <a:lnTo>
                  <a:pt x="3016970" y="1195754"/>
                </a:lnTo>
                <a:lnTo>
                  <a:pt x="3047755" y="1195754"/>
                </a:lnTo>
                <a:lnTo>
                  <a:pt x="3078541" y="1195754"/>
                </a:lnTo>
                <a:lnTo>
                  <a:pt x="3109326" y="1195754"/>
                </a:lnTo>
                <a:lnTo>
                  <a:pt x="3140111" y="1195754"/>
                </a:lnTo>
                <a:lnTo>
                  <a:pt x="3170897" y="1195754"/>
                </a:lnTo>
                <a:lnTo>
                  <a:pt x="3201682" y="1195754"/>
                </a:lnTo>
                <a:lnTo>
                  <a:pt x="3232468" y="1195754"/>
                </a:lnTo>
                <a:lnTo>
                  <a:pt x="3263253" y="1195754"/>
                </a:lnTo>
                <a:lnTo>
                  <a:pt x="3294038" y="1195754"/>
                </a:lnTo>
                <a:lnTo>
                  <a:pt x="3324824" y="1195754"/>
                </a:lnTo>
                <a:lnTo>
                  <a:pt x="3355609" y="1195754"/>
                </a:lnTo>
                <a:lnTo>
                  <a:pt x="3386395" y="1195754"/>
                </a:lnTo>
                <a:lnTo>
                  <a:pt x="3417180" y="1195754"/>
                </a:lnTo>
                <a:lnTo>
                  <a:pt x="3447966" y="1195754"/>
                </a:lnTo>
                <a:lnTo>
                  <a:pt x="3478751" y="1195754"/>
                </a:lnTo>
                <a:lnTo>
                  <a:pt x="3509536" y="1195754"/>
                </a:lnTo>
                <a:lnTo>
                  <a:pt x="3540322" y="1195754"/>
                </a:lnTo>
                <a:lnTo>
                  <a:pt x="3571107" y="1195754"/>
                </a:lnTo>
                <a:lnTo>
                  <a:pt x="3601893" y="1195754"/>
                </a:lnTo>
                <a:lnTo>
                  <a:pt x="3632678" y="1195754"/>
                </a:lnTo>
                <a:lnTo>
                  <a:pt x="3663463" y="1195754"/>
                </a:lnTo>
                <a:lnTo>
                  <a:pt x="3694249" y="1195754"/>
                </a:lnTo>
                <a:lnTo>
                  <a:pt x="3725034" y="1195754"/>
                </a:lnTo>
                <a:lnTo>
                  <a:pt x="3755820" y="1195754"/>
                </a:lnTo>
                <a:lnTo>
                  <a:pt x="3786605" y="1195754"/>
                </a:lnTo>
                <a:lnTo>
                  <a:pt x="3817390" y="1195754"/>
                </a:lnTo>
                <a:lnTo>
                  <a:pt x="3848176" y="1195754"/>
                </a:lnTo>
                <a:lnTo>
                  <a:pt x="3878961" y="1195754"/>
                </a:lnTo>
                <a:lnTo>
                  <a:pt x="3909747" y="1195754"/>
                </a:lnTo>
                <a:lnTo>
                  <a:pt x="3940532" y="1195754"/>
                </a:lnTo>
                <a:lnTo>
                  <a:pt x="3971317" y="1195754"/>
                </a:lnTo>
                <a:lnTo>
                  <a:pt x="4002103" y="1195754"/>
                </a:lnTo>
                <a:lnTo>
                  <a:pt x="4032888" y="1195754"/>
                </a:lnTo>
                <a:lnTo>
                  <a:pt x="4063674" y="1195754"/>
                </a:lnTo>
                <a:lnTo>
                  <a:pt x="4094459" y="1195754"/>
                </a:lnTo>
                <a:lnTo>
                  <a:pt x="4125245" y="1195754"/>
                </a:lnTo>
                <a:lnTo>
                  <a:pt x="4156030" y="1195754"/>
                </a:lnTo>
                <a:lnTo>
                  <a:pt x="4186815" y="1195754"/>
                </a:lnTo>
                <a:lnTo>
                  <a:pt x="4217601" y="1195754"/>
                </a:lnTo>
                <a:lnTo>
                  <a:pt x="4248386" y="1195754"/>
                </a:lnTo>
                <a:lnTo>
                  <a:pt x="4279172" y="1195754"/>
                </a:lnTo>
                <a:lnTo>
                  <a:pt x="4309957" y="1195754"/>
                </a:lnTo>
                <a:lnTo>
                  <a:pt x="4340742" y="1195754"/>
                </a:lnTo>
                <a:lnTo>
                  <a:pt x="4371528" y="1195754"/>
                </a:lnTo>
                <a:lnTo>
                  <a:pt x="4402313" y="1195754"/>
                </a:lnTo>
                <a:lnTo>
                  <a:pt x="4433099" y="1195754"/>
                </a:lnTo>
                <a:lnTo>
                  <a:pt x="4463884" y="1195754"/>
                </a:lnTo>
                <a:lnTo>
                  <a:pt x="4494669" y="1195754"/>
                </a:lnTo>
                <a:lnTo>
                  <a:pt x="4525455" y="1195754"/>
                </a:lnTo>
                <a:lnTo>
                  <a:pt x="4556240" y="1195754"/>
                </a:lnTo>
                <a:lnTo>
                  <a:pt x="4587026" y="1195754"/>
                </a:lnTo>
                <a:lnTo>
                  <a:pt x="4617811" y="1195754"/>
                </a:lnTo>
                <a:lnTo>
                  <a:pt x="4648597" y="1195754"/>
                </a:lnTo>
                <a:lnTo>
                  <a:pt x="4679382" y="1195754"/>
                </a:lnTo>
                <a:lnTo>
                  <a:pt x="4710167" y="1195754"/>
                </a:lnTo>
                <a:lnTo>
                  <a:pt x="4740953" y="1195754"/>
                </a:lnTo>
                <a:lnTo>
                  <a:pt x="4771738" y="1195754"/>
                </a:lnTo>
                <a:lnTo>
                  <a:pt x="4802524" y="1195754"/>
                </a:lnTo>
                <a:lnTo>
                  <a:pt x="4833309" y="1195754"/>
                </a:lnTo>
                <a:lnTo>
                  <a:pt x="4864094" y="1195754"/>
                </a:lnTo>
                <a:lnTo>
                  <a:pt x="4894880" y="1195754"/>
                </a:lnTo>
                <a:lnTo>
                  <a:pt x="4925665" y="1195754"/>
                </a:lnTo>
                <a:lnTo>
                  <a:pt x="4956451" y="1195754"/>
                </a:lnTo>
                <a:lnTo>
                  <a:pt x="4987236" y="1195754"/>
                </a:lnTo>
                <a:lnTo>
                  <a:pt x="5018021" y="1195754"/>
                </a:lnTo>
                <a:lnTo>
                  <a:pt x="5048807" y="1195754"/>
                </a:lnTo>
                <a:lnTo>
                  <a:pt x="5079592" y="1195754"/>
                </a:lnTo>
                <a:lnTo>
                  <a:pt x="5110378" y="1195754"/>
                </a:lnTo>
                <a:lnTo>
                  <a:pt x="5120640" y="1195754"/>
                </a:lnTo>
              </a:path>
            </a:pathLst>
          </a:custGeom>
          <a:noFill/>
          <a:ln w="330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C2-E17 polygon 65" descr="sci-ppt:o065"/>
          <p:cNvSpPr/>
          <p:nvPr/>
        </p:nvSpPr>
        <p:spPr>
          <a:xfrm>
            <a:off x="914400" y="4708829"/>
            <a:ext cx="5120640" cy="473013"/>
          </a:xfrm>
          <a:custGeom>
            <a:avLst/>
            <a:gdLst/>
            <a:ahLst/>
            <a:cxnLst/>
            <a:rect l="l" t="t" r="r" b="b"/>
            <a:pathLst>
              <a:path w="5120640" h="473013">
                <a:moveTo>
                  <a:pt x="0" y="473013"/>
                </a:moveTo>
                <a:lnTo>
                  <a:pt x="30785" y="385854"/>
                </a:lnTo>
                <a:lnTo>
                  <a:pt x="61570" y="303781"/>
                </a:lnTo>
                <a:lnTo>
                  <a:pt x="92356" y="226496"/>
                </a:lnTo>
                <a:lnTo>
                  <a:pt x="123141" y="153721"/>
                </a:lnTo>
                <a:lnTo>
                  <a:pt x="153927" y="85192"/>
                </a:lnTo>
                <a:lnTo>
                  <a:pt x="184712" y="20662"/>
                </a:lnTo>
                <a:lnTo>
                  <a:pt x="215497" y="0"/>
                </a:lnTo>
                <a:lnTo>
                  <a:pt x="246283" y="0"/>
                </a:lnTo>
                <a:lnTo>
                  <a:pt x="277068" y="0"/>
                </a:lnTo>
                <a:lnTo>
                  <a:pt x="307854" y="0"/>
                </a:lnTo>
                <a:lnTo>
                  <a:pt x="338639" y="0"/>
                </a:lnTo>
                <a:lnTo>
                  <a:pt x="369424" y="0"/>
                </a:lnTo>
                <a:lnTo>
                  <a:pt x="400210" y="0"/>
                </a:lnTo>
                <a:lnTo>
                  <a:pt x="430995" y="0"/>
                </a:lnTo>
                <a:lnTo>
                  <a:pt x="461781" y="0"/>
                </a:lnTo>
                <a:lnTo>
                  <a:pt x="492566" y="0"/>
                </a:lnTo>
                <a:lnTo>
                  <a:pt x="523351" y="0"/>
                </a:lnTo>
                <a:lnTo>
                  <a:pt x="554137" y="0"/>
                </a:lnTo>
                <a:lnTo>
                  <a:pt x="584922" y="0"/>
                </a:lnTo>
                <a:lnTo>
                  <a:pt x="615708" y="0"/>
                </a:lnTo>
                <a:lnTo>
                  <a:pt x="646493" y="0"/>
                </a:lnTo>
                <a:lnTo>
                  <a:pt x="677279" y="0"/>
                </a:lnTo>
                <a:lnTo>
                  <a:pt x="708064" y="0"/>
                </a:lnTo>
                <a:lnTo>
                  <a:pt x="738849" y="0"/>
                </a:lnTo>
                <a:lnTo>
                  <a:pt x="769635" y="0"/>
                </a:lnTo>
                <a:lnTo>
                  <a:pt x="800420" y="0"/>
                </a:lnTo>
                <a:lnTo>
                  <a:pt x="831206" y="0"/>
                </a:lnTo>
                <a:lnTo>
                  <a:pt x="861991" y="0"/>
                </a:lnTo>
                <a:lnTo>
                  <a:pt x="892776" y="0"/>
                </a:lnTo>
                <a:lnTo>
                  <a:pt x="923562" y="0"/>
                </a:lnTo>
                <a:lnTo>
                  <a:pt x="954347" y="0"/>
                </a:lnTo>
                <a:lnTo>
                  <a:pt x="985133" y="0"/>
                </a:lnTo>
                <a:lnTo>
                  <a:pt x="1015918" y="0"/>
                </a:lnTo>
                <a:lnTo>
                  <a:pt x="1046703" y="0"/>
                </a:lnTo>
                <a:lnTo>
                  <a:pt x="1077489" y="0"/>
                </a:lnTo>
                <a:lnTo>
                  <a:pt x="1108274" y="0"/>
                </a:lnTo>
                <a:lnTo>
                  <a:pt x="1139060" y="0"/>
                </a:lnTo>
                <a:lnTo>
                  <a:pt x="1169845" y="0"/>
                </a:lnTo>
                <a:lnTo>
                  <a:pt x="1200631" y="0"/>
                </a:lnTo>
                <a:lnTo>
                  <a:pt x="1231416" y="0"/>
                </a:lnTo>
                <a:lnTo>
                  <a:pt x="1262201" y="0"/>
                </a:lnTo>
                <a:lnTo>
                  <a:pt x="1292987" y="0"/>
                </a:lnTo>
                <a:lnTo>
                  <a:pt x="1323772" y="0"/>
                </a:lnTo>
                <a:lnTo>
                  <a:pt x="1354558" y="0"/>
                </a:lnTo>
                <a:lnTo>
                  <a:pt x="1385343" y="0"/>
                </a:lnTo>
                <a:lnTo>
                  <a:pt x="1416128" y="0"/>
                </a:lnTo>
                <a:lnTo>
                  <a:pt x="1446914" y="0"/>
                </a:lnTo>
                <a:lnTo>
                  <a:pt x="1477699" y="0"/>
                </a:lnTo>
                <a:lnTo>
                  <a:pt x="1508485" y="0"/>
                </a:lnTo>
                <a:lnTo>
                  <a:pt x="1539270" y="0"/>
                </a:lnTo>
                <a:lnTo>
                  <a:pt x="1570055" y="0"/>
                </a:lnTo>
                <a:lnTo>
                  <a:pt x="1600841" y="0"/>
                </a:lnTo>
                <a:lnTo>
                  <a:pt x="1631626" y="0"/>
                </a:lnTo>
                <a:lnTo>
                  <a:pt x="1662412" y="0"/>
                </a:lnTo>
                <a:lnTo>
                  <a:pt x="1693197" y="0"/>
                </a:lnTo>
                <a:lnTo>
                  <a:pt x="1723983" y="0"/>
                </a:lnTo>
                <a:lnTo>
                  <a:pt x="1754768" y="0"/>
                </a:lnTo>
                <a:lnTo>
                  <a:pt x="1785553" y="0"/>
                </a:lnTo>
                <a:lnTo>
                  <a:pt x="1816339" y="0"/>
                </a:lnTo>
                <a:lnTo>
                  <a:pt x="1847124" y="0"/>
                </a:lnTo>
                <a:lnTo>
                  <a:pt x="1877910" y="0"/>
                </a:lnTo>
                <a:lnTo>
                  <a:pt x="1908695" y="0"/>
                </a:lnTo>
                <a:lnTo>
                  <a:pt x="1939480" y="0"/>
                </a:lnTo>
                <a:lnTo>
                  <a:pt x="1970266" y="0"/>
                </a:lnTo>
                <a:lnTo>
                  <a:pt x="2001051" y="0"/>
                </a:lnTo>
                <a:lnTo>
                  <a:pt x="2031837" y="0"/>
                </a:lnTo>
                <a:lnTo>
                  <a:pt x="2062622" y="0"/>
                </a:lnTo>
                <a:lnTo>
                  <a:pt x="2093407" y="0"/>
                </a:lnTo>
                <a:lnTo>
                  <a:pt x="2124193" y="0"/>
                </a:lnTo>
                <a:lnTo>
                  <a:pt x="2154978" y="0"/>
                </a:lnTo>
                <a:lnTo>
                  <a:pt x="2185764" y="0"/>
                </a:lnTo>
                <a:lnTo>
                  <a:pt x="2216549" y="0"/>
                </a:lnTo>
                <a:lnTo>
                  <a:pt x="2247334" y="0"/>
                </a:lnTo>
                <a:lnTo>
                  <a:pt x="2278120" y="0"/>
                </a:lnTo>
                <a:lnTo>
                  <a:pt x="2308905" y="0"/>
                </a:lnTo>
                <a:lnTo>
                  <a:pt x="2339691" y="0"/>
                </a:lnTo>
                <a:lnTo>
                  <a:pt x="2370476" y="0"/>
                </a:lnTo>
                <a:lnTo>
                  <a:pt x="2401262" y="0"/>
                </a:lnTo>
                <a:lnTo>
                  <a:pt x="2432047" y="0"/>
                </a:lnTo>
                <a:lnTo>
                  <a:pt x="2462832" y="0"/>
                </a:lnTo>
                <a:lnTo>
                  <a:pt x="2493618" y="0"/>
                </a:lnTo>
                <a:lnTo>
                  <a:pt x="2524403" y="0"/>
                </a:lnTo>
                <a:lnTo>
                  <a:pt x="2555189" y="0"/>
                </a:lnTo>
                <a:lnTo>
                  <a:pt x="2585974" y="0"/>
                </a:lnTo>
                <a:lnTo>
                  <a:pt x="2616759" y="0"/>
                </a:lnTo>
                <a:lnTo>
                  <a:pt x="2647545" y="0"/>
                </a:lnTo>
                <a:lnTo>
                  <a:pt x="2678330" y="0"/>
                </a:lnTo>
                <a:lnTo>
                  <a:pt x="2709116" y="0"/>
                </a:lnTo>
                <a:lnTo>
                  <a:pt x="2739901" y="0"/>
                </a:lnTo>
                <a:lnTo>
                  <a:pt x="2770686" y="0"/>
                </a:lnTo>
                <a:lnTo>
                  <a:pt x="2801472" y="0"/>
                </a:lnTo>
                <a:lnTo>
                  <a:pt x="2832257" y="0"/>
                </a:lnTo>
                <a:lnTo>
                  <a:pt x="2863043" y="0"/>
                </a:lnTo>
                <a:lnTo>
                  <a:pt x="2893828" y="0"/>
                </a:lnTo>
                <a:lnTo>
                  <a:pt x="2924614" y="0"/>
                </a:lnTo>
                <a:lnTo>
                  <a:pt x="2955399" y="0"/>
                </a:lnTo>
                <a:lnTo>
                  <a:pt x="2986184" y="0"/>
                </a:lnTo>
                <a:lnTo>
                  <a:pt x="3016970" y="0"/>
                </a:lnTo>
                <a:lnTo>
                  <a:pt x="3047755" y="0"/>
                </a:lnTo>
                <a:lnTo>
                  <a:pt x="3078541" y="0"/>
                </a:lnTo>
                <a:lnTo>
                  <a:pt x="3109326" y="0"/>
                </a:lnTo>
                <a:lnTo>
                  <a:pt x="3140111" y="0"/>
                </a:lnTo>
                <a:lnTo>
                  <a:pt x="3170897" y="0"/>
                </a:lnTo>
                <a:lnTo>
                  <a:pt x="3201682" y="0"/>
                </a:lnTo>
                <a:lnTo>
                  <a:pt x="3232468" y="0"/>
                </a:lnTo>
                <a:lnTo>
                  <a:pt x="3263253" y="0"/>
                </a:lnTo>
                <a:lnTo>
                  <a:pt x="3294038" y="0"/>
                </a:lnTo>
                <a:lnTo>
                  <a:pt x="3324824" y="0"/>
                </a:lnTo>
                <a:lnTo>
                  <a:pt x="3355609" y="0"/>
                </a:lnTo>
                <a:lnTo>
                  <a:pt x="3386395" y="0"/>
                </a:lnTo>
                <a:lnTo>
                  <a:pt x="3417180" y="0"/>
                </a:lnTo>
                <a:lnTo>
                  <a:pt x="3447966" y="0"/>
                </a:lnTo>
                <a:lnTo>
                  <a:pt x="3478751" y="0"/>
                </a:lnTo>
                <a:lnTo>
                  <a:pt x="3509536" y="0"/>
                </a:lnTo>
                <a:lnTo>
                  <a:pt x="3540322" y="0"/>
                </a:lnTo>
                <a:lnTo>
                  <a:pt x="3571107" y="0"/>
                </a:lnTo>
                <a:lnTo>
                  <a:pt x="3601893" y="0"/>
                </a:lnTo>
                <a:lnTo>
                  <a:pt x="3632678" y="0"/>
                </a:lnTo>
                <a:lnTo>
                  <a:pt x="3663463" y="0"/>
                </a:lnTo>
                <a:lnTo>
                  <a:pt x="3694249" y="0"/>
                </a:lnTo>
                <a:lnTo>
                  <a:pt x="3725034" y="0"/>
                </a:lnTo>
                <a:lnTo>
                  <a:pt x="3755820" y="0"/>
                </a:lnTo>
                <a:lnTo>
                  <a:pt x="3786605" y="0"/>
                </a:lnTo>
                <a:lnTo>
                  <a:pt x="3817390" y="0"/>
                </a:lnTo>
                <a:lnTo>
                  <a:pt x="3848176" y="0"/>
                </a:lnTo>
                <a:lnTo>
                  <a:pt x="3878961" y="0"/>
                </a:lnTo>
                <a:lnTo>
                  <a:pt x="3909747" y="0"/>
                </a:lnTo>
                <a:lnTo>
                  <a:pt x="3940532" y="0"/>
                </a:lnTo>
                <a:lnTo>
                  <a:pt x="3971317" y="0"/>
                </a:lnTo>
                <a:lnTo>
                  <a:pt x="4002103" y="0"/>
                </a:lnTo>
                <a:lnTo>
                  <a:pt x="4032888" y="0"/>
                </a:lnTo>
                <a:lnTo>
                  <a:pt x="4063674" y="0"/>
                </a:lnTo>
                <a:lnTo>
                  <a:pt x="4094459" y="0"/>
                </a:lnTo>
                <a:lnTo>
                  <a:pt x="4125245" y="0"/>
                </a:lnTo>
                <a:lnTo>
                  <a:pt x="4156030" y="0"/>
                </a:lnTo>
                <a:lnTo>
                  <a:pt x="4186815" y="0"/>
                </a:lnTo>
                <a:lnTo>
                  <a:pt x="4217601" y="0"/>
                </a:lnTo>
                <a:lnTo>
                  <a:pt x="4248386" y="0"/>
                </a:lnTo>
                <a:lnTo>
                  <a:pt x="4279172" y="0"/>
                </a:lnTo>
                <a:lnTo>
                  <a:pt x="4309957" y="0"/>
                </a:lnTo>
                <a:lnTo>
                  <a:pt x="4340742" y="0"/>
                </a:lnTo>
                <a:lnTo>
                  <a:pt x="4371528" y="0"/>
                </a:lnTo>
                <a:lnTo>
                  <a:pt x="4402313" y="0"/>
                </a:lnTo>
                <a:lnTo>
                  <a:pt x="4433099" y="0"/>
                </a:lnTo>
                <a:lnTo>
                  <a:pt x="4463884" y="0"/>
                </a:lnTo>
                <a:lnTo>
                  <a:pt x="4494669" y="0"/>
                </a:lnTo>
                <a:lnTo>
                  <a:pt x="4525455" y="0"/>
                </a:lnTo>
                <a:lnTo>
                  <a:pt x="4556240" y="0"/>
                </a:lnTo>
                <a:lnTo>
                  <a:pt x="4587026" y="0"/>
                </a:lnTo>
                <a:lnTo>
                  <a:pt x="4617811" y="0"/>
                </a:lnTo>
                <a:lnTo>
                  <a:pt x="4648597" y="0"/>
                </a:lnTo>
                <a:lnTo>
                  <a:pt x="4679382" y="0"/>
                </a:lnTo>
                <a:lnTo>
                  <a:pt x="4710167" y="0"/>
                </a:lnTo>
                <a:lnTo>
                  <a:pt x="4740953" y="0"/>
                </a:lnTo>
                <a:lnTo>
                  <a:pt x="4771738" y="0"/>
                </a:lnTo>
                <a:lnTo>
                  <a:pt x="4802524" y="0"/>
                </a:lnTo>
                <a:lnTo>
                  <a:pt x="4833309" y="0"/>
                </a:lnTo>
                <a:lnTo>
                  <a:pt x="4864094" y="0"/>
                </a:lnTo>
                <a:lnTo>
                  <a:pt x="4894880" y="0"/>
                </a:lnTo>
                <a:lnTo>
                  <a:pt x="4925665" y="0"/>
                </a:lnTo>
                <a:lnTo>
                  <a:pt x="4956451" y="0"/>
                </a:lnTo>
                <a:lnTo>
                  <a:pt x="4987236" y="0"/>
                </a:lnTo>
                <a:lnTo>
                  <a:pt x="5018021" y="0"/>
                </a:lnTo>
                <a:lnTo>
                  <a:pt x="5048807" y="0"/>
                </a:lnTo>
                <a:lnTo>
                  <a:pt x="5079592" y="0"/>
                </a:lnTo>
                <a:lnTo>
                  <a:pt x="5110378" y="0"/>
                </a:lnTo>
                <a:lnTo>
                  <a:pt x="5120640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C2-E17 ellipse 66" descr="sci-ppt:o066"/>
          <p:cNvSpPr/>
          <p:nvPr/>
        </p:nvSpPr>
        <p:spPr>
          <a:xfrm>
            <a:off x="5980176" y="4654783"/>
            <a:ext cx="109728" cy="109728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2-E17 round_rect 67" descr="sci-ppt:o067"/>
          <p:cNvSpPr/>
          <p:nvPr/>
        </p:nvSpPr>
        <p:spPr>
          <a:xfrm>
            <a:off x="6675120" y="1371600"/>
            <a:ext cx="5166360" cy="3840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C2-E17 text 68" descr="sci-ppt:o068"/>
          <p:cNvSpPr txBox="1"/>
          <p:nvPr/>
        </p:nvSpPr>
        <p:spPr>
          <a:xfrm>
            <a:off x="6784848" y="1426464"/>
            <a:ext cx="49469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P_act = 1 − exp(−∫∫ J dV dt)</a:t>
            </a:r>
          </a:p>
        </p:txBody>
      </p:sp>
      <p:sp>
        <p:nvSpPr>
          <p:cNvPr id="71" name="C2-E17 rect 69" descr="sci-ppt:o069"/>
          <p:cNvSpPr/>
          <p:nvPr/>
        </p:nvSpPr>
        <p:spPr>
          <a:xfrm>
            <a:off x="6858000" y="1965960"/>
            <a:ext cx="274320" cy="201168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C2-E17 text 70" descr="sci-ppt:o070"/>
          <p:cNvSpPr txBox="1"/>
          <p:nvPr/>
        </p:nvSpPr>
        <p:spPr>
          <a:xfrm>
            <a:off x="7269480" y="1920240"/>
            <a:ext cx="2743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A: Λ = 2/µs for 1 µs</a:t>
            </a:r>
          </a:p>
        </p:txBody>
      </p:sp>
      <p:sp>
        <p:nvSpPr>
          <p:cNvPr id="73" name="C2-E17 text 71" descr="sci-ppt:o071"/>
          <p:cNvSpPr txBox="1"/>
          <p:nvPr/>
        </p:nvSpPr>
        <p:spPr>
          <a:xfrm>
            <a:off x="9966960" y="1920240"/>
            <a:ext cx="1828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∫Λ dt = 2.0  →  P = 0.86</a:t>
            </a:r>
          </a:p>
        </p:txBody>
      </p:sp>
      <p:sp>
        <p:nvSpPr>
          <p:cNvPr id="74" name="C2-E17 rect 72" descr="sci-ppt:o072"/>
          <p:cNvSpPr/>
          <p:nvPr/>
        </p:nvSpPr>
        <p:spPr>
          <a:xfrm>
            <a:off x="6858000" y="2532888"/>
            <a:ext cx="274320" cy="201168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C2-E17 text 73" descr="sci-ppt:o073"/>
          <p:cNvSpPr txBox="1"/>
          <p:nvPr/>
        </p:nvSpPr>
        <p:spPr>
          <a:xfrm>
            <a:off x="7269480" y="2487168"/>
            <a:ext cx="2743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B: Λ = 0.5/µs for 4 µs</a:t>
            </a:r>
          </a:p>
        </p:txBody>
      </p:sp>
      <p:sp>
        <p:nvSpPr>
          <p:cNvPr id="76" name="C2-E17 text 74" descr="sci-ppt:o074"/>
          <p:cNvSpPr txBox="1"/>
          <p:nvPr/>
        </p:nvSpPr>
        <p:spPr>
          <a:xfrm>
            <a:off x="9966960" y="2487168"/>
            <a:ext cx="1828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∫Λ dt = 2.0  →  P = 0.86</a:t>
            </a:r>
          </a:p>
        </p:txBody>
      </p:sp>
      <p:sp>
        <p:nvSpPr>
          <p:cNvPr id="77" name="C2-E17 rect 75" descr="sci-ppt:o075"/>
          <p:cNvSpPr/>
          <p:nvPr/>
        </p:nvSpPr>
        <p:spPr>
          <a:xfrm>
            <a:off x="6858000" y="3099815"/>
            <a:ext cx="274320" cy="201168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C2-E17 text 76" descr="sci-ppt:o076"/>
          <p:cNvSpPr txBox="1"/>
          <p:nvPr/>
        </p:nvSpPr>
        <p:spPr>
          <a:xfrm>
            <a:off x="7269480" y="3054096"/>
            <a:ext cx="2743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8BA0"/>
                </a:solidFill>
                <a:latin typeface="Arial"/>
              </a:rPr>
              <a:t>C: Λ = 2/µs for 0.2 µs</a:t>
            </a:r>
          </a:p>
        </p:txBody>
      </p:sp>
      <p:sp>
        <p:nvSpPr>
          <p:cNvPr id="79" name="C2-E17 text 77" descr="sci-ppt:o077"/>
          <p:cNvSpPr txBox="1"/>
          <p:nvPr/>
        </p:nvSpPr>
        <p:spPr>
          <a:xfrm>
            <a:off x="9966960" y="3054096"/>
            <a:ext cx="18288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∫Λ dt = 0.4  →  P = 0.33</a:t>
            </a:r>
          </a:p>
        </p:txBody>
      </p:sp>
      <p:sp>
        <p:nvSpPr>
          <p:cNvPr id="80" name="C2-E17 text 78" descr="sci-ppt:o078"/>
          <p:cNvSpPr txBox="1"/>
          <p:nvPr/>
        </p:nvSpPr>
        <p:spPr>
          <a:xfrm>
            <a:off x="6858000" y="3749039"/>
            <a:ext cx="484632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 and B have different rates and durations but the same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integral, so they end at the same activation probability.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C has the high rate but too little time.</a:t>
            </a:r>
          </a:p>
        </p:txBody>
      </p:sp>
      <p:sp>
        <p:nvSpPr>
          <p:cNvPr id="81" name="C2-E17 text 79" descr="sci-ppt:o079"/>
          <p:cNvSpPr txBox="1"/>
          <p:nvPr/>
        </p:nvSpPr>
        <p:spPr>
          <a:xfrm>
            <a:off x="914400" y="5733288"/>
            <a:ext cx="1097280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Rate alone does not decide activation: the product of rate and time spent in the activating state does. J(T, p) must be supplied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by the material.</a:t>
            </a:r>
          </a:p>
        </p:txBody>
      </p:sp>
      <p:sp>
        <p:nvSpPr>
          <p:cNvPr id="82" name="C2-E17 text 80" descr="sci-ppt:o08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Independent Poisson events; survival S = exp(−∫Λ dt) (Eq. C2-E17). Rates are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