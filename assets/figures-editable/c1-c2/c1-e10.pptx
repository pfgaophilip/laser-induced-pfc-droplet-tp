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C1-E10 · Exact product-rule derivatives</a:t>
            </a:r>
          </a:p>
        </p:txBody>
      </p:sp>
      <p:cxnSp>
        <p:nvCxnSpPr>
          <p:cNvPr id="3" name="C1-E10 line 1" descr="sci-ppt:o001"/>
          <p:cNvCxnSpPr/>
          <p:nvPr/>
        </p:nvCxnSpPr>
        <p:spPr>
          <a:xfrm>
            <a:off x="914400" y="493776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0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0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0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0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10 line 6" descr="sci-ppt:o006"/>
          <p:cNvCxnSpPr/>
          <p:nvPr/>
        </p:nvCxnSpPr>
        <p:spPr>
          <a:xfrm>
            <a:off x="262127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0 line 7" descr="sci-ppt:o007"/>
          <p:cNvCxnSpPr/>
          <p:nvPr/>
        </p:nvCxnSpPr>
        <p:spPr>
          <a:xfrm>
            <a:off x="262127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0 text 8" descr="sci-ppt:o008"/>
          <p:cNvSpPr txBox="1"/>
          <p:nvPr/>
        </p:nvSpPr>
        <p:spPr>
          <a:xfrm>
            <a:off x="216407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10 line 9" descr="sci-ppt:o009"/>
          <p:cNvCxnSpPr/>
          <p:nvPr/>
        </p:nvCxnSpPr>
        <p:spPr>
          <a:xfrm>
            <a:off x="432815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0 line 10" descr="sci-ppt:o010"/>
          <p:cNvCxnSpPr/>
          <p:nvPr/>
        </p:nvCxnSpPr>
        <p:spPr>
          <a:xfrm>
            <a:off x="432815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0 text 11" descr="sci-ppt:o011"/>
          <p:cNvSpPr txBox="1"/>
          <p:nvPr/>
        </p:nvSpPr>
        <p:spPr>
          <a:xfrm>
            <a:off x="387095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10 line 12" descr="sci-ppt:o012"/>
          <p:cNvCxnSpPr/>
          <p:nvPr/>
        </p:nvCxnSpPr>
        <p:spPr>
          <a:xfrm>
            <a:off x="60350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0 line 13" descr="sci-ppt:o013"/>
          <p:cNvCxnSpPr/>
          <p:nvPr/>
        </p:nvCxnSpPr>
        <p:spPr>
          <a:xfrm>
            <a:off x="60350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0 text 14" descr="sci-ppt:o014"/>
          <p:cNvSpPr txBox="1"/>
          <p:nvPr/>
        </p:nvSpPr>
        <p:spPr>
          <a:xfrm>
            <a:off x="55778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10 line 15" descr="sci-ppt:o015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0 line 16" descr="sci-ppt:o016"/>
          <p:cNvCxnSpPr/>
          <p:nvPr/>
        </p:nvCxnSpPr>
        <p:spPr>
          <a:xfrm>
            <a:off x="850392" y="42245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10 line 17" descr="sci-ppt:o017"/>
          <p:cNvCxnSpPr/>
          <p:nvPr/>
        </p:nvCxnSpPr>
        <p:spPr>
          <a:xfrm>
            <a:off x="914400" y="4224528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10 text 18" descr="sci-ppt:o018"/>
          <p:cNvSpPr txBox="1"/>
          <p:nvPr/>
        </p:nvSpPr>
        <p:spPr>
          <a:xfrm>
            <a:off x="45720" y="41422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0.08</a:t>
            </a:r>
          </a:p>
        </p:txBody>
      </p:sp>
      <p:cxnSp>
        <p:nvCxnSpPr>
          <p:cNvPr id="21" name="C1-E10 line 19" descr="sci-ppt:o019"/>
          <p:cNvCxnSpPr/>
          <p:nvPr/>
        </p:nvCxnSpPr>
        <p:spPr>
          <a:xfrm>
            <a:off x="850392" y="351129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0 line 20" descr="sci-ppt:o020"/>
          <p:cNvCxnSpPr/>
          <p:nvPr/>
        </p:nvCxnSpPr>
        <p:spPr>
          <a:xfrm>
            <a:off x="914400" y="3511296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0 text 21" descr="sci-ppt:o021"/>
          <p:cNvSpPr txBox="1"/>
          <p:nvPr/>
        </p:nvSpPr>
        <p:spPr>
          <a:xfrm>
            <a:off x="45720" y="342900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0.16</a:t>
            </a:r>
          </a:p>
        </p:txBody>
      </p:sp>
      <p:cxnSp>
        <p:nvCxnSpPr>
          <p:cNvPr id="24" name="C1-E10 line 22" descr="sci-ppt:o022"/>
          <p:cNvCxnSpPr/>
          <p:nvPr/>
        </p:nvCxnSpPr>
        <p:spPr>
          <a:xfrm>
            <a:off x="850392" y="279806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0 line 23" descr="sci-ppt:o023"/>
          <p:cNvCxnSpPr/>
          <p:nvPr/>
        </p:nvCxnSpPr>
        <p:spPr>
          <a:xfrm>
            <a:off x="914400" y="2798064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0 text 24" descr="sci-ppt:o024"/>
          <p:cNvSpPr txBox="1"/>
          <p:nvPr/>
        </p:nvSpPr>
        <p:spPr>
          <a:xfrm>
            <a:off x="45720" y="271576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0.24</a:t>
            </a:r>
          </a:p>
        </p:txBody>
      </p:sp>
      <p:cxnSp>
        <p:nvCxnSpPr>
          <p:cNvPr id="27" name="C1-E10 line 25" descr="sci-ppt:o025"/>
          <p:cNvCxnSpPr/>
          <p:nvPr/>
        </p:nvCxnSpPr>
        <p:spPr>
          <a:xfrm>
            <a:off x="850392" y="208483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0 line 26" descr="sci-ppt:o026"/>
          <p:cNvCxnSpPr/>
          <p:nvPr/>
        </p:nvCxnSpPr>
        <p:spPr>
          <a:xfrm>
            <a:off x="914400" y="2084832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0 text 27" descr="sci-ppt:o027"/>
          <p:cNvSpPr txBox="1"/>
          <p:nvPr/>
        </p:nvSpPr>
        <p:spPr>
          <a:xfrm>
            <a:off x="45720" y="200253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0.32</a:t>
            </a:r>
          </a:p>
        </p:txBody>
      </p:sp>
      <p:cxnSp>
        <p:nvCxnSpPr>
          <p:cNvPr id="30" name="C1-E10 line 28" descr="sci-ppt:o02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0 line 29" descr="sci-ppt:o029"/>
          <p:cNvCxnSpPr/>
          <p:nvPr/>
        </p:nvCxnSpPr>
        <p:spPr>
          <a:xfrm>
            <a:off x="914400" y="1371600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0 text 30" descr="sci-ppt:o03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0.40</a:t>
            </a:r>
          </a:p>
        </p:txBody>
      </p:sp>
      <p:sp>
        <p:nvSpPr>
          <p:cNvPr id="33" name="C1-E10 text 31" descr="sci-ppt:o031"/>
          <p:cNvSpPr txBox="1"/>
          <p:nvPr/>
        </p:nvSpPr>
        <p:spPr>
          <a:xfrm>
            <a:off x="914400" y="522122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4" name="C1-E10 text 32" descr="sci-ppt:o032"/>
          <p:cNvSpPr txBox="1"/>
          <p:nvPr/>
        </p:nvSpPr>
        <p:spPr>
          <a:xfrm>
            <a:off x="36576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(nJ)</a:t>
            </a:r>
          </a:p>
        </p:txBody>
      </p:sp>
      <p:sp>
        <p:nvSpPr>
          <p:cNvPr id="35" name="C1-E10 polygon 33" descr="sci-ppt:o033"/>
          <p:cNvSpPr/>
          <p:nvPr/>
        </p:nvSpPr>
        <p:spPr>
          <a:xfrm>
            <a:off x="914400" y="1772947"/>
            <a:ext cx="5120640" cy="3164813"/>
          </a:xfrm>
          <a:custGeom>
            <a:avLst/>
            <a:gdLst/>
            <a:ahLst/>
            <a:cxnLst/>
            <a:rect l="l" t="t" r="r" b="b"/>
            <a:pathLst>
              <a:path w="5120640" h="3164813">
                <a:moveTo>
                  <a:pt x="0" y="3164813"/>
                </a:moveTo>
                <a:lnTo>
                  <a:pt x="35853" y="3141602"/>
                </a:lnTo>
                <a:lnTo>
                  <a:pt x="71706" y="3073616"/>
                </a:lnTo>
                <a:lnTo>
                  <a:pt x="107560" y="2965301"/>
                </a:lnTo>
                <a:lnTo>
                  <a:pt x="143413" y="2823140"/>
                </a:lnTo>
                <a:lnTo>
                  <a:pt x="179267" y="2654763"/>
                </a:lnTo>
                <a:lnTo>
                  <a:pt x="215120" y="2468061"/>
                </a:lnTo>
                <a:lnTo>
                  <a:pt x="250974" y="2270471"/>
                </a:lnTo>
                <a:lnTo>
                  <a:pt x="286827" y="2068508"/>
                </a:lnTo>
                <a:lnTo>
                  <a:pt x="322680" y="1867536"/>
                </a:lnTo>
                <a:lnTo>
                  <a:pt x="358534" y="1671734"/>
                </a:lnTo>
                <a:lnTo>
                  <a:pt x="394387" y="1484184"/>
                </a:lnTo>
                <a:lnTo>
                  <a:pt x="430241" y="1307019"/>
                </a:lnTo>
                <a:lnTo>
                  <a:pt x="466094" y="1141602"/>
                </a:lnTo>
                <a:lnTo>
                  <a:pt x="501948" y="988687"/>
                </a:lnTo>
                <a:lnTo>
                  <a:pt x="537801" y="848574"/>
                </a:lnTo>
                <a:lnTo>
                  <a:pt x="573655" y="721230"/>
                </a:lnTo>
                <a:lnTo>
                  <a:pt x="609508" y="606383"/>
                </a:lnTo>
                <a:lnTo>
                  <a:pt x="645361" y="503606"/>
                </a:lnTo>
                <a:lnTo>
                  <a:pt x="681215" y="412368"/>
                </a:lnTo>
                <a:lnTo>
                  <a:pt x="717068" y="332078"/>
                </a:lnTo>
                <a:lnTo>
                  <a:pt x="752922" y="262119"/>
                </a:lnTo>
                <a:lnTo>
                  <a:pt x="788775" y="201865"/>
                </a:lnTo>
                <a:lnTo>
                  <a:pt x="824629" y="150698"/>
                </a:lnTo>
                <a:lnTo>
                  <a:pt x="860482" y="108019"/>
                </a:lnTo>
                <a:lnTo>
                  <a:pt x="896336" y="73253"/>
                </a:lnTo>
                <a:lnTo>
                  <a:pt x="932189" y="45851"/>
                </a:lnTo>
                <a:lnTo>
                  <a:pt x="968042" y="25297"/>
                </a:lnTo>
                <a:lnTo>
                  <a:pt x="1003896" y="11104"/>
                </a:lnTo>
                <a:lnTo>
                  <a:pt x="1039749" y="2814"/>
                </a:lnTo>
                <a:lnTo>
                  <a:pt x="1075603" y="0"/>
                </a:lnTo>
                <a:lnTo>
                  <a:pt x="1111456" y="2264"/>
                </a:lnTo>
                <a:lnTo>
                  <a:pt x="1147310" y="9231"/>
                </a:lnTo>
                <a:lnTo>
                  <a:pt x="1183163" y="20555"/>
                </a:lnTo>
                <a:lnTo>
                  <a:pt x="1219017" y="35912"/>
                </a:lnTo>
                <a:lnTo>
                  <a:pt x="1254870" y="54997"/>
                </a:lnTo>
                <a:lnTo>
                  <a:pt x="1290723" y="77531"/>
                </a:lnTo>
                <a:lnTo>
                  <a:pt x="1326577" y="103249"/>
                </a:lnTo>
                <a:lnTo>
                  <a:pt x="1362430" y="131906"/>
                </a:lnTo>
                <a:lnTo>
                  <a:pt x="1398284" y="163271"/>
                </a:lnTo>
                <a:lnTo>
                  <a:pt x="1434137" y="197130"/>
                </a:lnTo>
                <a:lnTo>
                  <a:pt x="1469991" y="233282"/>
                </a:lnTo>
                <a:lnTo>
                  <a:pt x="1505844" y="271539"/>
                </a:lnTo>
                <a:lnTo>
                  <a:pt x="1541698" y="311723"/>
                </a:lnTo>
                <a:lnTo>
                  <a:pt x="1577551" y="353670"/>
                </a:lnTo>
                <a:lnTo>
                  <a:pt x="1613404" y="397223"/>
                </a:lnTo>
                <a:lnTo>
                  <a:pt x="1649258" y="442236"/>
                </a:lnTo>
                <a:lnTo>
                  <a:pt x="1685111" y="488572"/>
                </a:lnTo>
                <a:lnTo>
                  <a:pt x="1720965" y="536101"/>
                </a:lnTo>
                <a:lnTo>
                  <a:pt x="1756818" y="584700"/>
                </a:lnTo>
                <a:lnTo>
                  <a:pt x="1792672" y="634254"/>
                </a:lnTo>
                <a:lnTo>
                  <a:pt x="1828525" y="684654"/>
                </a:lnTo>
                <a:lnTo>
                  <a:pt x="1864379" y="735797"/>
                </a:lnTo>
                <a:lnTo>
                  <a:pt x="1900232" y="787586"/>
                </a:lnTo>
                <a:lnTo>
                  <a:pt x="1936085" y="839928"/>
                </a:lnTo>
                <a:lnTo>
                  <a:pt x="1971939" y="892736"/>
                </a:lnTo>
                <a:lnTo>
                  <a:pt x="2007792" y="945926"/>
                </a:lnTo>
                <a:lnTo>
                  <a:pt x="2043646" y="999421"/>
                </a:lnTo>
                <a:lnTo>
                  <a:pt x="2079499" y="1053144"/>
                </a:lnTo>
                <a:lnTo>
                  <a:pt x="2115353" y="1107026"/>
                </a:lnTo>
                <a:lnTo>
                  <a:pt x="2151206" y="1160998"/>
                </a:lnTo>
                <a:lnTo>
                  <a:pt x="2187060" y="1214996"/>
                </a:lnTo>
                <a:lnTo>
                  <a:pt x="2222913" y="1268959"/>
                </a:lnTo>
                <a:lnTo>
                  <a:pt x="2258766" y="1322828"/>
                </a:lnTo>
                <a:lnTo>
                  <a:pt x="2294620" y="1376548"/>
                </a:lnTo>
                <a:lnTo>
                  <a:pt x="2330473" y="1430066"/>
                </a:lnTo>
                <a:lnTo>
                  <a:pt x="2366327" y="1483330"/>
                </a:lnTo>
                <a:lnTo>
                  <a:pt x="2402180" y="1536293"/>
                </a:lnTo>
                <a:lnTo>
                  <a:pt x="2438034" y="1588908"/>
                </a:lnTo>
                <a:lnTo>
                  <a:pt x="2473887" y="1641131"/>
                </a:lnTo>
                <a:lnTo>
                  <a:pt x="2509741" y="1692919"/>
                </a:lnTo>
                <a:lnTo>
                  <a:pt x="2545594" y="1744233"/>
                </a:lnTo>
                <a:lnTo>
                  <a:pt x="2581447" y="1795033"/>
                </a:lnTo>
                <a:lnTo>
                  <a:pt x="2617301" y="1845283"/>
                </a:lnTo>
                <a:lnTo>
                  <a:pt x="2653154" y="1894947"/>
                </a:lnTo>
                <a:lnTo>
                  <a:pt x="2689008" y="1943991"/>
                </a:lnTo>
                <a:lnTo>
                  <a:pt x="2724861" y="1992382"/>
                </a:lnTo>
                <a:lnTo>
                  <a:pt x="2760715" y="2040091"/>
                </a:lnTo>
                <a:lnTo>
                  <a:pt x="2796568" y="2087086"/>
                </a:lnTo>
                <a:lnTo>
                  <a:pt x="2832422" y="2133340"/>
                </a:lnTo>
                <a:lnTo>
                  <a:pt x="2868275" y="2178824"/>
                </a:lnTo>
                <a:lnTo>
                  <a:pt x="2904128" y="2223514"/>
                </a:lnTo>
                <a:lnTo>
                  <a:pt x="2939982" y="2267383"/>
                </a:lnTo>
                <a:lnTo>
                  <a:pt x="2975835" y="2310407"/>
                </a:lnTo>
                <a:lnTo>
                  <a:pt x="3011689" y="2352565"/>
                </a:lnTo>
                <a:lnTo>
                  <a:pt x="3047542" y="2393833"/>
                </a:lnTo>
                <a:lnTo>
                  <a:pt x="3083396" y="2434191"/>
                </a:lnTo>
                <a:lnTo>
                  <a:pt x="3119249" y="2473618"/>
                </a:lnTo>
                <a:lnTo>
                  <a:pt x="3155103" y="2512095"/>
                </a:lnTo>
                <a:lnTo>
                  <a:pt x="3190956" y="2549604"/>
                </a:lnTo>
                <a:lnTo>
                  <a:pt x="3226809" y="2586127"/>
                </a:lnTo>
                <a:lnTo>
                  <a:pt x="3262663" y="2621648"/>
                </a:lnTo>
                <a:lnTo>
                  <a:pt x="3298516" y="2656150"/>
                </a:lnTo>
                <a:lnTo>
                  <a:pt x="3334370" y="2689617"/>
                </a:lnTo>
                <a:lnTo>
                  <a:pt x="3370223" y="2722036"/>
                </a:lnTo>
                <a:lnTo>
                  <a:pt x="3406077" y="2753393"/>
                </a:lnTo>
                <a:lnTo>
                  <a:pt x="3441930" y="2783674"/>
                </a:lnTo>
                <a:lnTo>
                  <a:pt x="3477784" y="2812866"/>
                </a:lnTo>
                <a:lnTo>
                  <a:pt x="3513637" y="2840959"/>
                </a:lnTo>
                <a:lnTo>
                  <a:pt x="3549490" y="2867940"/>
                </a:lnTo>
                <a:lnTo>
                  <a:pt x="3585344" y="2893799"/>
                </a:lnTo>
                <a:lnTo>
                  <a:pt x="3621197" y="2918527"/>
                </a:lnTo>
                <a:lnTo>
                  <a:pt x="3657051" y="2942112"/>
                </a:lnTo>
                <a:lnTo>
                  <a:pt x="3692904" y="2964548"/>
                </a:lnTo>
                <a:lnTo>
                  <a:pt x="3728758" y="2985825"/>
                </a:lnTo>
                <a:lnTo>
                  <a:pt x="3764611" y="3005935"/>
                </a:lnTo>
                <a:lnTo>
                  <a:pt x="3800464" y="3024872"/>
                </a:lnTo>
                <a:lnTo>
                  <a:pt x="3836318" y="3042629"/>
                </a:lnTo>
                <a:lnTo>
                  <a:pt x="3872171" y="3059199"/>
                </a:lnTo>
                <a:lnTo>
                  <a:pt x="3908025" y="3074578"/>
                </a:lnTo>
                <a:lnTo>
                  <a:pt x="3943878" y="3088760"/>
                </a:lnTo>
                <a:lnTo>
                  <a:pt x="3979732" y="3101740"/>
                </a:lnTo>
                <a:lnTo>
                  <a:pt x="4015585" y="3113514"/>
                </a:lnTo>
                <a:lnTo>
                  <a:pt x="4051439" y="3124079"/>
                </a:lnTo>
                <a:lnTo>
                  <a:pt x="4087292" y="3133431"/>
                </a:lnTo>
                <a:lnTo>
                  <a:pt x="4123145" y="3141569"/>
                </a:lnTo>
                <a:lnTo>
                  <a:pt x="4158999" y="3148490"/>
                </a:lnTo>
                <a:lnTo>
                  <a:pt x="4194852" y="3154191"/>
                </a:lnTo>
                <a:lnTo>
                  <a:pt x="4230706" y="3158673"/>
                </a:lnTo>
                <a:lnTo>
                  <a:pt x="4266559" y="3161935"/>
                </a:lnTo>
                <a:lnTo>
                  <a:pt x="4302413" y="3163975"/>
                </a:lnTo>
                <a:lnTo>
                  <a:pt x="4338266" y="3164795"/>
                </a:lnTo>
                <a:lnTo>
                  <a:pt x="4374120" y="3164394"/>
                </a:lnTo>
                <a:lnTo>
                  <a:pt x="4409973" y="3162775"/>
                </a:lnTo>
                <a:lnTo>
                  <a:pt x="4445826" y="3159939"/>
                </a:lnTo>
                <a:lnTo>
                  <a:pt x="4481680" y="3155888"/>
                </a:lnTo>
                <a:lnTo>
                  <a:pt x="4517533" y="3150625"/>
                </a:lnTo>
                <a:lnTo>
                  <a:pt x="4553387" y="3144152"/>
                </a:lnTo>
                <a:lnTo>
                  <a:pt x="4589240" y="3136473"/>
                </a:lnTo>
                <a:lnTo>
                  <a:pt x="4625094" y="3127593"/>
                </a:lnTo>
                <a:lnTo>
                  <a:pt x="4660947" y="3117515"/>
                </a:lnTo>
                <a:lnTo>
                  <a:pt x="4696801" y="3106246"/>
                </a:lnTo>
                <a:lnTo>
                  <a:pt x="4732654" y="3093789"/>
                </a:lnTo>
                <a:lnTo>
                  <a:pt x="4768507" y="3080152"/>
                </a:lnTo>
                <a:lnTo>
                  <a:pt x="4804361" y="3065340"/>
                </a:lnTo>
                <a:lnTo>
                  <a:pt x="4840214" y="3049361"/>
                </a:lnTo>
                <a:lnTo>
                  <a:pt x="4876068" y="3032222"/>
                </a:lnTo>
                <a:lnTo>
                  <a:pt x="4911921" y="3013931"/>
                </a:lnTo>
                <a:lnTo>
                  <a:pt x="4947775" y="2994496"/>
                </a:lnTo>
                <a:lnTo>
                  <a:pt x="4983628" y="2973928"/>
                </a:lnTo>
                <a:lnTo>
                  <a:pt x="5019482" y="2952234"/>
                </a:lnTo>
                <a:lnTo>
                  <a:pt x="5055335" y="2929426"/>
                </a:lnTo>
                <a:lnTo>
                  <a:pt x="5091188" y="2905515"/>
                </a:lnTo>
                <a:lnTo>
                  <a:pt x="5120640" y="2885055"/>
                </a:lnTo>
              </a:path>
            </a:pathLst>
          </a:custGeom>
          <a:noFill/>
          <a:ln w="3556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10 polygon 34" descr="sci-ppt:o034"/>
          <p:cNvSpPr/>
          <p:nvPr/>
        </p:nvSpPr>
        <p:spPr>
          <a:xfrm>
            <a:off x="914400" y="3729421"/>
            <a:ext cx="5120640" cy="1006677"/>
          </a:xfrm>
          <a:custGeom>
            <a:avLst/>
            <a:gdLst/>
            <a:ahLst/>
            <a:cxnLst/>
            <a:rect l="l" t="t" r="r" b="b"/>
            <a:pathLst>
              <a:path w="5120640" h="1006677">
                <a:moveTo>
                  <a:pt x="0" y="1006677"/>
                </a:moveTo>
                <a:lnTo>
                  <a:pt x="35853" y="1005905"/>
                </a:lnTo>
                <a:lnTo>
                  <a:pt x="71706" y="1003607"/>
                </a:lnTo>
                <a:lnTo>
                  <a:pt x="107560" y="999835"/>
                </a:lnTo>
                <a:lnTo>
                  <a:pt x="143413" y="994668"/>
                </a:lnTo>
                <a:lnTo>
                  <a:pt x="179267" y="988205"/>
                </a:lnTo>
                <a:lnTo>
                  <a:pt x="215120" y="980559"/>
                </a:lnTo>
                <a:lnTo>
                  <a:pt x="250974" y="971850"/>
                </a:lnTo>
                <a:lnTo>
                  <a:pt x="286827" y="962198"/>
                </a:lnTo>
                <a:lnTo>
                  <a:pt x="322680" y="951717"/>
                </a:lnTo>
                <a:lnTo>
                  <a:pt x="358534" y="940518"/>
                </a:lnTo>
                <a:lnTo>
                  <a:pt x="394387" y="928701"/>
                </a:lnTo>
                <a:lnTo>
                  <a:pt x="430241" y="916357"/>
                </a:lnTo>
                <a:lnTo>
                  <a:pt x="466094" y="903567"/>
                </a:lnTo>
                <a:lnTo>
                  <a:pt x="501948" y="890403"/>
                </a:lnTo>
                <a:lnTo>
                  <a:pt x="537801" y="876930"/>
                </a:lnTo>
                <a:lnTo>
                  <a:pt x="573655" y="863203"/>
                </a:lnTo>
                <a:lnTo>
                  <a:pt x="609508" y="849271"/>
                </a:lnTo>
                <a:lnTo>
                  <a:pt x="645361" y="835178"/>
                </a:lnTo>
                <a:lnTo>
                  <a:pt x="681215" y="820962"/>
                </a:lnTo>
                <a:lnTo>
                  <a:pt x="717068" y="806654"/>
                </a:lnTo>
                <a:lnTo>
                  <a:pt x="752922" y="792284"/>
                </a:lnTo>
                <a:lnTo>
                  <a:pt x="788775" y="777877"/>
                </a:lnTo>
                <a:lnTo>
                  <a:pt x="824629" y="763455"/>
                </a:lnTo>
                <a:lnTo>
                  <a:pt x="860482" y="749038"/>
                </a:lnTo>
                <a:lnTo>
                  <a:pt x="896336" y="734642"/>
                </a:lnTo>
                <a:lnTo>
                  <a:pt x="932189" y="720284"/>
                </a:lnTo>
                <a:lnTo>
                  <a:pt x="968042" y="705976"/>
                </a:lnTo>
                <a:lnTo>
                  <a:pt x="1003896" y="691730"/>
                </a:lnTo>
                <a:lnTo>
                  <a:pt x="1039749" y="677556"/>
                </a:lnTo>
                <a:lnTo>
                  <a:pt x="1075603" y="663464"/>
                </a:lnTo>
                <a:lnTo>
                  <a:pt x="1111456" y="649462"/>
                </a:lnTo>
                <a:lnTo>
                  <a:pt x="1147310" y="635558"/>
                </a:lnTo>
                <a:lnTo>
                  <a:pt x="1183163" y="621757"/>
                </a:lnTo>
                <a:lnTo>
                  <a:pt x="1219017" y="608066"/>
                </a:lnTo>
                <a:lnTo>
                  <a:pt x="1254870" y="594490"/>
                </a:lnTo>
                <a:lnTo>
                  <a:pt x="1290723" y="581034"/>
                </a:lnTo>
                <a:lnTo>
                  <a:pt x="1326577" y="567702"/>
                </a:lnTo>
                <a:lnTo>
                  <a:pt x="1362430" y="554497"/>
                </a:lnTo>
                <a:lnTo>
                  <a:pt x="1398284" y="541423"/>
                </a:lnTo>
                <a:lnTo>
                  <a:pt x="1434137" y="528484"/>
                </a:lnTo>
                <a:lnTo>
                  <a:pt x="1469991" y="515682"/>
                </a:lnTo>
                <a:lnTo>
                  <a:pt x="1505844" y="503018"/>
                </a:lnTo>
                <a:lnTo>
                  <a:pt x="1541698" y="490497"/>
                </a:lnTo>
                <a:lnTo>
                  <a:pt x="1577551" y="478119"/>
                </a:lnTo>
                <a:lnTo>
                  <a:pt x="1613404" y="465886"/>
                </a:lnTo>
                <a:lnTo>
                  <a:pt x="1649258" y="453801"/>
                </a:lnTo>
                <a:lnTo>
                  <a:pt x="1685111" y="441864"/>
                </a:lnTo>
                <a:lnTo>
                  <a:pt x="1720965" y="430077"/>
                </a:lnTo>
                <a:lnTo>
                  <a:pt x="1756818" y="418442"/>
                </a:lnTo>
                <a:lnTo>
                  <a:pt x="1792672" y="406958"/>
                </a:lnTo>
                <a:lnTo>
                  <a:pt x="1828525" y="395628"/>
                </a:lnTo>
                <a:lnTo>
                  <a:pt x="1864379" y="384452"/>
                </a:lnTo>
                <a:lnTo>
                  <a:pt x="1900232" y="373431"/>
                </a:lnTo>
                <a:lnTo>
                  <a:pt x="1936085" y="362566"/>
                </a:lnTo>
                <a:lnTo>
                  <a:pt x="1971939" y="351857"/>
                </a:lnTo>
                <a:lnTo>
                  <a:pt x="2007792" y="341305"/>
                </a:lnTo>
                <a:lnTo>
                  <a:pt x="2043646" y="330910"/>
                </a:lnTo>
                <a:lnTo>
                  <a:pt x="2079499" y="320674"/>
                </a:lnTo>
                <a:lnTo>
                  <a:pt x="2115353" y="310596"/>
                </a:lnTo>
                <a:lnTo>
                  <a:pt x="2151206" y="300677"/>
                </a:lnTo>
                <a:lnTo>
                  <a:pt x="2187060" y="290918"/>
                </a:lnTo>
                <a:lnTo>
                  <a:pt x="2222913" y="281317"/>
                </a:lnTo>
                <a:lnTo>
                  <a:pt x="2258766" y="271877"/>
                </a:lnTo>
                <a:lnTo>
                  <a:pt x="2294620" y="262597"/>
                </a:lnTo>
                <a:lnTo>
                  <a:pt x="2330473" y="253477"/>
                </a:lnTo>
                <a:lnTo>
                  <a:pt x="2366327" y="244517"/>
                </a:lnTo>
                <a:lnTo>
                  <a:pt x="2402180" y="235719"/>
                </a:lnTo>
                <a:lnTo>
                  <a:pt x="2438034" y="227081"/>
                </a:lnTo>
                <a:lnTo>
                  <a:pt x="2473887" y="218604"/>
                </a:lnTo>
                <a:lnTo>
                  <a:pt x="2509741" y="210288"/>
                </a:lnTo>
                <a:lnTo>
                  <a:pt x="2545594" y="202134"/>
                </a:lnTo>
                <a:lnTo>
                  <a:pt x="2581447" y="194141"/>
                </a:lnTo>
                <a:lnTo>
                  <a:pt x="2617301" y="186309"/>
                </a:lnTo>
                <a:lnTo>
                  <a:pt x="2653154" y="178638"/>
                </a:lnTo>
                <a:lnTo>
                  <a:pt x="2689008" y="171129"/>
                </a:lnTo>
                <a:lnTo>
                  <a:pt x="2724861" y="163782"/>
                </a:lnTo>
                <a:lnTo>
                  <a:pt x="2760715" y="156596"/>
                </a:lnTo>
                <a:lnTo>
                  <a:pt x="2796568" y="149572"/>
                </a:lnTo>
                <a:lnTo>
                  <a:pt x="2832422" y="142709"/>
                </a:lnTo>
                <a:lnTo>
                  <a:pt x="2868275" y="136008"/>
                </a:lnTo>
                <a:lnTo>
                  <a:pt x="2904128" y="129469"/>
                </a:lnTo>
                <a:lnTo>
                  <a:pt x="2939982" y="123091"/>
                </a:lnTo>
                <a:lnTo>
                  <a:pt x="2975835" y="116875"/>
                </a:lnTo>
                <a:lnTo>
                  <a:pt x="3011689" y="110820"/>
                </a:lnTo>
                <a:lnTo>
                  <a:pt x="3047542" y="104927"/>
                </a:lnTo>
                <a:lnTo>
                  <a:pt x="3083396" y="99195"/>
                </a:lnTo>
                <a:lnTo>
                  <a:pt x="3119249" y="93625"/>
                </a:lnTo>
                <a:lnTo>
                  <a:pt x="3155103" y="88216"/>
                </a:lnTo>
                <a:lnTo>
                  <a:pt x="3190956" y="82969"/>
                </a:lnTo>
                <a:lnTo>
                  <a:pt x="3226809" y="77883"/>
                </a:lnTo>
                <a:lnTo>
                  <a:pt x="3262663" y="72958"/>
                </a:lnTo>
                <a:lnTo>
                  <a:pt x="3298516" y="68195"/>
                </a:lnTo>
                <a:lnTo>
                  <a:pt x="3334370" y="63593"/>
                </a:lnTo>
                <a:lnTo>
                  <a:pt x="3370223" y="59152"/>
                </a:lnTo>
                <a:lnTo>
                  <a:pt x="3406077" y="54872"/>
                </a:lnTo>
                <a:lnTo>
                  <a:pt x="3441930" y="50753"/>
                </a:lnTo>
                <a:lnTo>
                  <a:pt x="3477784" y="46796"/>
                </a:lnTo>
                <a:lnTo>
                  <a:pt x="3513637" y="42999"/>
                </a:lnTo>
                <a:lnTo>
                  <a:pt x="3549490" y="39364"/>
                </a:lnTo>
                <a:lnTo>
                  <a:pt x="3585344" y="35889"/>
                </a:lnTo>
                <a:lnTo>
                  <a:pt x="3621197" y="32575"/>
                </a:lnTo>
                <a:lnTo>
                  <a:pt x="3657051" y="29422"/>
                </a:lnTo>
                <a:lnTo>
                  <a:pt x="3692904" y="26430"/>
                </a:lnTo>
                <a:lnTo>
                  <a:pt x="3728758" y="23598"/>
                </a:lnTo>
                <a:lnTo>
                  <a:pt x="3764611" y="20927"/>
                </a:lnTo>
                <a:lnTo>
                  <a:pt x="3800464" y="18417"/>
                </a:lnTo>
                <a:lnTo>
                  <a:pt x="3836318" y="16067"/>
                </a:lnTo>
                <a:lnTo>
                  <a:pt x="3872171" y="13878"/>
                </a:lnTo>
                <a:lnTo>
                  <a:pt x="3908025" y="11849"/>
                </a:lnTo>
                <a:lnTo>
                  <a:pt x="3943878" y="9981"/>
                </a:lnTo>
                <a:lnTo>
                  <a:pt x="3979732" y="8273"/>
                </a:lnTo>
                <a:lnTo>
                  <a:pt x="4015585" y="6725"/>
                </a:lnTo>
                <a:lnTo>
                  <a:pt x="4051439" y="5337"/>
                </a:lnTo>
                <a:lnTo>
                  <a:pt x="4087292" y="4110"/>
                </a:lnTo>
                <a:lnTo>
                  <a:pt x="4123145" y="3043"/>
                </a:lnTo>
                <a:lnTo>
                  <a:pt x="4158999" y="2135"/>
                </a:lnTo>
                <a:lnTo>
                  <a:pt x="4194852" y="1388"/>
                </a:lnTo>
                <a:lnTo>
                  <a:pt x="4230706" y="801"/>
                </a:lnTo>
                <a:lnTo>
                  <a:pt x="4266559" y="374"/>
                </a:lnTo>
                <a:lnTo>
                  <a:pt x="4302413" y="107"/>
                </a:lnTo>
                <a:lnTo>
                  <a:pt x="4338266" y="0"/>
                </a:lnTo>
                <a:lnTo>
                  <a:pt x="4374120" y="52"/>
                </a:lnTo>
                <a:lnTo>
                  <a:pt x="4409973" y="264"/>
                </a:lnTo>
                <a:lnTo>
                  <a:pt x="4445826" y="636"/>
                </a:lnTo>
                <a:lnTo>
                  <a:pt x="4481680" y="1168"/>
                </a:lnTo>
                <a:lnTo>
                  <a:pt x="4517533" y="1859"/>
                </a:lnTo>
                <a:lnTo>
                  <a:pt x="4553387" y="2710"/>
                </a:lnTo>
                <a:lnTo>
                  <a:pt x="4589240" y="3720"/>
                </a:lnTo>
                <a:lnTo>
                  <a:pt x="4625094" y="4890"/>
                </a:lnTo>
                <a:lnTo>
                  <a:pt x="4660947" y="6220"/>
                </a:lnTo>
                <a:lnTo>
                  <a:pt x="4696801" y="7709"/>
                </a:lnTo>
                <a:lnTo>
                  <a:pt x="4732654" y="9357"/>
                </a:lnTo>
                <a:lnTo>
                  <a:pt x="4768507" y="11164"/>
                </a:lnTo>
                <a:lnTo>
                  <a:pt x="4804361" y="13131"/>
                </a:lnTo>
                <a:lnTo>
                  <a:pt x="4840214" y="15257"/>
                </a:lnTo>
                <a:lnTo>
                  <a:pt x="4876068" y="17543"/>
                </a:lnTo>
                <a:lnTo>
                  <a:pt x="4911921" y="19987"/>
                </a:lnTo>
                <a:lnTo>
                  <a:pt x="4947775" y="22591"/>
                </a:lnTo>
                <a:lnTo>
                  <a:pt x="4983628" y="25354"/>
                </a:lnTo>
                <a:lnTo>
                  <a:pt x="5019482" y="28275"/>
                </a:lnTo>
                <a:lnTo>
                  <a:pt x="5055335" y="31356"/>
                </a:lnTo>
                <a:lnTo>
                  <a:pt x="5091188" y="34596"/>
                </a:lnTo>
                <a:lnTo>
                  <a:pt x="5120640" y="37376"/>
                </a:lnTo>
              </a:path>
            </a:pathLst>
          </a:custGeom>
          <a:noFill/>
          <a:ln w="3556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10 text 35" descr="sci-ppt:o035"/>
          <p:cNvSpPr txBox="1"/>
          <p:nvPr/>
        </p:nvSpPr>
        <p:spPr>
          <a:xfrm>
            <a:off x="3035808" y="1387144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liquid kinetic energy Kₗ = 2πρR³Ṙ²</a:t>
            </a:r>
          </a:p>
        </p:txBody>
      </p:sp>
      <p:sp>
        <p:nvSpPr>
          <p:cNvPr id="38" name="C1-E10 text 36" descr="sci-ppt:o036"/>
          <p:cNvSpPr txBox="1"/>
          <p:nvPr/>
        </p:nvSpPr>
        <p:spPr>
          <a:xfrm>
            <a:off x="3035808" y="1993391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interface energy E_σ = 4πσR²</a:t>
            </a:r>
          </a:p>
        </p:txBody>
      </p:sp>
      <p:cxnSp>
        <p:nvCxnSpPr>
          <p:cNvPr id="39" name="C1-E10 line 37" descr="sci-ppt:o037"/>
          <p:cNvCxnSpPr/>
          <p:nvPr/>
        </p:nvCxnSpPr>
        <p:spPr>
          <a:xfrm>
            <a:off x="6675120" y="4937760"/>
            <a:ext cx="512063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0" name="C1-E10 line 38" descr="sci-ppt:o038"/>
          <p:cNvCxnSpPr/>
          <p:nvPr/>
        </p:nvCxnSpPr>
        <p:spPr>
          <a:xfrm>
            <a:off x="667512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1" name="C1-E10 line 39" descr="sci-ppt:o039"/>
          <p:cNvCxnSpPr/>
          <p:nvPr/>
        </p:nvCxnSpPr>
        <p:spPr>
          <a:xfrm>
            <a:off x="66751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10 line 40" descr="sci-ppt:o040"/>
          <p:cNvCxnSpPr/>
          <p:nvPr/>
        </p:nvCxnSpPr>
        <p:spPr>
          <a:xfrm>
            <a:off x="66751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10 text 41" descr="sci-ppt:o041"/>
          <p:cNvSpPr txBox="1"/>
          <p:nvPr/>
        </p:nvSpPr>
        <p:spPr>
          <a:xfrm>
            <a:off x="621792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44" name="C1-E10 line 42" descr="sci-ppt:o042"/>
          <p:cNvCxnSpPr/>
          <p:nvPr/>
        </p:nvCxnSpPr>
        <p:spPr>
          <a:xfrm>
            <a:off x="83819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10 line 43" descr="sci-ppt:o043"/>
          <p:cNvCxnSpPr/>
          <p:nvPr/>
        </p:nvCxnSpPr>
        <p:spPr>
          <a:xfrm>
            <a:off x="83819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1-E10 text 44" descr="sci-ppt:o044"/>
          <p:cNvSpPr txBox="1"/>
          <p:nvPr/>
        </p:nvSpPr>
        <p:spPr>
          <a:xfrm>
            <a:off x="79247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47" name="C1-E10 line 45" descr="sci-ppt:o045"/>
          <p:cNvCxnSpPr/>
          <p:nvPr/>
        </p:nvCxnSpPr>
        <p:spPr>
          <a:xfrm>
            <a:off x="100888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1-E10 line 46" descr="sci-ppt:o046"/>
          <p:cNvCxnSpPr/>
          <p:nvPr/>
        </p:nvCxnSpPr>
        <p:spPr>
          <a:xfrm>
            <a:off x="100888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9" name="C1-E10 text 47" descr="sci-ppt:o047"/>
          <p:cNvSpPr txBox="1"/>
          <p:nvPr/>
        </p:nvSpPr>
        <p:spPr>
          <a:xfrm>
            <a:off x="96316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50" name="C1-E10 line 48" descr="sci-ppt:o048"/>
          <p:cNvCxnSpPr/>
          <p:nvPr/>
        </p:nvCxnSpPr>
        <p:spPr>
          <a:xfrm>
            <a:off x="1179575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1" name="C1-E10 line 49" descr="sci-ppt:o049"/>
          <p:cNvCxnSpPr/>
          <p:nvPr/>
        </p:nvCxnSpPr>
        <p:spPr>
          <a:xfrm>
            <a:off x="1179575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2" name="C1-E10 text 50" descr="sci-ppt:o050"/>
          <p:cNvSpPr txBox="1"/>
          <p:nvPr/>
        </p:nvSpPr>
        <p:spPr>
          <a:xfrm>
            <a:off x="1133855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53" name="C1-E10 line 51" descr="sci-ppt:o051"/>
          <p:cNvCxnSpPr/>
          <p:nvPr/>
        </p:nvCxnSpPr>
        <p:spPr>
          <a:xfrm>
            <a:off x="661111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4" name="C1-E10 line 52" descr="sci-ppt:o052"/>
          <p:cNvCxnSpPr/>
          <p:nvPr/>
        </p:nvCxnSpPr>
        <p:spPr>
          <a:xfrm>
            <a:off x="6611112" y="40462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5" name="C1-E10 line 53" descr="sci-ppt:o053"/>
          <p:cNvCxnSpPr/>
          <p:nvPr/>
        </p:nvCxnSpPr>
        <p:spPr>
          <a:xfrm>
            <a:off x="6675120" y="4046220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6" name="C1-E10 text 54" descr="sci-ppt:o054"/>
          <p:cNvSpPr txBox="1"/>
          <p:nvPr/>
        </p:nvSpPr>
        <p:spPr>
          <a:xfrm>
            <a:off x="5806440" y="39639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-1.50</a:t>
            </a:r>
          </a:p>
        </p:txBody>
      </p:sp>
      <p:cxnSp>
        <p:nvCxnSpPr>
          <p:cNvPr id="57" name="C1-E10 line 55" descr="sci-ppt:o055"/>
          <p:cNvCxnSpPr/>
          <p:nvPr/>
        </p:nvCxnSpPr>
        <p:spPr>
          <a:xfrm>
            <a:off x="6611112" y="3154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8" name="C1-E10 line 56" descr="sci-ppt:o056"/>
          <p:cNvCxnSpPr/>
          <p:nvPr/>
        </p:nvCxnSpPr>
        <p:spPr>
          <a:xfrm>
            <a:off x="6675120" y="3154680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9" name="C1-E10 text 57" descr="sci-ppt:o057"/>
          <p:cNvSpPr txBox="1"/>
          <p:nvPr/>
        </p:nvSpPr>
        <p:spPr>
          <a:xfrm>
            <a:off x="5806440" y="3072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60" name="C1-E10 line 58" descr="sci-ppt:o058"/>
          <p:cNvCxnSpPr/>
          <p:nvPr/>
        </p:nvCxnSpPr>
        <p:spPr>
          <a:xfrm>
            <a:off x="6611112" y="22631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1" name="C1-E10 line 59" descr="sci-ppt:o059"/>
          <p:cNvCxnSpPr/>
          <p:nvPr/>
        </p:nvCxnSpPr>
        <p:spPr>
          <a:xfrm>
            <a:off x="6675120" y="2263140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2" name="C1-E10 text 60" descr="sci-ppt:o060"/>
          <p:cNvSpPr txBox="1"/>
          <p:nvPr/>
        </p:nvSpPr>
        <p:spPr>
          <a:xfrm>
            <a:off x="5806440" y="21808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1.50</a:t>
            </a:r>
          </a:p>
        </p:txBody>
      </p:sp>
      <p:cxnSp>
        <p:nvCxnSpPr>
          <p:cNvPr id="63" name="C1-E10 line 61" descr="sci-ppt:o061"/>
          <p:cNvCxnSpPr/>
          <p:nvPr/>
        </p:nvCxnSpPr>
        <p:spPr>
          <a:xfrm>
            <a:off x="661111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4" name="C1-E10 line 62" descr="sci-ppt:o062"/>
          <p:cNvCxnSpPr/>
          <p:nvPr/>
        </p:nvCxnSpPr>
        <p:spPr>
          <a:xfrm>
            <a:off x="6675120" y="1371600"/>
            <a:ext cx="51206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5" name="C1-E10 text 63" descr="sci-ppt:o063"/>
          <p:cNvSpPr txBox="1"/>
          <p:nvPr/>
        </p:nvSpPr>
        <p:spPr>
          <a:xfrm>
            <a:off x="580644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3.00</a:t>
            </a:r>
          </a:p>
        </p:txBody>
      </p:sp>
      <p:sp>
        <p:nvSpPr>
          <p:cNvPr id="66" name="C1-E10 text 64" descr="sci-ppt:o064"/>
          <p:cNvSpPr txBox="1"/>
          <p:nvPr/>
        </p:nvSpPr>
        <p:spPr>
          <a:xfrm>
            <a:off x="6675120" y="522122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67" name="C1-E10 text 65" descr="sci-ppt:o065"/>
          <p:cNvSpPr txBox="1"/>
          <p:nvPr/>
        </p:nvSpPr>
        <p:spPr>
          <a:xfrm>
            <a:off x="612648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power (mW)</a:t>
            </a:r>
          </a:p>
        </p:txBody>
      </p:sp>
      <p:cxnSp>
        <p:nvCxnSpPr>
          <p:cNvPr id="68" name="C1-E10 line 66" descr="sci-ppt:o066"/>
          <p:cNvCxnSpPr/>
          <p:nvPr/>
        </p:nvCxnSpPr>
        <p:spPr>
          <a:xfrm>
            <a:off x="6675120" y="3154680"/>
            <a:ext cx="5120639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69" name="C1-E10 polygon 67" descr="sci-ppt:o067"/>
          <p:cNvSpPr/>
          <p:nvPr/>
        </p:nvSpPr>
        <p:spPr>
          <a:xfrm>
            <a:off x="6675120" y="1870805"/>
            <a:ext cx="5120639" cy="1626618"/>
          </a:xfrm>
          <a:custGeom>
            <a:avLst/>
            <a:gdLst/>
            <a:ahLst/>
            <a:cxnLst/>
            <a:rect l="l" t="t" r="r" b="b"/>
            <a:pathLst>
              <a:path w="5120639" h="1626618">
                <a:moveTo>
                  <a:pt x="0" y="1278575"/>
                </a:moveTo>
                <a:lnTo>
                  <a:pt x="35853" y="991066"/>
                </a:lnTo>
                <a:lnTo>
                  <a:pt x="71706" y="718379"/>
                </a:lnTo>
                <a:lnTo>
                  <a:pt x="107560" y="481257"/>
                </a:lnTo>
                <a:lnTo>
                  <a:pt x="143413" y="289912"/>
                </a:lnTo>
                <a:lnTo>
                  <a:pt x="179267" y="148699"/>
                </a:lnTo>
                <a:lnTo>
                  <a:pt x="215120" y="56765"/>
                </a:lnTo>
                <a:lnTo>
                  <a:pt x="250974" y="9468"/>
                </a:lnTo>
                <a:lnTo>
                  <a:pt x="286827" y="0"/>
                </a:lnTo>
                <a:lnTo>
                  <a:pt x="322680" y="20783"/>
                </a:lnTo>
                <a:lnTo>
                  <a:pt x="358534" y="64470"/>
                </a:lnTo>
                <a:lnTo>
                  <a:pt x="394387" y="124529"/>
                </a:lnTo>
                <a:lnTo>
                  <a:pt x="430241" y="195498"/>
                </a:lnTo>
                <a:lnTo>
                  <a:pt x="466094" y="273018"/>
                </a:lnTo>
                <a:lnTo>
                  <a:pt x="501948" y="353745"/>
                </a:lnTo>
                <a:lnTo>
                  <a:pt x="537801" y="435195"/>
                </a:lnTo>
                <a:lnTo>
                  <a:pt x="573655" y="515589"/>
                </a:lnTo>
                <a:lnTo>
                  <a:pt x="609508" y="593696"/>
                </a:lnTo>
                <a:lnTo>
                  <a:pt x="645361" y="668705"/>
                </a:lnTo>
                <a:lnTo>
                  <a:pt x="681215" y="740122"/>
                </a:lnTo>
                <a:lnTo>
                  <a:pt x="717068" y="807675"/>
                </a:lnTo>
                <a:lnTo>
                  <a:pt x="752922" y="871262"/>
                </a:lnTo>
                <a:lnTo>
                  <a:pt x="788775" y="930891"/>
                </a:lnTo>
                <a:lnTo>
                  <a:pt x="824629" y="986648"/>
                </a:lnTo>
                <a:lnTo>
                  <a:pt x="860482" y="1038671"/>
                </a:lnTo>
                <a:lnTo>
                  <a:pt x="896336" y="1087127"/>
                </a:lnTo>
                <a:lnTo>
                  <a:pt x="932189" y="1132203"/>
                </a:lnTo>
                <a:lnTo>
                  <a:pt x="968042" y="1174091"/>
                </a:lnTo>
                <a:lnTo>
                  <a:pt x="1003896" y="1212984"/>
                </a:lnTo>
                <a:lnTo>
                  <a:pt x="1039749" y="1249071"/>
                </a:lnTo>
                <a:lnTo>
                  <a:pt x="1075603" y="1282536"/>
                </a:lnTo>
                <a:lnTo>
                  <a:pt x="1111456" y="1313552"/>
                </a:lnTo>
                <a:lnTo>
                  <a:pt x="1147310" y="1342283"/>
                </a:lnTo>
                <a:lnTo>
                  <a:pt x="1183163" y="1368883"/>
                </a:lnTo>
                <a:lnTo>
                  <a:pt x="1219017" y="1393496"/>
                </a:lnTo>
                <a:lnTo>
                  <a:pt x="1254870" y="1416255"/>
                </a:lnTo>
                <a:lnTo>
                  <a:pt x="1290723" y="1437285"/>
                </a:lnTo>
                <a:lnTo>
                  <a:pt x="1326577" y="1456700"/>
                </a:lnTo>
                <a:lnTo>
                  <a:pt x="1362430" y="1474607"/>
                </a:lnTo>
                <a:lnTo>
                  <a:pt x="1398284" y="1491104"/>
                </a:lnTo>
                <a:lnTo>
                  <a:pt x="1434137" y="1506282"/>
                </a:lnTo>
                <a:lnTo>
                  <a:pt x="1469991" y="1520226"/>
                </a:lnTo>
                <a:lnTo>
                  <a:pt x="1505844" y="1533012"/>
                </a:lnTo>
                <a:lnTo>
                  <a:pt x="1541698" y="1544713"/>
                </a:lnTo>
                <a:lnTo>
                  <a:pt x="1577551" y="1555394"/>
                </a:lnTo>
                <a:lnTo>
                  <a:pt x="1613404" y="1565118"/>
                </a:lnTo>
                <a:lnTo>
                  <a:pt x="1649258" y="1573941"/>
                </a:lnTo>
                <a:lnTo>
                  <a:pt x="1685111" y="1581916"/>
                </a:lnTo>
                <a:lnTo>
                  <a:pt x="1720965" y="1589091"/>
                </a:lnTo>
                <a:lnTo>
                  <a:pt x="1756818" y="1595513"/>
                </a:lnTo>
                <a:lnTo>
                  <a:pt x="1792672" y="1601223"/>
                </a:lnTo>
                <a:lnTo>
                  <a:pt x="1828525" y="1606260"/>
                </a:lnTo>
                <a:lnTo>
                  <a:pt x="1864379" y="1610661"/>
                </a:lnTo>
                <a:lnTo>
                  <a:pt x="1900232" y="1614461"/>
                </a:lnTo>
                <a:lnTo>
                  <a:pt x="1936085" y="1617689"/>
                </a:lnTo>
                <a:lnTo>
                  <a:pt x="1971939" y="1620378"/>
                </a:lnTo>
                <a:lnTo>
                  <a:pt x="2007792" y="1622553"/>
                </a:lnTo>
                <a:lnTo>
                  <a:pt x="2043646" y="1624241"/>
                </a:lnTo>
                <a:lnTo>
                  <a:pt x="2079499" y="1625466"/>
                </a:lnTo>
                <a:lnTo>
                  <a:pt x="2115353" y="1626251"/>
                </a:lnTo>
                <a:lnTo>
                  <a:pt x="2151206" y="1626618"/>
                </a:lnTo>
                <a:lnTo>
                  <a:pt x="2187060" y="1626586"/>
                </a:lnTo>
                <a:lnTo>
                  <a:pt x="2222913" y="1626174"/>
                </a:lnTo>
                <a:lnTo>
                  <a:pt x="2258766" y="1625400"/>
                </a:lnTo>
                <a:lnTo>
                  <a:pt x="2294620" y="1624281"/>
                </a:lnTo>
                <a:lnTo>
                  <a:pt x="2330473" y="1622832"/>
                </a:lnTo>
                <a:lnTo>
                  <a:pt x="2366327" y="1621069"/>
                </a:lnTo>
                <a:lnTo>
                  <a:pt x="2402180" y="1619005"/>
                </a:lnTo>
                <a:lnTo>
                  <a:pt x="2438034" y="1616655"/>
                </a:lnTo>
                <a:lnTo>
                  <a:pt x="2473887" y="1614030"/>
                </a:lnTo>
                <a:lnTo>
                  <a:pt x="2509741" y="1611143"/>
                </a:lnTo>
                <a:lnTo>
                  <a:pt x="2545594" y="1608004"/>
                </a:lnTo>
                <a:lnTo>
                  <a:pt x="2581447" y="1604626"/>
                </a:lnTo>
                <a:lnTo>
                  <a:pt x="2617301" y="1601018"/>
                </a:lnTo>
                <a:lnTo>
                  <a:pt x="2653154" y="1597190"/>
                </a:lnTo>
                <a:lnTo>
                  <a:pt x="2689008" y="1593151"/>
                </a:lnTo>
                <a:lnTo>
                  <a:pt x="2724861" y="1588911"/>
                </a:lnTo>
                <a:lnTo>
                  <a:pt x="2760715" y="1584477"/>
                </a:lnTo>
                <a:lnTo>
                  <a:pt x="2796568" y="1579858"/>
                </a:lnTo>
                <a:lnTo>
                  <a:pt x="2832422" y="1575062"/>
                </a:lnTo>
                <a:lnTo>
                  <a:pt x="2868275" y="1570096"/>
                </a:lnTo>
                <a:lnTo>
                  <a:pt x="2904128" y="1564968"/>
                </a:lnTo>
                <a:lnTo>
                  <a:pt x="2939982" y="1559684"/>
                </a:lnTo>
                <a:lnTo>
                  <a:pt x="2975835" y="1554250"/>
                </a:lnTo>
                <a:lnTo>
                  <a:pt x="3011689" y="1548674"/>
                </a:lnTo>
                <a:lnTo>
                  <a:pt x="3047542" y="1542961"/>
                </a:lnTo>
                <a:lnTo>
                  <a:pt x="3083396" y="1537117"/>
                </a:lnTo>
                <a:lnTo>
                  <a:pt x="3119249" y="1531148"/>
                </a:lnTo>
                <a:lnTo>
                  <a:pt x="3155103" y="1525060"/>
                </a:lnTo>
                <a:lnTo>
                  <a:pt x="3190956" y="1518857"/>
                </a:lnTo>
                <a:lnTo>
                  <a:pt x="3226809" y="1512545"/>
                </a:lnTo>
                <a:lnTo>
                  <a:pt x="3262663" y="1506128"/>
                </a:lnTo>
                <a:lnTo>
                  <a:pt x="3298516" y="1499612"/>
                </a:lnTo>
                <a:lnTo>
                  <a:pt x="3334370" y="1493002"/>
                </a:lnTo>
                <a:lnTo>
                  <a:pt x="3370223" y="1486301"/>
                </a:lnTo>
                <a:lnTo>
                  <a:pt x="3406077" y="1479514"/>
                </a:lnTo>
                <a:lnTo>
                  <a:pt x="3441930" y="1472645"/>
                </a:lnTo>
                <a:lnTo>
                  <a:pt x="3477784" y="1465699"/>
                </a:lnTo>
                <a:lnTo>
                  <a:pt x="3513637" y="1458680"/>
                </a:lnTo>
                <a:lnTo>
                  <a:pt x="3549490" y="1451591"/>
                </a:lnTo>
                <a:lnTo>
                  <a:pt x="3585344" y="1444436"/>
                </a:lnTo>
                <a:lnTo>
                  <a:pt x="3621197" y="1437220"/>
                </a:lnTo>
                <a:lnTo>
                  <a:pt x="3657051" y="1429946"/>
                </a:lnTo>
                <a:lnTo>
                  <a:pt x="3692904" y="1422617"/>
                </a:lnTo>
                <a:lnTo>
                  <a:pt x="3728758" y="1415238"/>
                </a:lnTo>
                <a:lnTo>
                  <a:pt x="3764611" y="1407811"/>
                </a:lnTo>
                <a:lnTo>
                  <a:pt x="3800464" y="1400340"/>
                </a:lnTo>
                <a:lnTo>
                  <a:pt x="3836318" y="1392829"/>
                </a:lnTo>
                <a:lnTo>
                  <a:pt x="3872171" y="1385280"/>
                </a:lnTo>
                <a:lnTo>
                  <a:pt x="3908025" y="1377698"/>
                </a:lnTo>
                <a:lnTo>
                  <a:pt x="3943878" y="1370085"/>
                </a:lnTo>
                <a:lnTo>
                  <a:pt x="3979732" y="1362444"/>
                </a:lnTo>
                <a:lnTo>
                  <a:pt x="4015585" y="1354779"/>
                </a:lnTo>
                <a:lnTo>
                  <a:pt x="4051439" y="1347092"/>
                </a:lnTo>
                <a:lnTo>
                  <a:pt x="4087292" y="1339388"/>
                </a:lnTo>
                <a:lnTo>
                  <a:pt x="4123145" y="1331668"/>
                </a:lnTo>
                <a:lnTo>
                  <a:pt x="4158999" y="1323937"/>
                </a:lnTo>
                <a:lnTo>
                  <a:pt x="4194852" y="1316196"/>
                </a:lnTo>
                <a:lnTo>
                  <a:pt x="4230706" y="1308450"/>
                </a:lnTo>
                <a:lnTo>
                  <a:pt x="4266559" y="1300700"/>
                </a:lnTo>
                <a:lnTo>
                  <a:pt x="4302413" y="1292951"/>
                </a:lnTo>
                <a:lnTo>
                  <a:pt x="4338266" y="1285205"/>
                </a:lnTo>
                <a:lnTo>
                  <a:pt x="4374120" y="1277464"/>
                </a:lnTo>
                <a:lnTo>
                  <a:pt x="4409973" y="1269733"/>
                </a:lnTo>
                <a:lnTo>
                  <a:pt x="4445826" y="1262013"/>
                </a:lnTo>
                <a:lnTo>
                  <a:pt x="4481680" y="1254309"/>
                </a:lnTo>
                <a:lnTo>
                  <a:pt x="4517533" y="1246622"/>
                </a:lnTo>
                <a:lnTo>
                  <a:pt x="4553387" y="1238957"/>
                </a:lnTo>
                <a:lnTo>
                  <a:pt x="4589240" y="1231315"/>
                </a:lnTo>
                <a:lnTo>
                  <a:pt x="4625094" y="1223701"/>
                </a:lnTo>
                <a:lnTo>
                  <a:pt x="4660947" y="1216117"/>
                </a:lnTo>
                <a:lnTo>
                  <a:pt x="4696801" y="1208565"/>
                </a:lnTo>
                <a:lnTo>
                  <a:pt x="4732654" y="1201050"/>
                </a:lnTo>
                <a:lnTo>
                  <a:pt x="4768507" y="1193575"/>
                </a:lnTo>
                <a:lnTo>
                  <a:pt x="4804361" y="1186142"/>
                </a:lnTo>
                <a:lnTo>
                  <a:pt x="4840214" y="1178755"/>
                </a:lnTo>
                <a:lnTo>
                  <a:pt x="4876068" y="1171418"/>
                </a:lnTo>
                <a:lnTo>
                  <a:pt x="4911921" y="1164132"/>
                </a:lnTo>
                <a:lnTo>
                  <a:pt x="4947775" y="1156903"/>
                </a:lnTo>
                <a:lnTo>
                  <a:pt x="4983628" y="1149732"/>
                </a:lnTo>
                <a:lnTo>
                  <a:pt x="5019482" y="1142625"/>
                </a:lnTo>
                <a:lnTo>
                  <a:pt x="5055335" y="1135583"/>
                </a:lnTo>
                <a:lnTo>
                  <a:pt x="5091188" y="1128612"/>
                </a:lnTo>
                <a:lnTo>
                  <a:pt x="5120639" y="1123063"/>
                </a:lnTo>
              </a:path>
            </a:pathLst>
          </a:custGeom>
          <a:noFill/>
          <a:ln w="406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C1-E10 polygon 68" descr="sci-ppt:o068"/>
          <p:cNvSpPr/>
          <p:nvPr/>
        </p:nvSpPr>
        <p:spPr>
          <a:xfrm>
            <a:off x="6675120" y="1870799"/>
            <a:ext cx="5120639" cy="1626624"/>
          </a:xfrm>
          <a:custGeom>
            <a:avLst/>
            <a:gdLst/>
            <a:ahLst/>
            <a:cxnLst/>
            <a:rect l="l" t="t" r="r" b="b"/>
            <a:pathLst>
              <a:path w="5120639" h="1626624">
                <a:moveTo>
                  <a:pt x="0" y="1283881"/>
                </a:moveTo>
                <a:lnTo>
                  <a:pt x="35853" y="991068"/>
                </a:lnTo>
                <a:lnTo>
                  <a:pt x="71706" y="718377"/>
                </a:lnTo>
                <a:lnTo>
                  <a:pt x="107560" y="481253"/>
                </a:lnTo>
                <a:lnTo>
                  <a:pt x="143413" y="289907"/>
                </a:lnTo>
                <a:lnTo>
                  <a:pt x="179267" y="148695"/>
                </a:lnTo>
                <a:lnTo>
                  <a:pt x="215120" y="56761"/>
                </a:lnTo>
                <a:lnTo>
                  <a:pt x="250974" y="9466"/>
                </a:lnTo>
                <a:lnTo>
                  <a:pt x="286827" y="0"/>
                </a:lnTo>
                <a:lnTo>
                  <a:pt x="322680" y="20784"/>
                </a:lnTo>
                <a:lnTo>
                  <a:pt x="358534" y="64473"/>
                </a:lnTo>
                <a:lnTo>
                  <a:pt x="394387" y="124533"/>
                </a:lnTo>
                <a:lnTo>
                  <a:pt x="430241" y="195502"/>
                </a:lnTo>
                <a:lnTo>
                  <a:pt x="466094" y="273024"/>
                </a:lnTo>
                <a:lnTo>
                  <a:pt x="501948" y="353751"/>
                </a:lnTo>
                <a:lnTo>
                  <a:pt x="537801" y="435202"/>
                </a:lnTo>
                <a:lnTo>
                  <a:pt x="573655" y="515595"/>
                </a:lnTo>
                <a:lnTo>
                  <a:pt x="609508" y="593702"/>
                </a:lnTo>
                <a:lnTo>
                  <a:pt x="645361" y="668712"/>
                </a:lnTo>
                <a:lnTo>
                  <a:pt x="681215" y="740128"/>
                </a:lnTo>
                <a:lnTo>
                  <a:pt x="717068" y="807682"/>
                </a:lnTo>
                <a:lnTo>
                  <a:pt x="752922" y="871269"/>
                </a:lnTo>
                <a:lnTo>
                  <a:pt x="788775" y="930898"/>
                </a:lnTo>
                <a:lnTo>
                  <a:pt x="824629" y="986655"/>
                </a:lnTo>
                <a:lnTo>
                  <a:pt x="860482" y="1038678"/>
                </a:lnTo>
                <a:lnTo>
                  <a:pt x="896336" y="1087134"/>
                </a:lnTo>
                <a:lnTo>
                  <a:pt x="932189" y="1132210"/>
                </a:lnTo>
                <a:lnTo>
                  <a:pt x="968042" y="1174097"/>
                </a:lnTo>
                <a:lnTo>
                  <a:pt x="1003896" y="1212990"/>
                </a:lnTo>
                <a:lnTo>
                  <a:pt x="1039749" y="1249078"/>
                </a:lnTo>
                <a:lnTo>
                  <a:pt x="1075603" y="1282543"/>
                </a:lnTo>
                <a:lnTo>
                  <a:pt x="1111456" y="1313559"/>
                </a:lnTo>
                <a:lnTo>
                  <a:pt x="1147310" y="1342290"/>
                </a:lnTo>
                <a:lnTo>
                  <a:pt x="1183163" y="1368890"/>
                </a:lnTo>
                <a:lnTo>
                  <a:pt x="1219017" y="1393502"/>
                </a:lnTo>
                <a:lnTo>
                  <a:pt x="1254870" y="1416261"/>
                </a:lnTo>
                <a:lnTo>
                  <a:pt x="1290723" y="1437291"/>
                </a:lnTo>
                <a:lnTo>
                  <a:pt x="1326577" y="1456706"/>
                </a:lnTo>
                <a:lnTo>
                  <a:pt x="1362430" y="1474613"/>
                </a:lnTo>
                <a:lnTo>
                  <a:pt x="1398284" y="1491110"/>
                </a:lnTo>
                <a:lnTo>
                  <a:pt x="1434137" y="1506288"/>
                </a:lnTo>
                <a:lnTo>
                  <a:pt x="1469991" y="1520232"/>
                </a:lnTo>
                <a:lnTo>
                  <a:pt x="1505844" y="1533018"/>
                </a:lnTo>
                <a:lnTo>
                  <a:pt x="1541698" y="1544719"/>
                </a:lnTo>
                <a:lnTo>
                  <a:pt x="1577551" y="1555400"/>
                </a:lnTo>
                <a:lnTo>
                  <a:pt x="1613404" y="1565124"/>
                </a:lnTo>
                <a:lnTo>
                  <a:pt x="1649258" y="1573947"/>
                </a:lnTo>
                <a:lnTo>
                  <a:pt x="1685111" y="1581922"/>
                </a:lnTo>
                <a:lnTo>
                  <a:pt x="1720965" y="1589097"/>
                </a:lnTo>
                <a:lnTo>
                  <a:pt x="1756818" y="1595519"/>
                </a:lnTo>
                <a:lnTo>
                  <a:pt x="1792672" y="1601229"/>
                </a:lnTo>
                <a:lnTo>
                  <a:pt x="1828525" y="1606266"/>
                </a:lnTo>
                <a:lnTo>
                  <a:pt x="1864379" y="1610667"/>
                </a:lnTo>
                <a:lnTo>
                  <a:pt x="1900232" y="1614467"/>
                </a:lnTo>
                <a:lnTo>
                  <a:pt x="1936085" y="1617696"/>
                </a:lnTo>
                <a:lnTo>
                  <a:pt x="1971939" y="1620384"/>
                </a:lnTo>
                <a:lnTo>
                  <a:pt x="2007792" y="1622559"/>
                </a:lnTo>
                <a:lnTo>
                  <a:pt x="2043646" y="1624247"/>
                </a:lnTo>
                <a:lnTo>
                  <a:pt x="2079499" y="1625472"/>
                </a:lnTo>
                <a:lnTo>
                  <a:pt x="2115353" y="1626258"/>
                </a:lnTo>
                <a:lnTo>
                  <a:pt x="2151206" y="1626624"/>
                </a:lnTo>
                <a:lnTo>
                  <a:pt x="2187060" y="1626592"/>
                </a:lnTo>
                <a:lnTo>
                  <a:pt x="2222913" y="1626180"/>
                </a:lnTo>
                <a:lnTo>
                  <a:pt x="2258766" y="1625406"/>
                </a:lnTo>
                <a:lnTo>
                  <a:pt x="2294620" y="1624287"/>
                </a:lnTo>
                <a:lnTo>
                  <a:pt x="2330473" y="1622838"/>
                </a:lnTo>
                <a:lnTo>
                  <a:pt x="2366327" y="1621075"/>
                </a:lnTo>
                <a:lnTo>
                  <a:pt x="2402180" y="1619011"/>
                </a:lnTo>
                <a:lnTo>
                  <a:pt x="2438034" y="1616661"/>
                </a:lnTo>
                <a:lnTo>
                  <a:pt x="2473887" y="1614036"/>
                </a:lnTo>
                <a:lnTo>
                  <a:pt x="2509741" y="1611149"/>
                </a:lnTo>
                <a:lnTo>
                  <a:pt x="2545594" y="1608011"/>
                </a:lnTo>
                <a:lnTo>
                  <a:pt x="2581447" y="1604632"/>
                </a:lnTo>
                <a:lnTo>
                  <a:pt x="2617301" y="1601024"/>
                </a:lnTo>
                <a:lnTo>
                  <a:pt x="2653154" y="1597196"/>
                </a:lnTo>
                <a:lnTo>
                  <a:pt x="2689008" y="1593157"/>
                </a:lnTo>
                <a:lnTo>
                  <a:pt x="2724861" y="1588917"/>
                </a:lnTo>
                <a:lnTo>
                  <a:pt x="2760715" y="1584483"/>
                </a:lnTo>
                <a:lnTo>
                  <a:pt x="2796568" y="1579864"/>
                </a:lnTo>
                <a:lnTo>
                  <a:pt x="2832422" y="1575068"/>
                </a:lnTo>
                <a:lnTo>
                  <a:pt x="2868275" y="1570102"/>
                </a:lnTo>
                <a:lnTo>
                  <a:pt x="2904128" y="1564974"/>
                </a:lnTo>
                <a:lnTo>
                  <a:pt x="2939982" y="1559690"/>
                </a:lnTo>
                <a:lnTo>
                  <a:pt x="2975835" y="1554256"/>
                </a:lnTo>
                <a:lnTo>
                  <a:pt x="3011689" y="1548680"/>
                </a:lnTo>
                <a:lnTo>
                  <a:pt x="3047542" y="1542967"/>
                </a:lnTo>
                <a:lnTo>
                  <a:pt x="3083396" y="1537123"/>
                </a:lnTo>
                <a:lnTo>
                  <a:pt x="3119249" y="1531154"/>
                </a:lnTo>
                <a:lnTo>
                  <a:pt x="3155103" y="1525066"/>
                </a:lnTo>
                <a:lnTo>
                  <a:pt x="3190956" y="1518863"/>
                </a:lnTo>
                <a:lnTo>
                  <a:pt x="3226809" y="1512551"/>
                </a:lnTo>
                <a:lnTo>
                  <a:pt x="3262663" y="1506134"/>
                </a:lnTo>
                <a:lnTo>
                  <a:pt x="3298516" y="1499618"/>
                </a:lnTo>
                <a:lnTo>
                  <a:pt x="3334370" y="1493008"/>
                </a:lnTo>
                <a:lnTo>
                  <a:pt x="3370223" y="1486307"/>
                </a:lnTo>
                <a:lnTo>
                  <a:pt x="3406077" y="1479520"/>
                </a:lnTo>
                <a:lnTo>
                  <a:pt x="3441930" y="1472651"/>
                </a:lnTo>
                <a:lnTo>
                  <a:pt x="3477784" y="1465705"/>
                </a:lnTo>
                <a:lnTo>
                  <a:pt x="3513637" y="1458686"/>
                </a:lnTo>
                <a:lnTo>
                  <a:pt x="3549490" y="1451597"/>
                </a:lnTo>
                <a:lnTo>
                  <a:pt x="3585344" y="1444442"/>
                </a:lnTo>
                <a:lnTo>
                  <a:pt x="3621197" y="1437226"/>
                </a:lnTo>
                <a:lnTo>
                  <a:pt x="3657051" y="1429952"/>
                </a:lnTo>
                <a:lnTo>
                  <a:pt x="3692904" y="1422623"/>
                </a:lnTo>
                <a:lnTo>
                  <a:pt x="3728758" y="1415244"/>
                </a:lnTo>
                <a:lnTo>
                  <a:pt x="3764611" y="1407817"/>
                </a:lnTo>
                <a:lnTo>
                  <a:pt x="3800464" y="1400346"/>
                </a:lnTo>
                <a:lnTo>
                  <a:pt x="3836318" y="1392835"/>
                </a:lnTo>
                <a:lnTo>
                  <a:pt x="3872171" y="1385286"/>
                </a:lnTo>
                <a:lnTo>
                  <a:pt x="3908025" y="1377704"/>
                </a:lnTo>
                <a:lnTo>
                  <a:pt x="3943878" y="1370091"/>
                </a:lnTo>
                <a:lnTo>
                  <a:pt x="3979732" y="1362450"/>
                </a:lnTo>
                <a:lnTo>
                  <a:pt x="4015585" y="1354785"/>
                </a:lnTo>
                <a:lnTo>
                  <a:pt x="4051439" y="1347098"/>
                </a:lnTo>
                <a:lnTo>
                  <a:pt x="4087292" y="1339394"/>
                </a:lnTo>
                <a:lnTo>
                  <a:pt x="4123145" y="1331674"/>
                </a:lnTo>
                <a:lnTo>
                  <a:pt x="4158999" y="1323943"/>
                </a:lnTo>
                <a:lnTo>
                  <a:pt x="4194852" y="1316202"/>
                </a:lnTo>
                <a:lnTo>
                  <a:pt x="4230706" y="1308456"/>
                </a:lnTo>
                <a:lnTo>
                  <a:pt x="4266559" y="1300706"/>
                </a:lnTo>
                <a:lnTo>
                  <a:pt x="4302413" y="1292957"/>
                </a:lnTo>
                <a:lnTo>
                  <a:pt x="4338266" y="1285211"/>
                </a:lnTo>
                <a:lnTo>
                  <a:pt x="4374120" y="1277470"/>
                </a:lnTo>
                <a:lnTo>
                  <a:pt x="4409973" y="1269739"/>
                </a:lnTo>
                <a:lnTo>
                  <a:pt x="4445826" y="1262019"/>
                </a:lnTo>
                <a:lnTo>
                  <a:pt x="4481680" y="1254315"/>
                </a:lnTo>
                <a:lnTo>
                  <a:pt x="4517533" y="1246628"/>
                </a:lnTo>
                <a:lnTo>
                  <a:pt x="4553387" y="1238963"/>
                </a:lnTo>
                <a:lnTo>
                  <a:pt x="4589240" y="1231321"/>
                </a:lnTo>
                <a:lnTo>
                  <a:pt x="4625094" y="1223707"/>
                </a:lnTo>
                <a:lnTo>
                  <a:pt x="4660947" y="1216123"/>
                </a:lnTo>
                <a:lnTo>
                  <a:pt x="4696801" y="1208571"/>
                </a:lnTo>
                <a:lnTo>
                  <a:pt x="4732654" y="1201056"/>
                </a:lnTo>
                <a:lnTo>
                  <a:pt x="4768507" y="1193581"/>
                </a:lnTo>
                <a:lnTo>
                  <a:pt x="4804361" y="1186148"/>
                </a:lnTo>
                <a:lnTo>
                  <a:pt x="4840214" y="1178761"/>
                </a:lnTo>
                <a:lnTo>
                  <a:pt x="4876068" y="1171424"/>
                </a:lnTo>
                <a:lnTo>
                  <a:pt x="4911921" y="1164138"/>
                </a:lnTo>
                <a:lnTo>
                  <a:pt x="4947775" y="1156909"/>
                </a:lnTo>
                <a:lnTo>
                  <a:pt x="4983628" y="1149738"/>
                </a:lnTo>
                <a:lnTo>
                  <a:pt x="5019482" y="1142631"/>
                </a:lnTo>
                <a:lnTo>
                  <a:pt x="5055335" y="1135589"/>
                </a:lnTo>
                <a:lnTo>
                  <a:pt x="5091188" y="1128618"/>
                </a:lnTo>
                <a:lnTo>
                  <a:pt x="5120639" y="1122946"/>
                </a:lnTo>
              </a:path>
            </a:pathLst>
          </a:custGeom>
          <a:noFill/>
          <a:ln w="20320">
            <a:solidFill>
              <a:srgbClr val="FFFFF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C1-E10 polygon 69" descr="sci-ppt:o069"/>
          <p:cNvSpPr/>
          <p:nvPr/>
        </p:nvSpPr>
        <p:spPr>
          <a:xfrm>
            <a:off x="6675120" y="3063131"/>
            <a:ext cx="5120639" cy="113428"/>
          </a:xfrm>
          <a:custGeom>
            <a:avLst/>
            <a:gdLst/>
            <a:ahLst/>
            <a:cxnLst/>
            <a:rect l="l" t="t" r="r" b="b"/>
            <a:pathLst>
              <a:path w="5120639" h="113428">
                <a:moveTo>
                  <a:pt x="0" y="91373"/>
                </a:moveTo>
                <a:lnTo>
                  <a:pt x="35853" y="81767"/>
                </a:lnTo>
                <a:lnTo>
                  <a:pt x="71706" y="72214"/>
                </a:lnTo>
                <a:lnTo>
                  <a:pt x="107560" y="63082"/>
                </a:lnTo>
                <a:lnTo>
                  <a:pt x="143413" y="54523"/>
                </a:lnTo>
                <a:lnTo>
                  <a:pt x="179267" y="46647"/>
                </a:lnTo>
                <a:lnTo>
                  <a:pt x="215120" y="39514"/>
                </a:lnTo>
                <a:lnTo>
                  <a:pt x="250974" y="33146"/>
                </a:lnTo>
                <a:lnTo>
                  <a:pt x="286827" y="27531"/>
                </a:lnTo>
                <a:lnTo>
                  <a:pt x="322680" y="22632"/>
                </a:lnTo>
                <a:lnTo>
                  <a:pt x="358534" y="18399"/>
                </a:lnTo>
                <a:lnTo>
                  <a:pt x="394387" y="14774"/>
                </a:lnTo>
                <a:lnTo>
                  <a:pt x="430241" y="11695"/>
                </a:lnTo>
                <a:lnTo>
                  <a:pt x="466094" y="9105"/>
                </a:lnTo>
                <a:lnTo>
                  <a:pt x="501948" y="6945"/>
                </a:lnTo>
                <a:lnTo>
                  <a:pt x="537801" y="5165"/>
                </a:lnTo>
                <a:lnTo>
                  <a:pt x="573655" y="3717"/>
                </a:lnTo>
                <a:lnTo>
                  <a:pt x="609508" y="2562"/>
                </a:lnTo>
                <a:lnTo>
                  <a:pt x="645361" y="1661"/>
                </a:lnTo>
                <a:lnTo>
                  <a:pt x="681215" y="984"/>
                </a:lnTo>
                <a:lnTo>
                  <a:pt x="717068" y="502"/>
                </a:lnTo>
                <a:lnTo>
                  <a:pt x="752922" y="191"/>
                </a:lnTo>
                <a:lnTo>
                  <a:pt x="788775" y="30"/>
                </a:lnTo>
                <a:lnTo>
                  <a:pt x="824629" y="0"/>
                </a:lnTo>
                <a:lnTo>
                  <a:pt x="860482" y="86"/>
                </a:lnTo>
                <a:lnTo>
                  <a:pt x="896336" y="275"/>
                </a:lnTo>
                <a:lnTo>
                  <a:pt x="932189" y="553"/>
                </a:lnTo>
                <a:lnTo>
                  <a:pt x="968042" y="911"/>
                </a:lnTo>
                <a:lnTo>
                  <a:pt x="1003896" y="1339"/>
                </a:lnTo>
                <a:lnTo>
                  <a:pt x="1039749" y="1830"/>
                </a:lnTo>
                <a:lnTo>
                  <a:pt x="1075603" y="2376"/>
                </a:lnTo>
                <a:lnTo>
                  <a:pt x="1111456" y="2971"/>
                </a:lnTo>
                <a:lnTo>
                  <a:pt x="1147310" y="3611"/>
                </a:lnTo>
                <a:lnTo>
                  <a:pt x="1183163" y="4290"/>
                </a:lnTo>
                <a:lnTo>
                  <a:pt x="1219017" y="5004"/>
                </a:lnTo>
                <a:lnTo>
                  <a:pt x="1254870" y="5749"/>
                </a:lnTo>
                <a:lnTo>
                  <a:pt x="1290723" y="6523"/>
                </a:lnTo>
                <a:lnTo>
                  <a:pt x="1326577" y="7322"/>
                </a:lnTo>
                <a:lnTo>
                  <a:pt x="1362430" y="8143"/>
                </a:lnTo>
                <a:lnTo>
                  <a:pt x="1398284" y="8985"/>
                </a:lnTo>
                <a:lnTo>
                  <a:pt x="1434137" y="9846"/>
                </a:lnTo>
                <a:lnTo>
                  <a:pt x="1469991" y="10723"/>
                </a:lnTo>
                <a:lnTo>
                  <a:pt x="1505844" y="11615"/>
                </a:lnTo>
                <a:lnTo>
                  <a:pt x="1541698" y="12520"/>
                </a:lnTo>
                <a:lnTo>
                  <a:pt x="1577551" y="13438"/>
                </a:lnTo>
                <a:lnTo>
                  <a:pt x="1613404" y="14366"/>
                </a:lnTo>
                <a:lnTo>
                  <a:pt x="1649258" y="15305"/>
                </a:lnTo>
                <a:lnTo>
                  <a:pt x="1685111" y="16253"/>
                </a:lnTo>
                <a:lnTo>
                  <a:pt x="1720965" y="17209"/>
                </a:lnTo>
                <a:lnTo>
                  <a:pt x="1756818" y="18172"/>
                </a:lnTo>
                <a:lnTo>
                  <a:pt x="1792672" y="19141"/>
                </a:lnTo>
                <a:lnTo>
                  <a:pt x="1828525" y="20117"/>
                </a:lnTo>
                <a:lnTo>
                  <a:pt x="1864379" y="21099"/>
                </a:lnTo>
                <a:lnTo>
                  <a:pt x="1900232" y="22085"/>
                </a:lnTo>
                <a:lnTo>
                  <a:pt x="1936085" y="23075"/>
                </a:lnTo>
                <a:lnTo>
                  <a:pt x="1971939" y="24070"/>
                </a:lnTo>
                <a:lnTo>
                  <a:pt x="2007792" y="25069"/>
                </a:lnTo>
                <a:lnTo>
                  <a:pt x="2043646" y="26070"/>
                </a:lnTo>
                <a:lnTo>
                  <a:pt x="2079499" y="27075"/>
                </a:lnTo>
                <a:lnTo>
                  <a:pt x="2115353" y="28082"/>
                </a:lnTo>
                <a:lnTo>
                  <a:pt x="2151206" y="29092"/>
                </a:lnTo>
                <a:lnTo>
                  <a:pt x="2187060" y="30103"/>
                </a:lnTo>
                <a:lnTo>
                  <a:pt x="2222913" y="31117"/>
                </a:lnTo>
                <a:lnTo>
                  <a:pt x="2258766" y="32133"/>
                </a:lnTo>
                <a:lnTo>
                  <a:pt x="2294620" y="33150"/>
                </a:lnTo>
                <a:lnTo>
                  <a:pt x="2330473" y="34168"/>
                </a:lnTo>
                <a:lnTo>
                  <a:pt x="2366327" y="35187"/>
                </a:lnTo>
                <a:lnTo>
                  <a:pt x="2402180" y="36208"/>
                </a:lnTo>
                <a:lnTo>
                  <a:pt x="2438034" y="37230"/>
                </a:lnTo>
                <a:lnTo>
                  <a:pt x="2473887" y="38252"/>
                </a:lnTo>
                <a:lnTo>
                  <a:pt x="2509741" y="39275"/>
                </a:lnTo>
                <a:lnTo>
                  <a:pt x="2545594" y="40299"/>
                </a:lnTo>
                <a:lnTo>
                  <a:pt x="2581447" y="41323"/>
                </a:lnTo>
                <a:lnTo>
                  <a:pt x="2617301" y="42347"/>
                </a:lnTo>
                <a:lnTo>
                  <a:pt x="2653154" y="43372"/>
                </a:lnTo>
                <a:lnTo>
                  <a:pt x="2689008" y="44397"/>
                </a:lnTo>
                <a:lnTo>
                  <a:pt x="2724861" y="45423"/>
                </a:lnTo>
                <a:lnTo>
                  <a:pt x="2760715" y="46448"/>
                </a:lnTo>
                <a:lnTo>
                  <a:pt x="2796568" y="47474"/>
                </a:lnTo>
                <a:lnTo>
                  <a:pt x="2832422" y="48500"/>
                </a:lnTo>
                <a:lnTo>
                  <a:pt x="2868275" y="49526"/>
                </a:lnTo>
                <a:lnTo>
                  <a:pt x="2904128" y="50551"/>
                </a:lnTo>
                <a:lnTo>
                  <a:pt x="2939982" y="51577"/>
                </a:lnTo>
                <a:lnTo>
                  <a:pt x="2975835" y="52603"/>
                </a:lnTo>
                <a:lnTo>
                  <a:pt x="3011689" y="53628"/>
                </a:lnTo>
                <a:lnTo>
                  <a:pt x="3047542" y="54653"/>
                </a:lnTo>
                <a:lnTo>
                  <a:pt x="3083396" y="55678"/>
                </a:lnTo>
                <a:lnTo>
                  <a:pt x="3119249" y="56703"/>
                </a:lnTo>
                <a:lnTo>
                  <a:pt x="3155103" y="57728"/>
                </a:lnTo>
                <a:lnTo>
                  <a:pt x="3190956" y="58753"/>
                </a:lnTo>
                <a:lnTo>
                  <a:pt x="3226809" y="59777"/>
                </a:lnTo>
                <a:lnTo>
                  <a:pt x="3262663" y="60801"/>
                </a:lnTo>
                <a:lnTo>
                  <a:pt x="3298516" y="61824"/>
                </a:lnTo>
                <a:lnTo>
                  <a:pt x="3334370" y="62848"/>
                </a:lnTo>
                <a:lnTo>
                  <a:pt x="3370223" y="63871"/>
                </a:lnTo>
                <a:lnTo>
                  <a:pt x="3406077" y="64894"/>
                </a:lnTo>
                <a:lnTo>
                  <a:pt x="3441930" y="65916"/>
                </a:lnTo>
                <a:lnTo>
                  <a:pt x="3477784" y="66938"/>
                </a:lnTo>
                <a:lnTo>
                  <a:pt x="3513637" y="67960"/>
                </a:lnTo>
                <a:lnTo>
                  <a:pt x="3549490" y="68982"/>
                </a:lnTo>
                <a:lnTo>
                  <a:pt x="3585344" y="70003"/>
                </a:lnTo>
                <a:lnTo>
                  <a:pt x="3621197" y="71024"/>
                </a:lnTo>
                <a:lnTo>
                  <a:pt x="3657051" y="72045"/>
                </a:lnTo>
                <a:lnTo>
                  <a:pt x="3692904" y="73065"/>
                </a:lnTo>
                <a:lnTo>
                  <a:pt x="3728758" y="74085"/>
                </a:lnTo>
                <a:lnTo>
                  <a:pt x="3764611" y="75104"/>
                </a:lnTo>
                <a:lnTo>
                  <a:pt x="3800464" y="76124"/>
                </a:lnTo>
                <a:lnTo>
                  <a:pt x="3836318" y="77142"/>
                </a:lnTo>
                <a:lnTo>
                  <a:pt x="3872171" y="78161"/>
                </a:lnTo>
                <a:lnTo>
                  <a:pt x="3908025" y="79179"/>
                </a:lnTo>
                <a:lnTo>
                  <a:pt x="3943878" y="80197"/>
                </a:lnTo>
                <a:lnTo>
                  <a:pt x="3979732" y="81215"/>
                </a:lnTo>
                <a:lnTo>
                  <a:pt x="4015585" y="82232"/>
                </a:lnTo>
                <a:lnTo>
                  <a:pt x="4051439" y="83249"/>
                </a:lnTo>
                <a:lnTo>
                  <a:pt x="4087292" y="84266"/>
                </a:lnTo>
                <a:lnTo>
                  <a:pt x="4123145" y="85282"/>
                </a:lnTo>
                <a:lnTo>
                  <a:pt x="4158999" y="86298"/>
                </a:lnTo>
                <a:lnTo>
                  <a:pt x="4194852" y="87314"/>
                </a:lnTo>
                <a:lnTo>
                  <a:pt x="4230706" y="88330"/>
                </a:lnTo>
                <a:lnTo>
                  <a:pt x="4266559" y="89345"/>
                </a:lnTo>
                <a:lnTo>
                  <a:pt x="4302413" y="90360"/>
                </a:lnTo>
                <a:lnTo>
                  <a:pt x="4338266" y="91374"/>
                </a:lnTo>
                <a:lnTo>
                  <a:pt x="4374120" y="92389"/>
                </a:lnTo>
                <a:lnTo>
                  <a:pt x="4409973" y="93403"/>
                </a:lnTo>
                <a:lnTo>
                  <a:pt x="4445826" y="94416"/>
                </a:lnTo>
                <a:lnTo>
                  <a:pt x="4481680" y="95430"/>
                </a:lnTo>
                <a:lnTo>
                  <a:pt x="4517533" y="96443"/>
                </a:lnTo>
                <a:lnTo>
                  <a:pt x="4553387" y="97456"/>
                </a:lnTo>
                <a:lnTo>
                  <a:pt x="4589240" y="98469"/>
                </a:lnTo>
                <a:lnTo>
                  <a:pt x="4625094" y="99481"/>
                </a:lnTo>
                <a:lnTo>
                  <a:pt x="4660947" y="100493"/>
                </a:lnTo>
                <a:lnTo>
                  <a:pt x="4696801" y="101505"/>
                </a:lnTo>
                <a:lnTo>
                  <a:pt x="4732654" y="102517"/>
                </a:lnTo>
                <a:lnTo>
                  <a:pt x="4768507" y="103528"/>
                </a:lnTo>
                <a:lnTo>
                  <a:pt x="4804361" y="104539"/>
                </a:lnTo>
                <a:lnTo>
                  <a:pt x="4840214" y="105550"/>
                </a:lnTo>
                <a:lnTo>
                  <a:pt x="4876068" y="106560"/>
                </a:lnTo>
                <a:lnTo>
                  <a:pt x="4911921" y="107570"/>
                </a:lnTo>
                <a:lnTo>
                  <a:pt x="4947775" y="108580"/>
                </a:lnTo>
                <a:lnTo>
                  <a:pt x="4983628" y="109590"/>
                </a:lnTo>
                <a:lnTo>
                  <a:pt x="5019482" y="110599"/>
                </a:lnTo>
                <a:lnTo>
                  <a:pt x="5055335" y="111608"/>
                </a:lnTo>
                <a:lnTo>
                  <a:pt x="5091188" y="112617"/>
                </a:lnTo>
                <a:lnTo>
                  <a:pt x="5120639" y="113428"/>
                </a:lnTo>
              </a:path>
            </a:pathLst>
          </a:custGeom>
          <a:noFill/>
          <a:ln w="4064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C1-E10 polygon 70" descr="sci-ppt:o070"/>
          <p:cNvSpPr/>
          <p:nvPr/>
        </p:nvSpPr>
        <p:spPr>
          <a:xfrm>
            <a:off x="6675120" y="3063131"/>
            <a:ext cx="5120639" cy="113446"/>
          </a:xfrm>
          <a:custGeom>
            <a:avLst/>
            <a:gdLst/>
            <a:ahLst/>
            <a:cxnLst/>
            <a:rect l="l" t="t" r="r" b="b"/>
            <a:pathLst>
              <a:path w="5120639" h="113446">
                <a:moveTo>
                  <a:pt x="0" y="91549"/>
                </a:moveTo>
                <a:lnTo>
                  <a:pt x="35853" y="81767"/>
                </a:lnTo>
                <a:lnTo>
                  <a:pt x="71706" y="72214"/>
                </a:lnTo>
                <a:lnTo>
                  <a:pt x="107560" y="63082"/>
                </a:lnTo>
                <a:lnTo>
                  <a:pt x="143413" y="54523"/>
                </a:lnTo>
                <a:lnTo>
                  <a:pt x="179267" y="46646"/>
                </a:lnTo>
                <a:lnTo>
                  <a:pt x="215120" y="39514"/>
                </a:lnTo>
                <a:lnTo>
                  <a:pt x="250974" y="33146"/>
                </a:lnTo>
                <a:lnTo>
                  <a:pt x="286827" y="27531"/>
                </a:lnTo>
                <a:lnTo>
                  <a:pt x="322680" y="22632"/>
                </a:lnTo>
                <a:lnTo>
                  <a:pt x="358534" y="18399"/>
                </a:lnTo>
                <a:lnTo>
                  <a:pt x="394387" y="14774"/>
                </a:lnTo>
                <a:lnTo>
                  <a:pt x="430241" y="11695"/>
                </a:lnTo>
                <a:lnTo>
                  <a:pt x="466094" y="9104"/>
                </a:lnTo>
                <a:lnTo>
                  <a:pt x="501948" y="6945"/>
                </a:lnTo>
                <a:lnTo>
                  <a:pt x="537801" y="5165"/>
                </a:lnTo>
                <a:lnTo>
                  <a:pt x="573655" y="3717"/>
                </a:lnTo>
                <a:lnTo>
                  <a:pt x="609508" y="2562"/>
                </a:lnTo>
                <a:lnTo>
                  <a:pt x="645361" y="1661"/>
                </a:lnTo>
                <a:lnTo>
                  <a:pt x="681215" y="984"/>
                </a:lnTo>
                <a:lnTo>
                  <a:pt x="717068" y="502"/>
                </a:lnTo>
                <a:lnTo>
                  <a:pt x="752922" y="191"/>
                </a:lnTo>
                <a:lnTo>
                  <a:pt x="788775" y="30"/>
                </a:lnTo>
                <a:lnTo>
                  <a:pt x="824629" y="0"/>
                </a:lnTo>
                <a:lnTo>
                  <a:pt x="860482" y="86"/>
                </a:lnTo>
                <a:lnTo>
                  <a:pt x="896336" y="275"/>
                </a:lnTo>
                <a:lnTo>
                  <a:pt x="932189" y="553"/>
                </a:lnTo>
                <a:lnTo>
                  <a:pt x="968042" y="911"/>
                </a:lnTo>
                <a:lnTo>
                  <a:pt x="1003896" y="1339"/>
                </a:lnTo>
                <a:lnTo>
                  <a:pt x="1039749" y="1830"/>
                </a:lnTo>
                <a:lnTo>
                  <a:pt x="1075603" y="2376"/>
                </a:lnTo>
                <a:lnTo>
                  <a:pt x="1111456" y="2971"/>
                </a:lnTo>
                <a:lnTo>
                  <a:pt x="1147310" y="3611"/>
                </a:lnTo>
                <a:lnTo>
                  <a:pt x="1183163" y="4290"/>
                </a:lnTo>
                <a:lnTo>
                  <a:pt x="1219017" y="5004"/>
                </a:lnTo>
                <a:lnTo>
                  <a:pt x="1254870" y="5749"/>
                </a:lnTo>
                <a:lnTo>
                  <a:pt x="1290723" y="6523"/>
                </a:lnTo>
                <a:lnTo>
                  <a:pt x="1326577" y="7322"/>
                </a:lnTo>
                <a:lnTo>
                  <a:pt x="1362430" y="8143"/>
                </a:lnTo>
                <a:lnTo>
                  <a:pt x="1398284" y="8985"/>
                </a:lnTo>
                <a:lnTo>
                  <a:pt x="1434137" y="9846"/>
                </a:lnTo>
                <a:lnTo>
                  <a:pt x="1469991" y="10723"/>
                </a:lnTo>
                <a:lnTo>
                  <a:pt x="1505844" y="11615"/>
                </a:lnTo>
                <a:lnTo>
                  <a:pt x="1541698" y="12520"/>
                </a:lnTo>
                <a:lnTo>
                  <a:pt x="1577551" y="13438"/>
                </a:lnTo>
                <a:lnTo>
                  <a:pt x="1613404" y="14366"/>
                </a:lnTo>
                <a:lnTo>
                  <a:pt x="1649258" y="15305"/>
                </a:lnTo>
                <a:lnTo>
                  <a:pt x="1685111" y="16253"/>
                </a:lnTo>
                <a:lnTo>
                  <a:pt x="1720965" y="17209"/>
                </a:lnTo>
                <a:lnTo>
                  <a:pt x="1756818" y="18172"/>
                </a:lnTo>
                <a:lnTo>
                  <a:pt x="1792672" y="19141"/>
                </a:lnTo>
                <a:lnTo>
                  <a:pt x="1828525" y="20117"/>
                </a:lnTo>
                <a:lnTo>
                  <a:pt x="1864379" y="21099"/>
                </a:lnTo>
                <a:lnTo>
                  <a:pt x="1900232" y="22085"/>
                </a:lnTo>
                <a:lnTo>
                  <a:pt x="1936085" y="23075"/>
                </a:lnTo>
                <a:lnTo>
                  <a:pt x="1971939" y="24070"/>
                </a:lnTo>
                <a:lnTo>
                  <a:pt x="2007792" y="25069"/>
                </a:lnTo>
                <a:lnTo>
                  <a:pt x="2043646" y="26070"/>
                </a:lnTo>
                <a:lnTo>
                  <a:pt x="2079499" y="27075"/>
                </a:lnTo>
                <a:lnTo>
                  <a:pt x="2115353" y="28082"/>
                </a:lnTo>
                <a:lnTo>
                  <a:pt x="2151206" y="29092"/>
                </a:lnTo>
                <a:lnTo>
                  <a:pt x="2187060" y="30103"/>
                </a:lnTo>
                <a:lnTo>
                  <a:pt x="2222913" y="31117"/>
                </a:lnTo>
                <a:lnTo>
                  <a:pt x="2258766" y="32133"/>
                </a:lnTo>
                <a:lnTo>
                  <a:pt x="2294620" y="33150"/>
                </a:lnTo>
                <a:lnTo>
                  <a:pt x="2330473" y="34168"/>
                </a:lnTo>
                <a:lnTo>
                  <a:pt x="2366327" y="35187"/>
                </a:lnTo>
                <a:lnTo>
                  <a:pt x="2402180" y="36208"/>
                </a:lnTo>
                <a:lnTo>
                  <a:pt x="2438034" y="37230"/>
                </a:lnTo>
                <a:lnTo>
                  <a:pt x="2473887" y="38252"/>
                </a:lnTo>
                <a:lnTo>
                  <a:pt x="2509741" y="39275"/>
                </a:lnTo>
                <a:lnTo>
                  <a:pt x="2545594" y="40299"/>
                </a:lnTo>
                <a:lnTo>
                  <a:pt x="2581447" y="41323"/>
                </a:lnTo>
                <a:lnTo>
                  <a:pt x="2617301" y="42347"/>
                </a:lnTo>
                <a:lnTo>
                  <a:pt x="2653154" y="43372"/>
                </a:lnTo>
                <a:lnTo>
                  <a:pt x="2689008" y="44397"/>
                </a:lnTo>
                <a:lnTo>
                  <a:pt x="2724861" y="45423"/>
                </a:lnTo>
                <a:lnTo>
                  <a:pt x="2760715" y="46448"/>
                </a:lnTo>
                <a:lnTo>
                  <a:pt x="2796568" y="47474"/>
                </a:lnTo>
                <a:lnTo>
                  <a:pt x="2832422" y="48500"/>
                </a:lnTo>
                <a:lnTo>
                  <a:pt x="2868275" y="49526"/>
                </a:lnTo>
                <a:lnTo>
                  <a:pt x="2904128" y="50551"/>
                </a:lnTo>
                <a:lnTo>
                  <a:pt x="2939982" y="51577"/>
                </a:lnTo>
                <a:lnTo>
                  <a:pt x="2975835" y="52603"/>
                </a:lnTo>
                <a:lnTo>
                  <a:pt x="3011689" y="53628"/>
                </a:lnTo>
                <a:lnTo>
                  <a:pt x="3047542" y="54653"/>
                </a:lnTo>
                <a:lnTo>
                  <a:pt x="3083396" y="55678"/>
                </a:lnTo>
                <a:lnTo>
                  <a:pt x="3119249" y="56703"/>
                </a:lnTo>
                <a:lnTo>
                  <a:pt x="3155103" y="57728"/>
                </a:lnTo>
                <a:lnTo>
                  <a:pt x="3190956" y="58753"/>
                </a:lnTo>
                <a:lnTo>
                  <a:pt x="3226809" y="59777"/>
                </a:lnTo>
                <a:lnTo>
                  <a:pt x="3262663" y="60801"/>
                </a:lnTo>
                <a:lnTo>
                  <a:pt x="3298516" y="61824"/>
                </a:lnTo>
                <a:lnTo>
                  <a:pt x="3334370" y="62848"/>
                </a:lnTo>
                <a:lnTo>
                  <a:pt x="3370223" y="63871"/>
                </a:lnTo>
                <a:lnTo>
                  <a:pt x="3406077" y="64894"/>
                </a:lnTo>
                <a:lnTo>
                  <a:pt x="3441930" y="65916"/>
                </a:lnTo>
                <a:lnTo>
                  <a:pt x="3477784" y="66938"/>
                </a:lnTo>
                <a:lnTo>
                  <a:pt x="3513637" y="67960"/>
                </a:lnTo>
                <a:lnTo>
                  <a:pt x="3549490" y="68982"/>
                </a:lnTo>
                <a:lnTo>
                  <a:pt x="3585344" y="70003"/>
                </a:lnTo>
                <a:lnTo>
                  <a:pt x="3621197" y="71024"/>
                </a:lnTo>
                <a:lnTo>
                  <a:pt x="3657051" y="72045"/>
                </a:lnTo>
                <a:lnTo>
                  <a:pt x="3692904" y="73065"/>
                </a:lnTo>
                <a:lnTo>
                  <a:pt x="3728758" y="74085"/>
                </a:lnTo>
                <a:lnTo>
                  <a:pt x="3764611" y="75104"/>
                </a:lnTo>
                <a:lnTo>
                  <a:pt x="3800464" y="76124"/>
                </a:lnTo>
                <a:lnTo>
                  <a:pt x="3836318" y="77142"/>
                </a:lnTo>
                <a:lnTo>
                  <a:pt x="3872171" y="78161"/>
                </a:lnTo>
                <a:lnTo>
                  <a:pt x="3908025" y="79179"/>
                </a:lnTo>
                <a:lnTo>
                  <a:pt x="3943878" y="80197"/>
                </a:lnTo>
                <a:lnTo>
                  <a:pt x="3979732" y="81215"/>
                </a:lnTo>
                <a:lnTo>
                  <a:pt x="4015585" y="82232"/>
                </a:lnTo>
                <a:lnTo>
                  <a:pt x="4051439" y="83249"/>
                </a:lnTo>
                <a:lnTo>
                  <a:pt x="4087292" y="84266"/>
                </a:lnTo>
                <a:lnTo>
                  <a:pt x="4123145" y="85282"/>
                </a:lnTo>
                <a:lnTo>
                  <a:pt x="4158999" y="86298"/>
                </a:lnTo>
                <a:lnTo>
                  <a:pt x="4194852" y="87314"/>
                </a:lnTo>
                <a:lnTo>
                  <a:pt x="4230706" y="88330"/>
                </a:lnTo>
                <a:lnTo>
                  <a:pt x="4266559" y="89345"/>
                </a:lnTo>
                <a:lnTo>
                  <a:pt x="4302413" y="90360"/>
                </a:lnTo>
                <a:lnTo>
                  <a:pt x="4338266" y="91374"/>
                </a:lnTo>
                <a:lnTo>
                  <a:pt x="4374120" y="92389"/>
                </a:lnTo>
                <a:lnTo>
                  <a:pt x="4409973" y="93403"/>
                </a:lnTo>
                <a:lnTo>
                  <a:pt x="4445826" y="94416"/>
                </a:lnTo>
                <a:lnTo>
                  <a:pt x="4481680" y="95430"/>
                </a:lnTo>
                <a:lnTo>
                  <a:pt x="4517533" y="96443"/>
                </a:lnTo>
                <a:lnTo>
                  <a:pt x="4553387" y="97456"/>
                </a:lnTo>
                <a:lnTo>
                  <a:pt x="4589240" y="98469"/>
                </a:lnTo>
                <a:lnTo>
                  <a:pt x="4625094" y="99481"/>
                </a:lnTo>
                <a:lnTo>
                  <a:pt x="4660947" y="100493"/>
                </a:lnTo>
                <a:lnTo>
                  <a:pt x="4696801" y="101505"/>
                </a:lnTo>
                <a:lnTo>
                  <a:pt x="4732654" y="102517"/>
                </a:lnTo>
                <a:lnTo>
                  <a:pt x="4768507" y="103528"/>
                </a:lnTo>
                <a:lnTo>
                  <a:pt x="4804361" y="104539"/>
                </a:lnTo>
                <a:lnTo>
                  <a:pt x="4840214" y="105550"/>
                </a:lnTo>
                <a:lnTo>
                  <a:pt x="4876068" y="106560"/>
                </a:lnTo>
                <a:lnTo>
                  <a:pt x="4911921" y="107570"/>
                </a:lnTo>
                <a:lnTo>
                  <a:pt x="4947775" y="108580"/>
                </a:lnTo>
                <a:lnTo>
                  <a:pt x="4983628" y="109590"/>
                </a:lnTo>
                <a:lnTo>
                  <a:pt x="5019482" y="110599"/>
                </a:lnTo>
                <a:lnTo>
                  <a:pt x="5055335" y="111608"/>
                </a:lnTo>
                <a:lnTo>
                  <a:pt x="5091188" y="112617"/>
                </a:lnTo>
                <a:lnTo>
                  <a:pt x="5120639" y="113446"/>
                </a:lnTo>
              </a:path>
            </a:pathLst>
          </a:custGeom>
          <a:noFill/>
          <a:ln w="20320">
            <a:solidFill>
              <a:srgbClr val="FFFFF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C1-E10 text 71" descr="sci-ppt:o071"/>
          <p:cNvSpPr txBox="1"/>
          <p:nvPr/>
        </p:nvSpPr>
        <p:spPr>
          <a:xfrm>
            <a:off x="6918960" y="1425549"/>
            <a:ext cx="484632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EDBD4"/>
                </a:solidFill>
                <a:latin typeface="Arial"/>
              </a:rPr>
              <a:t>dKₗ/dt  (solid: finite difference; dashed: formula)</a:t>
            </a:r>
          </a:p>
        </p:txBody>
      </p:sp>
      <p:sp>
        <p:nvSpPr>
          <p:cNvPr id="74" name="C1-E10 text 72" descr="sci-ppt:o072"/>
          <p:cNvSpPr txBox="1"/>
          <p:nvPr/>
        </p:nvSpPr>
        <p:spPr>
          <a:xfrm>
            <a:off x="6918960" y="4489704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dE_σ/dt = 8πσRṘ</a:t>
            </a:r>
          </a:p>
        </p:txBody>
      </p:sp>
      <p:sp>
        <p:nvSpPr>
          <p:cNvPr id="75" name="C1-E10 text 73" descr="sci-ppt:o073"/>
          <p:cNvSpPr txBox="1"/>
          <p:nvPr/>
        </p:nvSpPr>
        <p:spPr>
          <a:xfrm>
            <a:off x="914400" y="5733288"/>
            <a:ext cx="10881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dKₗ/dt = 4πR²Ṙ · ρ(RR̈ + 3Ṙ²/2) = V̇_b × (inertial pressure).  Formula and finite difference agree to 0.00 % of the peak.</a:t>
            </a:r>
          </a:p>
        </p:txBody>
      </p:sp>
      <p:sp>
        <p:nvSpPr>
          <p:cNvPr id="76" name="C1-E10 text 74" descr="sci-ppt:o074"/>
          <p:cNvSpPr txBox="1"/>
          <p:nvPr/>
        </p:nvSpPr>
        <p:spPr>
          <a:xfrm>
            <a:off x="914400" y="6126480"/>
            <a:ext cx="10881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The same V̇_b = 4πR²Ṙ multiplies every term: volume work is what couples kinetic storage, interface storage and dissipation.</a:t>
            </a:r>
          </a:p>
        </p:txBody>
      </p:sp>
      <p:sp>
        <p:nvSpPr>
          <p:cNvPr id="77" name="C1-E10 text 75" descr="sci-ppt:o07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Rayleigh–Plesset solution (R₀ = 5 µm, p_g0 = 1 MPa, γ = 1.4, σ = 0.072 N/m, μ = 1 mPa·s) differentiated with the product rule of Eq. C1-E10.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