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C1-E14 | Physical-variable diagram</a:t>
            </a:r>
          </a:p>
        </p:txBody>
      </p:sp>
      <p:sp>
        <p:nvSpPr>
          <p:cNvPr id="3" name="ellipse2" descr="sci-ppt:C1-E14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4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4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4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4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4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4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4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4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4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4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4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4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4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y(R) = Ṙ²</a:t>
            </a:r>
          </a:p>
        </p:txBody>
      </p:sp>
      <p:sp>
        <p:nvSpPr>
          <p:cNvPr id="17" name="text16" descr="sci-ppt:C1-E14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≠ 0</a:t>
            </a:r>
          </a:p>
        </p:txBody>
      </p:sp>
      <p:sp>
        <p:nvSpPr>
          <p:cNvPr id="18" name="text17" descr="sci-ppt:C1-E14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19" name="text18" descr="sci-ppt:C1-E14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R³y</a:t>
            </a:r>
          </a:p>
        </p:txBody>
      </p:sp>
      <p:sp>
        <p:nvSpPr>
          <p:cNvPr id="20" name="text19" descr="sci-ppt:C1-E14-019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 endpoint</a:t>
            </a:r>
          </a:p>
        </p:txBody>
      </p:sp>
      <p:sp>
        <p:nvSpPr>
          <p:cNvPr id="21" name="text20" descr="sci-ppt:C1-E14-020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decreases</a:t>
            </a:r>
          </a:p>
        </p:txBody>
      </p:sp>
      <p:sp>
        <p:nvSpPr>
          <p:cNvPr id="22" name="text21" descr="sci-ppt:C1-E14-021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3" name="text22" descr="sci-ppt:C1-E14-022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4" name="text23" descr="sci-ppt:C1-E14-023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5" name="text24" descr="sci-ppt:C1-E14-024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Cancel speed only away from the initial turning 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