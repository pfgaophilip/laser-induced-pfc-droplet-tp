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C1-E01 · Prescribed initial and boundary conditions</a:t>
            </a:r>
          </a:p>
        </p:txBody>
      </p:sp>
      <p:sp>
        <p:nvSpPr>
          <p:cNvPr id="3" name="C1-E01 round_rect 1" descr="sci-ppt:o001"/>
          <p:cNvSpPr/>
          <p:nvPr/>
        </p:nvSpPr>
        <p:spPr>
          <a:xfrm>
            <a:off x="365760" y="914400"/>
            <a:ext cx="429768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1 text 2" descr="sci-ppt:o002"/>
          <p:cNvSpPr txBox="1"/>
          <p:nvPr/>
        </p:nvSpPr>
        <p:spPr>
          <a:xfrm>
            <a:off x="502920" y="978408"/>
            <a:ext cx="40233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State at t = 0</a:t>
            </a:r>
          </a:p>
        </p:txBody>
      </p:sp>
      <p:sp>
        <p:nvSpPr>
          <p:cNvPr id="5" name="C1-E01 ellipse 3" descr="sci-ppt:o003"/>
          <p:cNvSpPr/>
          <p:nvPr/>
        </p:nvSpPr>
        <p:spPr>
          <a:xfrm>
            <a:off x="1389888" y="2121408"/>
            <a:ext cx="2249424" cy="2249424"/>
          </a:xfrm>
          <a:prstGeom prst="ellipse">
            <a:avLst/>
          </a:prstGeom>
          <a:noFill/>
          <a:ln w="15240">
            <a:solidFill>
              <a:srgbClr val="2B6678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1 ellipse 4" descr="sci-ppt:o004"/>
          <p:cNvSpPr/>
          <p:nvPr/>
        </p:nvSpPr>
        <p:spPr>
          <a:xfrm>
            <a:off x="1042416" y="1773936"/>
            <a:ext cx="2944368" cy="2944368"/>
          </a:xfrm>
          <a:prstGeom prst="ellipse">
            <a:avLst/>
          </a:prstGeom>
          <a:noFill/>
          <a:ln w="15240">
            <a:solidFill>
              <a:srgbClr val="2B6678">
                <a:alpha val="6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01 ellipse 5" descr="sci-ppt:o005"/>
          <p:cNvSpPr/>
          <p:nvPr/>
        </p:nvSpPr>
        <p:spPr>
          <a:xfrm>
            <a:off x="694943" y="1426463"/>
            <a:ext cx="3639312" cy="3639312"/>
          </a:xfrm>
          <a:prstGeom prst="ellipse">
            <a:avLst/>
          </a:prstGeom>
          <a:noFill/>
          <a:ln w="15240">
            <a:solidFill>
              <a:srgbClr val="2B6678">
                <a:alpha val="4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1-E01 ellipse 6" descr="sci-ppt:o006"/>
          <p:cNvSpPr/>
          <p:nvPr/>
        </p:nvSpPr>
        <p:spPr>
          <a:xfrm>
            <a:off x="347471" y="1078991"/>
            <a:ext cx="4334256" cy="4334256"/>
          </a:xfrm>
          <a:prstGeom prst="ellipse">
            <a:avLst/>
          </a:prstGeom>
          <a:noFill/>
          <a:ln w="15240">
            <a:solidFill>
              <a:srgbClr val="2B6678">
                <a:alpha val="26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1-E01 ellipse 7" descr="sci-ppt:o007"/>
          <p:cNvSpPr/>
          <p:nvPr/>
        </p:nvSpPr>
        <p:spPr>
          <a:xfrm>
            <a:off x="1737360" y="2468879"/>
            <a:ext cx="1554480" cy="155448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1-E01 text 8" descr="sci-ppt:o008"/>
          <p:cNvSpPr txBox="1"/>
          <p:nvPr/>
        </p:nvSpPr>
        <p:spPr>
          <a:xfrm>
            <a:off x="2148840" y="2788920"/>
            <a:ext cx="731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gas</a:t>
            </a:r>
          </a:p>
        </p:txBody>
      </p:sp>
      <p:cxnSp>
        <p:nvCxnSpPr>
          <p:cNvPr id="11" name="C1-E01 line 9" descr="sci-ppt:o009"/>
          <p:cNvCxnSpPr/>
          <p:nvPr/>
        </p:nvCxnSpPr>
        <p:spPr>
          <a:xfrm>
            <a:off x="2514600" y="3246120"/>
            <a:ext cx="777240" cy="0"/>
          </a:xfrm>
          <a:prstGeom prst="line">
            <a:avLst/>
          </a:prstGeom>
          <a:ln w="27940">
            <a:solidFill>
              <a:srgbClr val="F2B880"/>
            </a:solidFill>
          </a:ln>
          <a:effectLst/>
        </p:spPr>
      </p:cxnSp>
      <p:sp>
        <p:nvSpPr>
          <p:cNvPr id="12" name="C1-E01 text 10" descr="sci-ppt:o010"/>
          <p:cNvSpPr txBox="1"/>
          <p:nvPr/>
        </p:nvSpPr>
        <p:spPr>
          <a:xfrm>
            <a:off x="2697480" y="3291839"/>
            <a:ext cx="6400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R₀</a:t>
            </a:r>
          </a:p>
        </p:txBody>
      </p:sp>
      <p:cxnSp>
        <p:nvCxnSpPr>
          <p:cNvPr id="13" name="C1-E01 arrow 11" descr="sci-ppt:o011"/>
          <p:cNvCxnSpPr/>
          <p:nvPr/>
        </p:nvCxnSpPr>
        <p:spPr>
          <a:xfrm flipV="1">
            <a:off x="3014200" y="2090342"/>
            <a:ext cx="470212" cy="560377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1-E01 text 12" descr="sci-ppt:o012"/>
          <p:cNvSpPr txBox="1"/>
          <p:nvPr/>
        </p:nvSpPr>
        <p:spPr>
          <a:xfrm>
            <a:off x="3429000" y="1417319"/>
            <a:ext cx="17373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Ṙ(0) = U₀</a:t>
            </a:r>
          </a:p>
        </p:txBody>
      </p:sp>
      <p:cxnSp>
        <p:nvCxnSpPr>
          <p:cNvPr id="15" name="C1-E01 arrow 13" descr="sci-ppt:o013"/>
          <p:cNvCxnSpPr/>
          <p:nvPr/>
        </p:nvCxnSpPr>
        <p:spPr>
          <a:xfrm flipV="1">
            <a:off x="640080" y="4754880"/>
            <a:ext cx="0" cy="411480"/>
          </a:xfrm>
          <a:prstGeom prst="line">
            <a:avLst/>
          </a:prstGeom>
          <a:ln w="19050">
            <a:solidFill>
              <a:srgbClr val="B4C7D2">
                <a:alpha val="60000"/>
              </a:srgbClr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6" name="C1-E01 arrow 14" descr="sci-ppt:o014"/>
          <p:cNvCxnSpPr/>
          <p:nvPr/>
        </p:nvCxnSpPr>
        <p:spPr>
          <a:xfrm flipV="1">
            <a:off x="1645920" y="4754880"/>
            <a:ext cx="0" cy="411480"/>
          </a:xfrm>
          <a:prstGeom prst="line">
            <a:avLst/>
          </a:prstGeom>
          <a:ln w="19050">
            <a:solidFill>
              <a:srgbClr val="B4C7D2">
                <a:alpha val="60000"/>
              </a:srgbClr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01 arrow 15" descr="sci-ppt:o015"/>
          <p:cNvCxnSpPr/>
          <p:nvPr/>
        </p:nvCxnSpPr>
        <p:spPr>
          <a:xfrm flipV="1">
            <a:off x="2651760" y="4754880"/>
            <a:ext cx="0" cy="411480"/>
          </a:xfrm>
          <a:prstGeom prst="line">
            <a:avLst/>
          </a:prstGeom>
          <a:ln w="19050">
            <a:solidFill>
              <a:srgbClr val="B4C7D2">
                <a:alpha val="60000"/>
              </a:srgbClr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8" name="C1-E01 arrow 16" descr="sci-ppt:o016"/>
          <p:cNvCxnSpPr/>
          <p:nvPr/>
        </p:nvCxnSpPr>
        <p:spPr>
          <a:xfrm flipV="1">
            <a:off x="3657600" y="4754880"/>
            <a:ext cx="0" cy="411480"/>
          </a:xfrm>
          <a:prstGeom prst="line">
            <a:avLst/>
          </a:prstGeom>
          <a:ln w="19050">
            <a:solidFill>
              <a:srgbClr val="B4C7D2">
                <a:alpha val="60000"/>
              </a:srgbClr>
            </a:solidFill>
            <a:headEnd type="none" w="med" len="med"/>
            <a:tailEnd type="triangle" w="med" len="med"/>
          </a:ln>
          <a:effectLst/>
        </p:spPr>
      </p:cxnSp>
      <p:sp>
        <p:nvSpPr>
          <p:cNvPr id="19" name="C1-E01 text 17" descr="sci-ppt:o017"/>
          <p:cNvSpPr txBox="1"/>
          <p:nvPr/>
        </p:nvSpPr>
        <p:spPr>
          <a:xfrm>
            <a:off x="502920" y="5212080"/>
            <a:ext cx="4023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far field r → ∞:  u → 0,  p → p∞(t)</a:t>
            </a:r>
          </a:p>
        </p:txBody>
      </p:sp>
      <p:cxnSp>
        <p:nvCxnSpPr>
          <p:cNvPr id="20" name="C1-E01 line 18" descr="sci-ppt:o018"/>
          <p:cNvCxnSpPr/>
          <p:nvPr/>
        </p:nvCxnSpPr>
        <p:spPr>
          <a:xfrm>
            <a:off x="5669280" y="530352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1" name="C1-E01 line 19" descr="sci-ppt:o019"/>
          <p:cNvCxnSpPr/>
          <p:nvPr/>
        </p:nvCxnSpPr>
        <p:spPr>
          <a:xfrm>
            <a:off x="566928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2" name="C1-E01 line 20" descr="sci-ppt:o020"/>
          <p:cNvCxnSpPr/>
          <p:nvPr/>
        </p:nvCxnSpPr>
        <p:spPr>
          <a:xfrm>
            <a:off x="56692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1-E01 line 21" descr="sci-ppt:o021"/>
          <p:cNvCxnSpPr/>
          <p:nvPr/>
        </p:nvCxnSpPr>
        <p:spPr>
          <a:xfrm>
            <a:off x="56692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1-E01 text 22" descr="sci-ppt:o022"/>
          <p:cNvSpPr txBox="1"/>
          <p:nvPr/>
        </p:nvSpPr>
        <p:spPr>
          <a:xfrm>
            <a:off x="521208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25" name="C1-E01 line 23" descr="sci-ppt:o023"/>
          <p:cNvCxnSpPr/>
          <p:nvPr/>
        </p:nvCxnSpPr>
        <p:spPr>
          <a:xfrm>
            <a:off x="71094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1-E01 line 24" descr="sci-ppt:o024"/>
          <p:cNvCxnSpPr/>
          <p:nvPr/>
        </p:nvCxnSpPr>
        <p:spPr>
          <a:xfrm>
            <a:off x="710946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C1-E01 text 25" descr="sci-ppt:o025"/>
          <p:cNvSpPr txBox="1"/>
          <p:nvPr/>
        </p:nvSpPr>
        <p:spPr>
          <a:xfrm>
            <a:off x="665226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28" name="C1-E01 line 26" descr="sci-ppt:o026"/>
          <p:cNvCxnSpPr/>
          <p:nvPr/>
        </p:nvCxnSpPr>
        <p:spPr>
          <a:xfrm>
            <a:off x="85496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1-E01 line 27" descr="sci-ppt:o027"/>
          <p:cNvCxnSpPr/>
          <p:nvPr/>
        </p:nvCxnSpPr>
        <p:spPr>
          <a:xfrm>
            <a:off x="854964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0" name="C1-E01 text 28" descr="sci-ppt:o028"/>
          <p:cNvSpPr txBox="1"/>
          <p:nvPr/>
        </p:nvSpPr>
        <p:spPr>
          <a:xfrm>
            <a:off x="809244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31" name="C1-E01 line 29" descr="sci-ppt:o029"/>
          <p:cNvCxnSpPr/>
          <p:nvPr/>
        </p:nvCxnSpPr>
        <p:spPr>
          <a:xfrm>
            <a:off x="998981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1-E01 line 30" descr="sci-ppt:o030"/>
          <p:cNvCxnSpPr/>
          <p:nvPr/>
        </p:nvCxnSpPr>
        <p:spPr>
          <a:xfrm>
            <a:off x="9989819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3" name="C1-E01 text 31" descr="sci-ppt:o031"/>
          <p:cNvSpPr txBox="1"/>
          <p:nvPr/>
        </p:nvSpPr>
        <p:spPr>
          <a:xfrm>
            <a:off x="953261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1.2</a:t>
            </a:r>
          </a:p>
        </p:txBody>
      </p:sp>
      <p:cxnSp>
        <p:nvCxnSpPr>
          <p:cNvPr id="34" name="C1-E01 line 32" descr="sci-ppt:o032"/>
          <p:cNvCxnSpPr/>
          <p:nvPr/>
        </p:nvCxnSpPr>
        <p:spPr>
          <a:xfrm>
            <a:off x="11430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01 line 33" descr="sci-ppt:o033"/>
          <p:cNvCxnSpPr/>
          <p:nvPr/>
        </p:nvCxnSpPr>
        <p:spPr>
          <a:xfrm>
            <a:off x="114300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1-E01 text 34" descr="sci-ppt:o034"/>
          <p:cNvSpPr txBox="1"/>
          <p:nvPr/>
        </p:nvSpPr>
        <p:spPr>
          <a:xfrm>
            <a:off x="109728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1.6</a:t>
            </a:r>
          </a:p>
        </p:txBody>
      </p:sp>
      <p:cxnSp>
        <p:nvCxnSpPr>
          <p:cNvPr id="37" name="C1-E01 line 35" descr="sci-ppt:o035"/>
          <p:cNvCxnSpPr/>
          <p:nvPr/>
        </p:nvCxnSpPr>
        <p:spPr>
          <a:xfrm>
            <a:off x="560527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01 line 36" descr="sci-ppt:o036"/>
          <p:cNvCxnSpPr/>
          <p:nvPr/>
        </p:nvCxnSpPr>
        <p:spPr>
          <a:xfrm>
            <a:off x="5605272" y="39928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01 line 37" descr="sci-ppt:o037"/>
          <p:cNvCxnSpPr/>
          <p:nvPr/>
        </p:nvCxnSpPr>
        <p:spPr>
          <a:xfrm>
            <a:off x="5669280" y="399288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01 text 38" descr="sci-ppt:o038"/>
          <p:cNvSpPr txBox="1"/>
          <p:nvPr/>
        </p:nvSpPr>
        <p:spPr>
          <a:xfrm>
            <a:off x="4800600" y="39105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1" name="C1-E01 line 39" descr="sci-ppt:o039"/>
          <p:cNvCxnSpPr/>
          <p:nvPr/>
        </p:nvCxnSpPr>
        <p:spPr>
          <a:xfrm>
            <a:off x="5605272" y="26822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01 line 40" descr="sci-ppt:o040"/>
          <p:cNvCxnSpPr/>
          <p:nvPr/>
        </p:nvCxnSpPr>
        <p:spPr>
          <a:xfrm>
            <a:off x="5669280" y="268224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01 text 41" descr="sci-ppt:o041"/>
          <p:cNvSpPr txBox="1"/>
          <p:nvPr/>
        </p:nvSpPr>
        <p:spPr>
          <a:xfrm>
            <a:off x="4800600" y="25999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4" name="C1-E01 line 42" descr="sci-ppt:o042"/>
          <p:cNvCxnSpPr/>
          <p:nvPr/>
        </p:nvCxnSpPr>
        <p:spPr>
          <a:xfrm>
            <a:off x="560527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01 line 43" descr="sci-ppt:o043"/>
          <p:cNvCxnSpPr/>
          <p:nvPr/>
        </p:nvCxnSpPr>
        <p:spPr>
          <a:xfrm>
            <a:off x="5669280" y="137160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1-E01 text 44" descr="sci-ppt:o044"/>
          <p:cNvSpPr txBox="1"/>
          <p:nvPr/>
        </p:nvSpPr>
        <p:spPr>
          <a:xfrm>
            <a:off x="480060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sp>
        <p:nvSpPr>
          <p:cNvPr id="47" name="C1-E01 text 45" descr="sci-ppt:o045"/>
          <p:cNvSpPr txBox="1"/>
          <p:nvPr/>
        </p:nvSpPr>
        <p:spPr>
          <a:xfrm>
            <a:off x="5669280" y="5586983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48" name="C1-E01 text 46" descr="sci-ppt:o046"/>
          <p:cNvSpPr txBox="1"/>
          <p:nvPr/>
        </p:nvSpPr>
        <p:spPr>
          <a:xfrm>
            <a:off x="5120640" y="1024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R(t) / R₀</a:t>
            </a:r>
          </a:p>
        </p:txBody>
      </p:sp>
      <p:sp>
        <p:nvSpPr>
          <p:cNvPr id="49" name="C1-E01 polygon 47" descr="sci-ppt:o047"/>
          <p:cNvSpPr/>
          <p:nvPr/>
        </p:nvSpPr>
        <p:spPr>
          <a:xfrm>
            <a:off x="5669280" y="2239673"/>
            <a:ext cx="5760720" cy="1753207"/>
          </a:xfrm>
          <a:custGeom>
            <a:avLst/>
            <a:gdLst/>
            <a:ahLst/>
            <a:cxnLst/>
            <a:rect l="l" t="t" r="r" b="b"/>
            <a:pathLst>
              <a:path w="5760720" h="1753207">
                <a:moveTo>
                  <a:pt x="0" y="1753207"/>
                </a:moveTo>
                <a:lnTo>
                  <a:pt x="38430" y="1723812"/>
                </a:lnTo>
                <a:lnTo>
                  <a:pt x="76860" y="1692015"/>
                </a:lnTo>
                <a:lnTo>
                  <a:pt x="115291" y="1658404"/>
                </a:lnTo>
                <a:lnTo>
                  <a:pt x="153721" y="1623487"/>
                </a:lnTo>
                <a:lnTo>
                  <a:pt x="192152" y="1587689"/>
                </a:lnTo>
                <a:lnTo>
                  <a:pt x="230582" y="1551357"/>
                </a:lnTo>
                <a:lnTo>
                  <a:pt x="269012" y="1514773"/>
                </a:lnTo>
                <a:lnTo>
                  <a:pt x="307443" y="1478162"/>
                </a:lnTo>
                <a:lnTo>
                  <a:pt x="345873" y="1441697"/>
                </a:lnTo>
                <a:lnTo>
                  <a:pt x="384304" y="1405517"/>
                </a:lnTo>
                <a:lnTo>
                  <a:pt x="422734" y="1369725"/>
                </a:lnTo>
                <a:lnTo>
                  <a:pt x="461165" y="1334401"/>
                </a:lnTo>
                <a:lnTo>
                  <a:pt x="499595" y="1299604"/>
                </a:lnTo>
                <a:lnTo>
                  <a:pt x="538025" y="1265378"/>
                </a:lnTo>
                <a:lnTo>
                  <a:pt x="576456" y="1231752"/>
                </a:lnTo>
                <a:lnTo>
                  <a:pt x="614886" y="1198748"/>
                </a:lnTo>
                <a:lnTo>
                  <a:pt x="653317" y="1166377"/>
                </a:lnTo>
                <a:lnTo>
                  <a:pt x="691747" y="1134646"/>
                </a:lnTo>
                <a:lnTo>
                  <a:pt x="730177" y="1103557"/>
                </a:lnTo>
                <a:lnTo>
                  <a:pt x="768608" y="1073109"/>
                </a:lnTo>
                <a:lnTo>
                  <a:pt x="807038" y="1043296"/>
                </a:lnTo>
                <a:lnTo>
                  <a:pt x="845469" y="1014111"/>
                </a:lnTo>
                <a:lnTo>
                  <a:pt x="883899" y="985547"/>
                </a:lnTo>
                <a:lnTo>
                  <a:pt x="922330" y="957594"/>
                </a:lnTo>
                <a:lnTo>
                  <a:pt x="960760" y="930242"/>
                </a:lnTo>
                <a:lnTo>
                  <a:pt x="999190" y="903479"/>
                </a:lnTo>
                <a:lnTo>
                  <a:pt x="1037621" y="877294"/>
                </a:lnTo>
                <a:lnTo>
                  <a:pt x="1076051" y="851676"/>
                </a:lnTo>
                <a:lnTo>
                  <a:pt x="1114482" y="826614"/>
                </a:lnTo>
                <a:lnTo>
                  <a:pt x="1152912" y="802095"/>
                </a:lnTo>
                <a:lnTo>
                  <a:pt x="1191343" y="778109"/>
                </a:lnTo>
                <a:lnTo>
                  <a:pt x="1229773" y="754644"/>
                </a:lnTo>
                <a:lnTo>
                  <a:pt x="1268203" y="731689"/>
                </a:lnTo>
                <a:lnTo>
                  <a:pt x="1306634" y="709234"/>
                </a:lnTo>
                <a:lnTo>
                  <a:pt x="1345064" y="687268"/>
                </a:lnTo>
                <a:lnTo>
                  <a:pt x="1383495" y="665781"/>
                </a:lnTo>
                <a:lnTo>
                  <a:pt x="1421925" y="644763"/>
                </a:lnTo>
                <a:lnTo>
                  <a:pt x="1460355" y="624204"/>
                </a:lnTo>
                <a:lnTo>
                  <a:pt x="1498786" y="604095"/>
                </a:lnTo>
                <a:lnTo>
                  <a:pt x="1537216" y="584428"/>
                </a:lnTo>
                <a:lnTo>
                  <a:pt x="1575647" y="565193"/>
                </a:lnTo>
                <a:lnTo>
                  <a:pt x="1614077" y="546383"/>
                </a:lnTo>
                <a:lnTo>
                  <a:pt x="1652508" y="527988"/>
                </a:lnTo>
                <a:lnTo>
                  <a:pt x="1690938" y="510002"/>
                </a:lnTo>
                <a:lnTo>
                  <a:pt x="1729368" y="492416"/>
                </a:lnTo>
                <a:lnTo>
                  <a:pt x="1767799" y="475225"/>
                </a:lnTo>
                <a:lnTo>
                  <a:pt x="1806229" y="458419"/>
                </a:lnTo>
                <a:lnTo>
                  <a:pt x="1844660" y="441994"/>
                </a:lnTo>
                <a:lnTo>
                  <a:pt x="1883090" y="425942"/>
                </a:lnTo>
                <a:lnTo>
                  <a:pt x="1921521" y="410258"/>
                </a:lnTo>
                <a:lnTo>
                  <a:pt x="1959951" y="394934"/>
                </a:lnTo>
                <a:lnTo>
                  <a:pt x="1998381" y="379967"/>
                </a:lnTo>
                <a:lnTo>
                  <a:pt x="2036812" y="365349"/>
                </a:lnTo>
                <a:lnTo>
                  <a:pt x="2075242" y="351075"/>
                </a:lnTo>
                <a:lnTo>
                  <a:pt x="2113673" y="337141"/>
                </a:lnTo>
                <a:lnTo>
                  <a:pt x="2152103" y="323542"/>
                </a:lnTo>
                <a:lnTo>
                  <a:pt x="2190533" y="310272"/>
                </a:lnTo>
                <a:lnTo>
                  <a:pt x="2228964" y="297327"/>
                </a:lnTo>
                <a:lnTo>
                  <a:pt x="2267394" y="284703"/>
                </a:lnTo>
                <a:lnTo>
                  <a:pt x="2305825" y="272395"/>
                </a:lnTo>
                <a:lnTo>
                  <a:pt x="2344255" y="260400"/>
                </a:lnTo>
                <a:lnTo>
                  <a:pt x="2382686" y="248713"/>
                </a:lnTo>
                <a:lnTo>
                  <a:pt x="2421116" y="237330"/>
                </a:lnTo>
                <a:lnTo>
                  <a:pt x="2459546" y="226248"/>
                </a:lnTo>
                <a:lnTo>
                  <a:pt x="2497977" y="215464"/>
                </a:lnTo>
                <a:lnTo>
                  <a:pt x="2536407" y="204973"/>
                </a:lnTo>
                <a:lnTo>
                  <a:pt x="2574838" y="194774"/>
                </a:lnTo>
                <a:lnTo>
                  <a:pt x="2613268" y="184861"/>
                </a:lnTo>
                <a:lnTo>
                  <a:pt x="2651698" y="175234"/>
                </a:lnTo>
                <a:lnTo>
                  <a:pt x="2690129" y="165887"/>
                </a:lnTo>
                <a:lnTo>
                  <a:pt x="2728559" y="156820"/>
                </a:lnTo>
                <a:lnTo>
                  <a:pt x="2766990" y="148029"/>
                </a:lnTo>
                <a:lnTo>
                  <a:pt x="2805420" y="139512"/>
                </a:lnTo>
                <a:lnTo>
                  <a:pt x="2843851" y="131265"/>
                </a:lnTo>
                <a:lnTo>
                  <a:pt x="2882281" y="123288"/>
                </a:lnTo>
                <a:lnTo>
                  <a:pt x="2920711" y="115576"/>
                </a:lnTo>
                <a:lnTo>
                  <a:pt x="2959142" y="108129"/>
                </a:lnTo>
                <a:lnTo>
                  <a:pt x="2997572" y="100945"/>
                </a:lnTo>
                <a:lnTo>
                  <a:pt x="3036003" y="94020"/>
                </a:lnTo>
                <a:lnTo>
                  <a:pt x="3074433" y="87354"/>
                </a:lnTo>
                <a:lnTo>
                  <a:pt x="3112864" y="80944"/>
                </a:lnTo>
                <a:lnTo>
                  <a:pt x="3151294" y="74789"/>
                </a:lnTo>
                <a:lnTo>
                  <a:pt x="3189724" y="68887"/>
                </a:lnTo>
                <a:lnTo>
                  <a:pt x="3228155" y="63236"/>
                </a:lnTo>
                <a:lnTo>
                  <a:pt x="3266585" y="57835"/>
                </a:lnTo>
                <a:lnTo>
                  <a:pt x="3305016" y="52682"/>
                </a:lnTo>
                <a:lnTo>
                  <a:pt x="3343446" y="47777"/>
                </a:lnTo>
                <a:lnTo>
                  <a:pt x="3381876" y="43117"/>
                </a:lnTo>
                <a:lnTo>
                  <a:pt x="3420307" y="38701"/>
                </a:lnTo>
                <a:lnTo>
                  <a:pt x="3458737" y="34529"/>
                </a:lnTo>
                <a:lnTo>
                  <a:pt x="3497168" y="30600"/>
                </a:lnTo>
                <a:lnTo>
                  <a:pt x="3535598" y="26911"/>
                </a:lnTo>
                <a:lnTo>
                  <a:pt x="3574029" y="23463"/>
                </a:lnTo>
                <a:lnTo>
                  <a:pt x="3612459" y="20253"/>
                </a:lnTo>
                <a:lnTo>
                  <a:pt x="3650889" y="17283"/>
                </a:lnTo>
                <a:lnTo>
                  <a:pt x="3689320" y="14549"/>
                </a:lnTo>
                <a:lnTo>
                  <a:pt x="3727750" y="12053"/>
                </a:lnTo>
                <a:lnTo>
                  <a:pt x="3766181" y="9793"/>
                </a:lnTo>
                <a:lnTo>
                  <a:pt x="3804611" y="7769"/>
                </a:lnTo>
                <a:lnTo>
                  <a:pt x="3843042" y="5979"/>
                </a:lnTo>
                <a:lnTo>
                  <a:pt x="3881472" y="4424"/>
                </a:lnTo>
                <a:lnTo>
                  <a:pt x="3919902" y="3104"/>
                </a:lnTo>
                <a:lnTo>
                  <a:pt x="3958333" y="2017"/>
                </a:lnTo>
                <a:lnTo>
                  <a:pt x="3996763" y="1163"/>
                </a:lnTo>
                <a:lnTo>
                  <a:pt x="4035194" y="543"/>
                </a:lnTo>
                <a:lnTo>
                  <a:pt x="4073624" y="155"/>
                </a:lnTo>
                <a:lnTo>
                  <a:pt x="4112054" y="0"/>
                </a:lnTo>
                <a:lnTo>
                  <a:pt x="4150485" y="78"/>
                </a:lnTo>
                <a:lnTo>
                  <a:pt x="4188915" y="388"/>
                </a:lnTo>
                <a:lnTo>
                  <a:pt x="4227346" y="931"/>
                </a:lnTo>
                <a:lnTo>
                  <a:pt x="4265776" y="1707"/>
                </a:lnTo>
                <a:lnTo>
                  <a:pt x="4304207" y="2715"/>
                </a:lnTo>
                <a:lnTo>
                  <a:pt x="4342637" y="3956"/>
                </a:lnTo>
                <a:lnTo>
                  <a:pt x="4381067" y="5430"/>
                </a:lnTo>
                <a:lnTo>
                  <a:pt x="4419498" y="7138"/>
                </a:lnTo>
                <a:lnTo>
                  <a:pt x="4457928" y="9080"/>
                </a:lnTo>
                <a:lnTo>
                  <a:pt x="4496359" y="11255"/>
                </a:lnTo>
                <a:lnTo>
                  <a:pt x="4534789" y="13665"/>
                </a:lnTo>
                <a:lnTo>
                  <a:pt x="4573220" y="16310"/>
                </a:lnTo>
                <a:lnTo>
                  <a:pt x="4611650" y="19191"/>
                </a:lnTo>
                <a:lnTo>
                  <a:pt x="4650080" y="22308"/>
                </a:lnTo>
                <a:lnTo>
                  <a:pt x="4688511" y="25662"/>
                </a:lnTo>
                <a:lnTo>
                  <a:pt x="4726941" y="29253"/>
                </a:lnTo>
                <a:lnTo>
                  <a:pt x="4765372" y="33083"/>
                </a:lnTo>
                <a:lnTo>
                  <a:pt x="4803802" y="37152"/>
                </a:lnTo>
                <a:lnTo>
                  <a:pt x="4842232" y="41461"/>
                </a:lnTo>
                <a:lnTo>
                  <a:pt x="4880663" y="46011"/>
                </a:lnTo>
                <a:lnTo>
                  <a:pt x="4919093" y="50804"/>
                </a:lnTo>
                <a:lnTo>
                  <a:pt x="4957524" y="55840"/>
                </a:lnTo>
                <a:lnTo>
                  <a:pt x="4995954" y="61120"/>
                </a:lnTo>
                <a:lnTo>
                  <a:pt x="5034385" y="66645"/>
                </a:lnTo>
                <a:lnTo>
                  <a:pt x="5072815" y="72418"/>
                </a:lnTo>
                <a:lnTo>
                  <a:pt x="5111245" y="78439"/>
                </a:lnTo>
                <a:lnTo>
                  <a:pt x="5149676" y="84709"/>
                </a:lnTo>
                <a:lnTo>
                  <a:pt x="5188106" y="91231"/>
                </a:lnTo>
                <a:lnTo>
                  <a:pt x="5226537" y="98006"/>
                </a:lnTo>
                <a:lnTo>
                  <a:pt x="5264967" y="105035"/>
                </a:lnTo>
                <a:lnTo>
                  <a:pt x="5303397" y="112320"/>
                </a:lnTo>
                <a:lnTo>
                  <a:pt x="5341828" y="119863"/>
                </a:lnTo>
                <a:lnTo>
                  <a:pt x="5380258" y="127666"/>
                </a:lnTo>
                <a:lnTo>
                  <a:pt x="5418689" y="135731"/>
                </a:lnTo>
                <a:lnTo>
                  <a:pt x="5457119" y="144060"/>
                </a:lnTo>
                <a:lnTo>
                  <a:pt x="5495550" y="152655"/>
                </a:lnTo>
                <a:lnTo>
                  <a:pt x="5533980" y="161517"/>
                </a:lnTo>
                <a:lnTo>
                  <a:pt x="5572410" y="170651"/>
                </a:lnTo>
                <a:lnTo>
                  <a:pt x="5610841" y="180057"/>
                </a:lnTo>
                <a:lnTo>
                  <a:pt x="5649271" y="189739"/>
                </a:lnTo>
                <a:lnTo>
                  <a:pt x="5687702" y="199699"/>
                </a:lnTo>
                <a:lnTo>
                  <a:pt x="5726132" y="209940"/>
                </a:lnTo>
                <a:lnTo>
                  <a:pt x="5760720" y="219399"/>
                </a:lnTo>
              </a:path>
            </a:pathLst>
          </a:custGeom>
          <a:noFill/>
          <a:ln w="3556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01 ellipse 48" descr="sci-ppt:o048"/>
          <p:cNvSpPr/>
          <p:nvPr/>
        </p:nvSpPr>
        <p:spPr>
          <a:xfrm>
            <a:off x="5596128" y="391972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1-E01 line 49" descr="sci-ppt:o049"/>
          <p:cNvCxnSpPr/>
          <p:nvPr/>
        </p:nvCxnSpPr>
        <p:spPr>
          <a:xfrm flipV="1">
            <a:off x="5669280" y="2420112"/>
            <a:ext cx="2160270" cy="1572768"/>
          </a:xfrm>
          <a:prstGeom prst="line">
            <a:avLst/>
          </a:prstGeom>
          <a:ln w="22860">
            <a:solidFill>
              <a:srgbClr val="F2B880"/>
            </a:solidFill>
            <a:prstDash val="dash"/>
          </a:ln>
          <a:effectLst/>
        </p:spPr>
      </p:cxnSp>
      <p:sp>
        <p:nvSpPr>
          <p:cNvPr id="52" name="C1-E01 text 50" descr="sci-ppt:o050"/>
          <p:cNvSpPr txBox="1"/>
          <p:nvPr/>
        </p:nvSpPr>
        <p:spPr>
          <a:xfrm>
            <a:off x="5986462" y="4102608"/>
            <a:ext cx="31089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start: R₀ and slope Ṙ(0) = U₀</a:t>
            </a:r>
          </a:p>
        </p:txBody>
      </p:sp>
      <p:sp>
        <p:nvSpPr>
          <p:cNvPr id="53" name="C1-E01 text 51" descr="sci-ppt:o051"/>
          <p:cNvSpPr txBox="1"/>
          <p:nvPr/>
        </p:nvSpPr>
        <p:spPr>
          <a:xfrm>
            <a:off x="8982837" y="3049523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R(t) afterwards</a:t>
            </a:r>
          </a:p>
        </p:txBody>
      </p:sp>
      <p:sp>
        <p:nvSpPr>
          <p:cNvPr id="54" name="C1-E01 text 52" descr="sci-ppt:o052"/>
          <p:cNvSpPr txBox="1"/>
          <p:nvPr/>
        </p:nvSpPr>
        <p:spPr>
          <a:xfrm>
            <a:off x="5669280" y="5897880"/>
            <a:ext cx="594360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Both initial values and the far-field pressure p∞(t) are inputs,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not results.</a:t>
            </a:r>
          </a:p>
        </p:txBody>
      </p:sp>
      <p:sp>
        <p:nvSpPr>
          <p:cNvPr id="55" name="C1-E01 text 53" descr="sci-ppt:o05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Trajectory: Rayleigh–Plesset solution for an illustrative 5 µm gas bubble (Eq. C1-E07), drawn only to mark the initial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C1-E02 · Exact continuity within the spherical model</a:t>
            </a:r>
          </a:p>
        </p:txBody>
      </p:sp>
      <p:sp>
        <p:nvSpPr>
          <p:cNvPr id="3" name="C1-E02 round_rect 1" descr="sci-ppt:o001"/>
          <p:cNvSpPr/>
          <p:nvPr/>
        </p:nvSpPr>
        <p:spPr>
          <a:xfrm>
            <a:off x="365760" y="914400"/>
            <a:ext cx="429768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2 text 2" descr="sci-ppt:o002"/>
          <p:cNvSpPr txBox="1"/>
          <p:nvPr/>
        </p:nvSpPr>
        <p:spPr>
          <a:xfrm>
            <a:off x="502920" y="978408"/>
            <a:ext cx="40233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Concentric shells carry one flux</a:t>
            </a:r>
          </a:p>
        </p:txBody>
      </p:sp>
      <p:sp>
        <p:nvSpPr>
          <p:cNvPr id="5" name="C1-E02 ellipse 3" descr="sci-ppt:o003"/>
          <p:cNvSpPr/>
          <p:nvPr/>
        </p:nvSpPr>
        <p:spPr>
          <a:xfrm>
            <a:off x="1920240" y="2697480"/>
            <a:ext cx="1188720" cy="1188720"/>
          </a:xfrm>
          <a:prstGeom prst="ellipse">
            <a:avLst/>
          </a:prstGeom>
          <a:noFill/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2 ellipse 4" descr="sci-ppt:o004"/>
          <p:cNvSpPr/>
          <p:nvPr/>
        </p:nvSpPr>
        <p:spPr>
          <a:xfrm>
            <a:off x="1563624" y="2340864"/>
            <a:ext cx="1901952" cy="1901952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02 ellipse 5" descr="sci-ppt:o005"/>
          <p:cNvSpPr/>
          <p:nvPr/>
        </p:nvSpPr>
        <p:spPr>
          <a:xfrm>
            <a:off x="1147572" y="1924812"/>
            <a:ext cx="2734056" cy="2734056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1-E02 ellipse 6" descr="sci-ppt:o006"/>
          <p:cNvSpPr/>
          <p:nvPr/>
        </p:nvSpPr>
        <p:spPr>
          <a:xfrm>
            <a:off x="612647" y="1389888"/>
            <a:ext cx="3803904" cy="3803904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1-E02 ellipse 7" descr="sci-ppt:o007"/>
          <p:cNvSpPr/>
          <p:nvPr/>
        </p:nvSpPr>
        <p:spPr>
          <a:xfrm>
            <a:off x="1920240" y="2697480"/>
            <a:ext cx="1188720" cy="118872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1-E02 arrow 8" descr="sci-ppt:o008"/>
          <p:cNvCxnSpPr/>
          <p:nvPr/>
        </p:nvCxnSpPr>
        <p:spPr>
          <a:xfrm flipV="1">
            <a:off x="2617809" y="1923067"/>
            <a:ext cx="138142" cy="783442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1-E02 text 9" descr="sci-ppt:o009"/>
          <p:cNvSpPr txBox="1"/>
          <p:nvPr/>
        </p:nvSpPr>
        <p:spPr>
          <a:xfrm>
            <a:off x="2722934" y="1741298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1.00 Ṙ</a:t>
            </a:r>
          </a:p>
        </p:txBody>
      </p:sp>
      <p:cxnSp>
        <p:nvCxnSpPr>
          <p:cNvPr id="12" name="C1-E02 arrow 10" descr="sci-ppt:o010"/>
          <p:cNvCxnSpPr/>
          <p:nvPr/>
        </p:nvCxnSpPr>
        <p:spPr>
          <a:xfrm flipV="1">
            <a:off x="3060057" y="2203518"/>
            <a:ext cx="216593" cy="309328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1-E02 text 11" descr="sci-ppt:o011"/>
          <p:cNvSpPr txBox="1"/>
          <p:nvPr/>
        </p:nvSpPr>
        <p:spPr>
          <a:xfrm>
            <a:off x="3272888" y="2033868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0.39 Ṙ</a:t>
            </a:r>
          </a:p>
        </p:txBody>
      </p:sp>
      <p:cxnSp>
        <p:nvCxnSpPr>
          <p:cNvPr id="14" name="C1-E02 arrow 12" descr="sci-ppt:o012"/>
          <p:cNvCxnSpPr/>
          <p:nvPr/>
        </p:nvCxnSpPr>
        <p:spPr>
          <a:xfrm flipV="1">
            <a:off x="3698480" y="2488641"/>
            <a:ext cx="207300" cy="119685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1-E02 text 13" descr="sci-ppt:o013"/>
          <p:cNvSpPr txBox="1"/>
          <p:nvPr/>
        </p:nvSpPr>
        <p:spPr>
          <a:xfrm>
            <a:off x="3923411" y="2342337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0.19 Ṙ</a:t>
            </a:r>
          </a:p>
        </p:txBody>
      </p:sp>
      <p:cxnSp>
        <p:nvCxnSpPr>
          <p:cNvPr id="16" name="C1-E02 arrow 14" descr="sci-ppt:o014"/>
          <p:cNvCxnSpPr/>
          <p:nvPr/>
        </p:nvCxnSpPr>
        <p:spPr>
          <a:xfrm flipV="1">
            <a:off x="4409314" y="3110673"/>
            <a:ext cx="176028" cy="1540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7" name="C1-E02 text 15" descr="sci-ppt:o015"/>
          <p:cNvSpPr txBox="1"/>
          <p:nvPr/>
        </p:nvSpPr>
        <p:spPr>
          <a:xfrm>
            <a:off x="4612496" y="2994569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0.10 Ṙ</a:t>
            </a:r>
          </a:p>
        </p:txBody>
      </p:sp>
      <p:sp>
        <p:nvSpPr>
          <p:cNvPr id="18" name="C1-E02 text 16" descr="sci-ppt:o016"/>
          <p:cNvSpPr txBox="1"/>
          <p:nvPr/>
        </p:nvSpPr>
        <p:spPr>
          <a:xfrm>
            <a:off x="502920" y="5074920"/>
            <a:ext cx="40233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Shell area grows as r², so the radial speed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falls as 1/r². Arrow length = speed.</a:t>
            </a:r>
          </a:p>
        </p:txBody>
      </p:sp>
      <p:cxnSp>
        <p:nvCxnSpPr>
          <p:cNvPr id="19" name="C1-E02 line 17" descr="sci-ppt:o017"/>
          <p:cNvCxnSpPr/>
          <p:nvPr/>
        </p:nvCxnSpPr>
        <p:spPr>
          <a:xfrm>
            <a:off x="5577840" y="530352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C1-E02 line 18" descr="sci-ppt:o018"/>
          <p:cNvCxnSpPr/>
          <p:nvPr/>
        </p:nvCxnSpPr>
        <p:spPr>
          <a:xfrm>
            <a:off x="557784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1" name="C1-E02 line 19" descr="sci-ppt:o019"/>
          <p:cNvCxnSpPr/>
          <p:nvPr/>
        </p:nvCxnSpPr>
        <p:spPr>
          <a:xfrm>
            <a:off x="5577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2 line 20" descr="sci-ppt:o020"/>
          <p:cNvCxnSpPr/>
          <p:nvPr/>
        </p:nvCxnSpPr>
        <p:spPr>
          <a:xfrm>
            <a:off x="557784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2 text 21" descr="sci-ppt:o021"/>
          <p:cNvSpPr txBox="1"/>
          <p:nvPr/>
        </p:nvSpPr>
        <p:spPr>
          <a:xfrm>
            <a:off x="512064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C1-E02 line 22" descr="sci-ppt:o022"/>
          <p:cNvCxnSpPr/>
          <p:nvPr/>
        </p:nvCxnSpPr>
        <p:spPr>
          <a:xfrm>
            <a:off x="752855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2 line 23" descr="sci-ppt:o023"/>
          <p:cNvCxnSpPr/>
          <p:nvPr/>
        </p:nvCxnSpPr>
        <p:spPr>
          <a:xfrm>
            <a:off x="7528559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2 text 24" descr="sci-ppt:o024"/>
          <p:cNvSpPr txBox="1"/>
          <p:nvPr/>
        </p:nvSpPr>
        <p:spPr>
          <a:xfrm>
            <a:off x="707135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7" name="C1-E02 line 25" descr="sci-ppt:o025"/>
          <p:cNvCxnSpPr/>
          <p:nvPr/>
        </p:nvCxnSpPr>
        <p:spPr>
          <a:xfrm>
            <a:off x="94792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2 line 26" descr="sci-ppt:o026"/>
          <p:cNvCxnSpPr/>
          <p:nvPr/>
        </p:nvCxnSpPr>
        <p:spPr>
          <a:xfrm>
            <a:off x="94792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2 text 27" descr="sci-ppt:o027"/>
          <p:cNvSpPr txBox="1"/>
          <p:nvPr/>
        </p:nvSpPr>
        <p:spPr>
          <a:xfrm>
            <a:off x="902208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0" name="C1-E02 line 28" descr="sci-ppt:o028"/>
          <p:cNvCxnSpPr/>
          <p:nvPr/>
        </p:nvCxnSpPr>
        <p:spPr>
          <a:xfrm>
            <a:off x="11430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02 line 29" descr="sci-ppt:o029"/>
          <p:cNvCxnSpPr/>
          <p:nvPr/>
        </p:nvCxnSpPr>
        <p:spPr>
          <a:xfrm>
            <a:off x="114300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02 text 30" descr="sci-ppt:o030"/>
          <p:cNvSpPr txBox="1"/>
          <p:nvPr/>
        </p:nvSpPr>
        <p:spPr>
          <a:xfrm>
            <a:off x="109728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33" name="C1-E02 line 31" descr="sci-ppt:o031"/>
          <p:cNvCxnSpPr/>
          <p:nvPr/>
        </p:nvCxnSpPr>
        <p:spPr>
          <a:xfrm>
            <a:off x="551383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02 line 32" descr="sci-ppt:o032"/>
          <p:cNvCxnSpPr/>
          <p:nvPr/>
        </p:nvCxnSpPr>
        <p:spPr>
          <a:xfrm>
            <a:off x="5513831" y="4517136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02 line 33" descr="sci-ppt:o033"/>
          <p:cNvCxnSpPr/>
          <p:nvPr/>
        </p:nvCxnSpPr>
        <p:spPr>
          <a:xfrm>
            <a:off x="5577840" y="451713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1-E02 text 34" descr="sci-ppt:o034"/>
          <p:cNvSpPr txBox="1"/>
          <p:nvPr/>
        </p:nvSpPr>
        <p:spPr>
          <a:xfrm>
            <a:off x="4709159" y="443484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37" name="C1-E02 line 35" descr="sci-ppt:o035"/>
          <p:cNvCxnSpPr/>
          <p:nvPr/>
        </p:nvCxnSpPr>
        <p:spPr>
          <a:xfrm>
            <a:off x="5513831" y="373075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02 line 36" descr="sci-ppt:o036"/>
          <p:cNvCxnSpPr/>
          <p:nvPr/>
        </p:nvCxnSpPr>
        <p:spPr>
          <a:xfrm>
            <a:off x="5577840" y="373075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1-E02 text 37" descr="sci-ppt:o037"/>
          <p:cNvSpPr txBox="1"/>
          <p:nvPr/>
        </p:nvSpPr>
        <p:spPr>
          <a:xfrm>
            <a:off x="4709159" y="364845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40" name="C1-E02 line 38" descr="sci-ppt:o038"/>
          <p:cNvCxnSpPr/>
          <p:nvPr/>
        </p:nvCxnSpPr>
        <p:spPr>
          <a:xfrm>
            <a:off x="5513831" y="294436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02 line 39" descr="sci-ppt:o039"/>
          <p:cNvCxnSpPr/>
          <p:nvPr/>
        </p:nvCxnSpPr>
        <p:spPr>
          <a:xfrm>
            <a:off x="5577840" y="294436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1-E02 text 40" descr="sci-ppt:o040"/>
          <p:cNvSpPr txBox="1"/>
          <p:nvPr/>
        </p:nvSpPr>
        <p:spPr>
          <a:xfrm>
            <a:off x="4709159" y="286207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43" name="C1-E02 line 41" descr="sci-ppt:o041"/>
          <p:cNvCxnSpPr/>
          <p:nvPr/>
        </p:nvCxnSpPr>
        <p:spPr>
          <a:xfrm>
            <a:off x="5513831" y="215798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02 line 42" descr="sci-ppt:o042"/>
          <p:cNvCxnSpPr/>
          <p:nvPr/>
        </p:nvCxnSpPr>
        <p:spPr>
          <a:xfrm>
            <a:off x="5577840" y="2157984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1-E02 text 43" descr="sci-ppt:o043"/>
          <p:cNvSpPr txBox="1"/>
          <p:nvPr/>
        </p:nvSpPr>
        <p:spPr>
          <a:xfrm>
            <a:off x="4709159" y="207568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46" name="C1-E02 text 44" descr="sci-ppt:o044"/>
          <p:cNvSpPr txBox="1"/>
          <p:nvPr/>
        </p:nvSpPr>
        <p:spPr>
          <a:xfrm>
            <a:off x="5577840" y="5586983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47" name="C1-E02 text 45" descr="sci-ppt:o045"/>
          <p:cNvSpPr txBox="1"/>
          <p:nvPr/>
        </p:nvSpPr>
        <p:spPr>
          <a:xfrm>
            <a:off x="502920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dimensionless</a:t>
            </a:r>
          </a:p>
        </p:txBody>
      </p:sp>
      <p:sp>
        <p:nvSpPr>
          <p:cNvPr id="48" name="C1-E02 polygon 46" descr="sci-ppt:o046"/>
          <p:cNvSpPr/>
          <p:nvPr/>
        </p:nvSpPr>
        <p:spPr>
          <a:xfrm>
            <a:off x="5577840" y="2157984"/>
            <a:ext cx="5852160" cy="2948940"/>
          </a:xfrm>
          <a:custGeom>
            <a:avLst/>
            <a:gdLst/>
            <a:ahLst/>
            <a:cxnLst/>
            <a:rect l="l" t="t" r="r" b="b"/>
            <a:pathLst>
              <a:path w="5852160" h="2948940">
                <a:moveTo>
                  <a:pt x="0" y="0"/>
                </a:moveTo>
                <a:lnTo>
                  <a:pt x="49177" y="152796"/>
                </a:lnTo>
                <a:lnTo>
                  <a:pt x="98355" y="294724"/>
                </a:lnTo>
                <a:lnTo>
                  <a:pt x="147533" y="426789"/>
                </a:lnTo>
                <a:lnTo>
                  <a:pt x="196711" y="549886"/>
                </a:lnTo>
                <a:lnTo>
                  <a:pt x="245889" y="664808"/>
                </a:lnTo>
                <a:lnTo>
                  <a:pt x="295066" y="772264"/>
                </a:lnTo>
                <a:lnTo>
                  <a:pt x="344244" y="872886"/>
                </a:lnTo>
                <a:lnTo>
                  <a:pt x="393422" y="967241"/>
                </a:lnTo>
                <a:lnTo>
                  <a:pt x="442600" y="1055841"/>
                </a:lnTo>
                <a:lnTo>
                  <a:pt x="491778" y="1139142"/>
                </a:lnTo>
                <a:lnTo>
                  <a:pt x="540955" y="1217560"/>
                </a:lnTo>
                <a:lnTo>
                  <a:pt x="590133" y="1291470"/>
                </a:lnTo>
                <a:lnTo>
                  <a:pt x="639311" y="1361209"/>
                </a:lnTo>
                <a:lnTo>
                  <a:pt x="688489" y="1427086"/>
                </a:lnTo>
                <a:lnTo>
                  <a:pt x="737667" y="1489381"/>
                </a:lnTo>
                <a:lnTo>
                  <a:pt x="786845" y="1548349"/>
                </a:lnTo>
                <a:lnTo>
                  <a:pt x="836022" y="1604223"/>
                </a:lnTo>
                <a:lnTo>
                  <a:pt x="885200" y="1657215"/>
                </a:lnTo>
                <a:lnTo>
                  <a:pt x="934378" y="1707521"/>
                </a:lnTo>
                <a:lnTo>
                  <a:pt x="983556" y="1755319"/>
                </a:lnTo>
                <a:lnTo>
                  <a:pt x="1032734" y="1800772"/>
                </a:lnTo>
                <a:lnTo>
                  <a:pt x="1081911" y="1844033"/>
                </a:lnTo>
                <a:lnTo>
                  <a:pt x="1131089" y="1885239"/>
                </a:lnTo>
                <a:lnTo>
                  <a:pt x="1180267" y="1924518"/>
                </a:lnTo>
                <a:lnTo>
                  <a:pt x="1229445" y="1961990"/>
                </a:lnTo>
                <a:lnTo>
                  <a:pt x="1278623" y="1997762"/>
                </a:lnTo>
                <a:lnTo>
                  <a:pt x="1327801" y="2031937"/>
                </a:lnTo>
                <a:lnTo>
                  <a:pt x="1376978" y="2064608"/>
                </a:lnTo>
                <a:lnTo>
                  <a:pt x="1426156" y="2095862"/>
                </a:lnTo>
                <a:lnTo>
                  <a:pt x="1475334" y="2125780"/>
                </a:lnTo>
                <a:lnTo>
                  <a:pt x="1524512" y="2154437"/>
                </a:lnTo>
                <a:lnTo>
                  <a:pt x="1573690" y="2181903"/>
                </a:lnTo>
                <a:lnTo>
                  <a:pt x="1622867" y="2208242"/>
                </a:lnTo>
                <a:lnTo>
                  <a:pt x="1672045" y="2233516"/>
                </a:lnTo>
                <a:lnTo>
                  <a:pt x="1721223" y="2257782"/>
                </a:lnTo>
                <a:lnTo>
                  <a:pt x="1770401" y="2281091"/>
                </a:lnTo>
                <a:lnTo>
                  <a:pt x="1819579" y="2303495"/>
                </a:lnTo>
                <a:lnTo>
                  <a:pt x="1868756" y="2325039"/>
                </a:lnTo>
                <a:lnTo>
                  <a:pt x="1917934" y="2345766"/>
                </a:lnTo>
                <a:lnTo>
                  <a:pt x="1967112" y="2365718"/>
                </a:lnTo>
                <a:lnTo>
                  <a:pt x="2016290" y="2384933"/>
                </a:lnTo>
                <a:lnTo>
                  <a:pt x="2065468" y="2403446"/>
                </a:lnTo>
                <a:lnTo>
                  <a:pt x="2114646" y="2421291"/>
                </a:lnTo>
                <a:lnTo>
                  <a:pt x="2163823" y="2438500"/>
                </a:lnTo>
                <a:lnTo>
                  <a:pt x="2213001" y="2455103"/>
                </a:lnTo>
                <a:lnTo>
                  <a:pt x="2262179" y="2471128"/>
                </a:lnTo>
                <a:lnTo>
                  <a:pt x="2311357" y="2486602"/>
                </a:lnTo>
                <a:lnTo>
                  <a:pt x="2360535" y="2501549"/>
                </a:lnTo>
                <a:lnTo>
                  <a:pt x="2409712" y="2515993"/>
                </a:lnTo>
                <a:lnTo>
                  <a:pt x="2458890" y="2529956"/>
                </a:lnTo>
                <a:lnTo>
                  <a:pt x="2508068" y="2543460"/>
                </a:lnTo>
                <a:lnTo>
                  <a:pt x="2557246" y="2556525"/>
                </a:lnTo>
                <a:lnTo>
                  <a:pt x="2606424" y="2569169"/>
                </a:lnTo>
                <a:lnTo>
                  <a:pt x="2655602" y="2581410"/>
                </a:lnTo>
                <a:lnTo>
                  <a:pt x="2704779" y="2593265"/>
                </a:lnTo>
                <a:lnTo>
                  <a:pt x="2753957" y="2604750"/>
                </a:lnTo>
                <a:lnTo>
                  <a:pt x="2803135" y="2615881"/>
                </a:lnTo>
                <a:lnTo>
                  <a:pt x="2852313" y="2626672"/>
                </a:lnTo>
                <a:lnTo>
                  <a:pt x="2901491" y="2637136"/>
                </a:lnTo>
                <a:lnTo>
                  <a:pt x="2950668" y="2647287"/>
                </a:lnTo>
                <a:lnTo>
                  <a:pt x="2999846" y="2657137"/>
                </a:lnTo>
                <a:lnTo>
                  <a:pt x="3049024" y="2666697"/>
                </a:lnTo>
                <a:lnTo>
                  <a:pt x="3098202" y="2675980"/>
                </a:lnTo>
                <a:lnTo>
                  <a:pt x="3147380" y="2684995"/>
                </a:lnTo>
                <a:lnTo>
                  <a:pt x="3196557" y="2693753"/>
                </a:lnTo>
                <a:lnTo>
                  <a:pt x="3245735" y="2702264"/>
                </a:lnTo>
                <a:lnTo>
                  <a:pt x="3294913" y="2710536"/>
                </a:lnTo>
                <a:lnTo>
                  <a:pt x="3344091" y="2718579"/>
                </a:lnTo>
                <a:lnTo>
                  <a:pt x="3393269" y="2726401"/>
                </a:lnTo>
                <a:lnTo>
                  <a:pt x="3442447" y="2734010"/>
                </a:lnTo>
                <a:lnTo>
                  <a:pt x="3491624" y="2741414"/>
                </a:lnTo>
                <a:lnTo>
                  <a:pt x="3540802" y="2748619"/>
                </a:lnTo>
                <a:lnTo>
                  <a:pt x="3589980" y="2755634"/>
                </a:lnTo>
                <a:lnTo>
                  <a:pt x="3639158" y="2762464"/>
                </a:lnTo>
                <a:lnTo>
                  <a:pt x="3688336" y="2769116"/>
                </a:lnTo>
                <a:lnTo>
                  <a:pt x="3737513" y="2775597"/>
                </a:lnTo>
                <a:lnTo>
                  <a:pt x="3786691" y="2781912"/>
                </a:lnTo>
                <a:lnTo>
                  <a:pt x="3835869" y="2788066"/>
                </a:lnTo>
                <a:lnTo>
                  <a:pt x="3885047" y="2794065"/>
                </a:lnTo>
                <a:lnTo>
                  <a:pt x="3934225" y="2799915"/>
                </a:lnTo>
                <a:lnTo>
                  <a:pt x="3983403" y="2805620"/>
                </a:lnTo>
                <a:lnTo>
                  <a:pt x="4032580" y="2811184"/>
                </a:lnTo>
                <a:lnTo>
                  <a:pt x="4081758" y="2816613"/>
                </a:lnTo>
                <a:lnTo>
                  <a:pt x="4130936" y="2821911"/>
                </a:lnTo>
                <a:lnTo>
                  <a:pt x="4180114" y="2827082"/>
                </a:lnTo>
                <a:lnTo>
                  <a:pt x="4229292" y="2832131"/>
                </a:lnTo>
                <a:lnTo>
                  <a:pt x="4278469" y="2837059"/>
                </a:lnTo>
                <a:lnTo>
                  <a:pt x="4327647" y="2841873"/>
                </a:lnTo>
                <a:lnTo>
                  <a:pt x="4376825" y="2846575"/>
                </a:lnTo>
                <a:lnTo>
                  <a:pt x="4426003" y="2851168"/>
                </a:lnTo>
                <a:lnTo>
                  <a:pt x="4475181" y="2855657"/>
                </a:lnTo>
                <a:lnTo>
                  <a:pt x="4524358" y="2860043"/>
                </a:lnTo>
                <a:lnTo>
                  <a:pt x="4573536" y="2864331"/>
                </a:lnTo>
                <a:lnTo>
                  <a:pt x="4622714" y="2868523"/>
                </a:lnTo>
                <a:lnTo>
                  <a:pt x="4671892" y="2872621"/>
                </a:lnTo>
                <a:lnTo>
                  <a:pt x="4721070" y="2876630"/>
                </a:lnTo>
                <a:lnTo>
                  <a:pt x="4770248" y="2880551"/>
                </a:lnTo>
                <a:lnTo>
                  <a:pt x="4819425" y="2884386"/>
                </a:lnTo>
                <a:lnTo>
                  <a:pt x="4868603" y="2888139"/>
                </a:lnTo>
                <a:lnTo>
                  <a:pt x="4917781" y="2891812"/>
                </a:lnTo>
                <a:lnTo>
                  <a:pt x="4966959" y="2895407"/>
                </a:lnTo>
                <a:lnTo>
                  <a:pt x="5016137" y="2898925"/>
                </a:lnTo>
                <a:lnTo>
                  <a:pt x="5065314" y="2902371"/>
                </a:lnTo>
                <a:lnTo>
                  <a:pt x="5114492" y="2905744"/>
                </a:lnTo>
                <a:lnTo>
                  <a:pt x="5163670" y="2909047"/>
                </a:lnTo>
                <a:lnTo>
                  <a:pt x="5212848" y="2912283"/>
                </a:lnTo>
                <a:lnTo>
                  <a:pt x="5262026" y="2915453"/>
                </a:lnTo>
                <a:lnTo>
                  <a:pt x="5311204" y="2918559"/>
                </a:lnTo>
                <a:lnTo>
                  <a:pt x="5360381" y="2921602"/>
                </a:lnTo>
                <a:lnTo>
                  <a:pt x="5409559" y="2924585"/>
                </a:lnTo>
                <a:lnTo>
                  <a:pt x="5458737" y="2927508"/>
                </a:lnTo>
                <a:lnTo>
                  <a:pt x="5507915" y="2930373"/>
                </a:lnTo>
                <a:lnTo>
                  <a:pt x="5557093" y="2933183"/>
                </a:lnTo>
                <a:lnTo>
                  <a:pt x="5606270" y="2935938"/>
                </a:lnTo>
                <a:lnTo>
                  <a:pt x="5655448" y="2938639"/>
                </a:lnTo>
                <a:lnTo>
                  <a:pt x="5704626" y="2941289"/>
                </a:lnTo>
                <a:lnTo>
                  <a:pt x="5753804" y="2943888"/>
                </a:lnTo>
                <a:lnTo>
                  <a:pt x="5802982" y="2946438"/>
                </a:lnTo>
                <a:lnTo>
                  <a:pt x="5852160" y="294894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2 polygon 47" descr="sci-ppt:o047"/>
          <p:cNvSpPr/>
          <p:nvPr/>
        </p:nvSpPr>
        <p:spPr>
          <a:xfrm>
            <a:off x="5577840" y="2157984"/>
            <a:ext cx="5852160" cy="0"/>
          </a:xfrm>
          <a:custGeom>
            <a:avLst/>
            <a:gdLst/>
            <a:ahLst/>
            <a:cxnLst/>
            <a:rect l="l" t="t" r="r" b="b"/>
            <a:pathLst>
              <a:path w="5852160" h="0">
                <a:moveTo>
                  <a:pt x="0" y="0"/>
                </a:moveTo>
                <a:lnTo>
                  <a:pt x="49177" y="0"/>
                </a:lnTo>
                <a:lnTo>
                  <a:pt x="98355" y="0"/>
                </a:lnTo>
                <a:lnTo>
                  <a:pt x="147533" y="0"/>
                </a:lnTo>
                <a:lnTo>
                  <a:pt x="196711" y="0"/>
                </a:lnTo>
                <a:lnTo>
                  <a:pt x="245889" y="0"/>
                </a:lnTo>
                <a:lnTo>
                  <a:pt x="295066" y="0"/>
                </a:lnTo>
                <a:lnTo>
                  <a:pt x="344244" y="0"/>
                </a:lnTo>
                <a:lnTo>
                  <a:pt x="393422" y="0"/>
                </a:lnTo>
                <a:lnTo>
                  <a:pt x="442600" y="0"/>
                </a:lnTo>
                <a:lnTo>
                  <a:pt x="491778" y="0"/>
                </a:lnTo>
                <a:lnTo>
                  <a:pt x="540955" y="0"/>
                </a:lnTo>
                <a:lnTo>
                  <a:pt x="590133" y="0"/>
                </a:lnTo>
                <a:lnTo>
                  <a:pt x="639311" y="0"/>
                </a:lnTo>
                <a:lnTo>
                  <a:pt x="688489" y="0"/>
                </a:lnTo>
                <a:lnTo>
                  <a:pt x="737667" y="0"/>
                </a:lnTo>
                <a:lnTo>
                  <a:pt x="786845" y="0"/>
                </a:lnTo>
                <a:lnTo>
                  <a:pt x="836022" y="0"/>
                </a:lnTo>
                <a:lnTo>
                  <a:pt x="885200" y="0"/>
                </a:lnTo>
                <a:lnTo>
                  <a:pt x="934378" y="0"/>
                </a:lnTo>
                <a:lnTo>
                  <a:pt x="983556" y="0"/>
                </a:lnTo>
                <a:lnTo>
                  <a:pt x="1032734" y="0"/>
                </a:lnTo>
                <a:lnTo>
                  <a:pt x="1081911" y="0"/>
                </a:lnTo>
                <a:lnTo>
                  <a:pt x="1131089" y="0"/>
                </a:lnTo>
                <a:lnTo>
                  <a:pt x="1180267" y="0"/>
                </a:lnTo>
                <a:lnTo>
                  <a:pt x="1229445" y="0"/>
                </a:lnTo>
                <a:lnTo>
                  <a:pt x="1278623" y="0"/>
                </a:lnTo>
                <a:lnTo>
                  <a:pt x="1327801" y="0"/>
                </a:lnTo>
                <a:lnTo>
                  <a:pt x="1376978" y="0"/>
                </a:lnTo>
                <a:lnTo>
                  <a:pt x="1426156" y="0"/>
                </a:lnTo>
                <a:lnTo>
                  <a:pt x="1475334" y="0"/>
                </a:lnTo>
                <a:lnTo>
                  <a:pt x="1524512" y="0"/>
                </a:lnTo>
                <a:lnTo>
                  <a:pt x="1573690" y="0"/>
                </a:lnTo>
                <a:lnTo>
                  <a:pt x="1622867" y="0"/>
                </a:lnTo>
                <a:lnTo>
                  <a:pt x="1672045" y="0"/>
                </a:lnTo>
                <a:lnTo>
                  <a:pt x="1721223" y="0"/>
                </a:lnTo>
                <a:lnTo>
                  <a:pt x="1770401" y="0"/>
                </a:lnTo>
                <a:lnTo>
                  <a:pt x="1819579" y="0"/>
                </a:lnTo>
                <a:lnTo>
                  <a:pt x="1868756" y="0"/>
                </a:lnTo>
                <a:lnTo>
                  <a:pt x="1917934" y="0"/>
                </a:lnTo>
                <a:lnTo>
                  <a:pt x="1967112" y="0"/>
                </a:lnTo>
                <a:lnTo>
                  <a:pt x="2016290" y="0"/>
                </a:lnTo>
                <a:lnTo>
                  <a:pt x="2065468" y="0"/>
                </a:lnTo>
                <a:lnTo>
                  <a:pt x="2114646" y="0"/>
                </a:lnTo>
                <a:lnTo>
                  <a:pt x="2163823" y="0"/>
                </a:lnTo>
                <a:lnTo>
                  <a:pt x="2213001" y="0"/>
                </a:lnTo>
                <a:lnTo>
                  <a:pt x="2262179" y="0"/>
                </a:lnTo>
                <a:lnTo>
                  <a:pt x="2311357" y="0"/>
                </a:lnTo>
                <a:lnTo>
                  <a:pt x="2360535" y="0"/>
                </a:lnTo>
                <a:lnTo>
                  <a:pt x="2409712" y="0"/>
                </a:lnTo>
                <a:lnTo>
                  <a:pt x="2458890" y="0"/>
                </a:lnTo>
                <a:lnTo>
                  <a:pt x="2508068" y="0"/>
                </a:lnTo>
                <a:lnTo>
                  <a:pt x="2557246" y="0"/>
                </a:lnTo>
                <a:lnTo>
                  <a:pt x="2606424" y="0"/>
                </a:lnTo>
                <a:lnTo>
                  <a:pt x="2655602" y="0"/>
                </a:lnTo>
                <a:lnTo>
                  <a:pt x="2704779" y="0"/>
                </a:lnTo>
                <a:lnTo>
                  <a:pt x="2753957" y="0"/>
                </a:lnTo>
                <a:lnTo>
                  <a:pt x="2803135" y="0"/>
                </a:lnTo>
                <a:lnTo>
                  <a:pt x="2852313" y="0"/>
                </a:lnTo>
                <a:lnTo>
                  <a:pt x="2901491" y="0"/>
                </a:lnTo>
                <a:lnTo>
                  <a:pt x="2950668" y="0"/>
                </a:lnTo>
                <a:lnTo>
                  <a:pt x="2999846" y="0"/>
                </a:lnTo>
                <a:lnTo>
                  <a:pt x="3049024" y="0"/>
                </a:lnTo>
                <a:lnTo>
                  <a:pt x="3098202" y="0"/>
                </a:lnTo>
                <a:lnTo>
                  <a:pt x="3147380" y="0"/>
                </a:lnTo>
                <a:lnTo>
                  <a:pt x="3196557" y="0"/>
                </a:lnTo>
                <a:lnTo>
                  <a:pt x="3245735" y="0"/>
                </a:lnTo>
                <a:lnTo>
                  <a:pt x="3294913" y="0"/>
                </a:lnTo>
                <a:lnTo>
                  <a:pt x="3344091" y="0"/>
                </a:lnTo>
                <a:lnTo>
                  <a:pt x="3393269" y="0"/>
                </a:lnTo>
                <a:lnTo>
                  <a:pt x="3442447" y="0"/>
                </a:lnTo>
                <a:lnTo>
                  <a:pt x="3491624" y="0"/>
                </a:lnTo>
                <a:lnTo>
                  <a:pt x="3540802" y="0"/>
                </a:lnTo>
                <a:lnTo>
                  <a:pt x="3589980" y="0"/>
                </a:lnTo>
                <a:lnTo>
                  <a:pt x="3639158" y="0"/>
                </a:lnTo>
                <a:lnTo>
                  <a:pt x="3688336" y="0"/>
                </a:lnTo>
                <a:lnTo>
                  <a:pt x="3737513" y="0"/>
                </a:lnTo>
                <a:lnTo>
                  <a:pt x="3786691" y="0"/>
                </a:lnTo>
                <a:lnTo>
                  <a:pt x="3835869" y="0"/>
                </a:lnTo>
                <a:lnTo>
                  <a:pt x="3885047" y="0"/>
                </a:lnTo>
                <a:lnTo>
                  <a:pt x="3934225" y="0"/>
                </a:lnTo>
                <a:lnTo>
                  <a:pt x="3983403" y="0"/>
                </a:lnTo>
                <a:lnTo>
                  <a:pt x="4032580" y="0"/>
                </a:lnTo>
                <a:lnTo>
                  <a:pt x="4081758" y="0"/>
                </a:lnTo>
                <a:lnTo>
                  <a:pt x="4130936" y="0"/>
                </a:lnTo>
                <a:lnTo>
                  <a:pt x="4180114" y="0"/>
                </a:lnTo>
                <a:lnTo>
                  <a:pt x="4229292" y="0"/>
                </a:lnTo>
                <a:lnTo>
                  <a:pt x="4278469" y="0"/>
                </a:lnTo>
                <a:lnTo>
                  <a:pt x="4327647" y="0"/>
                </a:lnTo>
                <a:lnTo>
                  <a:pt x="4376825" y="0"/>
                </a:lnTo>
                <a:lnTo>
                  <a:pt x="4426003" y="0"/>
                </a:lnTo>
                <a:lnTo>
                  <a:pt x="4475181" y="0"/>
                </a:lnTo>
                <a:lnTo>
                  <a:pt x="4524358" y="0"/>
                </a:lnTo>
                <a:lnTo>
                  <a:pt x="4573536" y="0"/>
                </a:lnTo>
                <a:lnTo>
                  <a:pt x="4622714" y="0"/>
                </a:lnTo>
                <a:lnTo>
                  <a:pt x="4671892" y="0"/>
                </a:lnTo>
                <a:lnTo>
                  <a:pt x="4721070" y="0"/>
                </a:lnTo>
                <a:lnTo>
                  <a:pt x="4770248" y="0"/>
                </a:lnTo>
                <a:lnTo>
                  <a:pt x="4819425" y="0"/>
                </a:lnTo>
                <a:lnTo>
                  <a:pt x="4868603" y="0"/>
                </a:lnTo>
                <a:lnTo>
                  <a:pt x="4917781" y="0"/>
                </a:lnTo>
                <a:lnTo>
                  <a:pt x="4966959" y="0"/>
                </a:lnTo>
                <a:lnTo>
                  <a:pt x="5016137" y="0"/>
                </a:lnTo>
                <a:lnTo>
                  <a:pt x="5065314" y="0"/>
                </a:lnTo>
                <a:lnTo>
                  <a:pt x="5114492" y="0"/>
                </a:lnTo>
                <a:lnTo>
                  <a:pt x="5163670" y="0"/>
                </a:lnTo>
                <a:lnTo>
                  <a:pt x="5212848" y="0"/>
                </a:lnTo>
                <a:lnTo>
                  <a:pt x="5262026" y="0"/>
                </a:lnTo>
                <a:lnTo>
                  <a:pt x="5311204" y="0"/>
                </a:lnTo>
                <a:lnTo>
                  <a:pt x="5360381" y="0"/>
                </a:lnTo>
                <a:lnTo>
                  <a:pt x="5409559" y="0"/>
                </a:lnTo>
                <a:lnTo>
                  <a:pt x="5458737" y="0"/>
                </a:lnTo>
                <a:lnTo>
                  <a:pt x="5507915" y="0"/>
                </a:lnTo>
                <a:lnTo>
                  <a:pt x="5557093" y="0"/>
                </a:lnTo>
                <a:lnTo>
                  <a:pt x="5606270" y="0"/>
                </a:lnTo>
                <a:lnTo>
                  <a:pt x="5655448" y="0"/>
                </a:lnTo>
                <a:lnTo>
                  <a:pt x="5704626" y="0"/>
                </a:lnTo>
                <a:lnTo>
                  <a:pt x="5753804" y="0"/>
                </a:lnTo>
                <a:lnTo>
                  <a:pt x="5802982" y="0"/>
                </a:lnTo>
                <a:lnTo>
                  <a:pt x="5852160" y="0"/>
                </a:lnTo>
              </a:path>
            </a:pathLst>
          </a:custGeom>
          <a:noFill/>
          <a:ln w="3048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02 ellipse 48" descr="sci-ppt:o048"/>
          <p:cNvSpPr/>
          <p:nvPr/>
        </p:nvSpPr>
        <p:spPr>
          <a:xfrm>
            <a:off x="7455407" y="4443983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02 text 49" descr="sci-ppt:o049"/>
          <p:cNvSpPr txBox="1"/>
          <p:nvPr/>
        </p:nvSpPr>
        <p:spPr>
          <a:xfrm>
            <a:off x="7656576" y="4151375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u(2R) = Ṙ/4</a:t>
            </a:r>
          </a:p>
        </p:txBody>
      </p:sp>
      <p:sp>
        <p:nvSpPr>
          <p:cNvPr id="52" name="C1-E02 text 50" descr="sci-ppt:o050"/>
          <p:cNvSpPr txBox="1"/>
          <p:nvPr/>
        </p:nvSpPr>
        <p:spPr>
          <a:xfrm>
            <a:off x="6041136" y="1483156"/>
            <a:ext cx="40233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r²u / (R²Ṙ) = 1 on every shell</a:t>
            </a:r>
          </a:p>
        </p:txBody>
      </p:sp>
      <p:sp>
        <p:nvSpPr>
          <p:cNvPr id="53" name="C1-E02 text 51" descr="sci-ppt:o051"/>
          <p:cNvSpPr txBox="1"/>
          <p:nvPr/>
        </p:nvSpPr>
        <p:spPr>
          <a:xfrm>
            <a:off x="8577072" y="3261847"/>
            <a:ext cx="2194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u / Ṙ = (R/r)²</a:t>
            </a:r>
          </a:p>
        </p:txBody>
      </p:sp>
      <p:sp>
        <p:nvSpPr>
          <p:cNvPr id="54" name="C1-E02 text 52" descr="sci-ppt:o052"/>
          <p:cNvSpPr txBox="1"/>
          <p:nvPr/>
        </p:nvSpPr>
        <p:spPr>
          <a:xfrm>
            <a:off x="5577840" y="5897880"/>
            <a:ext cx="585216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From ∇·u = 0: r²u = C(t). The wall condition u(R) = Ṙ gives C =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R²Ṙ.</a:t>
            </a:r>
          </a:p>
        </p:txBody>
      </p:sp>
      <p:sp>
        <p:nvSpPr>
          <p:cNvPr id="55" name="C1-E02 text 53" descr="sci-ppt:o05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Curves from u = R²Ṙ/r² (Eq. C1-E02).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C1-E03 · Derived velocity potential</a:t>
            </a:r>
          </a:p>
        </p:txBody>
      </p:sp>
      <p:cxnSp>
        <p:nvCxnSpPr>
          <p:cNvPr id="3" name="C1-E03 line 1" descr="sci-ppt:o001"/>
          <p:cNvCxnSpPr/>
          <p:nvPr/>
        </p:nvCxnSpPr>
        <p:spPr>
          <a:xfrm>
            <a:off x="868680" y="530352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3 line 2" descr="sci-ppt:o002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3 line 3" descr="sci-ppt:o003"/>
          <p:cNvCxnSpPr/>
          <p:nvPr/>
        </p:nvCxnSpPr>
        <p:spPr>
          <a:xfrm>
            <a:off x="8686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3 line 4" descr="sci-ppt:o004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3 text 5" descr="sci-ppt:o005"/>
          <p:cNvSpPr txBox="1"/>
          <p:nvPr/>
        </p:nvSpPr>
        <p:spPr>
          <a:xfrm>
            <a:off x="41147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1-E03 line 6" descr="sci-ppt:o006"/>
          <p:cNvCxnSpPr/>
          <p:nvPr/>
        </p:nvCxnSpPr>
        <p:spPr>
          <a:xfrm>
            <a:off x="23088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3 line 7" descr="sci-ppt:o007"/>
          <p:cNvCxnSpPr/>
          <p:nvPr/>
        </p:nvCxnSpPr>
        <p:spPr>
          <a:xfrm>
            <a:off x="230886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3 text 8" descr="sci-ppt:o008"/>
          <p:cNvSpPr txBox="1"/>
          <p:nvPr/>
        </p:nvSpPr>
        <p:spPr>
          <a:xfrm>
            <a:off x="185166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1-E03 line 9" descr="sci-ppt:o009"/>
          <p:cNvCxnSpPr/>
          <p:nvPr/>
        </p:nvCxnSpPr>
        <p:spPr>
          <a:xfrm>
            <a:off x="374903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3 line 10" descr="sci-ppt:o010"/>
          <p:cNvCxnSpPr/>
          <p:nvPr/>
        </p:nvCxnSpPr>
        <p:spPr>
          <a:xfrm>
            <a:off x="3749039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3 text 11" descr="sci-ppt:o011"/>
          <p:cNvSpPr txBox="1"/>
          <p:nvPr/>
        </p:nvSpPr>
        <p:spPr>
          <a:xfrm>
            <a:off x="329183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C1-E03 line 12" descr="sci-ppt:o012"/>
          <p:cNvCxnSpPr/>
          <p:nvPr/>
        </p:nvCxnSpPr>
        <p:spPr>
          <a:xfrm>
            <a:off x="51892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3 line 13" descr="sci-ppt:o013"/>
          <p:cNvCxnSpPr/>
          <p:nvPr/>
        </p:nvCxnSpPr>
        <p:spPr>
          <a:xfrm>
            <a:off x="518922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3 text 14" descr="sci-ppt:o014"/>
          <p:cNvSpPr txBox="1"/>
          <p:nvPr/>
        </p:nvSpPr>
        <p:spPr>
          <a:xfrm>
            <a:off x="473202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C1-E03 line 15" descr="sci-ppt:o015"/>
          <p:cNvCxnSpPr/>
          <p:nvPr/>
        </p:nvCxnSpPr>
        <p:spPr>
          <a:xfrm>
            <a:off x="66294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3 line 16" descr="sci-ppt:o016"/>
          <p:cNvCxnSpPr/>
          <p:nvPr/>
        </p:nvCxnSpPr>
        <p:spPr>
          <a:xfrm>
            <a:off x="66294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03 text 17" descr="sci-ppt:o017"/>
          <p:cNvSpPr txBox="1"/>
          <p:nvPr/>
        </p:nvSpPr>
        <p:spPr>
          <a:xfrm>
            <a:off x="61722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C1-E03 line 18" descr="sci-ppt:o018"/>
          <p:cNvCxnSpPr/>
          <p:nvPr/>
        </p:nvCxnSpPr>
        <p:spPr>
          <a:xfrm>
            <a:off x="804671" y="51162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03 line 19" descr="sci-ppt:o019"/>
          <p:cNvCxnSpPr/>
          <p:nvPr/>
        </p:nvCxnSpPr>
        <p:spPr>
          <a:xfrm>
            <a:off x="868680" y="511628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03 text 20" descr="sci-ppt:o020"/>
          <p:cNvSpPr txBox="1"/>
          <p:nvPr/>
        </p:nvSpPr>
        <p:spPr>
          <a:xfrm>
            <a:off x="0" y="50339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-1.00</a:t>
            </a:r>
          </a:p>
        </p:txBody>
      </p:sp>
      <p:cxnSp>
        <p:nvCxnSpPr>
          <p:cNvPr id="23" name="C1-E03 line 21" descr="sci-ppt:o021"/>
          <p:cNvCxnSpPr/>
          <p:nvPr/>
        </p:nvCxnSpPr>
        <p:spPr>
          <a:xfrm>
            <a:off x="804671" y="418011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03 line 22" descr="sci-ppt:o022"/>
          <p:cNvCxnSpPr/>
          <p:nvPr/>
        </p:nvCxnSpPr>
        <p:spPr>
          <a:xfrm>
            <a:off x="868680" y="4180114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03 text 23" descr="sci-ppt:o023"/>
          <p:cNvSpPr txBox="1"/>
          <p:nvPr/>
        </p:nvSpPr>
        <p:spPr>
          <a:xfrm>
            <a:off x="0" y="40978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-0.75</a:t>
            </a:r>
          </a:p>
        </p:txBody>
      </p:sp>
      <p:cxnSp>
        <p:nvCxnSpPr>
          <p:cNvPr id="26" name="C1-E03 line 24" descr="sci-ppt:o024"/>
          <p:cNvCxnSpPr/>
          <p:nvPr/>
        </p:nvCxnSpPr>
        <p:spPr>
          <a:xfrm>
            <a:off x="804671" y="324394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03 line 25" descr="sci-ppt:o025"/>
          <p:cNvCxnSpPr/>
          <p:nvPr/>
        </p:nvCxnSpPr>
        <p:spPr>
          <a:xfrm>
            <a:off x="868680" y="3243942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1-E03 text 26" descr="sci-ppt:o026"/>
          <p:cNvSpPr txBox="1"/>
          <p:nvPr/>
        </p:nvSpPr>
        <p:spPr>
          <a:xfrm>
            <a:off x="0" y="31616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-0.50</a:t>
            </a:r>
          </a:p>
        </p:txBody>
      </p:sp>
      <p:cxnSp>
        <p:nvCxnSpPr>
          <p:cNvPr id="29" name="C1-E03 line 27" descr="sci-ppt:o027"/>
          <p:cNvCxnSpPr/>
          <p:nvPr/>
        </p:nvCxnSpPr>
        <p:spPr>
          <a:xfrm>
            <a:off x="804671" y="2307771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03 line 28" descr="sci-ppt:o028"/>
          <p:cNvCxnSpPr/>
          <p:nvPr/>
        </p:nvCxnSpPr>
        <p:spPr>
          <a:xfrm>
            <a:off x="868680" y="2307771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1-E03 text 29" descr="sci-ppt:o029"/>
          <p:cNvSpPr txBox="1"/>
          <p:nvPr/>
        </p:nvSpPr>
        <p:spPr>
          <a:xfrm>
            <a:off x="0" y="2225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-0.25</a:t>
            </a:r>
          </a:p>
        </p:txBody>
      </p:sp>
      <p:cxnSp>
        <p:nvCxnSpPr>
          <p:cNvPr id="32" name="C1-E03 line 30" descr="sci-ppt:o030"/>
          <p:cNvCxnSpPr/>
          <p:nvPr/>
        </p:nvCxnSpPr>
        <p:spPr>
          <a:xfrm>
            <a:off x="804671" y="1371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03 line 31" descr="sci-ppt:o031"/>
          <p:cNvCxnSpPr/>
          <p:nvPr/>
        </p:nvCxnSpPr>
        <p:spPr>
          <a:xfrm>
            <a:off x="868680" y="137160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1-E03 text 32" descr="sci-ppt:o032"/>
          <p:cNvSpPr txBox="1"/>
          <p:nvPr/>
        </p:nvSpPr>
        <p:spPr>
          <a:xfrm>
            <a:off x="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sp>
        <p:nvSpPr>
          <p:cNvPr id="35" name="C1-E03 text 33" descr="sci-ppt:o033"/>
          <p:cNvSpPr txBox="1"/>
          <p:nvPr/>
        </p:nvSpPr>
        <p:spPr>
          <a:xfrm>
            <a:off x="868680" y="5586983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6" name="C1-E03 text 34" descr="sci-ppt:o034"/>
          <p:cNvSpPr txBox="1"/>
          <p:nvPr/>
        </p:nvSpPr>
        <p:spPr>
          <a:xfrm>
            <a:off x="320040" y="1024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φ / (R Ṙ)</a:t>
            </a:r>
          </a:p>
        </p:txBody>
      </p:sp>
      <p:sp>
        <p:nvSpPr>
          <p:cNvPr id="37" name="C1-E03 polygon 35" descr="sci-ppt:o035"/>
          <p:cNvSpPr/>
          <p:nvPr/>
        </p:nvSpPr>
        <p:spPr>
          <a:xfrm>
            <a:off x="868680" y="2120537"/>
            <a:ext cx="5760720" cy="2995748"/>
          </a:xfrm>
          <a:custGeom>
            <a:avLst/>
            <a:gdLst/>
            <a:ahLst/>
            <a:cxnLst/>
            <a:rect l="l" t="t" r="r" b="b"/>
            <a:pathLst>
              <a:path w="5760720" h="2995748">
                <a:moveTo>
                  <a:pt x="0" y="2995748"/>
                </a:moveTo>
                <a:lnTo>
                  <a:pt x="38662" y="2897848"/>
                </a:lnTo>
                <a:lnTo>
                  <a:pt x="77325" y="2804936"/>
                </a:lnTo>
                <a:lnTo>
                  <a:pt x="115987" y="2716641"/>
                </a:lnTo>
                <a:lnTo>
                  <a:pt x="154650" y="2632627"/>
                </a:lnTo>
                <a:lnTo>
                  <a:pt x="193312" y="2552590"/>
                </a:lnTo>
                <a:lnTo>
                  <a:pt x="231975" y="2476254"/>
                </a:lnTo>
                <a:lnTo>
                  <a:pt x="270637" y="2403369"/>
                </a:lnTo>
                <a:lnTo>
                  <a:pt x="309300" y="2333704"/>
                </a:lnTo>
                <a:lnTo>
                  <a:pt x="347962" y="2267053"/>
                </a:lnTo>
                <a:lnTo>
                  <a:pt x="386625" y="2203222"/>
                </a:lnTo>
                <a:lnTo>
                  <a:pt x="425288" y="2142037"/>
                </a:lnTo>
                <a:lnTo>
                  <a:pt x="463950" y="2083337"/>
                </a:lnTo>
                <a:lnTo>
                  <a:pt x="502613" y="2026974"/>
                </a:lnTo>
                <a:lnTo>
                  <a:pt x="541275" y="1972810"/>
                </a:lnTo>
                <a:lnTo>
                  <a:pt x="579938" y="1920719"/>
                </a:lnTo>
                <a:lnTo>
                  <a:pt x="618600" y="1870584"/>
                </a:lnTo>
                <a:lnTo>
                  <a:pt x="657263" y="1822298"/>
                </a:lnTo>
                <a:lnTo>
                  <a:pt x="695925" y="1775760"/>
                </a:lnTo>
                <a:lnTo>
                  <a:pt x="734588" y="1730877"/>
                </a:lnTo>
                <a:lnTo>
                  <a:pt x="773251" y="1687561"/>
                </a:lnTo>
                <a:lnTo>
                  <a:pt x="811913" y="1645733"/>
                </a:lnTo>
                <a:lnTo>
                  <a:pt x="850576" y="1605316"/>
                </a:lnTo>
                <a:lnTo>
                  <a:pt x="889238" y="1566242"/>
                </a:lnTo>
                <a:lnTo>
                  <a:pt x="927901" y="1528443"/>
                </a:lnTo>
                <a:lnTo>
                  <a:pt x="966563" y="1491858"/>
                </a:lnTo>
                <a:lnTo>
                  <a:pt x="1005226" y="1456431"/>
                </a:lnTo>
                <a:lnTo>
                  <a:pt x="1043888" y="1422106"/>
                </a:lnTo>
                <a:lnTo>
                  <a:pt x="1082551" y="1388833"/>
                </a:lnTo>
                <a:lnTo>
                  <a:pt x="1121213" y="1356565"/>
                </a:lnTo>
                <a:lnTo>
                  <a:pt x="1159876" y="1325256"/>
                </a:lnTo>
                <a:lnTo>
                  <a:pt x="1198539" y="1294865"/>
                </a:lnTo>
                <a:lnTo>
                  <a:pt x="1237201" y="1265352"/>
                </a:lnTo>
                <a:lnTo>
                  <a:pt x="1275864" y="1236679"/>
                </a:lnTo>
                <a:lnTo>
                  <a:pt x="1314526" y="1208810"/>
                </a:lnTo>
                <a:lnTo>
                  <a:pt x="1353189" y="1181714"/>
                </a:lnTo>
                <a:lnTo>
                  <a:pt x="1391851" y="1155357"/>
                </a:lnTo>
                <a:lnTo>
                  <a:pt x="1430514" y="1129710"/>
                </a:lnTo>
                <a:lnTo>
                  <a:pt x="1469176" y="1104744"/>
                </a:lnTo>
                <a:lnTo>
                  <a:pt x="1507839" y="1080434"/>
                </a:lnTo>
                <a:lnTo>
                  <a:pt x="1546502" y="1056752"/>
                </a:lnTo>
                <a:lnTo>
                  <a:pt x="1585164" y="1033676"/>
                </a:lnTo>
                <a:lnTo>
                  <a:pt x="1623827" y="1011183"/>
                </a:lnTo>
                <a:lnTo>
                  <a:pt x="1662489" y="989250"/>
                </a:lnTo>
                <a:lnTo>
                  <a:pt x="1701152" y="967857"/>
                </a:lnTo>
                <a:lnTo>
                  <a:pt x="1739814" y="946984"/>
                </a:lnTo>
                <a:lnTo>
                  <a:pt x="1778477" y="926613"/>
                </a:lnTo>
                <a:lnTo>
                  <a:pt x="1817139" y="906725"/>
                </a:lnTo>
                <a:lnTo>
                  <a:pt x="1855802" y="887303"/>
                </a:lnTo>
                <a:lnTo>
                  <a:pt x="1894464" y="868333"/>
                </a:lnTo>
                <a:lnTo>
                  <a:pt x="1933127" y="849797"/>
                </a:lnTo>
                <a:lnTo>
                  <a:pt x="1971790" y="831681"/>
                </a:lnTo>
                <a:lnTo>
                  <a:pt x="2010452" y="813971"/>
                </a:lnTo>
                <a:lnTo>
                  <a:pt x="2049115" y="796653"/>
                </a:lnTo>
                <a:lnTo>
                  <a:pt x="2087777" y="779715"/>
                </a:lnTo>
                <a:lnTo>
                  <a:pt x="2126440" y="763144"/>
                </a:lnTo>
                <a:lnTo>
                  <a:pt x="2165102" y="746929"/>
                </a:lnTo>
                <a:lnTo>
                  <a:pt x="2203765" y="731058"/>
                </a:lnTo>
                <a:lnTo>
                  <a:pt x="2242427" y="715520"/>
                </a:lnTo>
                <a:lnTo>
                  <a:pt x="2281090" y="700305"/>
                </a:lnTo>
                <a:lnTo>
                  <a:pt x="2319753" y="685402"/>
                </a:lnTo>
                <a:lnTo>
                  <a:pt x="2358415" y="670803"/>
                </a:lnTo>
                <a:lnTo>
                  <a:pt x="2397078" y="656499"/>
                </a:lnTo>
                <a:lnTo>
                  <a:pt x="2435740" y="642479"/>
                </a:lnTo>
                <a:lnTo>
                  <a:pt x="2474403" y="628737"/>
                </a:lnTo>
                <a:lnTo>
                  <a:pt x="2513065" y="615263"/>
                </a:lnTo>
                <a:lnTo>
                  <a:pt x="2551728" y="602051"/>
                </a:lnTo>
                <a:lnTo>
                  <a:pt x="2590390" y="589092"/>
                </a:lnTo>
                <a:lnTo>
                  <a:pt x="2629053" y="576379"/>
                </a:lnTo>
                <a:lnTo>
                  <a:pt x="2667715" y="563905"/>
                </a:lnTo>
                <a:lnTo>
                  <a:pt x="2706378" y="551664"/>
                </a:lnTo>
                <a:lnTo>
                  <a:pt x="2745041" y="539650"/>
                </a:lnTo>
                <a:lnTo>
                  <a:pt x="2783703" y="527855"/>
                </a:lnTo>
                <a:lnTo>
                  <a:pt x="2822366" y="516274"/>
                </a:lnTo>
                <a:lnTo>
                  <a:pt x="2861028" y="504901"/>
                </a:lnTo>
                <a:lnTo>
                  <a:pt x="2899691" y="493731"/>
                </a:lnTo>
                <a:lnTo>
                  <a:pt x="2938353" y="482758"/>
                </a:lnTo>
                <a:lnTo>
                  <a:pt x="2977016" y="471978"/>
                </a:lnTo>
                <a:lnTo>
                  <a:pt x="3015678" y="461384"/>
                </a:lnTo>
                <a:lnTo>
                  <a:pt x="3054341" y="450973"/>
                </a:lnTo>
                <a:lnTo>
                  <a:pt x="3093004" y="440739"/>
                </a:lnTo>
                <a:lnTo>
                  <a:pt x="3131666" y="430678"/>
                </a:lnTo>
                <a:lnTo>
                  <a:pt x="3170329" y="420786"/>
                </a:lnTo>
                <a:lnTo>
                  <a:pt x="3208991" y="411059"/>
                </a:lnTo>
                <a:lnTo>
                  <a:pt x="3247654" y="401492"/>
                </a:lnTo>
                <a:lnTo>
                  <a:pt x="3286316" y="392081"/>
                </a:lnTo>
                <a:lnTo>
                  <a:pt x="3324979" y="382823"/>
                </a:lnTo>
                <a:lnTo>
                  <a:pt x="3363641" y="373715"/>
                </a:lnTo>
                <a:lnTo>
                  <a:pt x="3402304" y="364751"/>
                </a:lnTo>
                <a:lnTo>
                  <a:pt x="3440966" y="355930"/>
                </a:lnTo>
                <a:lnTo>
                  <a:pt x="3479629" y="347248"/>
                </a:lnTo>
                <a:lnTo>
                  <a:pt x="3518292" y="338700"/>
                </a:lnTo>
                <a:lnTo>
                  <a:pt x="3556954" y="330285"/>
                </a:lnTo>
                <a:lnTo>
                  <a:pt x="3595617" y="321999"/>
                </a:lnTo>
                <a:lnTo>
                  <a:pt x="3634279" y="313840"/>
                </a:lnTo>
                <a:lnTo>
                  <a:pt x="3672942" y="305804"/>
                </a:lnTo>
                <a:lnTo>
                  <a:pt x="3711604" y="297888"/>
                </a:lnTo>
                <a:lnTo>
                  <a:pt x="3750267" y="290091"/>
                </a:lnTo>
                <a:lnTo>
                  <a:pt x="3788929" y="282408"/>
                </a:lnTo>
                <a:lnTo>
                  <a:pt x="3827592" y="274839"/>
                </a:lnTo>
                <a:lnTo>
                  <a:pt x="3866255" y="267380"/>
                </a:lnTo>
                <a:lnTo>
                  <a:pt x="3904917" y="260028"/>
                </a:lnTo>
                <a:lnTo>
                  <a:pt x="3943580" y="252783"/>
                </a:lnTo>
                <a:lnTo>
                  <a:pt x="3982242" y="245640"/>
                </a:lnTo>
                <a:lnTo>
                  <a:pt x="4020905" y="238599"/>
                </a:lnTo>
                <a:lnTo>
                  <a:pt x="4059567" y="231657"/>
                </a:lnTo>
                <a:lnTo>
                  <a:pt x="4098230" y="224811"/>
                </a:lnTo>
                <a:lnTo>
                  <a:pt x="4136892" y="218061"/>
                </a:lnTo>
                <a:lnTo>
                  <a:pt x="4175555" y="211404"/>
                </a:lnTo>
                <a:lnTo>
                  <a:pt x="4214217" y="204837"/>
                </a:lnTo>
                <a:lnTo>
                  <a:pt x="4252880" y="198360"/>
                </a:lnTo>
                <a:lnTo>
                  <a:pt x="4291543" y="191970"/>
                </a:lnTo>
                <a:lnTo>
                  <a:pt x="4330205" y="185666"/>
                </a:lnTo>
                <a:lnTo>
                  <a:pt x="4368868" y="179445"/>
                </a:lnTo>
                <a:lnTo>
                  <a:pt x="4407530" y="173307"/>
                </a:lnTo>
                <a:lnTo>
                  <a:pt x="4446193" y="167250"/>
                </a:lnTo>
                <a:lnTo>
                  <a:pt x="4484855" y="161272"/>
                </a:lnTo>
                <a:lnTo>
                  <a:pt x="4523518" y="155371"/>
                </a:lnTo>
                <a:lnTo>
                  <a:pt x="4562180" y="149546"/>
                </a:lnTo>
                <a:lnTo>
                  <a:pt x="4600843" y="143796"/>
                </a:lnTo>
                <a:lnTo>
                  <a:pt x="4639506" y="138118"/>
                </a:lnTo>
                <a:lnTo>
                  <a:pt x="4678168" y="132513"/>
                </a:lnTo>
                <a:lnTo>
                  <a:pt x="4716831" y="126978"/>
                </a:lnTo>
                <a:lnTo>
                  <a:pt x="4755493" y="121512"/>
                </a:lnTo>
                <a:lnTo>
                  <a:pt x="4794156" y="116114"/>
                </a:lnTo>
                <a:lnTo>
                  <a:pt x="4832818" y="110782"/>
                </a:lnTo>
                <a:lnTo>
                  <a:pt x="4871481" y="105516"/>
                </a:lnTo>
                <a:lnTo>
                  <a:pt x="4910143" y="100314"/>
                </a:lnTo>
                <a:lnTo>
                  <a:pt x="4948806" y="95175"/>
                </a:lnTo>
                <a:lnTo>
                  <a:pt x="4987468" y="90097"/>
                </a:lnTo>
                <a:lnTo>
                  <a:pt x="5026131" y="85081"/>
                </a:lnTo>
                <a:lnTo>
                  <a:pt x="5064794" y="80124"/>
                </a:lnTo>
                <a:lnTo>
                  <a:pt x="5103456" y="75225"/>
                </a:lnTo>
                <a:lnTo>
                  <a:pt x="5142119" y="70384"/>
                </a:lnTo>
                <a:lnTo>
                  <a:pt x="5180781" y="65600"/>
                </a:lnTo>
                <a:lnTo>
                  <a:pt x="5219444" y="60871"/>
                </a:lnTo>
                <a:lnTo>
                  <a:pt x="5258106" y="56197"/>
                </a:lnTo>
                <a:lnTo>
                  <a:pt x="5296769" y="51576"/>
                </a:lnTo>
                <a:lnTo>
                  <a:pt x="5335431" y="47009"/>
                </a:lnTo>
                <a:lnTo>
                  <a:pt x="5374094" y="42493"/>
                </a:lnTo>
                <a:lnTo>
                  <a:pt x="5412757" y="38027"/>
                </a:lnTo>
                <a:lnTo>
                  <a:pt x="5451419" y="33613"/>
                </a:lnTo>
                <a:lnTo>
                  <a:pt x="5490082" y="29247"/>
                </a:lnTo>
                <a:lnTo>
                  <a:pt x="5528744" y="24930"/>
                </a:lnTo>
                <a:lnTo>
                  <a:pt x="5567407" y="20660"/>
                </a:lnTo>
                <a:lnTo>
                  <a:pt x="5606069" y="16437"/>
                </a:lnTo>
                <a:lnTo>
                  <a:pt x="5644732" y="12261"/>
                </a:lnTo>
                <a:lnTo>
                  <a:pt x="5683394" y="8129"/>
                </a:lnTo>
                <a:lnTo>
                  <a:pt x="5722057" y="4042"/>
                </a:lnTo>
                <a:lnTo>
                  <a:pt x="576072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3 text 36" descr="sci-ppt:o036"/>
          <p:cNvSpPr txBox="1"/>
          <p:nvPr/>
        </p:nvSpPr>
        <p:spPr>
          <a:xfrm>
            <a:off x="3678174" y="2973977"/>
            <a:ext cx="27432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φ = −R²Ṙ / r → 0 at infinity</a:t>
            </a:r>
          </a:p>
        </p:txBody>
      </p:sp>
      <p:sp>
        <p:nvSpPr>
          <p:cNvPr id="39" name="C1-E03 ellipse 37" descr="sci-ppt:o037"/>
          <p:cNvSpPr/>
          <p:nvPr/>
        </p:nvSpPr>
        <p:spPr>
          <a:xfrm>
            <a:off x="1659636" y="363887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1-E03 line 38" descr="sci-ppt:o038"/>
          <p:cNvCxnSpPr/>
          <p:nvPr/>
        </p:nvCxnSpPr>
        <p:spPr>
          <a:xfrm flipV="1">
            <a:off x="1012698" y="2395537"/>
            <a:ext cx="2016252" cy="2047875"/>
          </a:xfrm>
          <a:prstGeom prst="line">
            <a:avLst/>
          </a:prstGeom>
          <a:ln w="22860">
            <a:solidFill>
              <a:srgbClr val="F2B880"/>
            </a:solidFill>
            <a:prstDash val="dash"/>
          </a:ln>
          <a:effectLst/>
        </p:spPr>
      </p:cxnSp>
      <p:sp>
        <p:nvSpPr>
          <p:cNvPr id="41" name="C1-E03 text 39" descr="sci-ppt:o039"/>
          <p:cNvSpPr txBox="1"/>
          <p:nvPr/>
        </p:nvSpPr>
        <p:spPr>
          <a:xfrm>
            <a:off x="2189988" y="3986348"/>
            <a:ext cx="329184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tangent slope at r = 1.6R is u = (R/r)²Ṙ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= 0.39 Ṙ</a:t>
            </a:r>
          </a:p>
        </p:txBody>
      </p:sp>
      <p:sp>
        <p:nvSpPr>
          <p:cNvPr id="42" name="C1-E03 round_rect 40" descr="sci-ppt:o040"/>
          <p:cNvSpPr/>
          <p:nvPr/>
        </p:nvSpPr>
        <p:spPr>
          <a:xfrm>
            <a:off x="7040880" y="1325880"/>
            <a:ext cx="4800600" cy="4480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3 text 41" descr="sci-ppt:o041"/>
          <p:cNvSpPr txBox="1"/>
          <p:nvPr/>
        </p:nvSpPr>
        <p:spPr>
          <a:xfrm>
            <a:off x="7150608" y="138074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Derivation in three moves</a:t>
            </a:r>
          </a:p>
        </p:txBody>
      </p:sp>
      <p:sp>
        <p:nvSpPr>
          <p:cNvPr id="44" name="C1-E03 text 42" descr="sci-ppt:o042"/>
          <p:cNvSpPr txBox="1"/>
          <p:nvPr/>
        </p:nvSpPr>
        <p:spPr>
          <a:xfrm>
            <a:off x="7223760" y="1783080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  Start from the flux law</a:t>
            </a:r>
          </a:p>
        </p:txBody>
      </p:sp>
      <p:sp>
        <p:nvSpPr>
          <p:cNvPr id="45" name="C1-E03 text 43" descr="sci-ppt:o043"/>
          <p:cNvSpPr txBox="1"/>
          <p:nvPr/>
        </p:nvSpPr>
        <p:spPr>
          <a:xfrm>
            <a:off x="7360920" y="2030221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u(s) = R²Ṙ / s²</a:t>
            </a:r>
          </a:p>
        </p:txBody>
      </p:sp>
      <p:sp>
        <p:nvSpPr>
          <p:cNvPr id="46" name="C1-E03 text 44" descr="sci-ppt:o044"/>
          <p:cNvSpPr txBox="1"/>
          <p:nvPr/>
        </p:nvSpPr>
        <p:spPr>
          <a:xfrm>
            <a:off x="7223760" y="2415921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2  Integrate inward from infinity</a:t>
            </a:r>
          </a:p>
        </p:txBody>
      </p:sp>
      <p:sp>
        <p:nvSpPr>
          <p:cNvPr id="47" name="C1-E03 text 45" descr="sci-ppt:o045"/>
          <p:cNvSpPr txBox="1"/>
          <p:nvPr/>
        </p:nvSpPr>
        <p:spPr>
          <a:xfrm>
            <a:off x="7360920" y="2663063"/>
            <a:ext cx="4297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φ(r) = ∫ u ds from ∞ to r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φ(r) = −R²Ṙ / r</a:t>
            </a:r>
          </a:p>
        </p:txBody>
      </p:sp>
      <p:sp>
        <p:nvSpPr>
          <p:cNvPr id="48" name="C1-E03 text 46" descr="sci-ppt:o046"/>
          <p:cNvSpPr txBox="1"/>
          <p:nvPr/>
        </p:nvSpPr>
        <p:spPr>
          <a:xfrm>
            <a:off x="7223760" y="3242437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3  Differentiate in space</a:t>
            </a:r>
          </a:p>
        </p:txBody>
      </p:sp>
      <p:sp>
        <p:nvSpPr>
          <p:cNvPr id="49" name="C1-E03 text 47" descr="sci-ppt:o047"/>
          <p:cNvSpPr txBox="1"/>
          <p:nvPr/>
        </p:nvSpPr>
        <p:spPr>
          <a:xfrm>
            <a:off x="7360920" y="3489579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∂φ/∂r = R²Ṙ / r² = u  ✓</a:t>
            </a:r>
          </a:p>
        </p:txBody>
      </p:sp>
      <p:sp>
        <p:nvSpPr>
          <p:cNvPr id="50" name="C1-E03 text 48" descr="sci-ppt:o048"/>
          <p:cNvSpPr txBox="1"/>
          <p:nvPr/>
        </p:nvSpPr>
        <p:spPr>
          <a:xfrm>
            <a:off x="7223760" y="387527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Why the reference is fixed first</a:t>
            </a:r>
          </a:p>
        </p:txBody>
      </p:sp>
      <p:sp>
        <p:nvSpPr>
          <p:cNvPr id="51" name="C1-E03 text 49" descr="sci-ppt:o049"/>
          <p:cNvSpPr txBox="1"/>
          <p:nvPr/>
        </p:nvSpPr>
        <p:spPr>
          <a:xfrm>
            <a:off x="7360920" y="4122419"/>
            <a:ext cx="42976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 is defined only up to a constant. Setting φ(∞) =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0 before taking any time derivative keeps Eq.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C1-E04 unambiguous.</a:t>
            </a:r>
          </a:p>
        </p:txBody>
      </p:sp>
      <p:sp>
        <p:nvSpPr>
          <p:cNvPr id="52" name="C1-E03 text 50" descr="sci-ppt:o050"/>
          <p:cNvSpPr txBox="1"/>
          <p:nvPr/>
        </p:nvSpPr>
        <p:spPr>
          <a:xfrm>
            <a:off x="868680" y="5897880"/>
            <a:ext cx="57607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Plot for R = 1, Ṙ = 1; the shape is the same for any R and Ṙ.</a:t>
            </a:r>
          </a:p>
        </p:txBody>
      </p:sp>
      <p:sp>
        <p:nvSpPr>
          <p:cNvPr id="53" name="C1-E03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Potential from Eq. C1-E03.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C1-E04 · Exact Eulerian and moving-point derivatives</a:t>
            </a:r>
          </a:p>
        </p:txBody>
      </p:sp>
      <p:sp>
        <p:nvSpPr>
          <p:cNvPr id="3" name="C1-E04 round_rect 1" descr="sci-ppt:o001"/>
          <p:cNvSpPr/>
          <p:nvPr/>
        </p:nvSpPr>
        <p:spPr>
          <a:xfrm>
            <a:off x="365760" y="914400"/>
            <a:ext cx="402336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4 text 2" descr="sci-ppt:o002"/>
          <p:cNvSpPr txBox="1"/>
          <p:nvPr/>
        </p:nvSpPr>
        <p:spPr>
          <a:xfrm>
            <a:off x="502920" y="978408"/>
            <a:ext cx="3749039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Two observers, one potential</a:t>
            </a:r>
          </a:p>
        </p:txBody>
      </p:sp>
      <p:sp>
        <p:nvSpPr>
          <p:cNvPr id="5" name="C1-E04 ellipse 3" descr="sci-ppt:o003"/>
          <p:cNvSpPr/>
          <p:nvPr/>
        </p:nvSpPr>
        <p:spPr>
          <a:xfrm>
            <a:off x="1554480" y="2468880"/>
            <a:ext cx="1463040" cy="14630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4 ellipse 4" descr="sci-ppt:o004"/>
          <p:cNvSpPr/>
          <p:nvPr/>
        </p:nvSpPr>
        <p:spPr>
          <a:xfrm>
            <a:off x="1335024" y="2249424"/>
            <a:ext cx="1901952" cy="1901952"/>
          </a:xfrm>
          <a:prstGeom prst="ellipse">
            <a:avLst/>
          </a:prstGeom>
          <a:noFill/>
          <a:ln w="1651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1-E04 arrow 5" descr="sci-ppt:o005"/>
          <p:cNvCxnSpPr/>
          <p:nvPr/>
        </p:nvCxnSpPr>
        <p:spPr>
          <a:xfrm flipV="1">
            <a:off x="3017520" y="2066543"/>
            <a:ext cx="402336" cy="402337"/>
          </a:xfrm>
          <a:prstGeom prst="line">
            <a:avLst/>
          </a:prstGeom>
          <a:ln w="3048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1-E04 text 6" descr="sci-ppt:o006"/>
          <p:cNvSpPr txBox="1"/>
          <p:nvPr/>
        </p:nvSpPr>
        <p:spPr>
          <a:xfrm>
            <a:off x="2560320" y="1325880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wall point moves outward</a:t>
            </a:r>
          </a:p>
        </p:txBody>
      </p:sp>
      <p:sp>
        <p:nvSpPr>
          <p:cNvPr id="9" name="C1-E04 ellipse 7" descr="sci-ppt:o007"/>
          <p:cNvSpPr/>
          <p:nvPr/>
        </p:nvSpPr>
        <p:spPr>
          <a:xfrm>
            <a:off x="3931920" y="3840480"/>
            <a:ext cx="182880" cy="182880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1-E04 text 8" descr="sci-ppt:o008"/>
          <p:cNvSpPr txBox="1"/>
          <p:nvPr/>
        </p:nvSpPr>
        <p:spPr>
          <a:xfrm>
            <a:off x="2926080" y="4096512"/>
            <a:ext cx="1737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fixed point r = 2R</a:t>
            </a:r>
          </a:p>
        </p:txBody>
      </p:sp>
      <p:sp>
        <p:nvSpPr>
          <p:cNvPr id="11" name="C1-E04 text 9" descr="sci-ppt:o009"/>
          <p:cNvSpPr txBox="1"/>
          <p:nvPr/>
        </p:nvSpPr>
        <p:spPr>
          <a:xfrm>
            <a:off x="502920" y="489204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fixed point feels φ change only because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R(t) changes. A point riding the wall also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moves to larger r.</a:t>
            </a:r>
          </a:p>
        </p:txBody>
      </p:sp>
      <p:sp>
        <p:nvSpPr>
          <p:cNvPr id="12" name="C1-E04 text 10" descr="sci-ppt:o010"/>
          <p:cNvSpPr txBox="1"/>
          <p:nvPr/>
        </p:nvSpPr>
        <p:spPr>
          <a:xfrm>
            <a:off x="4754880" y="960120"/>
            <a:ext cx="70408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Three derivatives for R = 1, Ṙ = 1, R̈ = −0.5</a:t>
            </a:r>
          </a:p>
        </p:txBody>
      </p:sp>
      <p:cxnSp>
        <p:nvCxnSpPr>
          <p:cNvPr id="13" name="C1-E04 line 11" descr="sci-ppt:o011"/>
          <p:cNvCxnSpPr/>
          <p:nvPr/>
        </p:nvCxnSpPr>
        <p:spPr>
          <a:xfrm>
            <a:off x="10424160" y="1463040"/>
            <a:ext cx="0" cy="274320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4" name="C1-E04 text 12" descr="sci-ppt:o012"/>
          <p:cNvSpPr txBox="1"/>
          <p:nvPr/>
        </p:nvSpPr>
        <p:spPr>
          <a:xfrm>
            <a:off x="4754880" y="1691640"/>
            <a:ext cx="2926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∂φ/∂t at fixed r = 2R</a:t>
            </a:r>
          </a:p>
        </p:txBody>
      </p:sp>
      <p:sp>
        <p:nvSpPr>
          <p:cNvPr id="15" name="C1-E04 rect 13" descr="sci-ppt:o013"/>
          <p:cNvSpPr/>
          <p:nvPr/>
        </p:nvSpPr>
        <p:spPr>
          <a:xfrm>
            <a:off x="9189720" y="1709928"/>
            <a:ext cx="1234440" cy="41148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1-E04 text 14" descr="sci-ppt:o014"/>
          <p:cNvSpPr txBox="1"/>
          <p:nvPr/>
        </p:nvSpPr>
        <p:spPr>
          <a:xfrm>
            <a:off x="10533888" y="1737360"/>
            <a:ext cx="822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-0.75</a:t>
            </a:r>
          </a:p>
        </p:txBody>
      </p:sp>
      <p:sp>
        <p:nvSpPr>
          <p:cNvPr id="17" name="C1-E04 text 15" descr="sci-ppt:o015"/>
          <p:cNvSpPr txBox="1"/>
          <p:nvPr/>
        </p:nvSpPr>
        <p:spPr>
          <a:xfrm>
            <a:off x="4754880" y="2560320"/>
            <a:ext cx="2926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∂φ/∂t at fixed r = R</a:t>
            </a:r>
          </a:p>
        </p:txBody>
      </p:sp>
      <p:sp>
        <p:nvSpPr>
          <p:cNvPr id="18" name="C1-E04 rect 16" descr="sci-ppt:o016"/>
          <p:cNvSpPr/>
          <p:nvPr/>
        </p:nvSpPr>
        <p:spPr>
          <a:xfrm>
            <a:off x="7955279" y="2578608"/>
            <a:ext cx="2468880" cy="411480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1-E04 text 17" descr="sci-ppt:o017"/>
          <p:cNvSpPr txBox="1"/>
          <p:nvPr/>
        </p:nvSpPr>
        <p:spPr>
          <a:xfrm>
            <a:off x="10533888" y="2606039"/>
            <a:ext cx="822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-1.50</a:t>
            </a:r>
          </a:p>
        </p:txBody>
      </p:sp>
      <p:sp>
        <p:nvSpPr>
          <p:cNvPr id="20" name="C1-E04 text 18" descr="sci-ppt:o018"/>
          <p:cNvSpPr txBox="1"/>
          <p:nvPr/>
        </p:nvSpPr>
        <p:spPr>
          <a:xfrm>
            <a:off x="4754880" y="3429000"/>
            <a:ext cx="2926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dφ/dt following the wall</a:t>
            </a:r>
          </a:p>
        </p:txBody>
      </p:sp>
      <p:sp>
        <p:nvSpPr>
          <p:cNvPr id="21" name="C1-E04 rect 19" descr="sci-ppt:o019"/>
          <p:cNvSpPr/>
          <p:nvPr/>
        </p:nvSpPr>
        <p:spPr>
          <a:xfrm>
            <a:off x="9601200" y="3447288"/>
            <a:ext cx="822960" cy="411480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1-E04 text 20" descr="sci-ppt:o020"/>
          <p:cNvSpPr txBox="1"/>
          <p:nvPr/>
        </p:nvSpPr>
        <p:spPr>
          <a:xfrm>
            <a:off x="10533888" y="3474720"/>
            <a:ext cx="822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-0.50</a:t>
            </a:r>
          </a:p>
        </p:txBody>
      </p:sp>
      <p:sp>
        <p:nvSpPr>
          <p:cNvPr id="23" name="C1-E04 round_rect 21" descr="sci-ppt:o021"/>
          <p:cNvSpPr/>
          <p:nvPr/>
        </p:nvSpPr>
        <p:spPr>
          <a:xfrm>
            <a:off x="4754880" y="4389120"/>
            <a:ext cx="7040880" cy="1051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04 text 22" descr="sci-ppt:o022"/>
          <p:cNvSpPr txBox="1"/>
          <p:nvPr/>
        </p:nvSpPr>
        <p:spPr>
          <a:xfrm>
            <a:off x="4892040" y="4462272"/>
            <a:ext cx="6766560" cy="47955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Chain rule at the wall:   dφ/dt = ∂φ/∂t + Ṙ ∂φ/∂r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−0.5 = −1.5 + (1)(1)</a:t>
            </a:r>
          </a:p>
        </p:txBody>
      </p:sp>
      <p:sp>
        <p:nvSpPr>
          <p:cNvPr id="25" name="C1-E04 text 23" descr="sci-ppt:o023"/>
          <p:cNvSpPr txBox="1"/>
          <p:nvPr/>
        </p:nvSpPr>
        <p:spPr>
          <a:xfrm>
            <a:off x="4754880" y="5669280"/>
            <a:ext cx="704088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Using the wrong derivative changes the wall pressure of Eq. C1-E05 by a whole Ṙ²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term.</a:t>
            </a:r>
          </a:p>
        </p:txBody>
      </p:sp>
      <p:sp>
        <p:nvSpPr>
          <p:cNvPr id="26" name="C1-E04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Values from Eq. C1-E04 with R = 1, Ṙ = 1, R̈ = −0.5 (units m² s⁻²).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C1-E05 · Derived inertial pressure</a:t>
            </a:r>
          </a:p>
        </p:txBody>
      </p:sp>
      <p:cxnSp>
        <p:nvCxnSpPr>
          <p:cNvPr id="3" name="C1-E05 line 1" descr="sci-ppt:o001"/>
          <p:cNvCxnSpPr/>
          <p:nvPr/>
        </p:nvCxnSpPr>
        <p:spPr>
          <a:xfrm>
            <a:off x="868680" y="5303520"/>
            <a:ext cx="5394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5 line 2" descr="sci-ppt:o002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5 line 3" descr="sci-ppt:o003"/>
          <p:cNvCxnSpPr/>
          <p:nvPr/>
        </p:nvCxnSpPr>
        <p:spPr>
          <a:xfrm>
            <a:off x="8686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5 line 4" descr="sci-ppt:o004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5 text 5" descr="sci-ppt:o005"/>
          <p:cNvSpPr txBox="1"/>
          <p:nvPr/>
        </p:nvSpPr>
        <p:spPr>
          <a:xfrm>
            <a:off x="41147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1-E05 line 6" descr="sci-ppt:o006"/>
          <p:cNvCxnSpPr/>
          <p:nvPr/>
        </p:nvCxnSpPr>
        <p:spPr>
          <a:xfrm>
            <a:off x="2667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5 line 7" descr="sci-ppt:o007"/>
          <p:cNvCxnSpPr/>
          <p:nvPr/>
        </p:nvCxnSpPr>
        <p:spPr>
          <a:xfrm>
            <a:off x="26670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5 text 8" descr="sci-ppt:o008"/>
          <p:cNvSpPr txBox="1"/>
          <p:nvPr/>
        </p:nvSpPr>
        <p:spPr>
          <a:xfrm>
            <a:off x="22098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1-E05 line 9" descr="sci-ppt:o009"/>
          <p:cNvCxnSpPr/>
          <p:nvPr/>
        </p:nvCxnSpPr>
        <p:spPr>
          <a:xfrm>
            <a:off x="44653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5 line 10" descr="sci-ppt:o010"/>
          <p:cNvCxnSpPr/>
          <p:nvPr/>
        </p:nvCxnSpPr>
        <p:spPr>
          <a:xfrm>
            <a:off x="446532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5 text 11" descr="sci-ppt:o011"/>
          <p:cNvSpPr txBox="1"/>
          <p:nvPr/>
        </p:nvSpPr>
        <p:spPr>
          <a:xfrm>
            <a:off x="400812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C1-E05 line 12" descr="sci-ppt:o012"/>
          <p:cNvCxnSpPr/>
          <p:nvPr/>
        </p:nvCxnSpPr>
        <p:spPr>
          <a:xfrm>
            <a:off x="62636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5 line 13" descr="sci-ppt:o013"/>
          <p:cNvCxnSpPr/>
          <p:nvPr/>
        </p:nvCxnSpPr>
        <p:spPr>
          <a:xfrm>
            <a:off x="626364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5 text 14" descr="sci-ppt:o014"/>
          <p:cNvSpPr txBox="1"/>
          <p:nvPr/>
        </p:nvSpPr>
        <p:spPr>
          <a:xfrm>
            <a:off x="580644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C1-E05 line 15" descr="sci-ppt:o015"/>
          <p:cNvCxnSpPr/>
          <p:nvPr/>
        </p:nvCxnSpPr>
        <p:spPr>
          <a:xfrm>
            <a:off x="80467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5 line 16" descr="sci-ppt:o016"/>
          <p:cNvCxnSpPr/>
          <p:nvPr/>
        </p:nvCxnSpPr>
        <p:spPr>
          <a:xfrm>
            <a:off x="804671" y="4517136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05 line 17" descr="sci-ppt:o017"/>
          <p:cNvCxnSpPr/>
          <p:nvPr/>
        </p:nvCxnSpPr>
        <p:spPr>
          <a:xfrm>
            <a:off x="868680" y="4517136"/>
            <a:ext cx="5394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05 text 18" descr="sci-ppt:o018"/>
          <p:cNvSpPr txBox="1"/>
          <p:nvPr/>
        </p:nvSpPr>
        <p:spPr>
          <a:xfrm>
            <a:off x="0" y="443484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1" name="C1-E05 line 19" descr="sci-ppt:o019"/>
          <p:cNvCxnSpPr/>
          <p:nvPr/>
        </p:nvCxnSpPr>
        <p:spPr>
          <a:xfrm>
            <a:off x="804671" y="373075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5 line 20" descr="sci-ppt:o020"/>
          <p:cNvCxnSpPr/>
          <p:nvPr/>
        </p:nvCxnSpPr>
        <p:spPr>
          <a:xfrm>
            <a:off x="868680" y="3730752"/>
            <a:ext cx="5394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5 text 21" descr="sci-ppt:o021"/>
          <p:cNvSpPr txBox="1"/>
          <p:nvPr/>
        </p:nvSpPr>
        <p:spPr>
          <a:xfrm>
            <a:off x="0" y="364845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C1-E05 line 22" descr="sci-ppt:o022"/>
          <p:cNvCxnSpPr/>
          <p:nvPr/>
        </p:nvCxnSpPr>
        <p:spPr>
          <a:xfrm>
            <a:off x="804671" y="294436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5 line 23" descr="sci-ppt:o023"/>
          <p:cNvCxnSpPr/>
          <p:nvPr/>
        </p:nvCxnSpPr>
        <p:spPr>
          <a:xfrm>
            <a:off x="868680" y="2944368"/>
            <a:ext cx="5394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5 text 24" descr="sci-ppt:o024"/>
          <p:cNvSpPr txBox="1"/>
          <p:nvPr/>
        </p:nvSpPr>
        <p:spPr>
          <a:xfrm>
            <a:off x="0" y="286207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7" name="C1-E05 line 25" descr="sci-ppt:o025"/>
          <p:cNvCxnSpPr/>
          <p:nvPr/>
        </p:nvCxnSpPr>
        <p:spPr>
          <a:xfrm>
            <a:off x="804671" y="215798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5 line 26" descr="sci-ppt:o026"/>
          <p:cNvCxnSpPr/>
          <p:nvPr/>
        </p:nvCxnSpPr>
        <p:spPr>
          <a:xfrm>
            <a:off x="868680" y="2157984"/>
            <a:ext cx="5394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5 text 27" descr="sci-ppt:o027"/>
          <p:cNvSpPr txBox="1"/>
          <p:nvPr/>
        </p:nvSpPr>
        <p:spPr>
          <a:xfrm>
            <a:off x="0" y="207568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0" name="C1-E05 line 28" descr="sci-ppt:o028"/>
          <p:cNvCxnSpPr/>
          <p:nvPr/>
        </p:nvCxnSpPr>
        <p:spPr>
          <a:xfrm>
            <a:off x="804671" y="1371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05 line 29" descr="sci-ppt:o029"/>
          <p:cNvCxnSpPr/>
          <p:nvPr/>
        </p:nvCxnSpPr>
        <p:spPr>
          <a:xfrm>
            <a:off x="868680" y="1371600"/>
            <a:ext cx="5394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05 text 30" descr="sci-ppt:o030"/>
          <p:cNvSpPr txBox="1"/>
          <p:nvPr/>
        </p:nvSpPr>
        <p:spPr>
          <a:xfrm>
            <a:off x="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33" name="C1-E05 text 31" descr="sci-ppt:o031"/>
          <p:cNvSpPr txBox="1"/>
          <p:nvPr/>
        </p:nvSpPr>
        <p:spPr>
          <a:xfrm>
            <a:off x="868680" y="5586983"/>
            <a:ext cx="5394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4" name="C1-E05 text 32" descr="sci-ppt:o032"/>
          <p:cNvSpPr txBox="1"/>
          <p:nvPr/>
        </p:nvSpPr>
        <p:spPr>
          <a:xfrm>
            <a:off x="320040" y="1024128"/>
            <a:ext cx="5394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(p − p∞) / ρ</a:t>
            </a:r>
          </a:p>
        </p:txBody>
      </p:sp>
      <p:cxnSp>
        <p:nvCxnSpPr>
          <p:cNvPr id="35" name="C1-E05 line 33" descr="sci-ppt:o033"/>
          <p:cNvCxnSpPr/>
          <p:nvPr/>
        </p:nvCxnSpPr>
        <p:spPr>
          <a:xfrm>
            <a:off x="868680" y="4517136"/>
            <a:ext cx="539496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36" name="C1-E05 polygon 34" descr="sci-ppt:o034"/>
          <p:cNvSpPr/>
          <p:nvPr/>
        </p:nvSpPr>
        <p:spPr>
          <a:xfrm>
            <a:off x="868680" y="3713349"/>
            <a:ext cx="5394960" cy="510428"/>
          </a:xfrm>
          <a:custGeom>
            <a:avLst/>
            <a:gdLst/>
            <a:ahLst/>
            <a:cxnLst/>
            <a:rect l="l" t="t" r="r" b="b"/>
            <a:pathLst>
              <a:path w="5394960" h="510428">
                <a:moveTo>
                  <a:pt x="0" y="17403"/>
                </a:moveTo>
                <a:lnTo>
                  <a:pt x="36207" y="10549"/>
                </a:lnTo>
                <a:lnTo>
                  <a:pt x="72415" y="5627"/>
                </a:lnTo>
                <a:lnTo>
                  <a:pt x="108623" y="2374"/>
                </a:lnTo>
                <a:lnTo>
                  <a:pt x="144831" y="563"/>
                </a:lnTo>
                <a:lnTo>
                  <a:pt x="181038" y="0"/>
                </a:lnTo>
                <a:lnTo>
                  <a:pt x="217246" y="514"/>
                </a:lnTo>
                <a:lnTo>
                  <a:pt x="253454" y="1958"/>
                </a:lnTo>
                <a:lnTo>
                  <a:pt x="289662" y="4205"/>
                </a:lnTo>
                <a:lnTo>
                  <a:pt x="325870" y="7144"/>
                </a:lnTo>
                <a:lnTo>
                  <a:pt x="362077" y="10677"/>
                </a:lnTo>
                <a:lnTo>
                  <a:pt x="398285" y="14720"/>
                </a:lnTo>
                <a:lnTo>
                  <a:pt x="434493" y="19198"/>
                </a:lnTo>
                <a:lnTo>
                  <a:pt x="470701" y="24048"/>
                </a:lnTo>
                <a:lnTo>
                  <a:pt x="506908" y="29212"/>
                </a:lnTo>
                <a:lnTo>
                  <a:pt x="543116" y="34641"/>
                </a:lnTo>
                <a:lnTo>
                  <a:pt x="579324" y="40292"/>
                </a:lnTo>
                <a:lnTo>
                  <a:pt x="615532" y="46126"/>
                </a:lnTo>
                <a:lnTo>
                  <a:pt x="651740" y="52110"/>
                </a:lnTo>
                <a:lnTo>
                  <a:pt x="687947" y="58215"/>
                </a:lnTo>
                <a:lnTo>
                  <a:pt x="724155" y="64415"/>
                </a:lnTo>
                <a:lnTo>
                  <a:pt x="760363" y="70686"/>
                </a:lnTo>
                <a:lnTo>
                  <a:pt x="796571" y="77011"/>
                </a:lnTo>
                <a:lnTo>
                  <a:pt x="832779" y="83370"/>
                </a:lnTo>
                <a:lnTo>
                  <a:pt x="868986" y="89749"/>
                </a:lnTo>
                <a:lnTo>
                  <a:pt x="905194" y="96134"/>
                </a:lnTo>
                <a:lnTo>
                  <a:pt x="941402" y="102514"/>
                </a:lnTo>
                <a:lnTo>
                  <a:pt x="977610" y="108879"/>
                </a:lnTo>
                <a:lnTo>
                  <a:pt x="1013817" y="115220"/>
                </a:lnTo>
                <a:lnTo>
                  <a:pt x="1050025" y="121529"/>
                </a:lnTo>
                <a:lnTo>
                  <a:pt x="1086233" y="127798"/>
                </a:lnTo>
                <a:lnTo>
                  <a:pt x="1122441" y="134024"/>
                </a:lnTo>
                <a:lnTo>
                  <a:pt x="1158649" y="140200"/>
                </a:lnTo>
                <a:lnTo>
                  <a:pt x="1194856" y="146322"/>
                </a:lnTo>
                <a:lnTo>
                  <a:pt x="1231064" y="152387"/>
                </a:lnTo>
                <a:lnTo>
                  <a:pt x="1267272" y="158391"/>
                </a:lnTo>
                <a:lnTo>
                  <a:pt x="1303480" y="164332"/>
                </a:lnTo>
                <a:lnTo>
                  <a:pt x="1339688" y="170208"/>
                </a:lnTo>
                <a:lnTo>
                  <a:pt x="1375895" y="176016"/>
                </a:lnTo>
                <a:lnTo>
                  <a:pt x="1412103" y="181757"/>
                </a:lnTo>
                <a:lnTo>
                  <a:pt x="1448311" y="187427"/>
                </a:lnTo>
                <a:lnTo>
                  <a:pt x="1484519" y="193027"/>
                </a:lnTo>
                <a:lnTo>
                  <a:pt x="1520726" y="198557"/>
                </a:lnTo>
                <a:lnTo>
                  <a:pt x="1556934" y="204014"/>
                </a:lnTo>
                <a:lnTo>
                  <a:pt x="1593142" y="209400"/>
                </a:lnTo>
                <a:lnTo>
                  <a:pt x="1629350" y="214715"/>
                </a:lnTo>
                <a:lnTo>
                  <a:pt x="1665558" y="219958"/>
                </a:lnTo>
                <a:lnTo>
                  <a:pt x="1701765" y="225129"/>
                </a:lnTo>
                <a:lnTo>
                  <a:pt x="1737973" y="230229"/>
                </a:lnTo>
                <a:lnTo>
                  <a:pt x="1774181" y="235259"/>
                </a:lnTo>
                <a:lnTo>
                  <a:pt x="1810389" y="240218"/>
                </a:lnTo>
                <a:lnTo>
                  <a:pt x="1846597" y="245108"/>
                </a:lnTo>
                <a:lnTo>
                  <a:pt x="1882804" y="249930"/>
                </a:lnTo>
                <a:lnTo>
                  <a:pt x="1919012" y="254683"/>
                </a:lnTo>
                <a:lnTo>
                  <a:pt x="1955220" y="259368"/>
                </a:lnTo>
                <a:lnTo>
                  <a:pt x="1991428" y="263987"/>
                </a:lnTo>
                <a:lnTo>
                  <a:pt x="2027635" y="268540"/>
                </a:lnTo>
                <a:lnTo>
                  <a:pt x="2063843" y="273028"/>
                </a:lnTo>
                <a:lnTo>
                  <a:pt x="2100051" y="277453"/>
                </a:lnTo>
                <a:lnTo>
                  <a:pt x="2136259" y="281814"/>
                </a:lnTo>
                <a:lnTo>
                  <a:pt x="2172467" y="286112"/>
                </a:lnTo>
                <a:lnTo>
                  <a:pt x="2208674" y="290350"/>
                </a:lnTo>
                <a:lnTo>
                  <a:pt x="2244882" y="294527"/>
                </a:lnTo>
                <a:lnTo>
                  <a:pt x="2281090" y="298644"/>
                </a:lnTo>
                <a:lnTo>
                  <a:pt x="2317298" y="302703"/>
                </a:lnTo>
                <a:lnTo>
                  <a:pt x="2353506" y="306705"/>
                </a:lnTo>
                <a:lnTo>
                  <a:pt x="2389713" y="310650"/>
                </a:lnTo>
                <a:lnTo>
                  <a:pt x="2425921" y="314539"/>
                </a:lnTo>
                <a:lnTo>
                  <a:pt x="2462129" y="318373"/>
                </a:lnTo>
                <a:lnTo>
                  <a:pt x="2498337" y="322153"/>
                </a:lnTo>
                <a:lnTo>
                  <a:pt x="2534544" y="325881"/>
                </a:lnTo>
                <a:lnTo>
                  <a:pt x="2570752" y="329556"/>
                </a:lnTo>
                <a:lnTo>
                  <a:pt x="2606960" y="333180"/>
                </a:lnTo>
                <a:lnTo>
                  <a:pt x="2643168" y="336754"/>
                </a:lnTo>
                <a:lnTo>
                  <a:pt x="2679376" y="340278"/>
                </a:lnTo>
                <a:lnTo>
                  <a:pt x="2715583" y="343754"/>
                </a:lnTo>
                <a:lnTo>
                  <a:pt x="2751791" y="347182"/>
                </a:lnTo>
                <a:lnTo>
                  <a:pt x="2787999" y="350563"/>
                </a:lnTo>
                <a:lnTo>
                  <a:pt x="2824207" y="353898"/>
                </a:lnTo>
                <a:lnTo>
                  <a:pt x="2860415" y="357188"/>
                </a:lnTo>
                <a:lnTo>
                  <a:pt x="2896622" y="360433"/>
                </a:lnTo>
                <a:lnTo>
                  <a:pt x="2932830" y="363635"/>
                </a:lnTo>
                <a:lnTo>
                  <a:pt x="2969038" y="366793"/>
                </a:lnTo>
                <a:lnTo>
                  <a:pt x="3005246" y="369910"/>
                </a:lnTo>
                <a:lnTo>
                  <a:pt x="3041453" y="372985"/>
                </a:lnTo>
                <a:lnTo>
                  <a:pt x="3077661" y="376020"/>
                </a:lnTo>
                <a:lnTo>
                  <a:pt x="3113869" y="379014"/>
                </a:lnTo>
                <a:lnTo>
                  <a:pt x="3150077" y="381970"/>
                </a:lnTo>
                <a:lnTo>
                  <a:pt x="3186285" y="384886"/>
                </a:lnTo>
                <a:lnTo>
                  <a:pt x="3222492" y="387765"/>
                </a:lnTo>
                <a:lnTo>
                  <a:pt x="3258700" y="390607"/>
                </a:lnTo>
                <a:lnTo>
                  <a:pt x="3294908" y="393412"/>
                </a:lnTo>
                <a:lnTo>
                  <a:pt x="3331116" y="396181"/>
                </a:lnTo>
                <a:lnTo>
                  <a:pt x="3367324" y="398915"/>
                </a:lnTo>
                <a:lnTo>
                  <a:pt x="3403531" y="401614"/>
                </a:lnTo>
                <a:lnTo>
                  <a:pt x="3439739" y="404279"/>
                </a:lnTo>
                <a:lnTo>
                  <a:pt x="3475947" y="406911"/>
                </a:lnTo>
                <a:lnTo>
                  <a:pt x="3512155" y="409510"/>
                </a:lnTo>
                <a:lnTo>
                  <a:pt x="3548362" y="412076"/>
                </a:lnTo>
                <a:lnTo>
                  <a:pt x="3584570" y="414611"/>
                </a:lnTo>
                <a:lnTo>
                  <a:pt x="3620778" y="417114"/>
                </a:lnTo>
                <a:lnTo>
                  <a:pt x="3656986" y="419587"/>
                </a:lnTo>
                <a:lnTo>
                  <a:pt x="3693194" y="422029"/>
                </a:lnTo>
                <a:lnTo>
                  <a:pt x="3729401" y="424442"/>
                </a:lnTo>
                <a:lnTo>
                  <a:pt x="3765609" y="426826"/>
                </a:lnTo>
                <a:lnTo>
                  <a:pt x="3801817" y="429181"/>
                </a:lnTo>
                <a:lnTo>
                  <a:pt x="3838025" y="431508"/>
                </a:lnTo>
                <a:lnTo>
                  <a:pt x="3874233" y="433807"/>
                </a:lnTo>
                <a:lnTo>
                  <a:pt x="3910440" y="436079"/>
                </a:lnTo>
                <a:lnTo>
                  <a:pt x="3946648" y="438325"/>
                </a:lnTo>
                <a:lnTo>
                  <a:pt x="3982856" y="440543"/>
                </a:lnTo>
                <a:lnTo>
                  <a:pt x="4019064" y="442736"/>
                </a:lnTo>
                <a:lnTo>
                  <a:pt x="4055271" y="444904"/>
                </a:lnTo>
                <a:lnTo>
                  <a:pt x="4091479" y="447046"/>
                </a:lnTo>
                <a:lnTo>
                  <a:pt x="4127687" y="449164"/>
                </a:lnTo>
                <a:lnTo>
                  <a:pt x="4163895" y="451258"/>
                </a:lnTo>
                <a:lnTo>
                  <a:pt x="4200103" y="453327"/>
                </a:lnTo>
                <a:lnTo>
                  <a:pt x="4236310" y="455374"/>
                </a:lnTo>
                <a:lnTo>
                  <a:pt x="4272518" y="457397"/>
                </a:lnTo>
                <a:lnTo>
                  <a:pt x="4308726" y="459397"/>
                </a:lnTo>
                <a:lnTo>
                  <a:pt x="4344934" y="461375"/>
                </a:lnTo>
                <a:lnTo>
                  <a:pt x="4381142" y="463332"/>
                </a:lnTo>
                <a:lnTo>
                  <a:pt x="4417349" y="465266"/>
                </a:lnTo>
                <a:lnTo>
                  <a:pt x="4453557" y="467179"/>
                </a:lnTo>
                <a:lnTo>
                  <a:pt x="4489765" y="469072"/>
                </a:lnTo>
                <a:lnTo>
                  <a:pt x="4525973" y="470943"/>
                </a:lnTo>
                <a:lnTo>
                  <a:pt x="4562180" y="472795"/>
                </a:lnTo>
                <a:lnTo>
                  <a:pt x="4598388" y="474626"/>
                </a:lnTo>
                <a:lnTo>
                  <a:pt x="4634596" y="476438"/>
                </a:lnTo>
                <a:lnTo>
                  <a:pt x="4670804" y="478230"/>
                </a:lnTo>
                <a:lnTo>
                  <a:pt x="4707012" y="480003"/>
                </a:lnTo>
                <a:lnTo>
                  <a:pt x="4743219" y="481758"/>
                </a:lnTo>
                <a:lnTo>
                  <a:pt x="4779427" y="483494"/>
                </a:lnTo>
                <a:lnTo>
                  <a:pt x="4815635" y="485211"/>
                </a:lnTo>
                <a:lnTo>
                  <a:pt x="4851843" y="486911"/>
                </a:lnTo>
                <a:lnTo>
                  <a:pt x="4888051" y="488593"/>
                </a:lnTo>
                <a:lnTo>
                  <a:pt x="4924258" y="490258"/>
                </a:lnTo>
                <a:lnTo>
                  <a:pt x="4960466" y="491906"/>
                </a:lnTo>
                <a:lnTo>
                  <a:pt x="4996674" y="493536"/>
                </a:lnTo>
                <a:lnTo>
                  <a:pt x="5032882" y="495150"/>
                </a:lnTo>
                <a:lnTo>
                  <a:pt x="5069089" y="496748"/>
                </a:lnTo>
                <a:lnTo>
                  <a:pt x="5105297" y="498330"/>
                </a:lnTo>
                <a:lnTo>
                  <a:pt x="5141505" y="499895"/>
                </a:lnTo>
                <a:lnTo>
                  <a:pt x="5177713" y="501445"/>
                </a:lnTo>
                <a:lnTo>
                  <a:pt x="5213921" y="502980"/>
                </a:lnTo>
                <a:lnTo>
                  <a:pt x="5250128" y="504499"/>
                </a:lnTo>
                <a:lnTo>
                  <a:pt x="5286336" y="506003"/>
                </a:lnTo>
                <a:lnTo>
                  <a:pt x="5322544" y="507493"/>
                </a:lnTo>
                <a:lnTo>
                  <a:pt x="5358752" y="508968"/>
                </a:lnTo>
                <a:lnTo>
                  <a:pt x="5394960" y="510428"/>
                </a:lnTo>
              </a:path>
            </a:pathLst>
          </a:custGeom>
          <a:noFill/>
          <a:ln w="3556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05 polygon 35" descr="sci-ppt:o035"/>
          <p:cNvSpPr/>
          <p:nvPr/>
        </p:nvSpPr>
        <p:spPr>
          <a:xfrm>
            <a:off x="868680" y="1764791"/>
            <a:ext cx="5394960" cy="1967496"/>
          </a:xfrm>
          <a:custGeom>
            <a:avLst/>
            <a:gdLst/>
            <a:ahLst/>
            <a:cxnLst/>
            <a:rect l="l" t="t" r="r" b="b"/>
            <a:pathLst>
              <a:path w="5394960" h="1967496">
                <a:moveTo>
                  <a:pt x="0" y="0"/>
                </a:moveTo>
                <a:lnTo>
                  <a:pt x="36207" y="31949"/>
                </a:lnTo>
                <a:lnTo>
                  <a:pt x="72415" y="64327"/>
                </a:lnTo>
                <a:lnTo>
                  <a:pt x="108623" y="96957"/>
                </a:lnTo>
                <a:lnTo>
                  <a:pt x="144831" y="129692"/>
                </a:lnTo>
                <a:lnTo>
                  <a:pt x="181038" y="162411"/>
                </a:lnTo>
                <a:lnTo>
                  <a:pt x="217246" y="195011"/>
                </a:lnTo>
                <a:lnTo>
                  <a:pt x="253454" y="227410"/>
                </a:lnTo>
                <a:lnTo>
                  <a:pt x="289662" y="259538"/>
                </a:lnTo>
                <a:lnTo>
                  <a:pt x="325870" y="291338"/>
                </a:lnTo>
                <a:lnTo>
                  <a:pt x="362077" y="322765"/>
                </a:lnTo>
                <a:lnTo>
                  <a:pt x="398285" y="353783"/>
                </a:lnTo>
                <a:lnTo>
                  <a:pt x="434493" y="384361"/>
                </a:lnTo>
                <a:lnTo>
                  <a:pt x="470701" y="414478"/>
                </a:lnTo>
                <a:lnTo>
                  <a:pt x="506908" y="444115"/>
                </a:lnTo>
                <a:lnTo>
                  <a:pt x="543116" y="473261"/>
                </a:lnTo>
                <a:lnTo>
                  <a:pt x="579324" y="501906"/>
                </a:lnTo>
                <a:lnTo>
                  <a:pt x="615532" y="530044"/>
                </a:lnTo>
                <a:lnTo>
                  <a:pt x="651740" y="557673"/>
                </a:lnTo>
                <a:lnTo>
                  <a:pt x="687947" y="584792"/>
                </a:lnTo>
                <a:lnTo>
                  <a:pt x="724155" y="611403"/>
                </a:lnTo>
                <a:lnTo>
                  <a:pt x="760363" y="637508"/>
                </a:lnTo>
                <a:lnTo>
                  <a:pt x="796571" y="663113"/>
                </a:lnTo>
                <a:lnTo>
                  <a:pt x="832779" y="688221"/>
                </a:lnTo>
                <a:lnTo>
                  <a:pt x="868986" y="712841"/>
                </a:lnTo>
                <a:lnTo>
                  <a:pt x="905194" y="736978"/>
                </a:lnTo>
                <a:lnTo>
                  <a:pt x="941402" y="760641"/>
                </a:lnTo>
                <a:lnTo>
                  <a:pt x="977610" y="783837"/>
                </a:lnTo>
                <a:lnTo>
                  <a:pt x="1013817" y="806576"/>
                </a:lnTo>
                <a:lnTo>
                  <a:pt x="1050025" y="828866"/>
                </a:lnTo>
                <a:lnTo>
                  <a:pt x="1086233" y="850716"/>
                </a:lnTo>
                <a:lnTo>
                  <a:pt x="1122441" y="872135"/>
                </a:lnTo>
                <a:lnTo>
                  <a:pt x="1158649" y="893133"/>
                </a:lnTo>
                <a:lnTo>
                  <a:pt x="1194856" y="913718"/>
                </a:lnTo>
                <a:lnTo>
                  <a:pt x="1231064" y="933901"/>
                </a:lnTo>
                <a:lnTo>
                  <a:pt x="1267272" y="953689"/>
                </a:lnTo>
                <a:lnTo>
                  <a:pt x="1303480" y="973092"/>
                </a:lnTo>
                <a:lnTo>
                  <a:pt x="1339688" y="992119"/>
                </a:lnTo>
                <a:lnTo>
                  <a:pt x="1375895" y="1010779"/>
                </a:lnTo>
                <a:lnTo>
                  <a:pt x="1412103" y="1029081"/>
                </a:lnTo>
                <a:lnTo>
                  <a:pt x="1448311" y="1047033"/>
                </a:lnTo>
                <a:lnTo>
                  <a:pt x="1484519" y="1064644"/>
                </a:lnTo>
                <a:lnTo>
                  <a:pt x="1520726" y="1081922"/>
                </a:lnTo>
                <a:lnTo>
                  <a:pt x="1556934" y="1098874"/>
                </a:lnTo>
                <a:lnTo>
                  <a:pt x="1593142" y="1115510"/>
                </a:lnTo>
                <a:lnTo>
                  <a:pt x="1629350" y="1131836"/>
                </a:lnTo>
                <a:lnTo>
                  <a:pt x="1665558" y="1147860"/>
                </a:lnTo>
                <a:lnTo>
                  <a:pt x="1701765" y="1163590"/>
                </a:lnTo>
                <a:lnTo>
                  <a:pt x="1737973" y="1179033"/>
                </a:lnTo>
                <a:lnTo>
                  <a:pt x="1774181" y="1194195"/>
                </a:lnTo>
                <a:lnTo>
                  <a:pt x="1810389" y="1209084"/>
                </a:lnTo>
                <a:lnTo>
                  <a:pt x="1846597" y="1223706"/>
                </a:lnTo>
                <a:lnTo>
                  <a:pt x="1882804" y="1238068"/>
                </a:lnTo>
                <a:lnTo>
                  <a:pt x="1919012" y="1252175"/>
                </a:lnTo>
                <a:lnTo>
                  <a:pt x="1955220" y="1266035"/>
                </a:lnTo>
                <a:lnTo>
                  <a:pt x="1991428" y="1279653"/>
                </a:lnTo>
                <a:lnTo>
                  <a:pt x="2027635" y="1293035"/>
                </a:lnTo>
                <a:lnTo>
                  <a:pt x="2063843" y="1306186"/>
                </a:lnTo>
                <a:lnTo>
                  <a:pt x="2100051" y="1319113"/>
                </a:lnTo>
                <a:lnTo>
                  <a:pt x="2136259" y="1331819"/>
                </a:lnTo>
                <a:lnTo>
                  <a:pt x="2172467" y="1344312"/>
                </a:lnTo>
                <a:lnTo>
                  <a:pt x="2208674" y="1356594"/>
                </a:lnTo>
                <a:lnTo>
                  <a:pt x="2244882" y="1368673"/>
                </a:lnTo>
                <a:lnTo>
                  <a:pt x="2281090" y="1380551"/>
                </a:lnTo>
                <a:lnTo>
                  <a:pt x="2317298" y="1392235"/>
                </a:lnTo>
                <a:lnTo>
                  <a:pt x="2353506" y="1403728"/>
                </a:lnTo>
                <a:lnTo>
                  <a:pt x="2389713" y="1415035"/>
                </a:lnTo>
                <a:lnTo>
                  <a:pt x="2425921" y="1426159"/>
                </a:lnTo>
                <a:lnTo>
                  <a:pt x="2462129" y="1437106"/>
                </a:lnTo>
                <a:lnTo>
                  <a:pt x="2498337" y="1447880"/>
                </a:lnTo>
                <a:lnTo>
                  <a:pt x="2534544" y="1458483"/>
                </a:lnTo>
                <a:lnTo>
                  <a:pt x="2570752" y="1468920"/>
                </a:lnTo>
                <a:lnTo>
                  <a:pt x="2606960" y="1479195"/>
                </a:lnTo>
                <a:lnTo>
                  <a:pt x="2643168" y="1489311"/>
                </a:lnTo>
                <a:lnTo>
                  <a:pt x="2679376" y="1499272"/>
                </a:lnTo>
                <a:lnTo>
                  <a:pt x="2715583" y="1509082"/>
                </a:lnTo>
                <a:lnTo>
                  <a:pt x="2751791" y="1518742"/>
                </a:lnTo>
                <a:lnTo>
                  <a:pt x="2787999" y="1528258"/>
                </a:lnTo>
                <a:lnTo>
                  <a:pt x="2824207" y="1537631"/>
                </a:lnTo>
                <a:lnTo>
                  <a:pt x="2860415" y="1546865"/>
                </a:lnTo>
                <a:lnTo>
                  <a:pt x="2896622" y="1555963"/>
                </a:lnTo>
                <a:lnTo>
                  <a:pt x="2932830" y="1564927"/>
                </a:lnTo>
                <a:lnTo>
                  <a:pt x="2969038" y="1573761"/>
                </a:lnTo>
                <a:lnTo>
                  <a:pt x="3005246" y="1582468"/>
                </a:lnTo>
                <a:lnTo>
                  <a:pt x="3041453" y="1591049"/>
                </a:lnTo>
                <a:lnTo>
                  <a:pt x="3077661" y="1599508"/>
                </a:lnTo>
                <a:lnTo>
                  <a:pt x="3113869" y="1607847"/>
                </a:lnTo>
                <a:lnTo>
                  <a:pt x="3150077" y="1616069"/>
                </a:lnTo>
                <a:lnTo>
                  <a:pt x="3186285" y="1624175"/>
                </a:lnTo>
                <a:lnTo>
                  <a:pt x="3222492" y="1632169"/>
                </a:lnTo>
                <a:lnTo>
                  <a:pt x="3258700" y="1640053"/>
                </a:lnTo>
                <a:lnTo>
                  <a:pt x="3294908" y="1647828"/>
                </a:lnTo>
                <a:lnTo>
                  <a:pt x="3331116" y="1655497"/>
                </a:lnTo>
                <a:lnTo>
                  <a:pt x="3367324" y="1663062"/>
                </a:lnTo>
                <a:lnTo>
                  <a:pt x="3403531" y="1670525"/>
                </a:lnTo>
                <a:lnTo>
                  <a:pt x="3439739" y="1677888"/>
                </a:lnTo>
                <a:lnTo>
                  <a:pt x="3475947" y="1685153"/>
                </a:lnTo>
                <a:lnTo>
                  <a:pt x="3512155" y="1692322"/>
                </a:lnTo>
                <a:lnTo>
                  <a:pt x="3548362" y="1699397"/>
                </a:lnTo>
                <a:lnTo>
                  <a:pt x="3584570" y="1706379"/>
                </a:lnTo>
                <a:lnTo>
                  <a:pt x="3620778" y="1713271"/>
                </a:lnTo>
                <a:lnTo>
                  <a:pt x="3656986" y="1720074"/>
                </a:lnTo>
                <a:lnTo>
                  <a:pt x="3693194" y="1726790"/>
                </a:lnTo>
                <a:lnTo>
                  <a:pt x="3729401" y="1733420"/>
                </a:lnTo>
                <a:lnTo>
                  <a:pt x="3765609" y="1739965"/>
                </a:lnTo>
                <a:lnTo>
                  <a:pt x="3801817" y="1746429"/>
                </a:lnTo>
                <a:lnTo>
                  <a:pt x="3838025" y="1752811"/>
                </a:lnTo>
                <a:lnTo>
                  <a:pt x="3874233" y="1759114"/>
                </a:lnTo>
                <a:lnTo>
                  <a:pt x="3910440" y="1765339"/>
                </a:lnTo>
                <a:lnTo>
                  <a:pt x="3946648" y="1771487"/>
                </a:lnTo>
                <a:lnTo>
                  <a:pt x="3982856" y="1777561"/>
                </a:lnTo>
                <a:lnTo>
                  <a:pt x="4019064" y="1783560"/>
                </a:lnTo>
                <a:lnTo>
                  <a:pt x="4055271" y="1789486"/>
                </a:lnTo>
                <a:lnTo>
                  <a:pt x="4091479" y="1795342"/>
                </a:lnTo>
                <a:lnTo>
                  <a:pt x="4127687" y="1801127"/>
                </a:lnTo>
                <a:lnTo>
                  <a:pt x="4163895" y="1806844"/>
                </a:lnTo>
                <a:lnTo>
                  <a:pt x="4200103" y="1812493"/>
                </a:lnTo>
                <a:lnTo>
                  <a:pt x="4236310" y="1818076"/>
                </a:lnTo>
                <a:lnTo>
                  <a:pt x="4272518" y="1823593"/>
                </a:lnTo>
                <a:lnTo>
                  <a:pt x="4308726" y="1829046"/>
                </a:lnTo>
                <a:lnTo>
                  <a:pt x="4344934" y="1834436"/>
                </a:lnTo>
                <a:lnTo>
                  <a:pt x="4381142" y="1839765"/>
                </a:lnTo>
                <a:lnTo>
                  <a:pt x="4417349" y="1845032"/>
                </a:lnTo>
                <a:lnTo>
                  <a:pt x="4453557" y="1850239"/>
                </a:lnTo>
                <a:lnTo>
                  <a:pt x="4489765" y="1855388"/>
                </a:lnTo>
                <a:lnTo>
                  <a:pt x="4525973" y="1860478"/>
                </a:lnTo>
                <a:lnTo>
                  <a:pt x="4562180" y="1865512"/>
                </a:lnTo>
                <a:lnTo>
                  <a:pt x="4598388" y="1870490"/>
                </a:lnTo>
                <a:lnTo>
                  <a:pt x="4634596" y="1875412"/>
                </a:lnTo>
                <a:lnTo>
                  <a:pt x="4670804" y="1880280"/>
                </a:lnTo>
                <a:lnTo>
                  <a:pt x="4707012" y="1885095"/>
                </a:lnTo>
                <a:lnTo>
                  <a:pt x="4743219" y="1889858"/>
                </a:lnTo>
                <a:lnTo>
                  <a:pt x="4779427" y="1894569"/>
                </a:lnTo>
                <a:lnTo>
                  <a:pt x="4815635" y="1899229"/>
                </a:lnTo>
                <a:lnTo>
                  <a:pt x="4851843" y="1903839"/>
                </a:lnTo>
                <a:lnTo>
                  <a:pt x="4888051" y="1908400"/>
                </a:lnTo>
                <a:lnTo>
                  <a:pt x="4924258" y="1912913"/>
                </a:lnTo>
                <a:lnTo>
                  <a:pt x="4960466" y="1917378"/>
                </a:lnTo>
                <a:lnTo>
                  <a:pt x="4996674" y="1921796"/>
                </a:lnTo>
                <a:lnTo>
                  <a:pt x="5032882" y="1926168"/>
                </a:lnTo>
                <a:lnTo>
                  <a:pt x="5069089" y="1930494"/>
                </a:lnTo>
                <a:lnTo>
                  <a:pt x="5105297" y="1934776"/>
                </a:lnTo>
                <a:lnTo>
                  <a:pt x="5141505" y="1939013"/>
                </a:lnTo>
                <a:lnTo>
                  <a:pt x="5177713" y="1943207"/>
                </a:lnTo>
                <a:lnTo>
                  <a:pt x="5213921" y="1947359"/>
                </a:lnTo>
                <a:lnTo>
                  <a:pt x="5250128" y="1951468"/>
                </a:lnTo>
                <a:lnTo>
                  <a:pt x="5286336" y="1955536"/>
                </a:lnTo>
                <a:lnTo>
                  <a:pt x="5322544" y="1959563"/>
                </a:lnTo>
                <a:lnTo>
                  <a:pt x="5358752" y="1963549"/>
                </a:lnTo>
                <a:lnTo>
                  <a:pt x="5394960" y="1967496"/>
                </a:lnTo>
              </a:path>
            </a:pathLst>
          </a:custGeom>
          <a:noFill/>
          <a:ln w="3556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5 ellipse 36" descr="sci-ppt:o036"/>
          <p:cNvSpPr/>
          <p:nvPr/>
        </p:nvSpPr>
        <p:spPr>
          <a:xfrm>
            <a:off x="795528" y="3657600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05 ellipse 37" descr="sci-ppt:o037"/>
          <p:cNvSpPr/>
          <p:nvPr/>
        </p:nvSpPr>
        <p:spPr>
          <a:xfrm>
            <a:off x="795528" y="169163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05 text 38" descr="sci-ppt:o038"/>
          <p:cNvSpPr txBox="1"/>
          <p:nvPr/>
        </p:nvSpPr>
        <p:spPr>
          <a:xfrm>
            <a:off x="3819144" y="3599992"/>
            <a:ext cx="20116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expanding, slowing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Ṙ = 1, R̈ = −0.5</a:t>
            </a:r>
          </a:p>
        </p:txBody>
      </p:sp>
      <p:sp>
        <p:nvSpPr>
          <p:cNvPr id="41" name="C1-E05 text 39" descr="sci-ppt:o039"/>
          <p:cNvSpPr txBox="1"/>
          <p:nvPr/>
        </p:nvSpPr>
        <p:spPr>
          <a:xfrm>
            <a:off x="2200656" y="1313078"/>
            <a:ext cx="237744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collapsing, decelerating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Ṙ = −1, R̈ = +2</a:t>
            </a:r>
          </a:p>
        </p:txBody>
      </p:sp>
      <p:sp>
        <p:nvSpPr>
          <p:cNvPr id="42" name="C1-E05 round_rect 40" descr="sci-ppt:o040"/>
          <p:cNvSpPr/>
          <p:nvPr/>
        </p:nvSpPr>
        <p:spPr>
          <a:xfrm>
            <a:off x="6583680" y="1325880"/>
            <a:ext cx="5257800" cy="3246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5 text 41" descr="sci-ppt:o041"/>
          <p:cNvSpPr txBox="1"/>
          <p:nvPr/>
        </p:nvSpPr>
        <p:spPr>
          <a:xfrm>
            <a:off x="6693408" y="1380744"/>
            <a:ext cx="50383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wall value has three pieces</a:t>
            </a:r>
          </a:p>
        </p:txBody>
      </p:sp>
      <p:sp>
        <p:nvSpPr>
          <p:cNvPr id="44" name="C1-E05 text 42" descr="sci-ppt:o042"/>
          <p:cNvSpPr txBox="1"/>
          <p:nvPr/>
        </p:nvSpPr>
        <p:spPr>
          <a:xfrm>
            <a:off x="6720840" y="1783080"/>
            <a:ext cx="50292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pₗ − p∞ = ρ [ R R̈ + 2Ṙ² − Ṙ²/2 ]</a:t>
            </a:r>
          </a:p>
        </p:txBody>
      </p:sp>
      <p:cxnSp>
        <p:nvCxnSpPr>
          <p:cNvPr id="45" name="C1-E05 line 43" descr="sci-ppt:o043"/>
          <p:cNvCxnSpPr/>
          <p:nvPr/>
        </p:nvCxnSpPr>
        <p:spPr>
          <a:xfrm>
            <a:off x="9966960" y="2286000"/>
            <a:ext cx="0" cy="141732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46" name="C1-E05 text 44" descr="sci-ppt:o044"/>
          <p:cNvSpPr txBox="1"/>
          <p:nvPr/>
        </p:nvSpPr>
        <p:spPr>
          <a:xfrm>
            <a:off x="6720840" y="2286000"/>
            <a:ext cx="9144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R R̈</a:t>
            </a:r>
          </a:p>
        </p:txBody>
      </p:sp>
      <p:sp>
        <p:nvSpPr>
          <p:cNvPr id="47" name="C1-E05 text 45" descr="sci-ppt:o045"/>
          <p:cNvSpPr txBox="1"/>
          <p:nvPr/>
        </p:nvSpPr>
        <p:spPr>
          <a:xfrm>
            <a:off x="7589520" y="2304288"/>
            <a:ext cx="19202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wall acceleration</a:t>
            </a:r>
          </a:p>
        </p:txBody>
      </p:sp>
      <p:sp>
        <p:nvSpPr>
          <p:cNvPr id="48" name="C1-E05 rect 46" descr="sci-ppt:o046"/>
          <p:cNvSpPr/>
          <p:nvPr/>
        </p:nvSpPr>
        <p:spPr>
          <a:xfrm>
            <a:off x="9715500" y="2331720"/>
            <a:ext cx="251460" cy="274320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5 text 47" descr="sci-ppt:o047"/>
          <p:cNvSpPr txBox="1"/>
          <p:nvPr/>
        </p:nvSpPr>
        <p:spPr>
          <a:xfrm>
            <a:off x="6720840" y="2743200"/>
            <a:ext cx="9144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2Ṙ²</a:t>
            </a:r>
          </a:p>
        </p:txBody>
      </p:sp>
      <p:sp>
        <p:nvSpPr>
          <p:cNvPr id="50" name="C1-E05 text 48" descr="sci-ppt:o048"/>
          <p:cNvSpPr txBox="1"/>
          <p:nvPr/>
        </p:nvSpPr>
        <p:spPr>
          <a:xfrm>
            <a:off x="7589520" y="2761488"/>
            <a:ext cx="19202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unsteady potential</a:t>
            </a:r>
          </a:p>
        </p:txBody>
      </p:sp>
      <p:sp>
        <p:nvSpPr>
          <p:cNvPr id="51" name="C1-E05 rect 49" descr="sci-ppt:o049"/>
          <p:cNvSpPr/>
          <p:nvPr/>
        </p:nvSpPr>
        <p:spPr>
          <a:xfrm>
            <a:off x="9966960" y="2788920"/>
            <a:ext cx="1005840" cy="27432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05 text 50" descr="sci-ppt:o050"/>
          <p:cNvSpPr txBox="1"/>
          <p:nvPr/>
        </p:nvSpPr>
        <p:spPr>
          <a:xfrm>
            <a:off x="6720840" y="3200400"/>
            <a:ext cx="9144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−Ṙ²/2</a:t>
            </a:r>
          </a:p>
        </p:txBody>
      </p:sp>
      <p:sp>
        <p:nvSpPr>
          <p:cNvPr id="53" name="C1-E05 text 51" descr="sci-ppt:o051"/>
          <p:cNvSpPr txBox="1"/>
          <p:nvPr/>
        </p:nvSpPr>
        <p:spPr>
          <a:xfrm>
            <a:off x="7589520" y="3218688"/>
            <a:ext cx="19202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Bernoulli kinetic term</a:t>
            </a:r>
          </a:p>
        </p:txBody>
      </p:sp>
      <p:sp>
        <p:nvSpPr>
          <p:cNvPr id="54" name="C1-E05 rect 52" descr="sci-ppt:o052"/>
          <p:cNvSpPr/>
          <p:nvPr/>
        </p:nvSpPr>
        <p:spPr>
          <a:xfrm>
            <a:off x="9715500" y="3246120"/>
            <a:ext cx="251460" cy="274320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05 text 53" descr="sci-ppt:o053"/>
          <p:cNvSpPr txBox="1"/>
          <p:nvPr/>
        </p:nvSpPr>
        <p:spPr>
          <a:xfrm>
            <a:off x="6720840" y="3840480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Expanding case: −0.5 + 2 − 0.5 = 1.0 = R R̈ + 3Ṙ²/2</a:t>
            </a:r>
          </a:p>
        </p:txBody>
      </p:sp>
      <p:sp>
        <p:nvSpPr>
          <p:cNvPr id="56" name="C1-E05 text 54" descr="sci-ppt:o054"/>
          <p:cNvSpPr txBox="1"/>
          <p:nvPr/>
        </p:nvSpPr>
        <p:spPr>
          <a:xfrm>
            <a:off x="6583680" y="4754880"/>
            <a:ext cx="525780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The pressure is stored in the liquid by its inertia: pₗ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exceeds p∞ whenever R R̈ + 3Ṙ²/2 &gt; 0.</a:t>
            </a:r>
          </a:p>
        </p:txBody>
      </p:sp>
      <p:sp>
        <p:nvSpPr>
          <p:cNvPr id="57" name="C1-E05 text 55" descr="sci-ppt:o055"/>
          <p:cNvSpPr txBox="1"/>
          <p:nvPr/>
        </p:nvSpPr>
        <p:spPr>
          <a:xfrm>
            <a:off x="6583680" y="5577840"/>
            <a:ext cx="5257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Far away the acceleration term decays as 1/r, the Ṙ² term as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1/r⁴.</a:t>
            </a:r>
          </a:p>
        </p:txBody>
      </p:sp>
      <p:sp>
        <p:nvSpPr>
          <p:cNvPr id="58" name="C1-E05 text 56" descr="sci-ppt:o05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Profile: p − p∞ = ρ[(R²R̈ + 2RṘ²)/r − R⁴Ṙ²/(2r⁴)] from the unsteady Bernoulli equation, R =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C1-E06 · Newtonian stress and capillary boundary condition</a:t>
            </a:r>
          </a:p>
        </p:txBody>
      </p:sp>
      <p:sp>
        <p:nvSpPr>
          <p:cNvPr id="3" name="C1-E06 round_rect 1" descr="sci-ppt:o001"/>
          <p:cNvSpPr/>
          <p:nvPr/>
        </p:nvSpPr>
        <p:spPr>
          <a:xfrm>
            <a:off x="365760" y="914400"/>
            <a:ext cx="402336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6 text 2" descr="sci-ppt:o002"/>
          <p:cNvSpPr txBox="1"/>
          <p:nvPr/>
        </p:nvSpPr>
        <p:spPr>
          <a:xfrm>
            <a:off x="502920" y="978408"/>
            <a:ext cx="3749039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Stresses on the wall of a collapsing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bubble</a:t>
            </a:r>
          </a:p>
        </p:txBody>
      </p:sp>
      <p:sp>
        <p:nvSpPr>
          <p:cNvPr id="5" name="C1-E06 ellipse 3" descr="sci-ppt:o003"/>
          <p:cNvSpPr/>
          <p:nvPr/>
        </p:nvSpPr>
        <p:spPr>
          <a:xfrm>
            <a:off x="1371600" y="2286000"/>
            <a:ext cx="1828800" cy="182880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6 text 4" descr="sci-ppt:o004"/>
          <p:cNvSpPr txBox="1"/>
          <p:nvPr/>
        </p:nvSpPr>
        <p:spPr>
          <a:xfrm>
            <a:off x="1737360" y="3090672"/>
            <a:ext cx="1097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p_b</a:t>
            </a:r>
          </a:p>
        </p:txBody>
      </p:sp>
      <p:cxnSp>
        <p:nvCxnSpPr>
          <p:cNvPr id="7" name="C1-E06 arrow 5" descr="sci-ppt:o005"/>
          <p:cNvCxnSpPr/>
          <p:nvPr/>
        </p:nvCxnSpPr>
        <p:spPr>
          <a:xfrm flipV="1">
            <a:off x="2636235" y="2583246"/>
            <a:ext cx="385259" cy="323271"/>
          </a:xfrm>
          <a:prstGeom prst="line">
            <a:avLst/>
          </a:prstGeom>
          <a:ln w="3556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1-E06 text 6" descr="sci-ppt:o006"/>
          <p:cNvSpPr txBox="1"/>
          <p:nvPr/>
        </p:nvSpPr>
        <p:spPr>
          <a:xfrm>
            <a:off x="3148998" y="1944530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p_b</a:t>
            </a:r>
          </a:p>
        </p:txBody>
      </p:sp>
      <p:cxnSp>
        <p:nvCxnSpPr>
          <p:cNvPr id="9" name="C1-E06 arrow 7" descr="sci-ppt:o007"/>
          <p:cNvCxnSpPr/>
          <p:nvPr/>
        </p:nvCxnSpPr>
        <p:spPr>
          <a:xfrm>
            <a:off x="1165246" y="2259976"/>
            <a:ext cx="406273" cy="340903"/>
          </a:xfrm>
          <a:prstGeom prst="line">
            <a:avLst/>
          </a:prstGeom>
          <a:ln w="3556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1-E06 text 8" descr="sci-ppt:o008"/>
          <p:cNvSpPr txBox="1"/>
          <p:nvPr/>
        </p:nvSpPr>
        <p:spPr>
          <a:xfrm>
            <a:off x="417161" y="1944530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pₗ</a:t>
            </a:r>
          </a:p>
        </p:txBody>
      </p:sp>
      <p:cxnSp>
        <p:nvCxnSpPr>
          <p:cNvPr id="11" name="C1-E06 arrow 9" descr="sci-ppt:o009"/>
          <p:cNvCxnSpPr/>
          <p:nvPr/>
        </p:nvCxnSpPr>
        <p:spPr>
          <a:xfrm flipV="1">
            <a:off x="1165246" y="3799920"/>
            <a:ext cx="406273" cy="340903"/>
          </a:xfrm>
          <a:prstGeom prst="line">
            <a:avLst/>
          </a:prstGeom>
          <a:ln w="3556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1-E06 text 10" descr="sci-ppt:o010"/>
          <p:cNvSpPr txBox="1"/>
          <p:nvPr/>
        </p:nvSpPr>
        <p:spPr>
          <a:xfrm>
            <a:off x="417161" y="4236813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2σ/R</a:t>
            </a:r>
          </a:p>
        </p:txBody>
      </p:sp>
      <p:cxnSp>
        <p:nvCxnSpPr>
          <p:cNvPr id="13" name="C1-E06 arrow 11" descr="sci-ppt:o011"/>
          <p:cNvCxnSpPr/>
          <p:nvPr/>
        </p:nvCxnSpPr>
        <p:spPr>
          <a:xfrm flipH="1" flipV="1">
            <a:off x="3000480" y="3799920"/>
            <a:ext cx="406273" cy="340903"/>
          </a:xfrm>
          <a:prstGeom prst="line">
            <a:avLst/>
          </a:prstGeom>
          <a:ln w="3556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1-E06 text 12" descr="sci-ppt:o012"/>
          <p:cNvSpPr txBox="1"/>
          <p:nvPr/>
        </p:nvSpPr>
        <p:spPr>
          <a:xfrm>
            <a:off x="3148998" y="4236813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4μṘ/R</a:t>
            </a:r>
          </a:p>
        </p:txBody>
      </p:sp>
      <p:sp>
        <p:nvSpPr>
          <p:cNvPr id="15" name="C1-E06 text 13" descr="sci-ppt:o013"/>
          <p:cNvSpPr txBox="1"/>
          <p:nvPr/>
        </p:nvSpPr>
        <p:spPr>
          <a:xfrm>
            <a:off x="502920" y="475488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Gas pushes out; tension pulls in; viscosity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resists the strain rate ∂u/∂r = −2Ṙ/R at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wall.</a:t>
            </a:r>
          </a:p>
        </p:txBody>
      </p:sp>
      <p:cxnSp>
        <p:nvCxnSpPr>
          <p:cNvPr id="16" name="C1-E06 line 14" descr="sci-ppt:o014"/>
          <p:cNvCxnSpPr/>
          <p:nvPr/>
        </p:nvCxnSpPr>
        <p:spPr>
          <a:xfrm>
            <a:off x="5394960" y="5303520"/>
            <a:ext cx="63093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7" name="C1-E06 line 15" descr="sci-ppt:o015"/>
          <p:cNvCxnSpPr/>
          <p:nvPr/>
        </p:nvCxnSpPr>
        <p:spPr>
          <a:xfrm>
            <a:off x="539496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8" name="C1-E06 line 16" descr="sci-ppt:o016"/>
          <p:cNvCxnSpPr/>
          <p:nvPr/>
        </p:nvCxnSpPr>
        <p:spPr>
          <a:xfrm>
            <a:off x="533095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06 line 17" descr="sci-ppt:o017"/>
          <p:cNvCxnSpPr/>
          <p:nvPr/>
        </p:nvCxnSpPr>
        <p:spPr>
          <a:xfrm>
            <a:off x="5394960" y="5303520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06 text 18" descr="sci-ppt:o018"/>
          <p:cNvSpPr txBox="1"/>
          <p:nvPr/>
        </p:nvSpPr>
        <p:spPr>
          <a:xfrm>
            <a:off x="4526280" y="52212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1" name="C1-E06 line 19" descr="sci-ppt:o019"/>
          <p:cNvCxnSpPr/>
          <p:nvPr/>
        </p:nvCxnSpPr>
        <p:spPr>
          <a:xfrm>
            <a:off x="5330952" y="41801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6 line 20" descr="sci-ppt:o020"/>
          <p:cNvCxnSpPr/>
          <p:nvPr/>
        </p:nvCxnSpPr>
        <p:spPr>
          <a:xfrm>
            <a:off x="5394960" y="4180114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6 text 21" descr="sci-ppt:o021"/>
          <p:cNvSpPr txBox="1"/>
          <p:nvPr/>
        </p:nvSpPr>
        <p:spPr>
          <a:xfrm>
            <a:off x="4526280" y="40978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24" name="C1-E06 line 22" descr="sci-ppt:o022"/>
          <p:cNvCxnSpPr/>
          <p:nvPr/>
        </p:nvCxnSpPr>
        <p:spPr>
          <a:xfrm>
            <a:off x="5330952" y="30567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6 line 23" descr="sci-ppt:o023"/>
          <p:cNvCxnSpPr/>
          <p:nvPr/>
        </p:nvCxnSpPr>
        <p:spPr>
          <a:xfrm>
            <a:off x="5394960" y="3056708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6 text 24" descr="sci-ppt:o024"/>
          <p:cNvSpPr txBox="1"/>
          <p:nvPr/>
        </p:nvSpPr>
        <p:spPr>
          <a:xfrm>
            <a:off x="4526280" y="29744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80</a:t>
            </a:r>
          </a:p>
        </p:txBody>
      </p:sp>
      <p:cxnSp>
        <p:nvCxnSpPr>
          <p:cNvPr id="27" name="C1-E06 line 25" descr="sci-ppt:o025"/>
          <p:cNvCxnSpPr/>
          <p:nvPr/>
        </p:nvCxnSpPr>
        <p:spPr>
          <a:xfrm>
            <a:off x="5330952" y="193330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6 line 26" descr="sci-ppt:o026"/>
          <p:cNvCxnSpPr/>
          <p:nvPr/>
        </p:nvCxnSpPr>
        <p:spPr>
          <a:xfrm>
            <a:off x="5394960" y="1933302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6 text 27" descr="sci-ppt:o027"/>
          <p:cNvSpPr txBox="1"/>
          <p:nvPr/>
        </p:nvSpPr>
        <p:spPr>
          <a:xfrm>
            <a:off x="4526280" y="185100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120</a:t>
            </a:r>
          </a:p>
        </p:txBody>
      </p:sp>
      <p:sp>
        <p:nvSpPr>
          <p:cNvPr id="30" name="C1-E06 text 28" descr="sci-ppt:o028"/>
          <p:cNvSpPr txBox="1"/>
          <p:nvPr/>
        </p:nvSpPr>
        <p:spPr>
          <a:xfrm>
            <a:off x="4846320" y="1024128"/>
            <a:ext cx="6309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pressure (kPa)</a:t>
            </a:r>
          </a:p>
        </p:txBody>
      </p:sp>
      <p:sp>
        <p:nvSpPr>
          <p:cNvPr id="31" name="C1-E06 rect 29" descr="sci-ppt:o029"/>
          <p:cNvSpPr/>
          <p:nvPr/>
        </p:nvSpPr>
        <p:spPr>
          <a:xfrm>
            <a:off x="5584240" y="1933302"/>
            <a:ext cx="1198778" cy="3370217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06 text 30" descr="sci-ppt:o030"/>
          <p:cNvSpPr txBox="1"/>
          <p:nvPr/>
        </p:nvSpPr>
        <p:spPr>
          <a:xfrm>
            <a:off x="5309920" y="1640694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p_b = 120</a:t>
            </a:r>
          </a:p>
        </p:txBody>
      </p:sp>
      <p:sp>
        <p:nvSpPr>
          <p:cNvPr id="33" name="C1-E06 rect 31" descr="sci-ppt:o031"/>
          <p:cNvSpPr/>
          <p:nvPr/>
        </p:nvSpPr>
        <p:spPr>
          <a:xfrm>
            <a:off x="7161580" y="1933302"/>
            <a:ext cx="1198778" cy="404426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6 text 32" descr="sci-ppt:o032"/>
          <p:cNvSpPr txBox="1"/>
          <p:nvPr/>
        </p:nvSpPr>
        <p:spPr>
          <a:xfrm>
            <a:off x="6887260" y="1640694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−2σ/R = −14.4</a:t>
            </a:r>
          </a:p>
        </p:txBody>
      </p:sp>
      <p:sp>
        <p:nvSpPr>
          <p:cNvPr id="35" name="C1-E06 rect 33" descr="sci-ppt:o033"/>
          <p:cNvSpPr/>
          <p:nvPr/>
        </p:nvSpPr>
        <p:spPr>
          <a:xfrm>
            <a:off x="8738920" y="2281558"/>
            <a:ext cx="1198778" cy="5617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06 text 34" descr="sci-ppt:o034"/>
          <p:cNvSpPr txBox="1"/>
          <p:nvPr/>
        </p:nvSpPr>
        <p:spPr>
          <a:xfrm>
            <a:off x="8464600" y="198895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−4μṘ/R = +2.0</a:t>
            </a:r>
          </a:p>
        </p:txBody>
      </p:sp>
      <p:sp>
        <p:nvSpPr>
          <p:cNvPr id="37" name="C1-E06 rect 35" descr="sci-ppt:o035"/>
          <p:cNvSpPr/>
          <p:nvPr/>
        </p:nvSpPr>
        <p:spPr>
          <a:xfrm>
            <a:off x="10316260" y="2281558"/>
            <a:ext cx="1198778" cy="3021961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6 text 36" descr="sci-ppt:o036"/>
          <p:cNvSpPr txBox="1"/>
          <p:nvPr/>
        </p:nvSpPr>
        <p:spPr>
          <a:xfrm>
            <a:off x="10041940" y="198895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pₗ = 107.6</a:t>
            </a:r>
          </a:p>
        </p:txBody>
      </p:sp>
      <p:sp>
        <p:nvSpPr>
          <p:cNvPr id="39" name="C1-E06 text 37" descr="sci-ppt:o037"/>
          <p:cNvSpPr txBox="1"/>
          <p:nvPr/>
        </p:nvSpPr>
        <p:spPr>
          <a:xfrm>
            <a:off x="5394960" y="5669280"/>
            <a:ext cx="6309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 = 10 µm, σ = 0.072 N/m, μ = 1 mPa·s, Ṙ = −5 m/s, p_b = 120 kPa</a:t>
            </a:r>
          </a:p>
        </p:txBody>
      </p:sp>
      <p:sp>
        <p:nvSpPr>
          <p:cNvPr id="40" name="C1-E06 text 38" descr="sci-ppt:o038"/>
          <p:cNvSpPr txBox="1"/>
          <p:nvPr/>
        </p:nvSpPr>
        <p:spPr>
          <a:xfrm>
            <a:off x="5394960" y="5989320"/>
            <a:ext cx="6309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Inward motion makes the viscous term raise pₗ; tension always lowers it.</a:t>
            </a:r>
          </a:p>
        </p:txBody>
      </p:sp>
      <p:sp>
        <p:nvSpPr>
          <p:cNvPr id="41" name="C1-E06 text 39" descr="sci-ppt:o03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Boundary condition pₗ = p_b − 2σ/R − 4μṘ/R (Eq. C1-E06); numbers computed from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C1-E07 · Rayleigh–Plesset under the declared assumptions</a:t>
            </a:r>
          </a:p>
        </p:txBody>
      </p:sp>
      <p:cxnSp>
        <p:nvCxnSpPr>
          <p:cNvPr id="3" name="C1-E07 line 1" descr="sci-ppt:o001"/>
          <p:cNvCxnSpPr/>
          <p:nvPr/>
        </p:nvCxnSpPr>
        <p:spPr>
          <a:xfrm>
            <a:off x="868680" y="493776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7 line 2" descr="sci-ppt:o002"/>
          <p:cNvCxnSpPr/>
          <p:nvPr/>
        </p:nvCxnSpPr>
        <p:spPr>
          <a:xfrm>
            <a:off x="86868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7 line 3" descr="sci-ppt:o003"/>
          <p:cNvCxnSpPr/>
          <p:nvPr/>
        </p:nvCxnSpPr>
        <p:spPr>
          <a:xfrm>
            <a:off x="868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7 line 4" descr="sci-ppt:o004"/>
          <p:cNvCxnSpPr/>
          <p:nvPr/>
        </p:nvCxnSpPr>
        <p:spPr>
          <a:xfrm>
            <a:off x="868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7 text 5" descr="sci-ppt:o005"/>
          <p:cNvSpPr txBox="1"/>
          <p:nvPr/>
        </p:nvSpPr>
        <p:spPr>
          <a:xfrm>
            <a:off x="41147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07 line 6" descr="sci-ppt:o006"/>
          <p:cNvCxnSpPr/>
          <p:nvPr/>
        </p:nvCxnSpPr>
        <p:spPr>
          <a:xfrm>
            <a:off x="27889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7 line 7" descr="sci-ppt:o007"/>
          <p:cNvCxnSpPr/>
          <p:nvPr/>
        </p:nvCxnSpPr>
        <p:spPr>
          <a:xfrm>
            <a:off x="27889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7 text 8" descr="sci-ppt:o008"/>
          <p:cNvSpPr txBox="1"/>
          <p:nvPr/>
        </p:nvSpPr>
        <p:spPr>
          <a:xfrm>
            <a:off x="233172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07 line 9" descr="sci-ppt:o009"/>
          <p:cNvCxnSpPr/>
          <p:nvPr/>
        </p:nvCxnSpPr>
        <p:spPr>
          <a:xfrm>
            <a:off x="470915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7 line 10" descr="sci-ppt:o010"/>
          <p:cNvCxnSpPr/>
          <p:nvPr/>
        </p:nvCxnSpPr>
        <p:spPr>
          <a:xfrm>
            <a:off x="470915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7 text 11" descr="sci-ppt:o011"/>
          <p:cNvSpPr txBox="1"/>
          <p:nvPr/>
        </p:nvSpPr>
        <p:spPr>
          <a:xfrm>
            <a:off x="425195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07 line 12" descr="sci-ppt:o012"/>
          <p:cNvCxnSpPr/>
          <p:nvPr/>
        </p:nvCxnSpPr>
        <p:spPr>
          <a:xfrm>
            <a:off x="6629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7 line 13" descr="sci-ppt:o013"/>
          <p:cNvCxnSpPr/>
          <p:nvPr/>
        </p:nvCxnSpPr>
        <p:spPr>
          <a:xfrm>
            <a:off x="6629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7 text 14" descr="sci-ppt:o014"/>
          <p:cNvSpPr txBox="1"/>
          <p:nvPr/>
        </p:nvSpPr>
        <p:spPr>
          <a:xfrm>
            <a:off x="6172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07 line 15" descr="sci-ppt:o015"/>
          <p:cNvCxnSpPr/>
          <p:nvPr/>
        </p:nvCxnSpPr>
        <p:spPr>
          <a:xfrm>
            <a:off x="804671" y="49377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7 line 16" descr="sci-ppt:o016"/>
          <p:cNvCxnSpPr/>
          <p:nvPr/>
        </p:nvCxnSpPr>
        <p:spPr>
          <a:xfrm>
            <a:off x="804671" y="382333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07 line 17" descr="sci-ppt:o017"/>
          <p:cNvCxnSpPr/>
          <p:nvPr/>
        </p:nvCxnSpPr>
        <p:spPr>
          <a:xfrm>
            <a:off x="868680" y="382333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07 text 18" descr="sci-ppt:o018"/>
          <p:cNvSpPr txBox="1"/>
          <p:nvPr/>
        </p:nvSpPr>
        <p:spPr>
          <a:xfrm>
            <a:off x="0" y="374103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1" name="C1-E07 line 19" descr="sci-ppt:o019"/>
          <p:cNvCxnSpPr/>
          <p:nvPr/>
        </p:nvCxnSpPr>
        <p:spPr>
          <a:xfrm>
            <a:off x="804671" y="270891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7 line 20" descr="sci-ppt:o020"/>
          <p:cNvCxnSpPr/>
          <p:nvPr/>
        </p:nvCxnSpPr>
        <p:spPr>
          <a:xfrm>
            <a:off x="868680" y="270891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7 text 21" descr="sci-ppt:o021"/>
          <p:cNvSpPr txBox="1"/>
          <p:nvPr/>
        </p:nvSpPr>
        <p:spPr>
          <a:xfrm>
            <a:off x="0" y="262661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07 line 22" descr="sci-ppt:o022"/>
          <p:cNvCxnSpPr/>
          <p:nvPr/>
        </p:nvCxnSpPr>
        <p:spPr>
          <a:xfrm>
            <a:off x="804671" y="15944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7 line 23" descr="sci-ppt:o023"/>
          <p:cNvCxnSpPr/>
          <p:nvPr/>
        </p:nvCxnSpPr>
        <p:spPr>
          <a:xfrm>
            <a:off x="868680" y="159448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7 text 24" descr="sci-ppt:o024"/>
          <p:cNvSpPr txBox="1"/>
          <p:nvPr/>
        </p:nvSpPr>
        <p:spPr>
          <a:xfrm>
            <a:off x="0" y="1512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sp>
        <p:nvSpPr>
          <p:cNvPr id="27" name="C1-E07 text 25" descr="sci-ppt:o025"/>
          <p:cNvSpPr txBox="1"/>
          <p:nvPr/>
        </p:nvSpPr>
        <p:spPr>
          <a:xfrm>
            <a:off x="868680" y="5221224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28" name="C1-E07 text 26" descr="sci-ppt:o026"/>
          <p:cNvSpPr txBox="1"/>
          <p:nvPr/>
        </p:nvSpPr>
        <p:spPr>
          <a:xfrm>
            <a:off x="320040" y="1024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R₀</a:t>
            </a:r>
          </a:p>
        </p:txBody>
      </p:sp>
      <p:sp>
        <p:nvSpPr>
          <p:cNvPr id="29" name="C1-E07 polygon 27" descr="sci-ppt:o027"/>
          <p:cNvSpPr/>
          <p:nvPr/>
        </p:nvSpPr>
        <p:spPr>
          <a:xfrm>
            <a:off x="868680" y="2209827"/>
            <a:ext cx="5760720" cy="1613508"/>
          </a:xfrm>
          <a:custGeom>
            <a:avLst/>
            <a:gdLst/>
            <a:ahLst/>
            <a:cxnLst/>
            <a:rect l="l" t="t" r="r" b="b"/>
            <a:pathLst>
              <a:path w="5760720" h="1613508">
                <a:moveTo>
                  <a:pt x="0" y="1613508"/>
                </a:moveTo>
                <a:lnTo>
                  <a:pt x="40338" y="1611376"/>
                </a:lnTo>
                <a:lnTo>
                  <a:pt x="80676" y="1605056"/>
                </a:lnTo>
                <a:lnTo>
                  <a:pt x="121015" y="1594758"/>
                </a:lnTo>
                <a:lnTo>
                  <a:pt x="161353" y="1580800"/>
                </a:lnTo>
                <a:lnTo>
                  <a:pt x="201692" y="1563578"/>
                </a:lnTo>
                <a:lnTo>
                  <a:pt x="242030" y="1543528"/>
                </a:lnTo>
                <a:lnTo>
                  <a:pt x="282369" y="1521095"/>
                </a:lnTo>
                <a:lnTo>
                  <a:pt x="322707" y="1496708"/>
                </a:lnTo>
                <a:lnTo>
                  <a:pt x="363046" y="1470767"/>
                </a:lnTo>
                <a:lnTo>
                  <a:pt x="403384" y="1443626"/>
                </a:lnTo>
                <a:lnTo>
                  <a:pt x="443723" y="1415595"/>
                </a:lnTo>
                <a:lnTo>
                  <a:pt x="484061" y="1386940"/>
                </a:lnTo>
                <a:lnTo>
                  <a:pt x="524400" y="1357882"/>
                </a:lnTo>
                <a:lnTo>
                  <a:pt x="564738" y="1328605"/>
                </a:lnTo>
                <a:lnTo>
                  <a:pt x="605077" y="1299261"/>
                </a:lnTo>
                <a:lnTo>
                  <a:pt x="645415" y="1269972"/>
                </a:lnTo>
                <a:lnTo>
                  <a:pt x="685754" y="1240836"/>
                </a:lnTo>
                <a:lnTo>
                  <a:pt x="726092" y="1211932"/>
                </a:lnTo>
                <a:lnTo>
                  <a:pt x="766431" y="1183323"/>
                </a:lnTo>
                <a:lnTo>
                  <a:pt x="806769" y="1155055"/>
                </a:lnTo>
                <a:lnTo>
                  <a:pt x="847108" y="1127167"/>
                </a:lnTo>
                <a:lnTo>
                  <a:pt x="887446" y="1099687"/>
                </a:lnTo>
                <a:lnTo>
                  <a:pt x="927785" y="1072635"/>
                </a:lnTo>
                <a:lnTo>
                  <a:pt x="968123" y="1046028"/>
                </a:lnTo>
                <a:lnTo>
                  <a:pt x="1008462" y="1019874"/>
                </a:lnTo>
                <a:lnTo>
                  <a:pt x="1048800" y="994180"/>
                </a:lnTo>
                <a:lnTo>
                  <a:pt x="1089139" y="968949"/>
                </a:lnTo>
                <a:lnTo>
                  <a:pt x="1129477" y="944182"/>
                </a:lnTo>
                <a:lnTo>
                  <a:pt x="1169816" y="919878"/>
                </a:lnTo>
                <a:lnTo>
                  <a:pt x="1210154" y="896034"/>
                </a:lnTo>
                <a:lnTo>
                  <a:pt x="1250493" y="872645"/>
                </a:lnTo>
                <a:lnTo>
                  <a:pt x="1290831" y="849708"/>
                </a:lnTo>
                <a:lnTo>
                  <a:pt x="1331170" y="827216"/>
                </a:lnTo>
                <a:lnTo>
                  <a:pt x="1371508" y="805162"/>
                </a:lnTo>
                <a:lnTo>
                  <a:pt x="1411847" y="783541"/>
                </a:lnTo>
                <a:lnTo>
                  <a:pt x="1452185" y="762345"/>
                </a:lnTo>
                <a:lnTo>
                  <a:pt x="1492523" y="741567"/>
                </a:lnTo>
                <a:lnTo>
                  <a:pt x="1532862" y="721201"/>
                </a:lnTo>
                <a:lnTo>
                  <a:pt x="1573200" y="701238"/>
                </a:lnTo>
                <a:lnTo>
                  <a:pt x="1613539" y="681672"/>
                </a:lnTo>
                <a:lnTo>
                  <a:pt x="1653877" y="662495"/>
                </a:lnTo>
                <a:lnTo>
                  <a:pt x="1694216" y="643701"/>
                </a:lnTo>
                <a:lnTo>
                  <a:pt x="1734554" y="625282"/>
                </a:lnTo>
                <a:lnTo>
                  <a:pt x="1774893" y="607232"/>
                </a:lnTo>
                <a:lnTo>
                  <a:pt x="1815231" y="589543"/>
                </a:lnTo>
                <a:lnTo>
                  <a:pt x="1855570" y="572210"/>
                </a:lnTo>
                <a:lnTo>
                  <a:pt x="1895908" y="555225"/>
                </a:lnTo>
                <a:lnTo>
                  <a:pt x="1936247" y="538583"/>
                </a:lnTo>
                <a:lnTo>
                  <a:pt x="1976585" y="522278"/>
                </a:lnTo>
                <a:lnTo>
                  <a:pt x="2016924" y="506304"/>
                </a:lnTo>
                <a:lnTo>
                  <a:pt x="2057262" y="490654"/>
                </a:lnTo>
                <a:lnTo>
                  <a:pt x="2097601" y="475324"/>
                </a:lnTo>
                <a:lnTo>
                  <a:pt x="2137939" y="460309"/>
                </a:lnTo>
                <a:lnTo>
                  <a:pt x="2178278" y="445602"/>
                </a:lnTo>
                <a:lnTo>
                  <a:pt x="2218616" y="431199"/>
                </a:lnTo>
                <a:lnTo>
                  <a:pt x="2258955" y="417095"/>
                </a:lnTo>
                <a:lnTo>
                  <a:pt x="2299293" y="403285"/>
                </a:lnTo>
                <a:lnTo>
                  <a:pt x="2339632" y="389765"/>
                </a:lnTo>
                <a:lnTo>
                  <a:pt x="2379970" y="376530"/>
                </a:lnTo>
                <a:lnTo>
                  <a:pt x="2420309" y="363576"/>
                </a:lnTo>
                <a:lnTo>
                  <a:pt x="2460647" y="350900"/>
                </a:lnTo>
                <a:lnTo>
                  <a:pt x="2500986" y="338496"/>
                </a:lnTo>
                <a:lnTo>
                  <a:pt x="2541324" y="326361"/>
                </a:lnTo>
                <a:lnTo>
                  <a:pt x="2581663" y="314491"/>
                </a:lnTo>
                <a:lnTo>
                  <a:pt x="2622001" y="302883"/>
                </a:lnTo>
                <a:lnTo>
                  <a:pt x="2662340" y="291533"/>
                </a:lnTo>
                <a:lnTo>
                  <a:pt x="2702678" y="280438"/>
                </a:lnTo>
                <a:lnTo>
                  <a:pt x="2743017" y="269595"/>
                </a:lnTo>
                <a:lnTo>
                  <a:pt x="2783355" y="259000"/>
                </a:lnTo>
                <a:lnTo>
                  <a:pt x="2823694" y="248651"/>
                </a:lnTo>
                <a:lnTo>
                  <a:pt x="2864032" y="238544"/>
                </a:lnTo>
                <a:lnTo>
                  <a:pt x="2904371" y="228676"/>
                </a:lnTo>
                <a:lnTo>
                  <a:pt x="2944709" y="219046"/>
                </a:lnTo>
                <a:lnTo>
                  <a:pt x="2985047" y="209650"/>
                </a:lnTo>
                <a:lnTo>
                  <a:pt x="3025386" y="200485"/>
                </a:lnTo>
                <a:lnTo>
                  <a:pt x="3065724" y="191550"/>
                </a:lnTo>
                <a:lnTo>
                  <a:pt x="3106063" y="182841"/>
                </a:lnTo>
                <a:lnTo>
                  <a:pt x="3146401" y="174357"/>
                </a:lnTo>
                <a:lnTo>
                  <a:pt x="3186740" y="166096"/>
                </a:lnTo>
                <a:lnTo>
                  <a:pt x="3227078" y="158055"/>
                </a:lnTo>
                <a:lnTo>
                  <a:pt x="3267417" y="150231"/>
                </a:lnTo>
                <a:lnTo>
                  <a:pt x="3307755" y="142625"/>
                </a:lnTo>
                <a:lnTo>
                  <a:pt x="3348094" y="135232"/>
                </a:lnTo>
                <a:lnTo>
                  <a:pt x="3388432" y="128051"/>
                </a:lnTo>
                <a:lnTo>
                  <a:pt x="3428771" y="121082"/>
                </a:lnTo>
                <a:lnTo>
                  <a:pt x="3469109" y="114321"/>
                </a:lnTo>
                <a:lnTo>
                  <a:pt x="3509448" y="107767"/>
                </a:lnTo>
                <a:lnTo>
                  <a:pt x="3549786" y="101419"/>
                </a:lnTo>
                <a:lnTo>
                  <a:pt x="3590125" y="95275"/>
                </a:lnTo>
                <a:lnTo>
                  <a:pt x="3630463" y="89334"/>
                </a:lnTo>
                <a:lnTo>
                  <a:pt x="3670802" y="83594"/>
                </a:lnTo>
                <a:lnTo>
                  <a:pt x="3711140" y="78054"/>
                </a:lnTo>
                <a:lnTo>
                  <a:pt x="3751479" y="72713"/>
                </a:lnTo>
                <a:lnTo>
                  <a:pt x="3791817" y="67569"/>
                </a:lnTo>
                <a:lnTo>
                  <a:pt x="3832156" y="62621"/>
                </a:lnTo>
                <a:lnTo>
                  <a:pt x="3872494" y="57868"/>
                </a:lnTo>
                <a:lnTo>
                  <a:pt x="3912833" y="53309"/>
                </a:lnTo>
                <a:lnTo>
                  <a:pt x="3953171" y="48943"/>
                </a:lnTo>
                <a:lnTo>
                  <a:pt x="3993510" y="44768"/>
                </a:lnTo>
                <a:lnTo>
                  <a:pt x="4033848" y="40785"/>
                </a:lnTo>
                <a:lnTo>
                  <a:pt x="4074187" y="36991"/>
                </a:lnTo>
                <a:lnTo>
                  <a:pt x="4114525" y="33387"/>
                </a:lnTo>
                <a:lnTo>
                  <a:pt x="4154864" y="29971"/>
                </a:lnTo>
                <a:lnTo>
                  <a:pt x="4195202" y="26742"/>
                </a:lnTo>
                <a:lnTo>
                  <a:pt x="4235541" y="23700"/>
                </a:lnTo>
                <a:lnTo>
                  <a:pt x="4275879" y="20845"/>
                </a:lnTo>
                <a:lnTo>
                  <a:pt x="4316218" y="18175"/>
                </a:lnTo>
                <a:lnTo>
                  <a:pt x="4356556" y="15690"/>
                </a:lnTo>
                <a:lnTo>
                  <a:pt x="4396894" y="13389"/>
                </a:lnTo>
                <a:lnTo>
                  <a:pt x="4437233" y="11271"/>
                </a:lnTo>
                <a:lnTo>
                  <a:pt x="4477571" y="9337"/>
                </a:lnTo>
                <a:lnTo>
                  <a:pt x="4517910" y="7586"/>
                </a:lnTo>
                <a:lnTo>
                  <a:pt x="4558248" y="6018"/>
                </a:lnTo>
                <a:lnTo>
                  <a:pt x="4598587" y="4631"/>
                </a:lnTo>
                <a:lnTo>
                  <a:pt x="4638925" y="3426"/>
                </a:lnTo>
                <a:lnTo>
                  <a:pt x="4679264" y="2403"/>
                </a:lnTo>
                <a:lnTo>
                  <a:pt x="4719602" y="1561"/>
                </a:lnTo>
                <a:lnTo>
                  <a:pt x="4759941" y="899"/>
                </a:lnTo>
                <a:lnTo>
                  <a:pt x="4800279" y="419"/>
                </a:lnTo>
                <a:lnTo>
                  <a:pt x="4840618" y="119"/>
                </a:lnTo>
                <a:lnTo>
                  <a:pt x="4880956" y="0"/>
                </a:lnTo>
                <a:lnTo>
                  <a:pt x="4921295" y="61"/>
                </a:lnTo>
                <a:lnTo>
                  <a:pt x="4961633" y="302"/>
                </a:lnTo>
                <a:lnTo>
                  <a:pt x="5001972" y="724"/>
                </a:lnTo>
                <a:lnTo>
                  <a:pt x="5042310" y="1326"/>
                </a:lnTo>
                <a:lnTo>
                  <a:pt x="5082649" y="2109"/>
                </a:lnTo>
                <a:lnTo>
                  <a:pt x="5122987" y="3072"/>
                </a:lnTo>
                <a:lnTo>
                  <a:pt x="5163326" y="4216"/>
                </a:lnTo>
                <a:lnTo>
                  <a:pt x="5203664" y="5541"/>
                </a:lnTo>
                <a:lnTo>
                  <a:pt x="5244003" y="7048"/>
                </a:lnTo>
                <a:lnTo>
                  <a:pt x="5284341" y="8735"/>
                </a:lnTo>
                <a:lnTo>
                  <a:pt x="5324680" y="10604"/>
                </a:lnTo>
                <a:lnTo>
                  <a:pt x="5365018" y="12656"/>
                </a:lnTo>
                <a:lnTo>
                  <a:pt x="5405357" y="14889"/>
                </a:lnTo>
                <a:lnTo>
                  <a:pt x="5445695" y="17306"/>
                </a:lnTo>
                <a:lnTo>
                  <a:pt x="5486034" y="19905"/>
                </a:lnTo>
                <a:lnTo>
                  <a:pt x="5526372" y="22689"/>
                </a:lnTo>
                <a:lnTo>
                  <a:pt x="5566711" y="25656"/>
                </a:lnTo>
                <a:lnTo>
                  <a:pt x="5607049" y="28809"/>
                </a:lnTo>
                <a:lnTo>
                  <a:pt x="5647388" y="32146"/>
                </a:lnTo>
                <a:lnTo>
                  <a:pt x="5687726" y="35670"/>
                </a:lnTo>
                <a:lnTo>
                  <a:pt x="5728065" y="39381"/>
                </a:lnTo>
                <a:lnTo>
                  <a:pt x="5760720" y="4252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1-E07 polygon 28" descr="sci-ppt:o028"/>
          <p:cNvSpPr/>
          <p:nvPr/>
        </p:nvSpPr>
        <p:spPr>
          <a:xfrm>
            <a:off x="868680" y="2023136"/>
            <a:ext cx="5760720" cy="1800199"/>
          </a:xfrm>
          <a:custGeom>
            <a:avLst/>
            <a:gdLst/>
            <a:ahLst/>
            <a:cxnLst/>
            <a:rect l="l" t="t" r="r" b="b"/>
            <a:pathLst>
              <a:path w="5760720" h="1800199">
                <a:moveTo>
                  <a:pt x="0" y="1800199"/>
                </a:moveTo>
                <a:lnTo>
                  <a:pt x="40338" y="1797995"/>
                </a:lnTo>
                <a:lnTo>
                  <a:pt x="80676" y="1791459"/>
                </a:lnTo>
                <a:lnTo>
                  <a:pt x="121015" y="1780805"/>
                </a:lnTo>
                <a:lnTo>
                  <a:pt x="161353" y="1766361"/>
                </a:lnTo>
                <a:lnTo>
                  <a:pt x="201692" y="1748539"/>
                </a:lnTo>
                <a:lnTo>
                  <a:pt x="242030" y="1727790"/>
                </a:lnTo>
                <a:lnTo>
                  <a:pt x="282369" y="1704578"/>
                </a:lnTo>
                <a:lnTo>
                  <a:pt x="322707" y="1679347"/>
                </a:lnTo>
                <a:lnTo>
                  <a:pt x="363046" y="1652511"/>
                </a:lnTo>
                <a:lnTo>
                  <a:pt x="403384" y="1624435"/>
                </a:lnTo>
                <a:lnTo>
                  <a:pt x="443723" y="1595440"/>
                </a:lnTo>
                <a:lnTo>
                  <a:pt x="484061" y="1565796"/>
                </a:lnTo>
                <a:lnTo>
                  <a:pt x="524400" y="1535731"/>
                </a:lnTo>
                <a:lnTo>
                  <a:pt x="564738" y="1505434"/>
                </a:lnTo>
                <a:lnTo>
                  <a:pt x="605077" y="1475058"/>
                </a:lnTo>
                <a:lnTo>
                  <a:pt x="645415" y="1444728"/>
                </a:lnTo>
                <a:lnTo>
                  <a:pt x="685754" y="1414544"/>
                </a:lnTo>
                <a:lnTo>
                  <a:pt x="726092" y="1384585"/>
                </a:lnTo>
                <a:lnTo>
                  <a:pt x="766431" y="1354913"/>
                </a:lnTo>
                <a:lnTo>
                  <a:pt x="806769" y="1325578"/>
                </a:lnTo>
                <a:lnTo>
                  <a:pt x="847108" y="1296616"/>
                </a:lnTo>
                <a:lnTo>
                  <a:pt x="887446" y="1268057"/>
                </a:lnTo>
                <a:lnTo>
                  <a:pt x="927785" y="1239920"/>
                </a:lnTo>
                <a:lnTo>
                  <a:pt x="968123" y="1212222"/>
                </a:lnTo>
                <a:lnTo>
                  <a:pt x="1008462" y="1184971"/>
                </a:lnTo>
                <a:lnTo>
                  <a:pt x="1048800" y="1158175"/>
                </a:lnTo>
                <a:lnTo>
                  <a:pt x="1089139" y="1131835"/>
                </a:lnTo>
                <a:lnTo>
                  <a:pt x="1129477" y="1105953"/>
                </a:lnTo>
                <a:lnTo>
                  <a:pt x="1169816" y="1080528"/>
                </a:lnTo>
                <a:lnTo>
                  <a:pt x="1210154" y="1055556"/>
                </a:lnTo>
                <a:lnTo>
                  <a:pt x="1250493" y="1031032"/>
                </a:lnTo>
                <a:lnTo>
                  <a:pt x="1290831" y="1006953"/>
                </a:lnTo>
                <a:lnTo>
                  <a:pt x="1331170" y="983312"/>
                </a:lnTo>
                <a:lnTo>
                  <a:pt x="1371508" y="960103"/>
                </a:lnTo>
                <a:lnTo>
                  <a:pt x="1411847" y="937319"/>
                </a:lnTo>
                <a:lnTo>
                  <a:pt x="1452185" y="914953"/>
                </a:lnTo>
                <a:lnTo>
                  <a:pt x="1492523" y="892998"/>
                </a:lnTo>
                <a:lnTo>
                  <a:pt x="1532862" y="871446"/>
                </a:lnTo>
                <a:lnTo>
                  <a:pt x="1573200" y="850291"/>
                </a:lnTo>
                <a:lnTo>
                  <a:pt x="1613539" y="829524"/>
                </a:lnTo>
                <a:lnTo>
                  <a:pt x="1653877" y="809139"/>
                </a:lnTo>
                <a:lnTo>
                  <a:pt x="1694216" y="789128"/>
                </a:lnTo>
                <a:lnTo>
                  <a:pt x="1734554" y="769485"/>
                </a:lnTo>
                <a:lnTo>
                  <a:pt x="1774893" y="750203"/>
                </a:lnTo>
                <a:lnTo>
                  <a:pt x="1815231" y="731274"/>
                </a:lnTo>
                <a:lnTo>
                  <a:pt x="1855570" y="712692"/>
                </a:lnTo>
                <a:lnTo>
                  <a:pt x="1895908" y="694451"/>
                </a:lnTo>
                <a:lnTo>
                  <a:pt x="1936247" y="676544"/>
                </a:lnTo>
                <a:lnTo>
                  <a:pt x="1976585" y="658965"/>
                </a:lnTo>
                <a:lnTo>
                  <a:pt x="2016924" y="641708"/>
                </a:lnTo>
                <a:lnTo>
                  <a:pt x="2057262" y="624768"/>
                </a:lnTo>
                <a:lnTo>
                  <a:pt x="2097601" y="608139"/>
                </a:lnTo>
                <a:lnTo>
                  <a:pt x="2137939" y="591814"/>
                </a:lnTo>
                <a:lnTo>
                  <a:pt x="2178278" y="575790"/>
                </a:lnTo>
                <a:lnTo>
                  <a:pt x="2218616" y="560061"/>
                </a:lnTo>
                <a:lnTo>
                  <a:pt x="2258955" y="544622"/>
                </a:lnTo>
                <a:lnTo>
                  <a:pt x="2299293" y="529468"/>
                </a:lnTo>
                <a:lnTo>
                  <a:pt x="2339632" y="514595"/>
                </a:lnTo>
                <a:lnTo>
                  <a:pt x="2379970" y="499998"/>
                </a:lnTo>
                <a:lnTo>
                  <a:pt x="2420309" y="485672"/>
                </a:lnTo>
                <a:lnTo>
                  <a:pt x="2460647" y="471614"/>
                </a:lnTo>
                <a:lnTo>
                  <a:pt x="2500986" y="457819"/>
                </a:lnTo>
                <a:lnTo>
                  <a:pt x="2541324" y="444284"/>
                </a:lnTo>
                <a:lnTo>
                  <a:pt x="2581663" y="431004"/>
                </a:lnTo>
                <a:lnTo>
                  <a:pt x="2622001" y="417976"/>
                </a:lnTo>
                <a:lnTo>
                  <a:pt x="2662340" y="405196"/>
                </a:lnTo>
                <a:lnTo>
                  <a:pt x="2702678" y="392661"/>
                </a:lnTo>
                <a:lnTo>
                  <a:pt x="2743017" y="380368"/>
                </a:lnTo>
                <a:lnTo>
                  <a:pt x="2783355" y="368313"/>
                </a:lnTo>
                <a:lnTo>
                  <a:pt x="2823694" y="356493"/>
                </a:lnTo>
                <a:lnTo>
                  <a:pt x="2864032" y="344905"/>
                </a:lnTo>
                <a:lnTo>
                  <a:pt x="2904371" y="333546"/>
                </a:lnTo>
                <a:lnTo>
                  <a:pt x="2944709" y="322414"/>
                </a:lnTo>
                <a:lnTo>
                  <a:pt x="2985047" y="311505"/>
                </a:lnTo>
                <a:lnTo>
                  <a:pt x="3025386" y="300816"/>
                </a:lnTo>
                <a:lnTo>
                  <a:pt x="3065724" y="290346"/>
                </a:lnTo>
                <a:lnTo>
                  <a:pt x="3106063" y="280092"/>
                </a:lnTo>
                <a:lnTo>
                  <a:pt x="3146401" y="270051"/>
                </a:lnTo>
                <a:lnTo>
                  <a:pt x="3186740" y="260221"/>
                </a:lnTo>
                <a:lnTo>
                  <a:pt x="3227078" y="250600"/>
                </a:lnTo>
                <a:lnTo>
                  <a:pt x="3267417" y="241186"/>
                </a:lnTo>
                <a:lnTo>
                  <a:pt x="3307755" y="231976"/>
                </a:lnTo>
                <a:lnTo>
                  <a:pt x="3348094" y="222968"/>
                </a:lnTo>
                <a:lnTo>
                  <a:pt x="3388432" y="214160"/>
                </a:lnTo>
                <a:lnTo>
                  <a:pt x="3428771" y="205551"/>
                </a:lnTo>
                <a:lnTo>
                  <a:pt x="3469109" y="197139"/>
                </a:lnTo>
                <a:lnTo>
                  <a:pt x="3509448" y="188921"/>
                </a:lnTo>
                <a:lnTo>
                  <a:pt x="3549786" y="180897"/>
                </a:lnTo>
                <a:lnTo>
                  <a:pt x="3590125" y="173064"/>
                </a:lnTo>
                <a:lnTo>
                  <a:pt x="3630463" y="165420"/>
                </a:lnTo>
                <a:lnTo>
                  <a:pt x="3670802" y="157965"/>
                </a:lnTo>
                <a:lnTo>
                  <a:pt x="3711140" y="150696"/>
                </a:lnTo>
                <a:lnTo>
                  <a:pt x="3751479" y="143613"/>
                </a:lnTo>
                <a:lnTo>
                  <a:pt x="3791817" y="136713"/>
                </a:lnTo>
                <a:lnTo>
                  <a:pt x="3832156" y="129996"/>
                </a:lnTo>
                <a:lnTo>
                  <a:pt x="3872494" y="123459"/>
                </a:lnTo>
                <a:lnTo>
                  <a:pt x="3912833" y="117103"/>
                </a:lnTo>
                <a:lnTo>
                  <a:pt x="3953171" y="110925"/>
                </a:lnTo>
                <a:lnTo>
                  <a:pt x="3993510" y="104924"/>
                </a:lnTo>
                <a:lnTo>
                  <a:pt x="4033848" y="99099"/>
                </a:lnTo>
                <a:lnTo>
                  <a:pt x="4074187" y="93450"/>
                </a:lnTo>
                <a:lnTo>
                  <a:pt x="4114525" y="87974"/>
                </a:lnTo>
                <a:lnTo>
                  <a:pt x="4154864" y="82672"/>
                </a:lnTo>
                <a:lnTo>
                  <a:pt x="4195202" y="77542"/>
                </a:lnTo>
                <a:lnTo>
                  <a:pt x="4235541" y="72582"/>
                </a:lnTo>
                <a:lnTo>
                  <a:pt x="4275879" y="67793"/>
                </a:lnTo>
                <a:lnTo>
                  <a:pt x="4316218" y="63173"/>
                </a:lnTo>
                <a:lnTo>
                  <a:pt x="4356556" y="58721"/>
                </a:lnTo>
                <a:lnTo>
                  <a:pt x="4396894" y="54437"/>
                </a:lnTo>
                <a:lnTo>
                  <a:pt x="4437233" y="50320"/>
                </a:lnTo>
                <a:lnTo>
                  <a:pt x="4477571" y="46369"/>
                </a:lnTo>
                <a:lnTo>
                  <a:pt x="4517910" y="42583"/>
                </a:lnTo>
                <a:lnTo>
                  <a:pt x="4558248" y="38962"/>
                </a:lnTo>
                <a:lnTo>
                  <a:pt x="4598587" y="35506"/>
                </a:lnTo>
                <a:lnTo>
                  <a:pt x="4638925" y="32212"/>
                </a:lnTo>
                <a:lnTo>
                  <a:pt x="4679264" y="29082"/>
                </a:lnTo>
                <a:lnTo>
                  <a:pt x="4719602" y="26114"/>
                </a:lnTo>
                <a:lnTo>
                  <a:pt x="4759941" y="23307"/>
                </a:lnTo>
                <a:lnTo>
                  <a:pt x="4800279" y="20662"/>
                </a:lnTo>
                <a:lnTo>
                  <a:pt x="4840618" y="18178"/>
                </a:lnTo>
                <a:lnTo>
                  <a:pt x="4880956" y="15855"/>
                </a:lnTo>
                <a:lnTo>
                  <a:pt x="4921295" y="13691"/>
                </a:lnTo>
                <a:lnTo>
                  <a:pt x="4961633" y="11687"/>
                </a:lnTo>
                <a:lnTo>
                  <a:pt x="5001972" y="9843"/>
                </a:lnTo>
                <a:lnTo>
                  <a:pt x="5042310" y="8157"/>
                </a:lnTo>
                <a:lnTo>
                  <a:pt x="5082649" y="6631"/>
                </a:lnTo>
                <a:lnTo>
                  <a:pt x="5122987" y="5262"/>
                </a:lnTo>
                <a:lnTo>
                  <a:pt x="5163326" y="4052"/>
                </a:lnTo>
                <a:lnTo>
                  <a:pt x="5203664" y="3001"/>
                </a:lnTo>
                <a:lnTo>
                  <a:pt x="5244003" y="2107"/>
                </a:lnTo>
                <a:lnTo>
                  <a:pt x="5284341" y="1370"/>
                </a:lnTo>
                <a:lnTo>
                  <a:pt x="5324680" y="792"/>
                </a:lnTo>
                <a:lnTo>
                  <a:pt x="5365018" y="370"/>
                </a:lnTo>
                <a:lnTo>
                  <a:pt x="5405357" y="107"/>
                </a:lnTo>
                <a:lnTo>
                  <a:pt x="5445695" y="0"/>
                </a:lnTo>
                <a:lnTo>
                  <a:pt x="5486034" y="51"/>
                </a:lnTo>
                <a:lnTo>
                  <a:pt x="5526372" y="260"/>
                </a:lnTo>
                <a:lnTo>
                  <a:pt x="5566711" y="626"/>
                </a:lnTo>
                <a:lnTo>
                  <a:pt x="5607049" y="1149"/>
                </a:lnTo>
                <a:lnTo>
                  <a:pt x="5647388" y="1830"/>
                </a:lnTo>
                <a:lnTo>
                  <a:pt x="5687726" y="2668"/>
                </a:lnTo>
                <a:lnTo>
                  <a:pt x="5728065" y="3665"/>
                </a:lnTo>
                <a:lnTo>
                  <a:pt x="5760720" y="4587"/>
                </a:lnTo>
              </a:path>
            </a:pathLst>
          </a:custGeom>
          <a:noFill/>
          <a:ln w="24130">
            <a:solidFill>
              <a:srgbClr val="B4C7D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1-E07 text 29" descr="sci-ppt:o029"/>
          <p:cNvSpPr txBox="1"/>
          <p:nvPr/>
        </p:nvSpPr>
        <p:spPr>
          <a:xfrm>
            <a:off x="1133856" y="1348168"/>
            <a:ext cx="3657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with surface tension and viscosity</a:t>
            </a:r>
          </a:p>
        </p:txBody>
      </p:sp>
      <p:sp>
        <p:nvSpPr>
          <p:cNvPr id="32" name="C1-E07 text 30" descr="sci-ppt:o030"/>
          <p:cNvSpPr txBox="1"/>
          <p:nvPr/>
        </p:nvSpPr>
        <p:spPr>
          <a:xfrm>
            <a:off x="1133856" y="1715928"/>
            <a:ext cx="3657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ideal: σ = μ = 0, same start</a:t>
            </a:r>
          </a:p>
        </p:txBody>
      </p:sp>
      <p:sp>
        <p:nvSpPr>
          <p:cNvPr id="33" name="C1-E07 round_rect 31" descr="sci-ppt:o031"/>
          <p:cNvSpPr/>
          <p:nvPr/>
        </p:nvSpPr>
        <p:spPr>
          <a:xfrm>
            <a:off x="6949440" y="1325880"/>
            <a:ext cx="4892040" cy="3749039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7 text 32" descr="sci-ppt:o032"/>
          <p:cNvSpPr txBox="1"/>
          <p:nvPr/>
        </p:nvSpPr>
        <p:spPr>
          <a:xfrm>
            <a:off x="7059168" y="1380744"/>
            <a:ext cx="46725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Every term is a pressure</a:t>
            </a:r>
          </a:p>
        </p:txBody>
      </p:sp>
      <p:cxnSp>
        <p:nvCxnSpPr>
          <p:cNvPr id="35" name="C1-E07 line 33" descr="sci-ppt:o033"/>
          <p:cNvCxnSpPr/>
          <p:nvPr/>
        </p:nvCxnSpPr>
        <p:spPr>
          <a:xfrm>
            <a:off x="9509760" y="1828800"/>
            <a:ext cx="0" cy="224028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36" name="C1-E07 text 34" descr="sci-ppt:o034"/>
          <p:cNvSpPr txBox="1"/>
          <p:nvPr/>
        </p:nvSpPr>
        <p:spPr>
          <a:xfrm>
            <a:off x="7086600" y="1892807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ρ(RR̈ + 3Ṙ²/2)</a:t>
            </a:r>
          </a:p>
        </p:txBody>
      </p:sp>
      <p:sp>
        <p:nvSpPr>
          <p:cNvPr id="37" name="C1-E07 rect 35" descr="sci-ppt:o035"/>
          <p:cNvSpPr/>
          <p:nvPr/>
        </p:nvSpPr>
        <p:spPr>
          <a:xfrm>
            <a:off x="9509760" y="1920239"/>
            <a:ext cx="1160842" cy="29260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7 text 36" descr="sci-ppt:o036"/>
          <p:cNvSpPr txBox="1"/>
          <p:nvPr/>
        </p:nvSpPr>
        <p:spPr>
          <a:xfrm>
            <a:off x="10725466" y="192023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+158 kPa</a:t>
            </a:r>
          </a:p>
        </p:txBody>
      </p:sp>
      <p:sp>
        <p:nvSpPr>
          <p:cNvPr id="39" name="C1-E07 text 37" descr="sci-ppt:o037"/>
          <p:cNvSpPr txBox="1"/>
          <p:nvPr/>
        </p:nvSpPr>
        <p:spPr>
          <a:xfrm>
            <a:off x="7086600" y="244144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p_b − p∞</a:t>
            </a:r>
          </a:p>
        </p:txBody>
      </p:sp>
      <p:sp>
        <p:nvSpPr>
          <p:cNvPr id="40" name="C1-E07 rect 38" descr="sci-ppt:o038"/>
          <p:cNvSpPr/>
          <p:nvPr/>
        </p:nvSpPr>
        <p:spPr>
          <a:xfrm>
            <a:off x="9509760" y="2468879"/>
            <a:ext cx="1371600" cy="29260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07 text 39" descr="sci-ppt:o039"/>
          <p:cNvSpPr txBox="1"/>
          <p:nvPr/>
        </p:nvSpPr>
        <p:spPr>
          <a:xfrm>
            <a:off x="10936224" y="246887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+187 kPa</a:t>
            </a:r>
          </a:p>
        </p:txBody>
      </p:sp>
      <p:sp>
        <p:nvSpPr>
          <p:cNvPr id="42" name="C1-E07 text 40" descr="sci-ppt:o040"/>
          <p:cNvSpPr txBox="1"/>
          <p:nvPr/>
        </p:nvSpPr>
        <p:spPr>
          <a:xfrm>
            <a:off x="7086600" y="299008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−2σ/R</a:t>
            </a:r>
          </a:p>
        </p:txBody>
      </p:sp>
      <p:sp>
        <p:nvSpPr>
          <p:cNvPr id="43" name="C1-E07 rect 41" descr="sci-ppt:o041"/>
          <p:cNvSpPr/>
          <p:nvPr/>
        </p:nvSpPr>
        <p:spPr>
          <a:xfrm>
            <a:off x="9352853" y="3017520"/>
            <a:ext cx="156906" cy="292608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07 text 42" descr="sci-ppt:o042"/>
          <p:cNvSpPr txBox="1"/>
          <p:nvPr/>
        </p:nvSpPr>
        <p:spPr>
          <a:xfrm>
            <a:off x="9582912" y="3017520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-21 kPa</a:t>
            </a:r>
          </a:p>
        </p:txBody>
      </p:sp>
      <p:sp>
        <p:nvSpPr>
          <p:cNvPr id="45" name="C1-E07 text 43" descr="sci-ppt:o043"/>
          <p:cNvSpPr txBox="1"/>
          <p:nvPr/>
        </p:nvSpPr>
        <p:spPr>
          <a:xfrm>
            <a:off x="7086600" y="3538727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−4μṘ/R</a:t>
            </a:r>
          </a:p>
        </p:txBody>
      </p:sp>
      <p:sp>
        <p:nvSpPr>
          <p:cNvPr id="46" name="C1-E07 rect 44" descr="sci-ppt:o044"/>
          <p:cNvSpPr/>
          <p:nvPr/>
        </p:nvSpPr>
        <p:spPr>
          <a:xfrm>
            <a:off x="9455885" y="3566159"/>
            <a:ext cx="53874" cy="292608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07 text 45" descr="sci-ppt:o045"/>
          <p:cNvSpPr txBox="1"/>
          <p:nvPr/>
        </p:nvSpPr>
        <p:spPr>
          <a:xfrm>
            <a:off x="9582912" y="3566159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-7 kPa</a:t>
            </a:r>
          </a:p>
        </p:txBody>
      </p:sp>
      <p:sp>
        <p:nvSpPr>
          <p:cNvPr id="48" name="C1-E07 text 46" descr="sci-ppt:o046"/>
          <p:cNvSpPr txBox="1"/>
          <p:nvPr/>
        </p:nvSpPr>
        <p:spPr>
          <a:xfrm>
            <a:off x="7086600" y="4160520"/>
            <a:ext cx="457200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t = 0.18 µs.  Left side from finite-difference R̈ of the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solution; right side from the pressures.  Mismatch 0.0 %.</a:t>
            </a:r>
          </a:p>
        </p:txBody>
      </p:sp>
      <p:sp>
        <p:nvSpPr>
          <p:cNvPr id="49" name="C1-E07 text 47" descr="sci-ppt:o047"/>
          <p:cNvSpPr txBox="1"/>
          <p:nvPr/>
        </p:nvSpPr>
        <p:spPr>
          <a:xfrm>
            <a:off x="868680" y="5669280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One scalar equation for R(t): liquid inertia on the left, driving and resisting pressures on the right.</a:t>
            </a:r>
          </a:p>
        </p:txBody>
      </p:sp>
      <p:sp>
        <p:nvSpPr>
          <p:cNvPr id="50" name="C1-E07 text 48" descr="sci-ppt:o048"/>
          <p:cNvSpPr txBox="1"/>
          <p:nvPr/>
        </p:nvSpPr>
        <p:spPr>
          <a:xfrm>
            <a:off x="868680" y="6035040"/>
            <a:ext cx="10972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Gas pressure here is polytropic, p_b = p_g0 (R₀/R)^{3γ}, γ = 1.4, p_g0 = 1 MPa: an illustration of the closure still to be supplied.</a:t>
            </a:r>
          </a:p>
        </p:txBody>
      </p:sp>
      <p:sp>
        <p:nvSpPr>
          <p:cNvPr id="51" name="C1-E07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Numerical integration of Eq. C1-E07; R₀ = 5 µm, ρ = 1000 kg/m³, p∞ = 101.3 kPa, σ = 0.072 N/m, μ = 1 mPa·s.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C1-E08 · Pressure composition requiring thermodynamic closure</a:t>
            </a:r>
          </a:p>
        </p:txBody>
      </p:sp>
      <p:cxnSp>
        <p:nvCxnSpPr>
          <p:cNvPr id="3" name="C1-E08 line 1" descr="sci-ppt:o001"/>
          <p:cNvCxnSpPr/>
          <p:nvPr/>
        </p:nvCxnSpPr>
        <p:spPr>
          <a:xfrm>
            <a:off x="5486400" y="5029200"/>
            <a:ext cx="62179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8 line 2" descr="sci-ppt:o002"/>
          <p:cNvCxnSpPr/>
          <p:nvPr/>
        </p:nvCxnSpPr>
        <p:spPr>
          <a:xfrm>
            <a:off x="5486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8 line 3" descr="sci-ppt:o003"/>
          <p:cNvCxnSpPr/>
          <p:nvPr/>
        </p:nvCxnSpPr>
        <p:spPr>
          <a:xfrm>
            <a:off x="5422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8 line 4" descr="sci-ppt:o004"/>
          <p:cNvCxnSpPr/>
          <p:nvPr/>
        </p:nvCxnSpPr>
        <p:spPr>
          <a:xfrm>
            <a:off x="5486400" y="502920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8 text 5" descr="sci-ppt:o005"/>
          <p:cNvSpPr txBox="1"/>
          <p:nvPr/>
        </p:nvSpPr>
        <p:spPr>
          <a:xfrm>
            <a:off x="4617720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08 line 6" descr="sci-ppt:o006"/>
          <p:cNvCxnSpPr/>
          <p:nvPr/>
        </p:nvCxnSpPr>
        <p:spPr>
          <a:xfrm>
            <a:off x="5422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8 line 7" descr="sci-ppt:o007"/>
          <p:cNvCxnSpPr/>
          <p:nvPr/>
        </p:nvCxnSpPr>
        <p:spPr>
          <a:xfrm>
            <a:off x="5486400" y="4158342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8 text 8" descr="sci-ppt:o008"/>
          <p:cNvSpPr txBox="1"/>
          <p:nvPr/>
        </p:nvSpPr>
        <p:spPr>
          <a:xfrm>
            <a:off x="4617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08 line 9" descr="sci-ppt:o009"/>
          <p:cNvCxnSpPr/>
          <p:nvPr/>
        </p:nvCxnSpPr>
        <p:spPr>
          <a:xfrm>
            <a:off x="5422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8 line 10" descr="sci-ppt:o010"/>
          <p:cNvCxnSpPr/>
          <p:nvPr/>
        </p:nvCxnSpPr>
        <p:spPr>
          <a:xfrm>
            <a:off x="5486400" y="3287485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8 text 11" descr="sci-ppt:o011"/>
          <p:cNvSpPr txBox="1"/>
          <p:nvPr/>
        </p:nvSpPr>
        <p:spPr>
          <a:xfrm>
            <a:off x="4617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08 line 12" descr="sci-ppt:o012"/>
          <p:cNvCxnSpPr/>
          <p:nvPr/>
        </p:nvCxnSpPr>
        <p:spPr>
          <a:xfrm>
            <a:off x="5422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8 line 13" descr="sci-ppt:o013"/>
          <p:cNvCxnSpPr/>
          <p:nvPr/>
        </p:nvCxnSpPr>
        <p:spPr>
          <a:xfrm>
            <a:off x="5486400" y="2416628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8 text 14" descr="sci-ppt:o014"/>
          <p:cNvSpPr txBox="1"/>
          <p:nvPr/>
        </p:nvSpPr>
        <p:spPr>
          <a:xfrm>
            <a:off x="4617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1-E08 line 15" descr="sci-ppt:o015"/>
          <p:cNvCxnSpPr/>
          <p:nvPr/>
        </p:nvCxnSpPr>
        <p:spPr>
          <a:xfrm>
            <a:off x="5422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8 line 16" descr="sci-ppt:o016"/>
          <p:cNvCxnSpPr/>
          <p:nvPr/>
        </p:nvCxnSpPr>
        <p:spPr>
          <a:xfrm>
            <a:off x="5486400" y="1545771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08 text 17" descr="sci-ppt:o017"/>
          <p:cNvSpPr txBox="1"/>
          <p:nvPr/>
        </p:nvSpPr>
        <p:spPr>
          <a:xfrm>
            <a:off x="4617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20" name="C1-E08 text 18" descr="sci-ppt:o018"/>
          <p:cNvSpPr txBox="1"/>
          <p:nvPr/>
        </p:nvSpPr>
        <p:spPr>
          <a:xfrm>
            <a:off x="4937760" y="1024128"/>
            <a:ext cx="6217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partial pressure (bar)</a:t>
            </a:r>
          </a:p>
        </p:txBody>
      </p:sp>
      <p:sp>
        <p:nvSpPr>
          <p:cNvPr id="21" name="C1-E08 rect 19" descr="sci-ppt:o019"/>
          <p:cNvSpPr/>
          <p:nvPr/>
        </p:nvSpPr>
        <p:spPr>
          <a:xfrm>
            <a:off x="5750661" y="4129142"/>
            <a:ext cx="1025956" cy="900057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1-E08 rect 20" descr="sci-ppt:o020"/>
          <p:cNvSpPr/>
          <p:nvPr/>
        </p:nvSpPr>
        <p:spPr>
          <a:xfrm>
            <a:off x="5750661" y="4092502"/>
            <a:ext cx="1025956" cy="3664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08 rect 21" descr="sci-ppt:o021"/>
          <p:cNvSpPr/>
          <p:nvPr/>
        </p:nvSpPr>
        <p:spPr>
          <a:xfrm>
            <a:off x="5750661" y="4048959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08 text 22" descr="sci-ppt:o022"/>
          <p:cNvSpPr txBox="1"/>
          <p:nvPr/>
        </p:nvSpPr>
        <p:spPr>
          <a:xfrm>
            <a:off x="5522061" y="3756351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1.13</a:t>
            </a:r>
          </a:p>
        </p:txBody>
      </p:sp>
      <p:sp>
        <p:nvSpPr>
          <p:cNvPr id="25" name="C1-E08 text 23" descr="sci-ppt:o023"/>
          <p:cNvSpPr txBox="1"/>
          <p:nvPr/>
        </p:nvSpPr>
        <p:spPr>
          <a:xfrm>
            <a:off x="556778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30 °C</a:t>
            </a:r>
          </a:p>
        </p:txBody>
      </p:sp>
      <p:sp>
        <p:nvSpPr>
          <p:cNvPr id="26" name="C1-E08 rect 24" descr="sci-ppt:o024"/>
          <p:cNvSpPr/>
          <p:nvPr/>
        </p:nvSpPr>
        <p:spPr>
          <a:xfrm>
            <a:off x="7305141" y="3747774"/>
            <a:ext cx="1025956" cy="1281425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1-E08 rect 25" descr="sci-ppt:o025"/>
          <p:cNvSpPr/>
          <p:nvPr/>
        </p:nvSpPr>
        <p:spPr>
          <a:xfrm>
            <a:off x="7305141" y="3684033"/>
            <a:ext cx="1025956" cy="6374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1-E08 rect 26" descr="sci-ppt:o026"/>
          <p:cNvSpPr/>
          <p:nvPr/>
        </p:nvSpPr>
        <p:spPr>
          <a:xfrm>
            <a:off x="7305141" y="3640490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08 text 27" descr="sci-ppt:o027"/>
          <p:cNvSpPr txBox="1"/>
          <p:nvPr/>
        </p:nvSpPr>
        <p:spPr>
          <a:xfrm>
            <a:off x="7076541" y="3347882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1.59</a:t>
            </a:r>
          </a:p>
        </p:txBody>
      </p:sp>
      <p:sp>
        <p:nvSpPr>
          <p:cNvPr id="30" name="C1-E08 text 28" descr="sci-ppt:o028"/>
          <p:cNvSpPr txBox="1"/>
          <p:nvPr/>
        </p:nvSpPr>
        <p:spPr>
          <a:xfrm>
            <a:off x="712226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40 °C</a:t>
            </a:r>
          </a:p>
        </p:txBody>
      </p:sp>
      <p:sp>
        <p:nvSpPr>
          <p:cNvPr id="31" name="C1-E08 rect 29" descr="sci-ppt:o029"/>
          <p:cNvSpPr/>
          <p:nvPr/>
        </p:nvSpPr>
        <p:spPr>
          <a:xfrm>
            <a:off x="8859621" y="3249763"/>
            <a:ext cx="1025956" cy="1779436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08 rect 30" descr="sci-ppt:o030"/>
          <p:cNvSpPr/>
          <p:nvPr/>
        </p:nvSpPr>
        <p:spPr>
          <a:xfrm>
            <a:off x="8859621" y="3143099"/>
            <a:ext cx="1025956" cy="106664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08 rect 31" descr="sci-ppt:o031"/>
          <p:cNvSpPr/>
          <p:nvPr/>
        </p:nvSpPr>
        <p:spPr>
          <a:xfrm>
            <a:off x="8859621" y="3099556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8 text 32" descr="sci-ppt:o032"/>
          <p:cNvSpPr txBox="1"/>
          <p:nvPr/>
        </p:nvSpPr>
        <p:spPr>
          <a:xfrm>
            <a:off x="8631021" y="2806948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2.22</a:t>
            </a:r>
          </a:p>
        </p:txBody>
      </p:sp>
      <p:sp>
        <p:nvSpPr>
          <p:cNvPr id="35" name="C1-E08 text 33" descr="sci-ppt:o033"/>
          <p:cNvSpPr txBox="1"/>
          <p:nvPr/>
        </p:nvSpPr>
        <p:spPr>
          <a:xfrm>
            <a:off x="867674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50 °C</a:t>
            </a:r>
          </a:p>
        </p:txBody>
      </p:sp>
      <p:sp>
        <p:nvSpPr>
          <p:cNvPr id="36" name="C1-E08 rect 34" descr="sci-ppt:o034"/>
          <p:cNvSpPr/>
          <p:nvPr/>
        </p:nvSpPr>
        <p:spPr>
          <a:xfrm>
            <a:off x="10414101" y="2612925"/>
            <a:ext cx="1025956" cy="2416274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08 rect 35" descr="sci-ppt:o035"/>
          <p:cNvSpPr/>
          <p:nvPr/>
        </p:nvSpPr>
        <p:spPr>
          <a:xfrm>
            <a:off x="10414101" y="2440586"/>
            <a:ext cx="1025956" cy="172339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8 rect 36" descr="sci-ppt:o036"/>
          <p:cNvSpPr/>
          <p:nvPr/>
        </p:nvSpPr>
        <p:spPr>
          <a:xfrm>
            <a:off x="10414101" y="2397043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08 text 37" descr="sci-ppt:o037"/>
          <p:cNvSpPr txBox="1"/>
          <p:nvPr/>
        </p:nvSpPr>
        <p:spPr>
          <a:xfrm>
            <a:off x="10185501" y="2104435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3.02</a:t>
            </a:r>
          </a:p>
        </p:txBody>
      </p:sp>
      <p:sp>
        <p:nvSpPr>
          <p:cNvPr id="40" name="C1-E08 text 38" descr="sci-ppt:o038"/>
          <p:cNvSpPr txBox="1"/>
          <p:nvPr/>
        </p:nvSpPr>
        <p:spPr>
          <a:xfrm>
            <a:off x="1023122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60 °C</a:t>
            </a:r>
          </a:p>
        </p:txBody>
      </p:sp>
      <p:sp>
        <p:nvSpPr>
          <p:cNvPr id="41" name="C1-E08 text 39" descr="sci-ppt:o039"/>
          <p:cNvSpPr txBox="1"/>
          <p:nvPr/>
        </p:nvSpPr>
        <p:spPr>
          <a:xfrm>
            <a:off x="5029200" y="5440680"/>
            <a:ext cx="6858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Bars are saturation values (upper bounds) from C2-E12 and C2-E13. The 0.05 bar gas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part is an assumed placeholder.</a:t>
            </a:r>
          </a:p>
        </p:txBody>
      </p:sp>
      <p:sp>
        <p:nvSpPr>
          <p:cNvPr id="42" name="C1-E08 rect 40" descr="sci-ppt:o040"/>
          <p:cNvSpPr/>
          <p:nvPr/>
        </p:nvSpPr>
        <p:spPr>
          <a:xfrm>
            <a:off x="5029200" y="6016752"/>
            <a:ext cx="228600" cy="20116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8 text 41" descr="sci-ppt:o041"/>
          <p:cNvSpPr txBox="1"/>
          <p:nvPr/>
        </p:nvSpPr>
        <p:spPr>
          <a:xfrm>
            <a:off x="5321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PFC vapor</a:t>
            </a:r>
          </a:p>
        </p:txBody>
      </p:sp>
      <p:sp>
        <p:nvSpPr>
          <p:cNvPr id="44" name="C1-E08 rect 42" descr="sci-ppt:o042"/>
          <p:cNvSpPr/>
          <p:nvPr/>
        </p:nvSpPr>
        <p:spPr>
          <a:xfrm>
            <a:off x="7315200" y="6016752"/>
            <a:ext cx="228600" cy="201168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1-E08 text 43" descr="sci-ppt:o043"/>
          <p:cNvSpPr txBox="1"/>
          <p:nvPr/>
        </p:nvSpPr>
        <p:spPr>
          <a:xfrm>
            <a:off x="7607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water vapor</a:t>
            </a:r>
          </a:p>
        </p:txBody>
      </p:sp>
      <p:sp>
        <p:nvSpPr>
          <p:cNvPr id="46" name="C1-E08 rect 44" descr="sci-ppt:o044"/>
          <p:cNvSpPr/>
          <p:nvPr/>
        </p:nvSpPr>
        <p:spPr>
          <a:xfrm>
            <a:off x="9601200" y="6016752"/>
            <a:ext cx="228600" cy="20116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08 text 45" descr="sci-ppt:o045"/>
          <p:cNvSpPr txBox="1"/>
          <p:nvPr/>
        </p:nvSpPr>
        <p:spPr>
          <a:xfrm>
            <a:off x="9893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permanent gas</a:t>
            </a:r>
          </a:p>
        </p:txBody>
      </p:sp>
      <p:sp>
        <p:nvSpPr>
          <p:cNvPr id="48" name="C1-E08 round_rect 46" descr="sci-ppt:o046"/>
          <p:cNvSpPr/>
          <p:nvPr/>
        </p:nvSpPr>
        <p:spPr>
          <a:xfrm>
            <a:off x="365760" y="914400"/>
            <a:ext cx="4206240" cy="5029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8 text 47" descr="sci-ppt:o047"/>
          <p:cNvSpPr txBox="1"/>
          <p:nvPr/>
        </p:nvSpPr>
        <p:spPr>
          <a:xfrm>
            <a:off x="475488" y="969264"/>
            <a:ext cx="3986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Dalton additivity in one bubble</a:t>
            </a:r>
          </a:p>
        </p:txBody>
      </p:sp>
      <p:sp>
        <p:nvSpPr>
          <p:cNvPr id="50" name="C1-E08 text 48" descr="sci-ppt:o048"/>
          <p:cNvSpPr txBox="1"/>
          <p:nvPr/>
        </p:nvSpPr>
        <p:spPr>
          <a:xfrm>
            <a:off x="502920" y="1417320"/>
            <a:ext cx="393192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p_b = pᵥ,PFC + pᵥ,w + p_g</a:t>
            </a:r>
          </a:p>
        </p:txBody>
      </p:sp>
      <p:sp>
        <p:nvSpPr>
          <p:cNvPr id="51" name="C1-E08 ellipse 49" descr="sci-ppt:o049"/>
          <p:cNvSpPr/>
          <p:nvPr/>
        </p:nvSpPr>
        <p:spPr>
          <a:xfrm>
            <a:off x="1143000" y="2057400"/>
            <a:ext cx="2651760" cy="265176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08 ellipse 50" descr="sci-ppt:o050"/>
          <p:cNvSpPr/>
          <p:nvPr/>
        </p:nvSpPr>
        <p:spPr>
          <a:xfrm>
            <a:off x="2425551" y="3646564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08 ellipse 51" descr="sci-ppt:o051"/>
          <p:cNvSpPr/>
          <p:nvPr/>
        </p:nvSpPr>
        <p:spPr>
          <a:xfrm>
            <a:off x="2067271" y="356208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1-E08 ellipse 52" descr="sci-ppt:o052"/>
          <p:cNvSpPr/>
          <p:nvPr/>
        </p:nvSpPr>
        <p:spPr>
          <a:xfrm>
            <a:off x="3004817" y="358046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08 ellipse 53" descr="sci-ppt:o053"/>
          <p:cNvSpPr/>
          <p:nvPr/>
        </p:nvSpPr>
        <p:spPr>
          <a:xfrm>
            <a:off x="3212914" y="284394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1-E08 ellipse 54" descr="sci-ppt:o054"/>
          <p:cNvSpPr/>
          <p:nvPr/>
        </p:nvSpPr>
        <p:spPr>
          <a:xfrm>
            <a:off x="2441649" y="2816878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1-E08 ellipse 55" descr="sci-ppt:o055"/>
          <p:cNvSpPr/>
          <p:nvPr/>
        </p:nvSpPr>
        <p:spPr>
          <a:xfrm>
            <a:off x="1857010" y="318469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1-E08 ellipse 56" descr="sci-ppt:o056"/>
          <p:cNvSpPr/>
          <p:nvPr/>
        </p:nvSpPr>
        <p:spPr>
          <a:xfrm>
            <a:off x="2555921" y="3613035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1-E08 ellipse 57" descr="sci-ppt:o057"/>
          <p:cNvSpPr/>
          <p:nvPr/>
        </p:nvSpPr>
        <p:spPr>
          <a:xfrm>
            <a:off x="2621039" y="429745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C1-E08 ellipse 58" descr="sci-ppt:o058"/>
          <p:cNvSpPr/>
          <p:nvPr/>
        </p:nvSpPr>
        <p:spPr>
          <a:xfrm>
            <a:off x="2842897" y="2478251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1-E08 ellipse 59" descr="sci-ppt:o059"/>
          <p:cNvSpPr/>
          <p:nvPr/>
        </p:nvSpPr>
        <p:spPr>
          <a:xfrm>
            <a:off x="2538761" y="2870311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1-E08 ellipse 60" descr="sci-ppt:o060"/>
          <p:cNvSpPr/>
          <p:nvPr/>
        </p:nvSpPr>
        <p:spPr>
          <a:xfrm>
            <a:off x="2090705" y="4084890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1-E08 ellipse 61" descr="sci-ppt:o061"/>
          <p:cNvSpPr/>
          <p:nvPr/>
        </p:nvSpPr>
        <p:spPr>
          <a:xfrm>
            <a:off x="2283125" y="2344533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1-E08 ellipse 62" descr="sci-ppt:o062"/>
          <p:cNvSpPr/>
          <p:nvPr/>
        </p:nvSpPr>
        <p:spPr>
          <a:xfrm>
            <a:off x="2620935" y="3097588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1-E08 ellipse 63" descr="sci-ppt:o063"/>
          <p:cNvSpPr/>
          <p:nvPr/>
        </p:nvSpPr>
        <p:spPr>
          <a:xfrm>
            <a:off x="1716559" y="2779577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1-E08 ellipse 64" descr="sci-ppt:o064"/>
          <p:cNvSpPr/>
          <p:nvPr/>
        </p:nvSpPr>
        <p:spPr>
          <a:xfrm>
            <a:off x="1952619" y="329425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1-E08 ellipse 65" descr="sci-ppt:o065"/>
          <p:cNvSpPr/>
          <p:nvPr/>
        </p:nvSpPr>
        <p:spPr>
          <a:xfrm>
            <a:off x="2085804" y="336251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1-E08 ellipse 66" descr="sci-ppt:o066"/>
          <p:cNvSpPr/>
          <p:nvPr/>
        </p:nvSpPr>
        <p:spPr>
          <a:xfrm>
            <a:off x="3291374" y="291661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1-E08 text 67" descr="sci-ppt:o067"/>
          <p:cNvSpPr txBox="1"/>
          <p:nvPr/>
        </p:nvSpPr>
        <p:spPr>
          <a:xfrm>
            <a:off x="502920" y="4892040"/>
            <a:ext cx="393192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PFC vapor, water vapor and permanent gas fill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one volume at one temperature; their pressures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add.</a:t>
            </a:r>
          </a:p>
        </p:txBody>
      </p:sp>
      <p:sp>
        <p:nvSpPr>
          <p:cNvPr id="70" name="C1-E08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The radius equation needs p_b from the contents (a thermodynamic closure), not from R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C1-E09 · Exact kinetic-energy integral in the spherical model</a:t>
            </a:r>
          </a:p>
        </p:txBody>
      </p:sp>
      <p:cxnSp>
        <p:nvCxnSpPr>
          <p:cNvPr id="3" name="C1-E09 line 1" descr="sci-ppt:o001"/>
          <p:cNvCxnSpPr/>
          <p:nvPr/>
        </p:nvCxnSpPr>
        <p:spPr>
          <a:xfrm>
            <a:off x="868680" y="502920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9 line 2" descr="sci-ppt:o002"/>
          <p:cNvCxnSpPr/>
          <p:nvPr/>
        </p:nvCxnSpPr>
        <p:spPr>
          <a:xfrm>
            <a:off x="86868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9 line 3" descr="sci-ppt:o003"/>
          <p:cNvCxnSpPr/>
          <p:nvPr/>
        </p:nvCxnSpPr>
        <p:spPr>
          <a:xfrm>
            <a:off x="8686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9 line 4" descr="sci-ppt:o004"/>
          <p:cNvCxnSpPr/>
          <p:nvPr/>
        </p:nvCxnSpPr>
        <p:spPr>
          <a:xfrm>
            <a:off x="8686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9 text 5" descr="sci-ppt:o005"/>
          <p:cNvSpPr txBox="1"/>
          <p:nvPr/>
        </p:nvSpPr>
        <p:spPr>
          <a:xfrm>
            <a:off x="411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1-E09 line 6" descr="sci-ppt:o006"/>
          <p:cNvCxnSpPr/>
          <p:nvPr/>
        </p:nvCxnSpPr>
        <p:spPr>
          <a:xfrm>
            <a:off x="19659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9 line 7" descr="sci-ppt:o007"/>
          <p:cNvCxnSpPr/>
          <p:nvPr/>
        </p:nvCxnSpPr>
        <p:spPr>
          <a:xfrm>
            <a:off x="19659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9 text 8" descr="sci-ppt:o008"/>
          <p:cNvSpPr txBox="1"/>
          <p:nvPr/>
        </p:nvSpPr>
        <p:spPr>
          <a:xfrm>
            <a:off x="15087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1-E09 line 9" descr="sci-ppt:o009"/>
          <p:cNvCxnSpPr/>
          <p:nvPr/>
        </p:nvCxnSpPr>
        <p:spPr>
          <a:xfrm>
            <a:off x="30632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9 line 10" descr="sci-ppt:o010"/>
          <p:cNvCxnSpPr/>
          <p:nvPr/>
        </p:nvCxnSpPr>
        <p:spPr>
          <a:xfrm>
            <a:off x="30632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9 text 11" descr="sci-ppt:o011"/>
          <p:cNvSpPr txBox="1"/>
          <p:nvPr/>
        </p:nvSpPr>
        <p:spPr>
          <a:xfrm>
            <a:off x="26060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C1-E09 line 12" descr="sci-ppt:o012"/>
          <p:cNvCxnSpPr/>
          <p:nvPr/>
        </p:nvCxnSpPr>
        <p:spPr>
          <a:xfrm>
            <a:off x="4160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9 line 13" descr="sci-ppt:o013"/>
          <p:cNvCxnSpPr/>
          <p:nvPr/>
        </p:nvCxnSpPr>
        <p:spPr>
          <a:xfrm>
            <a:off x="4160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9 text 14" descr="sci-ppt:o014"/>
          <p:cNvSpPr txBox="1"/>
          <p:nvPr/>
        </p:nvSpPr>
        <p:spPr>
          <a:xfrm>
            <a:off x="3703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C1-E09 line 15" descr="sci-ppt:o015"/>
          <p:cNvCxnSpPr/>
          <p:nvPr/>
        </p:nvCxnSpPr>
        <p:spPr>
          <a:xfrm>
            <a:off x="5257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9 line 16" descr="sci-ppt:o016"/>
          <p:cNvCxnSpPr/>
          <p:nvPr/>
        </p:nvCxnSpPr>
        <p:spPr>
          <a:xfrm>
            <a:off x="5257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09 text 17" descr="sci-ppt:o017"/>
          <p:cNvSpPr txBox="1"/>
          <p:nvPr/>
        </p:nvSpPr>
        <p:spPr>
          <a:xfrm>
            <a:off x="4800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C1-E09 line 18" descr="sci-ppt:o018"/>
          <p:cNvCxnSpPr/>
          <p:nvPr/>
        </p:nvCxnSpPr>
        <p:spPr>
          <a:xfrm>
            <a:off x="63550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09 line 19" descr="sci-ppt:o019"/>
          <p:cNvCxnSpPr/>
          <p:nvPr/>
        </p:nvCxnSpPr>
        <p:spPr>
          <a:xfrm>
            <a:off x="63550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09 text 20" descr="sci-ppt:o020"/>
          <p:cNvSpPr txBox="1"/>
          <p:nvPr/>
        </p:nvSpPr>
        <p:spPr>
          <a:xfrm>
            <a:off x="58978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23" name="C1-E09 line 21" descr="sci-ppt:o021"/>
          <p:cNvCxnSpPr/>
          <p:nvPr/>
        </p:nvCxnSpPr>
        <p:spPr>
          <a:xfrm>
            <a:off x="804671" y="50292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09 line 22" descr="sci-ppt:o022"/>
          <p:cNvCxnSpPr/>
          <p:nvPr/>
        </p:nvCxnSpPr>
        <p:spPr>
          <a:xfrm>
            <a:off x="804671" y="415834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9 line 23" descr="sci-ppt:o023"/>
          <p:cNvCxnSpPr/>
          <p:nvPr/>
        </p:nvCxnSpPr>
        <p:spPr>
          <a:xfrm>
            <a:off x="868680" y="4158342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9 text 24" descr="sci-ppt:o024"/>
          <p:cNvSpPr txBox="1"/>
          <p:nvPr/>
        </p:nvSpPr>
        <p:spPr>
          <a:xfrm>
            <a:off x="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7" name="C1-E09 line 25" descr="sci-ppt:o025"/>
          <p:cNvCxnSpPr/>
          <p:nvPr/>
        </p:nvCxnSpPr>
        <p:spPr>
          <a:xfrm>
            <a:off x="804671" y="32874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9 line 26" descr="sci-ppt:o026"/>
          <p:cNvCxnSpPr/>
          <p:nvPr/>
        </p:nvCxnSpPr>
        <p:spPr>
          <a:xfrm>
            <a:off x="868680" y="3287485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9 text 27" descr="sci-ppt:o027"/>
          <p:cNvSpPr txBox="1"/>
          <p:nvPr/>
        </p:nvSpPr>
        <p:spPr>
          <a:xfrm>
            <a:off x="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30" name="C1-E09 line 28" descr="sci-ppt:o028"/>
          <p:cNvCxnSpPr/>
          <p:nvPr/>
        </p:nvCxnSpPr>
        <p:spPr>
          <a:xfrm>
            <a:off x="804671" y="241662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09 line 29" descr="sci-ppt:o029"/>
          <p:cNvCxnSpPr/>
          <p:nvPr/>
        </p:nvCxnSpPr>
        <p:spPr>
          <a:xfrm>
            <a:off x="868680" y="2416628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09 text 30" descr="sci-ppt:o030"/>
          <p:cNvSpPr txBox="1"/>
          <p:nvPr/>
        </p:nvSpPr>
        <p:spPr>
          <a:xfrm>
            <a:off x="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3" name="C1-E09 line 31" descr="sci-ppt:o031"/>
          <p:cNvCxnSpPr/>
          <p:nvPr/>
        </p:nvCxnSpPr>
        <p:spPr>
          <a:xfrm>
            <a:off x="804671" y="1545771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09 line 32" descr="sci-ppt:o032"/>
          <p:cNvCxnSpPr/>
          <p:nvPr/>
        </p:nvCxnSpPr>
        <p:spPr>
          <a:xfrm>
            <a:off x="868680" y="1545771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C1-E09 text 33" descr="sci-ppt:o033"/>
          <p:cNvSpPr txBox="1"/>
          <p:nvPr/>
        </p:nvSpPr>
        <p:spPr>
          <a:xfrm>
            <a:off x="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6" name="C1-E09 text 34" descr="sci-ppt:o034"/>
          <p:cNvSpPr txBox="1"/>
          <p:nvPr/>
        </p:nvSpPr>
        <p:spPr>
          <a:xfrm>
            <a:off x="868680" y="5312664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7" name="C1-E09 text 35" descr="sci-ppt:o035"/>
          <p:cNvSpPr txBox="1"/>
          <p:nvPr/>
        </p:nvSpPr>
        <p:spPr>
          <a:xfrm>
            <a:off x="32004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K(&lt;r) / K(∞)</a:t>
            </a:r>
          </a:p>
        </p:txBody>
      </p:sp>
      <p:sp>
        <p:nvSpPr>
          <p:cNvPr id="38" name="C1-E09 polygon 36" descr="sci-ppt:o036"/>
          <p:cNvSpPr/>
          <p:nvPr/>
        </p:nvSpPr>
        <p:spPr>
          <a:xfrm>
            <a:off x="868680" y="2126342"/>
            <a:ext cx="5486400" cy="2902858"/>
          </a:xfrm>
          <a:custGeom>
            <a:avLst/>
            <a:gdLst/>
            <a:ahLst/>
            <a:cxnLst/>
            <a:rect l="l" t="t" r="r" b="b"/>
            <a:pathLst>
              <a:path w="5486400" h="2902858">
                <a:moveTo>
                  <a:pt x="0" y="2902858"/>
                </a:moveTo>
                <a:lnTo>
                  <a:pt x="27569" y="2817479"/>
                </a:lnTo>
                <a:lnTo>
                  <a:pt x="55139" y="2736186"/>
                </a:lnTo>
                <a:lnTo>
                  <a:pt x="82709" y="2658692"/>
                </a:lnTo>
                <a:lnTo>
                  <a:pt x="110279" y="2584736"/>
                </a:lnTo>
                <a:lnTo>
                  <a:pt x="137849" y="2514082"/>
                </a:lnTo>
                <a:lnTo>
                  <a:pt x="165419" y="2446513"/>
                </a:lnTo>
                <a:lnTo>
                  <a:pt x="192988" y="2381832"/>
                </a:lnTo>
                <a:lnTo>
                  <a:pt x="220558" y="2319857"/>
                </a:lnTo>
                <a:lnTo>
                  <a:pt x="248128" y="2260422"/>
                </a:lnTo>
                <a:lnTo>
                  <a:pt x="275698" y="2203374"/>
                </a:lnTo>
                <a:lnTo>
                  <a:pt x="303268" y="2148572"/>
                </a:lnTo>
                <a:lnTo>
                  <a:pt x="330838" y="2095886"/>
                </a:lnTo>
                <a:lnTo>
                  <a:pt x="358408" y="2045195"/>
                </a:lnTo>
                <a:lnTo>
                  <a:pt x="385977" y="1996389"/>
                </a:lnTo>
                <a:lnTo>
                  <a:pt x="413547" y="1949364"/>
                </a:lnTo>
                <a:lnTo>
                  <a:pt x="441117" y="1904025"/>
                </a:lnTo>
                <a:lnTo>
                  <a:pt x="468687" y="1860282"/>
                </a:lnTo>
                <a:lnTo>
                  <a:pt x="496257" y="1818053"/>
                </a:lnTo>
                <a:lnTo>
                  <a:pt x="523827" y="1777260"/>
                </a:lnTo>
                <a:lnTo>
                  <a:pt x="551396" y="1737831"/>
                </a:lnTo>
                <a:lnTo>
                  <a:pt x="578966" y="1699700"/>
                </a:lnTo>
                <a:lnTo>
                  <a:pt x="606536" y="1662802"/>
                </a:lnTo>
                <a:lnTo>
                  <a:pt x="634106" y="1627080"/>
                </a:lnTo>
                <a:lnTo>
                  <a:pt x="661676" y="1592477"/>
                </a:lnTo>
                <a:lnTo>
                  <a:pt x="689246" y="1558942"/>
                </a:lnTo>
                <a:lnTo>
                  <a:pt x="716816" y="1526427"/>
                </a:lnTo>
                <a:lnTo>
                  <a:pt x="744385" y="1494885"/>
                </a:lnTo>
                <a:lnTo>
                  <a:pt x="771955" y="1464273"/>
                </a:lnTo>
                <a:lnTo>
                  <a:pt x="799525" y="1434552"/>
                </a:lnTo>
                <a:lnTo>
                  <a:pt x="827095" y="1405682"/>
                </a:lnTo>
                <a:lnTo>
                  <a:pt x="854665" y="1377627"/>
                </a:lnTo>
                <a:lnTo>
                  <a:pt x="882235" y="1350355"/>
                </a:lnTo>
                <a:lnTo>
                  <a:pt x="909805" y="1323831"/>
                </a:lnTo>
                <a:lnTo>
                  <a:pt x="937374" y="1298026"/>
                </a:lnTo>
                <a:lnTo>
                  <a:pt x="964944" y="1272911"/>
                </a:lnTo>
                <a:lnTo>
                  <a:pt x="992514" y="1248459"/>
                </a:lnTo>
                <a:lnTo>
                  <a:pt x="1020084" y="1224643"/>
                </a:lnTo>
                <a:lnTo>
                  <a:pt x="1047654" y="1201440"/>
                </a:lnTo>
                <a:lnTo>
                  <a:pt x="1075224" y="1178826"/>
                </a:lnTo>
                <a:lnTo>
                  <a:pt x="1102793" y="1156778"/>
                </a:lnTo>
                <a:lnTo>
                  <a:pt x="1130363" y="1135276"/>
                </a:lnTo>
                <a:lnTo>
                  <a:pt x="1157933" y="1114300"/>
                </a:lnTo>
                <a:lnTo>
                  <a:pt x="1185503" y="1093831"/>
                </a:lnTo>
                <a:lnTo>
                  <a:pt x="1213073" y="1073850"/>
                </a:lnTo>
                <a:lnTo>
                  <a:pt x="1240643" y="1054340"/>
                </a:lnTo>
                <a:lnTo>
                  <a:pt x="1268213" y="1035285"/>
                </a:lnTo>
                <a:lnTo>
                  <a:pt x="1295782" y="1016669"/>
                </a:lnTo>
                <a:lnTo>
                  <a:pt x="1323352" y="998477"/>
                </a:lnTo>
                <a:lnTo>
                  <a:pt x="1350922" y="980695"/>
                </a:lnTo>
                <a:lnTo>
                  <a:pt x="1378492" y="963309"/>
                </a:lnTo>
                <a:lnTo>
                  <a:pt x="1406062" y="946306"/>
                </a:lnTo>
                <a:lnTo>
                  <a:pt x="1433632" y="929674"/>
                </a:lnTo>
                <a:lnTo>
                  <a:pt x="1461202" y="913399"/>
                </a:lnTo>
                <a:lnTo>
                  <a:pt x="1488771" y="897472"/>
                </a:lnTo>
                <a:lnTo>
                  <a:pt x="1516341" y="881881"/>
                </a:lnTo>
                <a:lnTo>
                  <a:pt x="1543911" y="866615"/>
                </a:lnTo>
                <a:lnTo>
                  <a:pt x="1571481" y="851665"/>
                </a:lnTo>
                <a:lnTo>
                  <a:pt x="1599051" y="837021"/>
                </a:lnTo>
                <a:lnTo>
                  <a:pt x="1626621" y="822672"/>
                </a:lnTo>
                <a:lnTo>
                  <a:pt x="1654190" y="808612"/>
                </a:lnTo>
                <a:lnTo>
                  <a:pt x="1681760" y="794830"/>
                </a:lnTo>
                <a:lnTo>
                  <a:pt x="1709330" y="781319"/>
                </a:lnTo>
                <a:lnTo>
                  <a:pt x="1736900" y="768072"/>
                </a:lnTo>
                <a:lnTo>
                  <a:pt x="1764470" y="755079"/>
                </a:lnTo>
                <a:lnTo>
                  <a:pt x="1792040" y="742334"/>
                </a:lnTo>
                <a:lnTo>
                  <a:pt x="1819610" y="729830"/>
                </a:lnTo>
                <a:lnTo>
                  <a:pt x="1847179" y="717561"/>
                </a:lnTo>
                <a:lnTo>
                  <a:pt x="1874749" y="705519"/>
                </a:lnTo>
                <a:lnTo>
                  <a:pt x="1902319" y="693698"/>
                </a:lnTo>
                <a:lnTo>
                  <a:pt x="1929889" y="682092"/>
                </a:lnTo>
                <a:lnTo>
                  <a:pt x="1957459" y="670697"/>
                </a:lnTo>
                <a:lnTo>
                  <a:pt x="1985029" y="659505"/>
                </a:lnTo>
                <a:lnTo>
                  <a:pt x="2012598" y="648511"/>
                </a:lnTo>
                <a:lnTo>
                  <a:pt x="2040168" y="637711"/>
                </a:lnTo>
                <a:lnTo>
                  <a:pt x="2067738" y="627098"/>
                </a:lnTo>
                <a:lnTo>
                  <a:pt x="2095308" y="616669"/>
                </a:lnTo>
                <a:lnTo>
                  <a:pt x="2122878" y="606419"/>
                </a:lnTo>
                <a:lnTo>
                  <a:pt x="2150448" y="596343"/>
                </a:lnTo>
                <a:lnTo>
                  <a:pt x="2178018" y="586436"/>
                </a:lnTo>
                <a:lnTo>
                  <a:pt x="2205587" y="576695"/>
                </a:lnTo>
                <a:lnTo>
                  <a:pt x="2233157" y="567115"/>
                </a:lnTo>
                <a:lnTo>
                  <a:pt x="2260727" y="557692"/>
                </a:lnTo>
                <a:lnTo>
                  <a:pt x="2288297" y="548423"/>
                </a:lnTo>
                <a:lnTo>
                  <a:pt x="2315867" y="539303"/>
                </a:lnTo>
                <a:lnTo>
                  <a:pt x="2343437" y="530330"/>
                </a:lnTo>
                <a:lnTo>
                  <a:pt x="2371007" y="521499"/>
                </a:lnTo>
                <a:lnTo>
                  <a:pt x="2398576" y="512808"/>
                </a:lnTo>
                <a:lnTo>
                  <a:pt x="2426146" y="504253"/>
                </a:lnTo>
                <a:lnTo>
                  <a:pt x="2453716" y="495830"/>
                </a:lnTo>
                <a:lnTo>
                  <a:pt x="2481286" y="487537"/>
                </a:lnTo>
                <a:lnTo>
                  <a:pt x="2508856" y="479371"/>
                </a:lnTo>
                <a:lnTo>
                  <a:pt x="2536426" y="471329"/>
                </a:lnTo>
                <a:lnTo>
                  <a:pt x="2563995" y="463408"/>
                </a:lnTo>
                <a:lnTo>
                  <a:pt x="2591565" y="455606"/>
                </a:lnTo>
                <a:lnTo>
                  <a:pt x="2619135" y="447919"/>
                </a:lnTo>
                <a:lnTo>
                  <a:pt x="2646705" y="440345"/>
                </a:lnTo>
                <a:lnTo>
                  <a:pt x="2674275" y="432883"/>
                </a:lnTo>
                <a:lnTo>
                  <a:pt x="2701845" y="425528"/>
                </a:lnTo>
                <a:lnTo>
                  <a:pt x="2729415" y="418279"/>
                </a:lnTo>
                <a:lnTo>
                  <a:pt x="2756984" y="411135"/>
                </a:lnTo>
                <a:lnTo>
                  <a:pt x="2784554" y="404091"/>
                </a:lnTo>
                <a:lnTo>
                  <a:pt x="2812124" y="397147"/>
                </a:lnTo>
                <a:lnTo>
                  <a:pt x="2839694" y="390300"/>
                </a:lnTo>
                <a:lnTo>
                  <a:pt x="2867264" y="383549"/>
                </a:lnTo>
                <a:lnTo>
                  <a:pt x="2894834" y="376891"/>
                </a:lnTo>
                <a:lnTo>
                  <a:pt x="2922404" y="370324"/>
                </a:lnTo>
                <a:lnTo>
                  <a:pt x="2949973" y="363846"/>
                </a:lnTo>
                <a:lnTo>
                  <a:pt x="2977543" y="357456"/>
                </a:lnTo>
                <a:lnTo>
                  <a:pt x="3005113" y="351152"/>
                </a:lnTo>
                <a:lnTo>
                  <a:pt x="3032683" y="344933"/>
                </a:lnTo>
                <a:lnTo>
                  <a:pt x="3060253" y="338795"/>
                </a:lnTo>
                <a:lnTo>
                  <a:pt x="3087823" y="332739"/>
                </a:lnTo>
                <a:lnTo>
                  <a:pt x="3115392" y="326762"/>
                </a:lnTo>
                <a:lnTo>
                  <a:pt x="3142962" y="320862"/>
                </a:lnTo>
                <a:lnTo>
                  <a:pt x="3170532" y="315039"/>
                </a:lnTo>
                <a:lnTo>
                  <a:pt x="3198102" y="309291"/>
                </a:lnTo>
                <a:lnTo>
                  <a:pt x="3225672" y="303616"/>
                </a:lnTo>
                <a:lnTo>
                  <a:pt x="3253242" y="298012"/>
                </a:lnTo>
                <a:lnTo>
                  <a:pt x="3280812" y="292480"/>
                </a:lnTo>
                <a:lnTo>
                  <a:pt x="3308381" y="287016"/>
                </a:lnTo>
                <a:lnTo>
                  <a:pt x="3335951" y="281621"/>
                </a:lnTo>
                <a:lnTo>
                  <a:pt x="3363521" y="276292"/>
                </a:lnTo>
                <a:lnTo>
                  <a:pt x="3391091" y="271029"/>
                </a:lnTo>
                <a:lnTo>
                  <a:pt x="3418661" y="265830"/>
                </a:lnTo>
                <a:lnTo>
                  <a:pt x="3446231" y="260694"/>
                </a:lnTo>
                <a:lnTo>
                  <a:pt x="3473801" y="255620"/>
                </a:lnTo>
                <a:lnTo>
                  <a:pt x="3501370" y="250607"/>
                </a:lnTo>
                <a:lnTo>
                  <a:pt x="3528940" y="245653"/>
                </a:lnTo>
                <a:lnTo>
                  <a:pt x="3556510" y="240759"/>
                </a:lnTo>
                <a:lnTo>
                  <a:pt x="3584080" y="235922"/>
                </a:lnTo>
                <a:lnTo>
                  <a:pt x="3611650" y="231141"/>
                </a:lnTo>
                <a:lnTo>
                  <a:pt x="3639220" y="226416"/>
                </a:lnTo>
                <a:lnTo>
                  <a:pt x="3666789" y="221746"/>
                </a:lnTo>
                <a:lnTo>
                  <a:pt x="3694359" y="217130"/>
                </a:lnTo>
                <a:lnTo>
                  <a:pt x="3721929" y="212567"/>
                </a:lnTo>
                <a:lnTo>
                  <a:pt x="3749499" y="208055"/>
                </a:lnTo>
                <a:lnTo>
                  <a:pt x="3777069" y="203594"/>
                </a:lnTo>
                <a:lnTo>
                  <a:pt x="3804639" y="199184"/>
                </a:lnTo>
                <a:lnTo>
                  <a:pt x="3832209" y="194823"/>
                </a:lnTo>
                <a:lnTo>
                  <a:pt x="3859778" y="190510"/>
                </a:lnTo>
                <a:lnTo>
                  <a:pt x="3887348" y="186246"/>
                </a:lnTo>
                <a:lnTo>
                  <a:pt x="3914918" y="182028"/>
                </a:lnTo>
                <a:lnTo>
                  <a:pt x="3942488" y="177856"/>
                </a:lnTo>
                <a:lnTo>
                  <a:pt x="3970058" y="173730"/>
                </a:lnTo>
                <a:lnTo>
                  <a:pt x="3997628" y="169648"/>
                </a:lnTo>
                <a:lnTo>
                  <a:pt x="4025197" y="165610"/>
                </a:lnTo>
                <a:lnTo>
                  <a:pt x="4052767" y="161616"/>
                </a:lnTo>
                <a:lnTo>
                  <a:pt x="4080337" y="157664"/>
                </a:lnTo>
                <a:lnTo>
                  <a:pt x="4107907" y="153753"/>
                </a:lnTo>
                <a:lnTo>
                  <a:pt x="4135477" y="149884"/>
                </a:lnTo>
                <a:lnTo>
                  <a:pt x="4163047" y="146056"/>
                </a:lnTo>
                <a:lnTo>
                  <a:pt x="4190617" y="142268"/>
                </a:lnTo>
                <a:lnTo>
                  <a:pt x="4218186" y="138518"/>
                </a:lnTo>
                <a:lnTo>
                  <a:pt x="4245756" y="134808"/>
                </a:lnTo>
                <a:lnTo>
                  <a:pt x="4273326" y="131136"/>
                </a:lnTo>
                <a:lnTo>
                  <a:pt x="4300896" y="127501"/>
                </a:lnTo>
                <a:lnTo>
                  <a:pt x="4328466" y="123903"/>
                </a:lnTo>
                <a:lnTo>
                  <a:pt x="4356036" y="120341"/>
                </a:lnTo>
                <a:lnTo>
                  <a:pt x="4383606" y="116816"/>
                </a:lnTo>
                <a:lnTo>
                  <a:pt x="4411175" y="113325"/>
                </a:lnTo>
                <a:lnTo>
                  <a:pt x="4438745" y="109869"/>
                </a:lnTo>
                <a:lnTo>
                  <a:pt x="4466315" y="106448"/>
                </a:lnTo>
                <a:lnTo>
                  <a:pt x="4493885" y="103060"/>
                </a:lnTo>
                <a:lnTo>
                  <a:pt x="4521455" y="99706"/>
                </a:lnTo>
                <a:lnTo>
                  <a:pt x="4549025" y="96384"/>
                </a:lnTo>
                <a:lnTo>
                  <a:pt x="4576594" y="93095"/>
                </a:lnTo>
                <a:lnTo>
                  <a:pt x="4604164" y="89837"/>
                </a:lnTo>
                <a:lnTo>
                  <a:pt x="4631734" y="86611"/>
                </a:lnTo>
                <a:lnTo>
                  <a:pt x="4659304" y="83416"/>
                </a:lnTo>
                <a:lnTo>
                  <a:pt x="4686874" y="80251"/>
                </a:lnTo>
                <a:lnTo>
                  <a:pt x="4714444" y="77116"/>
                </a:lnTo>
                <a:lnTo>
                  <a:pt x="4742014" y="74011"/>
                </a:lnTo>
                <a:lnTo>
                  <a:pt x="4769583" y="70935"/>
                </a:lnTo>
                <a:lnTo>
                  <a:pt x="4797153" y="67888"/>
                </a:lnTo>
                <a:lnTo>
                  <a:pt x="4824723" y="64869"/>
                </a:lnTo>
                <a:lnTo>
                  <a:pt x="4852293" y="61878"/>
                </a:lnTo>
                <a:lnTo>
                  <a:pt x="4879863" y="58914"/>
                </a:lnTo>
                <a:lnTo>
                  <a:pt x="4907433" y="55978"/>
                </a:lnTo>
                <a:lnTo>
                  <a:pt x="4935003" y="53069"/>
                </a:lnTo>
                <a:lnTo>
                  <a:pt x="4962572" y="50186"/>
                </a:lnTo>
                <a:lnTo>
                  <a:pt x="4990142" y="47330"/>
                </a:lnTo>
                <a:lnTo>
                  <a:pt x="5017712" y="44499"/>
                </a:lnTo>
                <a:lnTo>
                  <a:pt x="5045282" y="41693"/>
                </a:lnTo>
                <a:lnTo>
                  <a:pt x="5072852" y="38913"/>
                </a:lnTo>
                <a:lnTo>
                  <a:pt x="5100422" y="36157"/>
                </a:lnTo>
                <a:lnTo>
                  <a:pt x="5127991" y="33426"/>
                </a:lnTo>
                <a:lnTo>
                  <a:pt x="5155561" y="30718"/>
                </a:lnTo>
                <a:lnTo>
                  <a:pt x="5183131" y="28035"/>
                </a:lnTo>
                <a:lnTo>
                  <a:pt x="5210701" y="25375"/>
                </a:lnTo>
                <a:lnTo>
                  <a:pt x="5238271" y="22738"/>
                </a:lnTo>
                <a:lnTo>
                  <a:pt x="5265841" y="20124"/>
                </a:lnTo>
                <a:lnTo>
                  <a:pt x="5293411" y="17533"/>
                </a:lnTo>
                <a:lnTo>
                  <a:pt x="5320980" y="14964"/>
                </a:lnTo>
                <a:lnTo>
                  <a:pt x="5348550" y="12416"/>
                </a:lnTo>
                <a:lnTo>
                  <a:pt x="5376120" y="9891"/>
                </a:lnTo>
                <a:lnTo>
                  <a:pt x="5403690" y="7387"/>
                </a:lnTo>
                <a:lnTo>
                  <a:pt x="5431260" y="4904"/>
                </a:lnTo>
                <a:lnTo>
                  <a:pt x="5458830" y="2442"/>
                </a:lnTo>
                <a:lnTo>
                  <a:pt x="548640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1-E09 line 37" descr="sci-ppt:o037"/>
          <p:cNvCxnSpPr/>
          <p:nvPr/>
        </p:nvCxnSpPr>
        <p:spPr>
          <a:xfrm>
            <a:off x="868680" y="1545771"/>
            <a:ext cx="548640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40" name="C1-E09 ellipse 38" descr="sci-ppt:o038"/>
          <p:cNvSpPr/>
          <p:nvPr/>
        </p:nvSpPr>
        <p:spPr>
          <a:xfrm>
            <a:off x="1892808" y="3214333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09 text 39" descr="sci-ppt:o039"/>
          <p:cNvSpPr txBox="1"/>
          <p:nvPr/>
        </p:nvSpPr>
        <p:spPr>
          <a:xfrm>
            <a:off x="2093976" y="3324061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50 % inside r = 2R</a:t>
            </a:r>
          </a:p>
        </p:txBody>
      </p:sp>
      <p:sp>
        <p:nvSpPr>
          <p:cNvPr id="42" name="C1-E09 ellipse 40" descr="sci-ppt:o040"/>
          <p:cNvSpPr/>
          <p:nvPr/>
        </p:nvSpPr>
        <p:spPr>
          <a:xfrm>
            <a:off x="4087368" y="234347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9 text 41" descr="sci-ppt:o041"/>
          <p:cNvSpPr txBox="1"/>
          <p:nvPr/>
        </p:nvSpPr>
        <p:spPr>
          <a:xfrm>
            <a:off x="4288536" y="2453204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75 % inside r = 4R</a:t>
            </a:r>
          </a:p>
        </p:txBody>
      </p:sp>
      <p:sp>
        <p:nvSpPr>
          <p:cNvPr id="44" name="C1-E09 text 42" descr="sci-ppt:o042"/>
          <p:cNvSpPr txBox="1"/>
          <p:nvPr/>
        </p:nvSpPr>
        <p:spPr>
          <a:xfrm>
            <a:off x="2697480" y="1582347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K(∞) = 2πρR³Ṙ² is finite</a:t>
            </a:r>
          </a:p>
        </p:txBody>
      </p:sp>
      <p:sp>
        <p:nvSpPr>
          <p:cNvPr id="45" name="C1-E09 round_rect 43" descr="sci-ppt:o043"/>
          <p:cNvSpPr/>
          <p:nvPr/>
        </p:nvSpPr>
        <p:spPr>
          <a:xfrm>
            <a:off x="6675120" y="1325880"/>
            <a:ext cx="5166360" cy="42976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1-E09 text 44" descr="sci-ppt:o044"/>
          <p:cNvSpPr txBox="1"/>
          <p:nvPr/>
        </p:nvSpPr>
        <p:spPr>
          <a:xfrm>
            <a:off x="6784848" y="1380744"/>
            <a:ext cx="4946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Energy lives in thin shells</a:t>
            </a:r>
          </a:p>
        </p:txBody>
      </p:sp>
      <p:sp>
        <p:nvSpPr>
          <p:cNvPr id="47" name="C1-E09 text 45" descr="sci-ppt:o045"/>
          <p:cNvSpPr txBox="1"/>
          <p:nvPr/>
        </p:nvSpPr>
        <p:spPr>
          <a:xfrm>
            <a:off x="6812280" y="1783080"/>
            <a:ext cx="493776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dK = ½ρu² · 4πr² dr  ∝  r⁻² dr</a:t>
            </a:r>
          </a:p>
        </p:txBody>
      </p:sp>
      <p:sp>
        <p:nvSpPr>
          <p:cNvPr id="48" name="C1-E09 ellipse 46" descr="sci-ppt:o046"/>
          <p:cNvSpPr/>
          <p:nvPr/>
        </p:nvSpPr>
        <p:spPr>
          <a:xfrm>
            <a:off x="7918704" y="2112263"/>
            <a:ext cx="2633472" cy="2633472"/>
          </a:xfrm>
          <a:prstGeom prst="ellipse">
            <a:avLst/>
          </a:prstGeom>
          <a:solidFill>
            <a:srgbClr val="1E4A5A">
              <a:alpha val="85000"/>
            </a:srgbClr>
          </a:solidFill>
          <a:ln w="1016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9 ellipse 47" descr="sci-ppt:o047"/>
          <p:cNvSpPr/>
          <p:nvPr/>
        </p:nvSpPr>
        <p:spPr>
          <a:xfrm>
            <a:off x="8206740" y="2400300"/>
            <a:ext cx="2057400" cy="2057400"/>
          </a:xfrm>
          <a:prstGeom prst="ellipse">
            <a:avLst/>
          </a:prstGeom>
          <a:solidFill>
            <a:srgbClr val="2B6678">
              <a:alpha val="85000"/>
            </a:srgbClr>
          </a:solidFill>
          <a:ln w="1016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09 ellipse 48" descr="sci-ppt:o048"/>
          <p:cNvSpPr/>
          <p:nvPr/>
        </p:nvSpPr>
        <p:spPr>
          <a:xfrm>
            <a:off x="8453628" y="2647188"/>
            <a:ext cx="1563624" cy="1563624"/>
          </a:xfrm>
          <a:prstGeom prst="ellipse">
            <a:avLst/>
          </a:prstGeom>
          <a:solidFill>
            <a:srgbClr val="1E4A5A">
              <a:alpha val="85000"/>
            </a:srgbClr>
          </a:solidFill>
          <a:ln w="1016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09 ellipse 49" descr="sci-ppt:o049"/>
          <p:cNvSpPr/>
          <p:nvPr/>
        </p:nvSpPr>
        <p:spPr>
          <a:xfrm>
            <a:off x="8638794" y="2832354"/>
            <a:ext cx="1193292" cy="1193292"/>
          </a:xfrm>
          <a:prstGeom prst="ellipse">
            <a:avLst/>
          </a:prstGeom>
          <a:solidFill>
            <a:srgbClr val="2B6678">
              <a:alpha val="85000"/>
            </a:srgbClr>
          </a:solidFill>
          <a:ln w="1016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09 ellipse 50" descr="sci-ppt:o050"/>
          <p:cNvSpPr/>
          <p:nvPr/>
        </p:nvSpPr>
        <p:spPr>
          <a:xfrm>
            <a:off x="8762238" y="2955798"/>
            <a:ext cx="946403" cy="946403"/>
          </a:xfrm>
          <a:prstGeom prst="ellipse">
            <a:avLst/>
          </a:prstGeom>
          <a:solidFill>
            <a:srgbClr val="1E4A5A">
              <a:alpha val="85000"/>
            </a:srgbClr>
          </a:solidFill>
          <a:ln w="10160">
            <a:solidFill>
              <a:srgbClr val="B4C7D2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09 ellipse 51" descr="sci-ppt:o051"/>
          <p:cNvSpPr/>
          <p:nvPr/>
        </p:nvSpPr>
        <p:spPr>
          <a:xfrm>
            <a:off x="8823960" y="3017520"/>
            <a:ext cx="822960" cy="82296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1-E09 text 52" descr="sci-ppt:o052"/>
          <p:cNvSpPr txBox="1"/>
          <p:nvPr/>
        </p:nvSpPr>
        <p:spPr>
          <a:xfrm>
            <a:off x="6812280" y="4846320"/>
            <a:ext cx="49377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u² ∝ r⁻⁴ but shell volume ∝ r²: the integrand falls as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r⁻², so even an infinite liquid holds finite energy.</a:t>
            </a:r>
          </a:p>
        </p:txBody>
      </p:sp>
      <p:sp>
        <p:nvSpPr>
          <p:cNvPr id="55" name="C1-E09 text 53" descr="sci-ppt:o053"/>
          <p:cNvSpPr txBox="1"/>
          <p:nvPr/>
        </p:nvSpPr>
        <p:spPr>
          <a:xfrm>
            <a:off x="868680" y="5733288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Kₗ = ∫ ½ρu² 4πr² dr = 2πρR⁴Ṙ² ∫ r⁻² dr = 2πρR³Ṙ²</a:t>
            </a:r>
          </a:p>
        </p:txBody>
      </p:sp>
      <p:sp>
        <p:nvSpPr>
          <p:cNvPr id="56" name="C1-E09 text 54" descr="sci-ppt:o054"/>
          <p:cNvSpPr txBox="1"/>
          <p:nvPr/>
        </p:nvSpPr>
        <p:spPr>
          <a:xfrm>
            <a:off x="868680" y="6126480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Half of it is within one extra bubble radius of the wall.</a:t>
            </a:r>
          </a:p>
        </p:txBody>
      </p:sp>
      <p:sp>
        <p:nvSpPr>
          <p:cNvPr id="57" name="C1-E09 text 55" descr="sci-ppt:o05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Cumulative fraction K(&lt;r)/K = 1 − R/r from Eq. C1-E09.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C1-E10 · Exact product-rule derivatives</a:t>
            </a:r>
          </a:p>
        </p:txBody>
      </p:sp>
      <p:cxnSp>
        <p:nvCxnSpPr>
          <p:cNvPr id="3" name="C1-E10 line 1" descr="sci-ppt:o001"/>
          <p:cNvCxnSpPr/>
          <p:nvPr/>
        </p:nvCxnSpPr>
        <p:spPr>
          <a:xfrm>
            <a:off x="914400" y="493776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0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0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0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0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10 line 6" descr="sci-ppt:o006"/>
          <p:cNvCxnSpPr/>
          <p:nvPr/>
        </p:nvCxnSpPr>
        <p:spPr>
          <a:xfrm>
            <a:off x="262127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0 line 7" descr="sci-ppt:o007"/>
          <p:cNvCxnSpPr/>
          <p:nvPr/>
        </p:nvCxnSpPr>
        <p:spPr>
          <a:xfrm>
            <a:off x="262127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0 text 8" descr="sci-ppt:o008"/>
          <p:cNvSpPr txBox="1"/>
          <p:nvPr/>
        </p:nvSpPr>
        <p:spPr>
          <a:xfrm>
            <a:off x="216407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10 line 9" descr="sci-ppt:o009"/>
          <p:cNvCxnSpPr/>
          <p:nvPr/>
        </p:nvCxnSpPr>
        <p:spPr>
          <a:xfrm>
            <a:off x="432815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0 line 10" descr="sci-ppt:o010"/>
          <p:cNvCxnSpPr/>
          <p:nvPr/>
        </p:nvCxnSpPr>
        <p:spPr>
          <a:xfrm>
            <a:off x="432815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0 text 11" descr="sci-ppt:o011"/>
          <p:cNvSpPr txBox="1"/>
          <p:nvPr/>
        </p:nvSpPr>
        <p:spPr>
          <a:xfrm>
            <a:off x="387095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10 line 12" descr="sci-ppt:o012"/>
          <p:cNvCxnSpPr/>
          <p:nvPr/>
        </p:nvCxnSpPr>
        <p:spPr>
          <a:xfrm>
            <a:off x="60350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0 line 13" descr="sci-ppt:o013"/>
          <p:cNvCxnSpPr/>
          <p:nvPr/>
        </p:nvCxnSpPr>
        <p:spPr>
          <a:xfrm>
            <a:off x="60350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0 text 14" descr="sci-ppt:o014"/>
          <p:cNvSpPr txBox="1"/>
          <p:nvPr/>
        </p:nvSpPr>
        <p:spPr>
          <a:xfrm>
            <a:off x="55778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10 line 15" descr="sci-ppt:o015"/>
          <p:cNvCxnSpPr/>
          <p:nvPr/>
        </p:nvCxnSpPr>
        <p:spPr>
          <a:xfrm>
            <a:off x="8503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0 line 16" descr="sci-ppt:o016"/>
          <p:cNvCxnSpPr/>
          <p:nvPr/>
        </p:nvCxnSpPr>
        <p:spPr>
          <a:xfrm>
            <a:off x="850392" y="42245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0 line 17" descr="sci-ppt:o017"/>
          <p:cNvCxnSpPr/>
          <p:nvPr/>
        </p:nvCxnSpPr>
        <p:spPr>
          <a:xfrm>
            <a:off x="914400" y="4224528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0 text 18" descr="sci-ppt:o018"/>
          <p:cNvSpPr txBox="1"/>
          <p:nvPr/>
        </p:nvSpPr>
        <p:spPr>
          <a:xfrm>
            <a:off x="45720" y="41422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0.08</a:t>
            </a:r>
          </a:p>
        </p:txBody>
      </p:sp>
      <p:cxnSp>
        <p:nvCxnSpPr>
          <p:cNvPr id="21" name="C1-E10 line 19" descr="sci-ppt:o019"/>
          <p:cNvCxnSpPr/>
          <p:nvPr/>
        </p:nvCxnSpPr>
        <p:spPr>
          <a:xfrm>
            <a:off x="850392" y="35112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0 line 20" descr="sci-ppt:o020"/>
          <p:cNvCxnSpPr/>
          <p:nvPr/>
        </p:nvCxnSpPr>
        <p:spPr>
          <a:xfrm>
            <a:off x="914400" y="3511296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0 text 21" descr="sci-ppt:o021"/>
          <p:cNvSpPr txBox="1"/>
          <p:nvPr/>
        </p:nvSpPr>
        <p:spPr>
          <a:xfrm>
            <a:off x="45720" y="34290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0.16</a:t>
            </a:r>
          </a:p>
        </p:txBody>
      </p:sp>
      <p:cxnSp>
        <p:nvCxnSpPr>
          <p:cNvPr id="24" name="C1-E10 line 22" descr="sci-ppt:o022"/>
          <p:cNvCxnSpPr/>
          <p:nvPr/>
        </p:nvCxnSpPr>
        <p:spPr>
          <a:xfrm>
            <a:off x="850392" y="279806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0 line 23" descr="sci-ppt:o023"/>
          <p:cNvCxnSpPr/>
          <p:nvPr/>
        </p:nvCxnSpPr>
        <p:spPr>
          <a:xfrm>
            <a:off x="914400" y="2798064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0 text 24" descr="sci-ppt:o024"/>
          <p:cNvSpPr txBox="1"/>
          <p:nvPr/>
        </p:nvSpPr>
        <p:spPr>
          <a:xfrm>
            <a:off x="45720" y="271576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0.24</a:t>
            </a:r>
          </a:p>
        </p:txBody>
      </p:sp>
      <p:cxnSp>
        <p:nvCxnSpPr>
          <p:cNvPr id="27" name="C1-E10 line 25" descr="sci-ppt:o025"/>
          <p:cNvCxnSpPr/>
          <p:nvPr/>
        </p:nvCxnSpPr>
        <p:spPr>
          <a:xfrm>
            <a:off x="850392" y="208483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0 line 26" descr="sci-ppt:o026"/>
          <p:cNvCxnSpPr/>
          <p:nvPr/>
        </p:nvCxnSpPr>
        <p:spPr>
          <a:xfrm>
            <a:off x="914400" y="2084832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0 text 27" descr="sci-ppt:o027"/>
          <p:cNvSpPr txBox="1"/>
          <p:nvPr/>
        </p:nvSpPr>
        <p:spPr>
          <a:xfrm>
            <a:off x="45720" y="200253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0.32</a:t>
            </a:r>
          </a:p>
        </p:txBody>
      </p:sp>
      <p:cxnSp>
        <p:nvCxnSpPr>
          <p:cNvPr id="30" name="C1-E10 line 28" descr="sci-ppt:o028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0 line 29" descr="sci-ppt:o029"/>
          <p:cNvCxnSpPr/>
          <p:nvPr/>
        </p:nvCxnSpPr>
        <p:spPr>
          <a:xfrm>
            <a:off x="914400" y="137160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0 text 30" descr="sci-ppt:o030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0.40</a:t>
            </a:r>
          </a:p>
        </p:txBody>
      </p:sp>
      <p:sp>
        <p:nvSpPr>
          <p:cNvPr id="33" name="C1-E10 text 31" descr="sci-ppt:o031"/>
          <p:cNvSpPr txBox="1"/>
          <p:nvPr/>
        </p:nvSpPr>
        <p:spPr>
          <a:xfrm>
            <a:off x="914400" y="522122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4" name="C1-E10 text 32" descr="sci-ppt:o032"/>
          <p:cNvSpPr txBox="1"/>
          <p:nvPr/>
        </p:nvSpPr>
        <p:spPr>
          <a:xfrm>
            <a:off x="365760" y="102412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energy (nJ)</a:t>
            </a:r>
          </a:p>
        </p:txBody>
      </p:sp>
      <p:sp>
        <p:nvSpPr>
          <p:cNvPr id="35" name="C1-E10 polygon 33" descr="sci-ppt:o033"/>
          <p:cNvSpPr/>
          <p:nvPr/>
        </p:nvSpPr>
        <p:spPr>
          <a:xfrm>
            <a:off x="914400" y="1772947"/>
            <a:ext cx="5120640" cy="3164813"/>
          </a:xfrm>
          <a:custGeom>
            <a:avLst/>
            <a:gdLst/>
            <a:ahLst/>
            <a:cxnLst/>
            <a:rect l="l" t="t" r="r" b="b"/>
            <a:pathLst>
              <a:path w="5120640" h="3164813">
                <a:moveTo>
                  <a:pt x="0" y="3164813"/>
                </a:moveTo>
                <a:lnTo>
                  <a:pt x="35853" y="3141602"/>
                </a:lnTo>
                <a:lnTo>
                  <a:pt x="71706" y="3073616"/>
                </a:lnTo>
                <a:lnTo>
                  <a:pt x="107560" y="2965301"/>
                </a:lnTo>
                <a:lnTo>
                  <a:pt x="143413" y="2823140"/>
                </a:lnTo>
                <a:lnTo>
                  <a:pt x="179267" y="2654763"/>
                </a:lnTo>
                <a:lnTo>
                  <a:pt x="215120" y="2468061"/>
                </a:lnTo>
                <a:lnTo>
                  <a:pt x="250974" y="2270471"/>
                </a:lnTo>
                <a:lnTo>
                  <a:pt x="286827" y="2068508"/>
                </a:lnTo>
                <a:lnTo>
                  <a:pt x="322680" y="1867536"/>
                </a:lnTo>
                <a:lnTo>
                  <a:pt x="358534" y="1671734"/>
                </a:lnTo>
                <a:lnTo>
                  <a:pt x="394387" y="1484184"/>
                </a:lnTo>
                <a:lnTo>
                  <a:pt x="430241" y="1307019"/>
                </a:lnTo>
                <a:lnTo>
                  <a:pt x="466094" y="1141602"/>
                </a:lnTo>
                <a:lnTo>
                  <a:pt x="501948" y="988687"/>
                </a:lnTo>
                <a:lnTo>
                  <a:pt x="537801" y="848574"/>
                </a:lnTo>
                <a:lnTo>
                  <a:pt x="573655" y="721230"/>
                </a:lnTo>
                <a:lnTo>
                  <a:pt x="609508" y="606383"/>
                </a:lnTo>
                <a:lnTo>
                  <a:pt x="645361" y="503606"/>
                </a:lnTo>
                <a:lnTo>
                  <a:pt x="681215" y="412368"/>
                </a:lnTo>
                <a:lnTo>
                  <a:pt x="717068" y="332078"/>
                </a:lnTo>
                <a:lnTo>
                  <a:pt x="752922" y="262119"/>
                </a:lnTo>
                <a:lnTo>
                  <a:pt x="788775" y="201865"/>
                </a:lnTo>
                <a:lnTo>
                  <a:pt x="824629" y="150698"/>
                </a:lnTo>
                <a:lnTo>
                  <a:pt x="860482" y="108019"/>
                </a:lnTo>
                <a:lnTo>
                  <a:pt x="896336" y="73253"/>
                </a:lnTo>
                <a:lnTo>
                  <a:pt x="932189" y="45851"/>
                </a:lnTo>
                <a:lnTo>
                  <a:pt x="968042" y="25297"/>
                </a:lnTo>
                <a:lnTo>
                  <a:pt x="1003896" y="11104"/>
                </a:lnTo>
                <a:lnTo>
                  <a:pt x="1039749" y="2814"/>
                </a:lnTo>
                <a:lnTo>
                  <a:pt x="1075603" y="0"/>
                </a:lnTo>
                <a:lnTo>
                  <a:pt x="1111456" y="2264"/>
                </a:lnTo>
                <a:lnTo>
                  <a:pt x="1147310" y="9231"/>
                </a:lnTo>
                <a:lnTo>
                  <a:pt x="1183163" y="20555"/>
                </a:lnTo>
                <a:lnTo>
                  <a:pt x="1219017" y="35912"/>
                </a:lnTo>
                <a:lnTo>
                  <a:pt x="1254870" y="54997"/>
                </a:lnTo>
                <a:lnTo>
                  <a:pt x="1290723" y="77531"/>
                </a:lnTo>
                <a:lnTo>
                  <a:pt x="1326577" y="103249"/>
                </a:lnTo>
                <a:lnTo>
                  <a:pt x="1362430" y="131906"/>
                </a:lnTo>
                <a:lnTo>
                  <a:pt x="1398284" y="163271"/>
                </a:lnTo>
                <a:lnTo>
                  <a:pt x="1434137" y="197130"/>
                </a:lnTo>
                <a:lnTo>
                  <a:pt x="1469991" y="233282"/>
                </a:lnTo>
                <a:lnTo>
                  <a:pt x="1505844" y="271539"/>
                </a:lnTo>
                <a:lnTo>
                  <a:pt x="1541698" y="311723"/>
                </a:lnTo>
                <a:lnTo>
                  <a:pt x="1577551" y="353670"/>
                </a:lnTo>
                <a:lnTo>
                  <a:pt x="1613404" y="397223"/>
                </a:lnTo>
                <a:lnTo>
                  <a:pt x="1649258" y="442236"/>
                </a:lnTo>
                <a:lnTo>
                  <a:pt x="1685111" y="488572"/>
                </a:lnTo>
                <a:lnTo>
                  <a:pt x="1720965" y="536101"/>
                </a:lnTo>
                <a:lnTo>
                  <a:pt x="1756818" y="584700"/>
                </a:lnTo>
                <a:lnTo>
                  <a:pt x="1792672" y="634254"/>
                </a:lnTo>
                <a:lnTo>
                  <a:pt x="1828525" y="684654"/>
                </a:lnTo>
                <a:lnTo>
                  <a:pt x="1864379" y="735797"/>
                </a:lnTo>
                <a:lnTo>
                  <a:pt x="1900232" y="787586"/>
                </a:lnTo>
                <a:lnTo>
                  <a:pt x="1936085" y="839928"/>
                </a:lnTo>
                <a:lnTo>
                  <a:pt x="1971939" y="892736"/>
                </a:lnTo>
                <a:lnTo>
                  <a:pt x="2007792" y="945926"/>
                </a:lnTo>
                <a:lnTo>
                  <a:pt x="2043646" y="999421"/>
                </a:lnTo>
                <a:lnTo>
                  <a:pt x="2079499" y="1053144"/>
                </a:lnTo>
                <a:lnTo>
                  <a:pt x="2115353" y="1107026"/>
                </a:lnTo>
                <a:lnTo>
                  <a:pt x="2151206" y="1160998"/>
                </a:lnTo>
                <a:lnTo>
                  <a:pt x="2187060" y="1214996"/>
                </a:lnTo>
                <a:lnTo>
                  <a:pt x="2222913" y="1268959"/>
                </a:lnTo>
                <a:lnTo>
                  <a:pt x="2258766" y="1322828"/>
                </a:lnTo>
                <a:lnTo>
                  <a:pt x="2294620" y="1376548"/>
                </a:lnTo>
                <a:lnTo>
                  <a:pt x="2330473" y="1430066"/>
                </a:lnTo>
                <a:lnTo>
                  <a:pt x="2366327" y="1483330"/>
                </a:lnTo>
                <a:lnTo>
                  <a:pt x="2402180" y="1536293"/>
                </a:lnTo>
                <a:lnTo>
                  <a:pt x="2438034" y="1588908"/>
                </a:lnTo>
                <a:lnTo>
                  <a:pt x="2473887" y="1641131"/>
                </a:lnTo>
                <a:lnTo>
                  <a:pt x="2509741" y="1692919"/>
                </a:lnTo>
                <a:lnTo>
                  <a:pt x="2545594" y="1744233"/>
                </a:lnTo>
                <a:lnTo>
                  <a:pt x="2581447" y="1795033"/>
                </a:lnTo>
                <a:lnTo>
                  <a:pt x="2617301" y="1845283"/>
                </a:lnTo>
                <a:lnTo>
                  <a:pt x="2653154" y="1894947"/>
                </a:lnTo>
                <a:lnTo>
                  <a:pt x="2689008" y="1943991"/>
                </a:lnTo>
                <a:lnTo>
                  <a:pt x="2724861" y="1992382"/>
                </a:lnTo>
                <a:lnTo>
                  <a:pt x="2760715" y="2040091"/>
                </a:lnTo>
                <a:lnTo>
                  <a:pt x="2796568" y="2087086"/>
                </a:lnTo>
                <a:lnTo>
                  <a:pt x="2832422" y="2133340"/>
                </a:lnTo>
                <a:lnTo>
                  <a:pt x="2868275" y="2178824"/>
                </a:lnTo>
                <a:lnTo>
                  <a:pt x="2904128" y="2223514"/>
                </a:lnTo>
                <a:lnTo>
                  <a:pt x="2939982" y="2267383"/>
                </a:lnTo>
                <a:lnTo>
                  <a:pt x="2975835" y="2310407"/>
                </a:lnTo>
                <a:lnTo>
                  <a:pt x="3011689" y="2352565"/>
                </a:lnTo>
                <a:lnTo>
                  <a:pt x="3047542" y="2393833"/>
                </a:lnTo>
                <a:lnTo>
                  <a:pt x="3083396" y="2434191"/>
                </a:lnTo>
                <a:lnTo>
                  <a:pt x="3119249" y="2473618"/>
                </a:lnTo>
                <a:lnTo>
                  <a:pt x="3155103" y="2512095"/>
                </a:lnTo>
                <a:lnTo>
                  <a:pt x="3190956" y="2549604"/>
                </a:lnTo>
                <a:lnTo>
                  <a:pt x="3226809" y="2586127"/>
                </a:lnTo>
                <a:lnTo>
                  <a:pt x="3262663" y="2621648"/>
                </a:lnTo>
                <a:lnTo>
                  <a:pt x="3298516" y="2656150"/>
                </a:lnTo>
                <a:lnTo>
                  <a:pt x="3334370" y="2689617"/>
                </a:lnTo>
                <a:lnTo>
                  <a:pt x="3370223" y="2722036"/>
                </a:lnTo>
                <a:lnTo>
                  <a:pt x="3406077" y="2753393"/>
                </a:lnTo>
                <a:lnTo>
                  <a:pt x="3441930" y="2783674"/>
                </a:lnTo>
                <a:lnTo>
                  <a:pt x="3477784" y="2812866"/>
                </a:lnTo>
                <a:lnTo>
                  <a:pt x="3513637" y="2840959"/>
                </a:lnTo>
                <a:lnTo>
                  <a:pt x="3549490" y="2867940"/>
                </a:lnTo>
                <a:lnTo>
                  <a:pt x="3585344" y="2893799"/>
                </a:lnTo>
                <a:lnTo>
                  <a:pt x="3621197" y="2918527"/>
                </a:lnTo>
                <a:lnTo>
                  <a:pt x="3657051" y="2942112"/>
                </a:lnTo>
                <a:lnTo>
                  <a:pt x="3692904" y="2964548"/>
                </a:lnTo>
                <a:lnTo>
                  <a:pt x="3728758" y="2985825"/>
                </a:lnTo>
                <a:lnTo>
                  <a:pt x="3764611" y="3005935"/>
                </a:lnTo>
                <a:lnTo>
                  <a:pt x="3800464" y="3024872"/>
                </a:lnTo>
                <a:lnTo>
                  <a:pt x="3836318" y="3042629"/>
                </a:lnTo>
                <a:lnTo>
                  <a:pt x="3872171" y="3059199"/>
                </a:lnTo>
                <a:lnTo>
                  <a:pt x="3908025" y="3074578"/>
                </a:lnTo>
                <a:lnTo>
                  <a:pt x="3943878" y="3088760"/>
                </a:lnTo>
                <a:lnTo>
                  <a:pt x="3979732" y="3101740"/>
                </a:lnTo>
                <a:lnTo>
                  <a:pt x="4015585" y="3113514"/>
                </a:lnTo>
                <a:lnTo>
                  <a:pt x="4051439" y="3124079"/>
                </a:lnTo>
                <a:lnTo>
                  <a:pt x="4087292" y="3133431"/>
                </a:lnTo>
                <a:lnTo>
                  <a:pt x="4123145" y="3141569"/>
                </a:lnTo>
                <a:lnTo>
                  <a:pt x="4158999" y="3148490"/>
                </a:lnTo>
                <a:lnTo>
                  <a:pt x="4194852" y="3154191"/>
                </a:lnTo>
                <a:lnTo>
                  <a:pt x="4230706" y="3158673"/>
                </a:lnTo>
                <a:lnTo>
                  <a:pt x="4266559" y="3161935"/>
                </a:lnTo>
                <a:lnTo>
                  <a:pt x="4302413" y="3163975"/>
                </a:lnTo>
                <a:lnTo>
                  <a:pt x="4338266" y="3164795"/>
                </a:lnTo>
                <a:lnTo>
                  <a:pt x="4374120" y="3164394"/>
                </a:lnTo>
                <a:lnTo>
                  <a:pt x="4409973" y="3162775"/>
                </a:lnTo>
                <a:lnTo>
                  <a:pt x="4445826" y="3159939"/>
                </a:lnTo>
                <a:lnTo>
                  <a:pt x="4481680" y="3155888"/>
                </a:lnTo>
                <a:lnTo>
                  <a:pt x="4517533" y="3150625"/>
                </a:lnTo>
                <a:lnTo>
                  <a:pt x="4553387" y="3144152"/>
                </a:lnTo>
                <a:lnTo>
                  <a:pt x="4589240" y="3136473"/>
                </a:lnTo>
                <a:lnTo>
                  <a:pt x="4625094" y="3127593"/>
                </a:lnTo>
                <a:lnTo>
                  <a:pt x="4660947" y="3117515"/>
                </a:lnTo>
                <a:lnTo>
                  <a:pt x="4696801" y="3106246"/>
                </a:lnTo>
                <a:lnTo>
                  <a:pt x="4732654" y="3093789"/>
                </a:lnTo>
                <a:lnTo>
                  <a:pt x="4768507" y="3080152"/>
                </a:lnTo>
                <a:lnTo>
                  <a:pt x="4804361" y="3065340"/>
                </a:lnTo>
                <a:lnTo>
                  <a:pt x="4840214" y="3049361"/>
                </a:lnTo>
                <a:lnTo>
                  <a:pt x="4876068" y="3032222"/>
                </a:lnTo>
                <a:lnTo>
                  <a:pt x="4911921" y="3013931"/>
                </a:lnTo>
                <a:lnTo>
                  <a:pt x="4947775" y="2994496"/>
                </a:lnTo>
                <a:lnTo>
                  <a:pt x="4983628" y="2973928"/>
                </a:lnTo>
                <a:lnTo>
                  <a:pt x="5019482" y="2952234"/>
                </a:lnTo>
                <a:lnTo>
                  <a:pt x="5055335" y="2929426"/>
                </a:lnTo>
                <a:lnTo>
                  <a:pt x="5091188" y="2905515"/>
                </a:lnTo>
                <a:lnTo>
                  <a:pt x="5120640" y="2885055"/>
                </a:lnTo>
              </a:path>
            </a:pathLst>
          </a:custGeom>
          <a:noFill/>
          <a:ln w="3556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0 polygon 34" descr="sci-ppt:o034"/>
          <p:cNvSpPr/>
          <p:nvPr/>
        </p:nvSpPr>
        <p:spPr>
          <a:xfrm>
            <a:off x="914400" y="3729421"/>
            <a:ext cx="5120640" cy="1006677"/>
          </a:xfrm>
          <a:custGeom>
            <a:avLst/>
            <a:gdLst/>
            <a:ahLst/>
            <a:cxnLst/>
            <a:rect l="l" t="t" r="r" b="b"/>
            <a:pathLst>
              <a:path w="5120640" h="1006677">
                <a:moveTo>
                  <a:pt x="0" y="1006677"/>
                </a:moveTo>
                <a:lnTo>
                  <a:pt x="35853" y="1005905"/>
                </a:lnTo>
                <a:lnTo>
                  <a:pt x="71706" y="1003607"/>
                </a:lnTo>
                <a:lnTo>
                  <a:pt x="107560" y="999835"/>
                </a:lnTo>
                <a:lnTo>
                  <a:pt x="143413" y="994668"/>
                </a:lnTo>
                <a:lnTo>
                  <a:pt x="179267" y="988205"/>
                </a:lnTo>
                <a:lnTo>
                  <a:pt x="215120" y="980559"/>
                </a:lnTo>
                <a:lnTo>
                  <a:pt x="250974" y="971850"/>
                </a:lnTo>
                <a:lnTo>
                  <a:pt x="286827" y="962198"/>
                </a:lnTo>
                <a:lnTo>
                  <a:pt x="322680" y="951717"/>
                </a:lnTo>
                <a:lnTo>
                  <a:pt x="358534" y="940518"/>
                </a:lnTo>
                <a:lnTo>
                  <a:pt x="394387" y="928701"/>
                </a:lnTo>
                <a:lnTo>
                  <a:pt x="430241" y="916357"/>
                </a:lnTo>
                <a:lnTo>
                  <a:pt x="466094" y="903567"/>
                </a:lnTo>
                <a:lnTo>
                  <a:pt x="501948" y="890403"/>
                </a:lnTo>
                <a:lnTo>
                  <a:pt x="537801" y="876930"/>
                </a:lnTo>
                <a:lnTo>
                  <a:pt x="573655" y="863203"/>
                </a:lnTo>
                <a:lnTo>
                  <a:pt x="609508" y="849271"/>
                </a:lnTo>
                <a:lnTo>
                  <a:pt x="645361" y="835178"/>
                </a:lnTo>
                <a:lnTo>
                  <a:pt x="681215" y="820962"/>
                </a:lnTo>
                <a:lnTo>
                  <a:pt x="717068" y="806654"/>
                </a:lnTo>
                <a:lnTo>
                  <a:pt x="752922" y="792284"/>
                </a:lnTo>
                <a:lnTo>
                  <a:pt x="788775" y="777877"/>
                </a:lnTo>
                <a:lnTo>
                  <a:pt x="824629" y="763455"/>
                </a:lnTo>
                <a:lnTo>
                  <a:pt x="860482" y="749038"/>
                </a:lnTo>
                <a:lnTo>
                  <a:pt x="896336" y="734642"/>
                </a:lnTo>
                <a:lnTo>
                  <a:pt x="932189" y="720284"/>
                </a:lnTo>
                <a:lnTo>
                  <a:pt x="968042" y="705976"/>
                </a:lnTo>
                <a:lnTo>
                  <a:pt x="1003896" y="691730"/>
                </a:lnTo>
                <a:lnTo>
                  <a:pt x="1039749" y="677556"/>
                </a:lnTo>
                <a:lnTo>
                  <a:pt x="1075603" y="663464"/>
                </a:lnTo>
                <a:lnTo>
                  <a:pt x="1111456" y="649462"/>
                </a:lnTo>
                <a:lnTo>
                  <a:pt x="1147310" y="635558"/>
                </a:lnTo>
                <a:lnTo>
                  <a:pt x="1183163" y="621757"/>
                </a:lnTo>
                <a:lnTo>
                  <a:pt x="1219017" y="608066"/>
                </a:lnTo>
                <a:lnTo>
                  <a:pt x="1254870" y="594490"/>
                </a:lnTo>
                <a:lnTo>
                  <a:pt x="1290723" y="581034"/>
                </a:lnTo>
                <a:lnTo>
                  <a:pt x="1326577" y="567702"/>
                </a:lnTo>
                <a:lnTo>
                  <a:pt x="1362430" y="554497"/>
                </a:lnTo>
                <a:lnTo>
                  <a:pt x="1398284" y="541423"/>
                </a:lnTo>
                <a:lnTo>
                  <a:pt x="1434137" y="528484"/>
                </a:lnTo>
                <a:lnTo>
                  <a:pt x="1469991" y="515682"/>
                </a:lnTo>
                <a:lnTo>
                  <a:pt x="1505844" y="503018"/>
                </a:lnTo>
                <a:lnTo>
                  <a:pt x="1541698" y="490497"/>
                </a:lnTo>
                <a:lnTo>
                  <a:pt x="1577551" y="478119"/>
                </a:lnTo>
                <a:lnTo>
                  <a:pt x="1613404" y="465886"/>
                </a:lnTo>
                <a:lnTo>
                  <a:pt x="1649258" y="453801"/>
                </a:lnTo>
                <a:lnTo>
                  <a:pt x="1685111" y="441864"/>
                </a:lnTo>
                <a:lnTo>
                  <a:pt x="1720965" y="430077"/>
                </a:lnTo>
                <a:lnTo>
                  <a:pt x="1756818" y="418442"/>
                </a:lnTo>
                <a:lnTo>
                  <a:pt x="1792672" y="406958"/>
                </a:lnTo>
                <a:lnTo>
                  <a:pt x="1828525" y="395628"/>
                </a:lnTo>
                <a:lnTo>
                  <a:pt x="1864379" y="384452"/>
                </a:lnTo>
                <a:lnTo>
                  <a:pt x="1900232" y="373431"/>
                </a:lnTo>
                <a:lnTo>
                  <a:pt x="1936085" y="362566"/>
                </a:lnTo>
                <a:lnTo>
                  <a:pt x="1971939" y="351857"/>
                </a:lnTo>
                <a:lnTo>
                  <a:pt x="2007792" y="341305"/>
                </a:lnTo>
                <a:lnTo>
                  <a:pt x="2043646" y="330910"/>
                </a:lnTo>
                <a:lnTo>
                  <a:pt x="2079499" y="320674"/>
                </a:lnTo>
                <a:lnTo>
                  <a:pt x="2115353" y="310596"/>
                </a:lnTo>
                <a:lnTo>
                  <a:pt x="2151206" y="300677"/>
                </a:lnTo>
                <a:lnTo>
                  <a:pt x="2187060" y="290918"/>
                </a:lnTo>
                <a:lnTo>
                  <a:pt x="2222913" y="281317"/>
                </a:lnTo>
                <a:lnTo>
                  <a:pt x="2258766" y="271877"/>
                </a:lnTo>
                <a:lnTo>
                  <a:pt x="2294620" y="262597"/>
                </a:lnTo>
                <a:lnTo>
                  <a:pt x="2330473" y="253477"/>
                </a:lnTo>
                <a:lnTo>
                  <a:pt x="2366327" y="244517"/>
                </a:lnTo>
                <a:lnTo>
                  <a:pt x="2402180" y="235719"/>
                </a:lnTo>
                <a:lnTo>
                  <a:pt x="2438034" y="227081"/>
                </a:lnTo>
                <a:lnTo>
                  <a:pt x="2473887" y="218604"/>
                </a:lnTo>
                <a:lnTo>
                  <a:pt x="2509741" y="210288"/>
                </a:lnTo>
                <a:lnTo>
                  <a:pt x="2545594" y="202134"/>
                </a:lnTo>
                <a:lnTo>
                  <a:pt x="2581447" y="194141"/>
                </a:lnTo>
                <a:lnTo>
                  <a:pt x="2617301" y="186309"/>
                </a:lnTo>
                <a:lnTo>
                  <a:pt x="2653154" y="178638"/>
                </a:lnTo>
                <a:lnTo>
                  <a:pt x="2689008" y="171129"/>
                </a:lnTo>
                <a:lnTo>
                  <a:pt x="2724861" y="163782"/>
                </a:lnTo>
                <a:lnTo>
                  <a:pt x="2760715" y="156596"/>
                </a:lnTo>
                <a:lnTo>
                  <a:pt x="2796568" y="149572"/>
                </a:lnTo>
                <a:lnTo>
                  <a:pt x="2832422" y="142709"/>
                </a:lnTo>
                <a:lnTo>
                  <a:pt x="2868275" y="136008"/>
                </a:lnTo>
                <a:lnTo>
                  <a:pt x="2904128" y="129469"/>
                </a:lnTo>
                <a:lnTo>
                  <a:pt x="2939982" y="123091"/>
                </a:lnTo>
                <a:lnTo>
                  <a:pt x="2975835" y="116875"/>
                </a:lnTo>
                <a:lnTo>
                  <a:pt x="3011689" y="110820"/>
                </a:lnTo>
                <a:lnTo>
                  <a:pt x="3047542" y="104927"/>
                </a:lnTo>
                <a:lnTo>
                  <a:pt x="3083396" y="99195"/>
                </a:lnTo>
                <a:lnTo>
                  <a:pt x="3119249" y="93625"/>
                </a:lnTo>
                <a:lnTo>
                  <a:pt x="3155103" y="88216"/>
                </a:lnTo>
                <a:lnTo>
                  <a:pt x="3190956" y="82969"/>
                </a:lnTo>
                <a:lnTo>
                  <a:pt x="3226809" y="77883"/>
                </a:lnTo>
                <a:lnTo>
                  <a:pt x="3262663" y="72958"/>
                </a:lnTo>
                <a:lnTo>
                  <a:pt x="3298516" y="68195"/>
                </a:lnTo>
                <a:lnTo>
                  <a:pt x="3334370" y="63593"/>
                </a:lnTo>
                <a:lnTo>
                  <a:pt x="3370223" y="59152"/>
                </a:lnTo>
                <a:lnTo>
                  <a:pt x="3406077" y="54872"/>
                </a:lnTo>
                <a:lnTo>
                  <a:pt x="3441930" y="50753"/>
                </a:lnTo>
                <a:lnTo>
                  <a:pt x="3477784" y="46796"/>
                </a:lnTo>
                <a:lnTo>
                  <a:pt x="3513637" y="42999"/>
                </a:lnTo>
                <a:lnTo>
                  <a:pt x="3549490" y="39364"/>
                </a:lnTo>
                <a:lnTo>
                  <a:pt x="3585344" y="35889"/>
                </a:lnTo>
                <a:lnTo>
                  <a:pt x="3621197" y="32575"/>
                </a:lnTo>
                <a:lnTo>
                  <a:pt x="3657051" y="29422"/>
                </a:lnTo>
                <a:lnTo>
                  <a:pt x="3692904" y="26430"/>
                </a:lnTo>
                <a:lnTo>
                  <a:pt x="3728758" y="23598"/>
                </a:lnTo>
                <a:lnTo>
                  <a:pt x="3764611" y="20927"/>
                </a:lnTo>
                <a:lnTo>
                  <a:pt x="3800464" y="18417"/>
                </a:lnTo>
                <a:lnTo>
                  <a:pt x="3836318" y="16067"/>
                </a:lnTo>
                <a:lnTo>
                  <a:pt x="3872171" y="13878"/>
                </a:lnTo>
                <a:lnTo>
                  <a:pt x="3908025" y="11849"/>
                </a:lnTo>
                <a:lnTo>
                  <a:pt x="3943878" y="9981"/>
                </a:lnTo>
                <a:lnTo>
                  <a:pt x="3979732" y="8273"/>
                </a:lnTo>
                <a:lnTo>
                  <a:pt x="4015585" y="6725"/>
                </a:lnTo>
                <a:lnTo>
                  <a:pt x="4051439" y="5337"/>
                </a:lnTo>
                <a:lnTo>
                  <a:pt x="4087292" y="4110"/>
                </a:lnTo>
                <a:lnTo>
                  <a:pt x="4123145" y="3043"/>
                </a:lnTo>
                <a:lnTo>
                  <a:pt x="4158999" y="2135"/>
                </a:lnTo>
                <a:lnTo>
                  <a:pt x="4194852" y="1388"/>
                </a:lnTo>
                <a:lnTo>
                  <a:pt x="4230706" y="801"/>
                </a:lnTo>
                <a:lnTo>
                  <a:pt x="4266559" y="374"/>
                </a:lnTo>
                <a:lnTo>
                  <a:pt x="4302413" y="107"/>
                </a:lnTo>
                <a:lnTo>
                  <a:pt x="4338266" y="0"/>
                </a:lnTo>
                <a:lnTo>
                  <a:pt x="4374120" y="52"/>
                </a:lnTo>
                <a:lnTo>
                  <a:pt x="4409973" y="264"/>
                </a:lnTo>
                <a:lnTo>
                  <a:pt x="4445826" y="636"/>
                </a:lnTo>
                <a:lnTo>
                  <a:pt x="4481680" y="1168"/>
                </a:lnTo>
                <a:lnTo>
                  <a:pt x="4517533" y="1859"/>
                </a:lnTo>
                <a:lnTo>
                  <a:pt x="4553387" y="2710"/>
                </a:lnTo>
                <a:lnTo>
                  <a:pt x="4589240" y="3720"/>
                </a:lnTo>
                <a:lnTo>
                  <a:pt x="4625094" y="4890"/>
                </a:lnTo>
                <a:lnTo>
                  <a:pt x="4660947" y="6220"/>
                </a:lnTo>
                <a:lnTo>
                  <a:pt x="4696801" y="7709"/>
                </a:lnTo>
                <a:lnTo>
                  <a:pt x="4732654" y="9357"/>
                </a:lnTo>
                <a:lnTo>
                  <a:pt x="4768507" y="11164"/>
                </a:lnTo>
                <a:lnTo>
                  <a:pt x="4804361" y="13131"/>
                </a:lnTo>
                <a:lnTo>
                  <a:pt x="4840214" y="15257"/>
                </a:lnTo>
                <a:lnTo>
                  <a:pt x="4876068" y="17543"/>
                </a:lnTo>
                <a:lnTo>
                  <a:pt x="4911921" y="19987"/>
                </a:lnTo>
                <a:lnTo>
                  <a:pt x="4947775" y="22591"/>
                </a:lnTo>
                <a:lnTo>
                  <a:pt x="4983628" y="25354"/>
                </a:lnTo>
                <a:lnTo>
                  <a:pt x="5019482" y="28275"/>
                </a:lnTo>
                <a:lnTo>
                  <a:pt x="5055335" y="31356"/>
                </a:lnTo>
                <a:lnTo>
                  <a:pt x="5091188" y="34596"/>
                </a:lnTo>
                <a:lnTo>
                  <a:pt x="5120640" y="37376"/>
                </a:lnTo>
              </a:path>
            </a:pathLst>
          </a:custGeom>
          <a:noFill/>
          <a:ln w="3556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0 text 35" descr="sci-ppt:o035"/>
          <p:cNvSpPr txBox="1"/>
          <p:nvPr/>
        </p:nvSpPr>
        <p:spPr>
          <a:xfrm>
            <a:off x="3035808" y="1387144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liquid kinetic energy Kₗ = 2πρR³Ṙ²</a:t>
            </a:r>
          </a:p>
        </p:txBody>
      </p:sp>
      <p:sp>
        <p:nvSpPr>
          <p:cNvPr id="38" name="C1-E10 text 36" descr="sci-ppt:o036"/>
          <p:cNvSpPr txBox="1"/>
          <p:nvPr/>
        </p:nvSpPr>
        <p:spPr>
          <a:xfrm>
            <a:off x="3035808" y="1993391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interface energy E_σ = 4πσR²</a:t>
            </a:r>
          </a:p>
        </p:txBody>
      </p:sp>
      <p:cxnSp>
        <p:nvCxnSpPr>
          <p:cNvPr id="39" name="C1-E10 line 37" descr="sci-ppt:o037"/>
          <p:cNvCxnSpPr/>
          <p:nvPr/>
        </p:nvCxnSpPr>
        <p:spPr>
          <a:xfrm>
            <a:off x="6675120" y="4937760"/>
            <a:ext cx="5120639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0" name="C1-E10 line 38" descr="sci-ppt:o038"/>
          <p:cNvCxnSpPr/>
          <p:nvPr/>
        </p:nvCxnSpPr>
        <p:spPr>
          <a:xfrm>
            <a:off x="667512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1" name="C1-E10 line 39" descr="sci-ppt:o039"/>
          <p:cNvCxnSpPr/>
          <p:nvPr/>
        </p:nvCxnSpPr>
        <p:spPr>
          <a:xfrm>
            <a:off x="66751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10 line 40" descr="sci-ppt:o040"/>
          <p:cNvCxnSpPr/>
          <p:nvPr/>
        </p:nvCxnSpPr>
        <p:spPr>
          <a:xfrm>
            <a:off x="66751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10 text 41" descr="sci-ppt:o041"/>
          <p:cNvSpPr txBox="1"/>
          <p:nvPr/>
        </p:nvSpPr>
        <p:spPr>
          <a:xfrm>
            <a:off x="621792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44" name="C1-E10 line 42" descr="sci-ppt:o042"/>
          <p:cNvCxnSpPr/>
          <p:nvPr/>
        </p:nvCxnSpPr>
        <p:spPr>
          <a:xfrm>
            <a:off x="838199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10 line 43" descr="sci-ppt:o043"/>
          <p:cNvCxnSpPr/>
          <p:nvPr/>
        </p:nvCxnSpPr>
        <p:spPr>
          <a:xfrm>
            <a:off x="838199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1-E10 text 44" descr="sci-ppt:o044"/>
          <p:cNvSpPr txBox="1"/>
          <p:nvPr/>
        </p:nvSpPr>
        <p:spPr>
          <a:xfrm>
            <a:off x="792479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7" name="C1-E10 line 45" descr="sci-ppt:o045"/>
          <p:cNvCxnSpPr/>
          <p:nvPr/>
        </p:nvCxnSpPr>
        <p:spPr>
          <a:xfrm>
            <a:off x="100888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10 line 46" descr="sci-ppt:o046"/>
          <p:cNvCxnSpPr/>
          <p:nvPr/>
        </p:nvCxnSpPr>
        <p:spPr>
          <a:xfrm>
            <a:off x="100888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9" name="C1-E10 text 47" descr="sci-ppt:o047"/>
          <p:cNvSpPr txBox="1"/>
          <p:nvPr/>
        </p:nvSpPr>
        <p:spPr>
          <a:xfrm>
            <a:off x="96316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50" name="C1-E10 line 48" descr="sci-ppt:o048"/>
          <p:cNvCxnSpPr/>
          <p:nvPr/>
        </p:nvCxnSpPr>
        <p:spPr>
          <a:xfrm>
            <a:off x="1179575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1" name="C1-E10 line 49" descr="sci-ppt:o049"/>
          <p:cNvCxnSpPr/>
          <p:nvPr/>
        </p:nvCxnSpPr>
        <p:spPr>
          <a:xfrm>
            <a:off x="1179575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2" name="C1-E10 text 50" descr="sci-ppt:o050"/>
          <p:cNvSpPr txBox="1"/>
          <p:nvPr/>
        </p:nvSpPr>
        <p:spPr>
          <a:xfrm>
            <a:off x="1133855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53" name="C1-E10 line 51" descr="sci-ppt:o051"/>
          <p:cNvCxnSpPr/>
          <p:nvPr/>
        </p:nvCxnSpPr>
        <p:spPr>
          <a:xfrm>
            <a:off x="661111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4" name="C1-E10 line 52" descr="sci-ppt:o052"/>
          <p:cNvCxnSpPr/>
          <p:nvPr/>
        </p:nvCxnSpPr>
        <p:spPr>
          <a:xfrm>
            <a:off x="6611112" y="40462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C1-E10 line 53" descr="sci-ppt:o053"/>
          <p:cNvCxnSpPr/>
          <p:nvPr/>
        </p:nvCxnSpPr>
        <p:spPr>
          <a:xfrm>
            <a:off x="6675120" y="4046220"/>
            <a:ext cx="512063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C1-E10 text 54" descr="sci-ppt:o054"/>
          <p:cNvSpPr txBox="1"/>
          <p:nvPr/>
        </p:nvSpPr>
        <p:spPr>
          <a:xfrm>
            <a:off x="5806440" y="39639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-1.50</a:t>
            </a:r>
          </a:p>
        </p:txBody>
      </p:sp>
      <p:cxnSp>
        <p:nvCxnSpPr>
          <p:cNvPr id="57" name="C1-E10 line 55" descr="sci-ppt:o055"/>
          <p:cNvCxnSpPr/>
          <p:nvPr/>
        </p:nvCxnSpPr>
        <p:spPr>
          <a:xfrm>
            <a:off x="6611112" y="3154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8" name="C1-E10 line 56" descr="sci-ppt:o056"/>
          <p:cNvCxnSpPr/>
          <p:nvPr/>
        </p:nvCxnSpPr>
        <p:spPr>
          <a:xfrm>
            <a:off x="6675120" y="3154680"/>
            <a:ext cx="512063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9" name="C1-E10 text 57" descr="sci-ppt:o057"/>
          <p:cNvSpPr txBox="1"/>
          <p:nvPr/>
        </p:nvSpPr>
        <p:spPr>
          <a:xfrm>
            <a:off x="5806440" y="3072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60" name="C1-E10 line 58" descr="sci-ppt:o058"/>
          <p:cNvCxnSpPr/>
          <p:nvPr/>
        </p:nvCxnSpPr>
        <p:spPr>
          <a:xfrm>
            <a:off x="6611112" y="22631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1" name="C1-E10 line 59" descr="sci-ppt:o059"/>
          <p:cNvCxnSpPr/>
          <p:nvPr/>
        </p:nvCxnSpPr>
        <p:spPr>
          <a:xfrm>
            <a:off x="6675120" y="2263140"/>
            <a:ext cx="512063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2" name="C1-E10 text 60" descr="sci-ppt:o060"/>
          <p:cNvSpPr txBox="1"/>
          <p:nvPr/>
        </p:nvSpPr>
        <p:spPr>
          <a:xfrm>
            <a:off x="5806440" y="21808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1.50</a:t>
            </a:r>
          </a:p>
        </p:txBody>
      </p:sp>
      <p:cxnSp>
        <p:nvCxnSpPr>
          <p:cNvPr id="63" name="C1-E10 line 61" descr="sci-ppt:o061"/>
          <p:cNvCxnSpPr/>
          <p:nvPr/>
        </p:nvCxnSpPr>
        <p:spPr>
          <a:xfrm>
            <a:off x="661111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4" name="C1-E10 line 62" descr="sci-ppt:o062"/>
          <p:cNvCxnSpPr/>
          <p:nvPr/>
        </p:nvCxnSpPr>
        <p:spPr>
          <a:xfrm>
            <a:off x="6675120" y="1371600"/>
            <a:ext cx="512063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5" name="C1-E10 text 63" descr="sci-ppt:o063"/>
          <p:cNvSpPr txBox="1"/>
          <p:nvPr/>
        </p:nvSpPr>
        <p:spPr>
          <a:xfrm>
            <a:off x="580644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3.00</a:t>
            </a:r>
          </a:p>
        </p:txBody>
      </p:sp>
      <p:sp>
        <p:nvSpPr>
          <p:cNvPr id="66" name="C1-E10 text 64" descr="sci-ppt:o064"/>
          <p:cNvSpPr txBox="1"/>
          <p:nvPr/>
        </p:nvSpPr>
        <p:spPr>
          <a:xfrm>
            <a:off x="6675120" y="522122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67" name="C1-E10 text 65" descr="sci-ppt:o065"/>
          <p:cNvSpPr txBox="1"/>
          <p:nvPr/>
        </p:nvSpPr>
        <p:spPr>
          <a:xfrm>
            <a:off x="6126480" y="102412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power (mW)</a:t>
            </a:r>
          </a:p>
        </p:txBody>
      </p:sp>
      <p:cxnSp>
        <p:nvCxnSpPr>
          <p:cNvPr id="68" name="C1-E10 line 66" descr="sci-ppt:o066"/>
          <p:cNvCxnSpPr/>
          <p:nvPr/>
        </p:nvCxnSpPr>
        <p:spPr>
          <a:xfrm>
            <a:off x="6675120" y="3154680"/>
            <a:ext cx="5120639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69" name="C1-E10 polygon 67" descr="sci-ppt:o067"/>
          <p:cNvSpPr/>
          <p:nvPr/>
        </p:nvSpPr>
        <p:spPr>
          <a:xfrm>
            <a:off x="6675120" y="1870805"/>
            <a:ext cx="5120639" cy="1626618"/>
          </a:xfrm>
          <a:custGeom>
            <a:avLst/>
            <a:gdLst/>
            <a:ahLst/>
            <a:cxnLst/>
            <a:rect l="l" t="t" r="r" b="b"/>
            <a:pathLst>
              <a:path w="5120639" h="1626618">
                <a:moveTo>
                  <a:pt x="0" y="1278575"/>
                </a:moveTo>
                <a:lnTo>
                  <a:pt x="35853" y="991066"/>
                </a:lnTo>
                <a:lnTo>
                  <a:pt x="71706" y="718379"/>
                </a:lnTo>
                <a:lnTo>
                  <a:pt x="107560" y="481257"/>
                </a:lnTo>
                <a:lnTo>
                  <a:pt x="143413" y="289912"/>
                </a:lnTo>
                <a:lnTo>
                  <a:pt x="179267" y="148699"/>
                </a:lnTo>
                <a:lnTo>
                  <a:pt x="215120" y="56765"/>
                </a:lnTo>
                <a:lnTo>
                  <a:pt x="250974" y="9468"/>
                </a:lnTo>
                <a:lnTo>
                  <a:pt x="286827" y="0"/>
                </a:lnTo>
                <a:lnTo>
                  <a:pt x="322680" y="20783"/>
                </a:lnTo>
                <a:lnTo>
                  <a:pt x="358534" y="64470"/>
                </a:lnTo>
                <a:lnTo>
                  <a:pt x="394387" y="124529"/>
                </a:lnTo>
                <a:lnTo>
                  <a:pt x="430241" y="195498"/>
                </a:lnTo>
                <a:lnTo>
                  <a:pt x="466094" y="273018"/>
                </a:lnTo>
                <a:lnTo>
                  <a:pt x="501948" y="353745"/>
                </a:lnTo>
                <a:lnTo>
                  <a:pt x="537801" y="435195"/>
                </a:lnTo>
                <a:lnTo>
                  <a:pt x="573655" y="515589"/>
                </a:lnTo>
                <a:lnTo>
                  <a:pt x="609508" y="593696"/>
                </a:lnTo>
                <a:lnTo>
                  <a:pt x="645361" y="668705"/>
                </a:lnTo>
                <a:lnTo>
                  <a:pt x="681215" y="740122"/>
                </a:lnTo>
                <a:lnTo>
                  <a:pt x="717068" y="807675"/>
                </a:lnTo>
                <a:lnTo>
                  <a:pt x="752922" y="871262"/>
                </a:lnTo>
                <a:lnTo>
                  <a:pt x="788775" y="930891"/>
                </a:lnTo>
                <a:lnTo>
                  <a:pt x="824629" y="986648"/>
                </a:lnTo>
                <a:lnTo>
                  <a:pt x="860482" y="1038671"/>
                </a:lnTo>
                <a:lnTo>
                  <a:pt x="896336" y="1087127"/>
                </a:lnTo>
                <a:lnTo>
                  <a:pt x="932189" y="1132203"/>
                </a:lnTo>
                <a:lnTo>
                  <a:pt x="968042" y="1174091"/>
                </a:lnTo>
                <a:lnTo>
                  <a:pt x="1003896" y="1212984"/>
                </a:lnTo>
                <a:lnTo>
                  <a:pt x="1039749" y="1249071"/>
                </a:lnTo>
                <a:lnTo>
                  <a:pt x="1075603" y="1282536"/>
                </a:lnTo>
                <a:lnTo>
                  <a:pt x="1111456" y="1313552"/>
                </a:lnTo>
                <a:lnTo>
                  <a:pt x="1147310" y="1342283"/>
                </a:lnTo>
                <a:lnTo>
                  <a:pt x="1183163" y="1368883"/>
                </a:lnTo>
                <a:lnTo>
                  <a:pt x="1219017" y="1393496"/>
                </a:lnTo>
                <a:lnTo>
                  <a:pt x="1254870" y="1416255"/>
                </a:lnTo>
                <a:lnTo>
                  <a:pt x="1290723" y="1437285"/>
                </a:lnTo>
                <a:lnTo>
                  <a:pt x="1326577" y="1456700"/>
                </a:lnTo>
                <a:lnTo>
                  <a:pt x="1362430" y="1474607"/>
                </a:lnTo>
                <a:lnTo>
                  <a:pt x="1398284" y="1491104"/>
                </a:lnTo>
                <a:lnTo>
                  <a:pt x="1434137" y="1506282"/>
                </a:lnTo>
                <a:lnTo>
                  <a:pt x="1469991" y="1520226"/>
                </a:lnTo>
                <a:lnTo>
                  <a:pt x="1505844" y="1533012"/>
                </a:lnTo>
                <a:lnTo>
                  <a:pt x="1541698" y="1544713"/>
                </a:lnTo>
                <a:lnTo>
                  <a:pt x="1577551" y="1555394"/>
                </a:lnTo>
                <a:lnTo>
                  <a:pt x="1613404" y="1565118"/>
                </a:lnTo>
                <a:lnTo>
                  <a:pt x="1649258" y="1573941"/>
                </a:lnTo>
                <a:lnTo>
                  <a:pt x="1685111" y="1581916"/>
                </a:lnTo>
                <a:lnTo>
                  <a:pt x="1720965" y="1589091"/>
                </a:lnTo>
                <a:lnTo>
                  <a:pt x="1756818" y="1595513"/>
                </a:lnTo>
                <a:lnTo>
                  <a:pt x="1792672" y="1601223"/>
                </a:lnTo>
                <a:lnTo>
                  <a:pt x="1828525" y="1606260"/>
                </a:lnTo>
                <a:lnTo>
                  <a:pt x="1864379" y="1610661"/>
                </a:lnTo>
                <a:lnTo>
                  <a:pt x="1900232" y="1614461"/>
                </a:lnTo>
                <a:lnTo>
                  <a:pt x="1936085" y="1617689"/>
                </a:lnTo>
                <a:lnTo>
                  <a:pt x="1971939" y="1620378"/>
                </a:lnTo>
                <a:lnTo>
                  <a:pt x="2007792" y="1622553"/>
                </a:lnTo>
                <a:lnTo>
                  <a:pt x="2043646" y="1624241"/>
                </a:lnTo>
                <a:lnTo>
                  <a:pt x="2079499" y="1625466"/>
                </a:lnTo>
                <a:lnTo>
                  <a:pt x="2115353" y="1626251"/>
                </a:lnTo>
                <a:lnTo>
                  <a:pt x="2151206" y="1626618"/>
                </a:lnTo>
                <a:lnTo>
                  <a:pt x="2187060" y="1626586"/>
                </a:lnTo>
                <a:lnTo>
                  <a:pt x="2222913" y="1626174"/>
                </a:lnTo>
                <a:lnTo>
                  <a:pt x="2258766" y="1625400"/>
                </a:lnTo>
                <a:lnTo>
                  <a:pt x="2294620" y="1624281"/>
                </a:lnTo>
                <a:lnTo>
                  <a:pt x="2330473" y="1622832"/>
                </a:lnTo>
                <a:lnTo>
                  <a:pt x="2366327" y="1621069"/>
                </a:lnTo>
                <a:lnTo>
                  <a:pt x="2402180" y="1619005"/>
                </a:lnTo>
                <a:lnTo>
                  <a:pt x="2438034" y="1616655"/>
                </a:lnTo>
                <a:lnTo>
                  <a:pt x="2473887" y="1614030"/>
                </a:lnTo>
                <a:lnTo>
                  <a:pt x="2509741" y="1611143"/>
                </a:lnTo>
                <a:lnTo>
                  <a:pt x="2545594" y="1608004"/>
                </a:lnTo>
                <a:lnTo>
                  <a:pt x="2581447" y="1604626"/>
                </a:lnTo>
                <a:lnTo>
                  <a:pt x="2617301" y="1601018"/>
                </a:lnTo>
                <a:lnTo>
                  <a:pt x="2653154" y="1597190"/>
                </a:lnTo>
                <a:lnTo>
                  <a:pt x="2689008" y="1593151"/>
                </a:lnTo>
                <a:lnTo>
                  <a:pt x="2724861" y="1588911"/>
                </a:lnTo>
                <a:lnTo>
                  <a:pt x="2760715" y="1584477"/>
                </a:lnTo>
                <a:lnTo>
                  <a:pt x="2796568" y="1579858"/>
                </a:lnTo>
                <a:lnTo>
                  <a:pt x="2832422" y="1575062"/>
                </a:lnTo>
                <a:lnTo>
                  <a:pt x="2868275" y="1570096"/>
                </a:lnTo>
                <a:lnTo>
                  <a:pt x="2904128" y="1564968"/>
                </a:lnTo>
                <a:lnTo>
                  <a:pt x="2939982" y="1559684"/>
                </a:lnTo>
                <a:lnTo>
                  <a:pt x="2975835" y="1554250"/>
                </a:lnTo>
                <a:lnTo>
                  <a:pt x="3011689" y="1548674"/>
                </a:lnTo>
                <a:lnTo>
                  <a:pt x="3047542" y="1542961"/>
                </a:lnTo>
                <a:lnTo>
                  <a:pt x="3083396" y="1537117"/>
                </a:lnTo>
                <a:lnTo>
                  <a:pt x="3119249" y="1531148"/>
                </a:lnTo>
                <a:lnTo>
                  <a:pt x="3155103" y="1525060"/>
                </a:lnTo>
                <a:lnTo>
                  <a:pt x="3190956" y="1518857"/>
                </a:lnTo>
                <a:lnTo>
                  <a:pt x="3226809" y="1512545"/>
                </a:lnTo>
                <a:lnTo>
                  <a:pt x="3262663" y="1506128"/>
                </a:lnTo>
                <a:lnTo>
                  <a:pt x="3298516" y="1499612"/>
                </a:lnTo>
                <a:lnTo>
                  <a:pt x="3334370" y="1493002"/>
                </a:lnTo>
                <a:lnTo>
                  <a:pt x="3370223" y="1486301"/>
                </a:lnTo>
                <a:lnTo>
                  <a:pt x="3406077" y="1479514"/>
                </a:lnTo>
                <a:lnTo>
                  <a:pt x="3441930" y="1472645"/>
                </a:lnTo>
                <a:lnTo>
                  <a:pt x="3477784" y="1465699"/>
                </a:lnTo>
                <a:lnTo>
                  <a:pt x="3513637" y="1458680"/>
                </a:lnTo>
                <a:lnTo>
                  <a:pt x="3549490" y="1451591"/>
                </a:lnTo>
                <a:lnTo>
                  <a:pt x="3585344" y="1444436"/>
                </a:lnTo>
                <a:lnTo>
                  <a:pt x="3621197" y="1437220"/>
                </a:lnTo>
                <a:lnTo>
                  <a:pt x="3657051" y="1429946"/>
                </a:lnTo>
                <a:lnTo>
                  <a:pt x="3692904" y="1422617"/>
                </a:lnTo>
                <a:lnTo>
                  <a:pt x="3728758" y="1415238"/>
                </a:lnTo>
                <a:lnTo>
                  <a:pt x="3764611" y="1407811"/>
                </a:lnTo>
                <a:lnTo>
                  <a:pt x="3800464" y="1400340"/>
                </a:lnTo>
                <a:lnTo>
                  <a:pt x="3836318" y="1392829"/>
                </a:lnTo>
                <a:lnTo>
                  <a:pt x="3872171" y="1385280"/>
                </a:lnTo>
                <a:lnTo>
                  <a:pt x="3908025" y="1377698"/>
                </a:lnTo>
                <a:lnTo>
                  <a:pt x="3943878" y="1370085"/>
                </a:lnTo>
                <a:lnTo>
                  <a:pt x="3979732" y="1362444"/>
                </a:lnTo>
                <a:lnTo>
                  <a:pt x="4015585" y="1354779"/>
                </a:lnTo>
                <a:lnTo>
                  <a:pt x="4051439" y="1347092"/>
                </a:lnTo>
                <a:lnTo>
                  <a:pt x="4087292" y="1339388"/>
                </a:lnTo>
                <a:lnTo>
                  <a:pt x="4123145" y="1331668"/>
                </a:lnTo>
                <a:lnTo>
                  <a:pt x="4158999" y="1323937"/>
                </a:lnTo>
                <a:lnTo>
                  <a:pt x="4194852" y="1316196"/>
                </a:lnTo>
                <a:lnTo>
                  <a:pt x="4230706" y="1308450"/>
                </a:lnTo>
                <a:lnTo>
                  <a:pt x="4266559" y="1300700"/>
                </a:lnTo>
                <a:lnTo>
                  <a:pt x="4302413" y="1292951"/>
                </a:lnTo>
                <a:lnTo>
                  <a:pt x="4338266" y="1285205"/>
                </a:lnTo>
                <a:lnTo>
                  <a:pt x="4374120" y="1277464"/>
                </a:lnTo>
                <a:lnTo>
                  <a:pt x="4409973" y="1269733"/>
                </a:lnTo>
                <a:lnTo>
                  <a:pt x="4445826" y="1262013"/>
                </a:lnTo>
                <a:lnTo>
                  <a:pt x="4481680" y="1254309"/>
                </a:lnTo>
                <a:lnTo>
                  <a:pt x="4517533" y="1246622"/>
                </a:lnTo>
                <a:lnTo>
                  <a:pt x="4553387" y="1238957"/>
                </a:lnTo>
                <a:lnTo>
                  <a:pt x="4589240" y="1231315"/>
                </a:lnTo>
                <a:lnTo>
                  <a:pt x="4625094" y="1223701"/>
                </a:lnTo>
                <a:lnTo>
                  <a:pt x="4660947" y="1216117"/>
                </a:lnTo>
                <a:lnTo>
                  <a:pt x="4696801" y="1208565"/>
                </a:lnTo>
                <a:lnTo>
                  <a:pt x="4732654" y="1201050"/>
                </a:lnTo>
                <a:lnTo>
                  <a:pt x="4768507" y="1193575"/>
                </a:lnTo>
                <a:lnTo>
                  <a:pt x="4804361" y="1186142"/>
                </a:lnTo>
                <a:lnTo>
                  <a:pt x="4840214" y="1178755"/>
                </a:lnTo>
                <a:lnTo>
                  <a:pt x="4876068" y="1171418"/>
                </a:lnTo>
                <a:lnTo>
                  <a:pt x="4911921" y="1164132"/>
                </a:lnTo>
                <a:lnTo>
                  <a:pt x="4947775" y="1156903"/>
                </a:lnTo>
                <a:lnTo>
                  <a:pt x="4983628" y="1149732"/>
                </a:lnTo>
                <a:lnTo>
                  <a:pt x="5019482" y="1142625"/>
                </a:lnTo>
                <a:lnTo>
                  <a:pt x="5055335" y="1135583"/>
                </a:lnTo>
                <a:lnTo>
                  <a:pt x="5091188" y="1128612"/>
                </a:lnTo>
                <a:lnTo>
                  <a:pt x="5120639" y="1123063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1-E10 polygon 68" descr="sci-ppt:o068"/>
          <p:cNvSpPr/>
          <p:nvPr/>
        </p:nvSpPr>
        <p:spPr>
          <a:xfrm>
            <a:off x="6675120" y="1870799"/>
            <a:ext cx="5120639" cy="1626624"/>
          </a:xfrm>
          <a:custGeom>
            <a:avLst/>
            <a:gdLst/>
            <a:ahLst/>
            <a:cxnLst/>
            <a:rect l="l" t="t" r="r" b="b"/>
            <a:pathLst>
              <a:path w="5120639" h="1626624">
                <a:moveTo>
                  <a:pt x="0" y="1283881"/>
                </a:moveTo>
                <a:lnTo>
                  <a:pt x="35853" y="991068"/>
                </a:lnTo>
                <a:lnTo>
                  <a:pt x="71706" y="718377"/>
                </a:lnTo>
                <a:lnTo>
                  <a:pt x="107560" y="481253"/>
                </a:lnTo>
                <a:lnTo>
                  <a:pt x="143413" y="289907"/>
                </a:lnTo>
                <a:lnTo>
                  <a:pt x="179267" y="148695"/>
                </a:lnTo>
                <a:lnTo>
                  <a:pt x="215120" y="56761"/>
                </a:lnTo>
                <a:lnTo>
                  <a:pt x="250974" y="9466"/>
                </a:lnTo>
                <a:lnTo>
                  <a:pt x="286827" y="0"/>
                </a:lnTo>
                <a:lnTo>
                  <a:pt x="322680" y="20784"/>
                </a:lnTo>
                <a:lnTo>
                  <a:pt x="358534" y="64473"/>
                </a:lnTo>
                <a:lnTo>
                  <a:pt x="394387" y="124533"/>
                </a:lnTo>
                <a:lnTo>
                  <a:pt x="430241" y="195502"/>
                </a:lnTo>
                <a:lnTo>
                  <a:pt x="466094" y="273024"/>
                </a:lnTo>
                <a:lnTo>
                  <a:pt x="501948" y="353751"/>
                </a:lnTo>
                <a:lnTo>
                  <a:pt x="537801" y="435202"/>
                </a:lnTo>
                <a:lnTo>
                  <a:pt x="573655" y="515595"/>
                </a:lnTo>
                <a:lnTo>
                  <a:pt x="609508" y="593702"/>
                </a:lnTo>
                <a:lnTo>
                  <a:pt x="645361" y="668712"/>
                </a:lnTo>
                <a:lnTo>
                  <a:pt x="681215" y="740128"/>
                </a:lnTo>
                <a:lnTo>
                  <a:pt x="717068" y="807682"/>
                </a:lnTo>
                <a:lnTo>
                  <a:pt x="752922" y="871269"/>
                </a:lnTo>
                <a:lnTo>
                  <a:pt x="788775" y="930898"/>
                </a:lnTo>
                <a:lnTo>
                  <a:pt x="824629" y="986655"/>
                </a:lnTo>
                <a:lnTo>
                  <a:pt x="860482" y="1038678"/>
                </a:lnTo>
                <a:lnTo>
                  <a:pt x="896336" y="1087134"/>
                </a:lnTo>
                <a:lnTo>
                  <a:pt x="932189" y="1132210"/>
                </a:lnTo>
                <a:lnTo>
                  <a:pt x="968042" y="1174097"/>
                </a:lnTo>
                <a:lnTo>
                  <a:pt x="1003896" y="1212990"/>
                </a:lnTo>
                <a:lnTo>
                  <a:pt x="1039749" y="1249078"/>
                </a:lnTo>
                <a:lnTo>
                  <a:pt x="1075603" y="1282543"/>
                </a:lnTo>
                <a:lnTo>
                  <a:pt x="1111456" y="1313559"/>
                </a:lnTo>
                <a:lnTo>
                  <a:pt x="1147310" y="1342290"/>
                </a:lnTo>
                <a:lnTo>
                  <a:pt x="1183163" y="1368890"/>
                </a:lnTo>
                <a:lnTo>
                  <a:pt x="1219017" y="1393502"/>
                </a:lnTo>
                <a:lnTo>
                  <a:pt x="1254870" y="1416261"/>
                </a:lnTo>
                <a:lnTo>
                  <a:pt x="1290723" y="1437291"/>
                </a:lnTo>
                <a:lnTo>
                  <a:pt x="1326577" y="1456706"/>
                </a:lnTo>
                <a:lnTo>
                  <a:pt x="1362430" y="1474613"/>
                </a:lnTo>
                <a:lnTo>
                  <a:pt x="1398284" y="1491110"/>
                </a:lnTo>
                <a:lnTo>
                  <a:pt x="1434137" y="1506288"/>
                </a:lnTo>
                <a:lnTo>
                  <a:pt x="1469991" y="1520232"/>
                </a:lnTo>
                <a:lnTo>
                  <a:pt x="1505844" y="1533018"/>
                </a:lnTo>
                <a:lnTo>
                  <a:pt x="1541698" y="1544719"/>
                </a:lnTo>
                <a:lnTo>
                  <a:pt x="1577551" y="1555400"/>
                </a:lnTo>
                <a:lnTo>
                  <a:pt x="1613404" y="1565124"/>
                </a:lnTo>
                <a:lnTo>
                  <a:pt x="1649258" y="1573947"/>
                </a:lnTo>
                <a:lnTo>
                  <a:pt x="1685111" y="1581922"/>
                </a:lnTo>
                <a:lnTo>
                  <a:pt x="1720965" y="1589097"/>
                </a:lnTo>
                <a:lnTo>
                  <a:pt x="1756818" y="1595519"/>
                </a:lnTo>
                <a:lnTo>
                  <a:pt x="1792672" y="1601229"/>
                </a:lnTo>
                <a:lnTo>
                  <a:pt x="1828525" y="1606266"/>
                </a:lnTo>
                <a:lnTo>
                  <a:pt x="1864379" y="1610667"/>
                </a:lnTo>
                <a:lnTo>
                  <a:pt x="1900232" y="1614467"/>
                </a:lnTo>
                <a:lnTo>
                  <a:pt x="1936085" y="1617696"/>
                </a:lnTo>
                <a:lnTo>
                  <a:pt x="1971939" y="1620384"/>
                </a:lnTo>
                <a:lnTo>
                  <a:pt x="2007792" y="1622559"/>
                </a:lnTo>
                <a:lnTo>
                  <a:pt x="2043646" y="1624247"/>
                </a:lnTo>
                <a:lnTo>
                  <a:pt x="2079499" y="1625472"/>
                </a:lnTo>
                <a:lnTo>
                  <a:pt x="2115353" y="1626258"/>
                </a:lnTo>
                <a:lnTo>
                  <a:pt x="2151206" y="1626624"/>
                </a:lnTo>
                <a:lnTo>
                  <a:pt x="2187060" y="1626592"/>
                </a:lnTo>
                <a:lnTo>
                  <a:pt x="2222913" y="1626180"/>
                </a:lnTo>
                <a:lnTo>
                  <a:pt x="2258766" y="1625406"/>
                </a:lnTo>
                <a:lnTo>
                  <a:pt x="2294620" y="1624287"/>
                </a:lnTo>
                <a:lnTo>
                  <a:pt x="2330473" y="1622838"/>
                </a:lnTo>
                <a:lnTo>
                  <a:pt x="2366327" y="1621075"/>
                </a:lnTo>
                <a:lnTo>
                  <a:pt x="2402180" y="1619011"/>
                </a:lnTo>
                <a:lnTo>
                  <a:pt x="2438034" y="1616661"/>
                </a:lnTo>
                <a:lnTo>
                  <a:pt x="2473887" y="1614036"/>
                </a:lnTo>
                <a:lnTo>
                  <a:pt x="2509741" y="1611149"/>
                </a:lnTo>
                <a:lnTo>
                  <a:pt x="2545594" y="1608011"/>
                </a:lnTo>
                <a:lnTo>
                  <a:pt x="2581447" y="1604632"/>
                </a:lnTo>
                <a:lnTo>
                  <a:pt x="2617301" y="1601024"/>
                </a:lnTo>
                <a:lnTo>
                  <a:pt x="2653154" y="1597196"/>
                </a:lnTo>
                <a:lnTo>
                  <a:pt x="2689008" y="1593157"/>
                </a:lnTo>
                <a:lnTo>
                  <a:pt x="2724861" y="1588917"/>
                </a:lnTo>
                <a:lnTo>
                  <a:pt x="2760715" y="1584483"/>
                </a:lnTo>
                <a:lnTo>
                  <a:pt x="2796568" y="1579864"/>
                </a:lnTo>
                <a:lnTo>
                  <a:pt x="2832422" y="1575068"/>
                </a:lnTo>
                <a:lnTo>
                  <a:pt x="2868275" y="1570102"/>
                </a:lnTo>
                <a:lnTo>
                  <a:pt x="2904128" y="1564974"/>
                </a:lnTo>
                <a:lnTo>
                  <a:pt x="2939982" y="1559690"/>
                </a:lnTo>
                <a:lnTo>
                  <a:pt x="2975835" y="1554256"/>
                </a:lnTo>
                <a:lnTo>
                  <a:pt x="3011689" y="1548680"/>
                </a:lnTo>
                <a:lnTo>
                  <a:pt x="3047542" y="1542967"/>
                </a:lnTo>
                <a:lnTo>
                  <a:pt x="3083396" y="1537123"/>
                </a:lnTo>
                <a:lnTo>
                  <a:pt x="3119249" y="1531154"/>
                </a:lnTo>
                <a:lnTo>
                  <a:pt x="3155103" y="1525066"/>
                </a:lnTo>
                <a:lnTo>
                  <a:pt x="3190956" y="1518863"/>
                </a:lnTo>
                <a:lnTo>
                  <a:pt x="3226809" y="1512551"/>
                </a:lnTo>
                <a:lnTo>
                  <a:pt x="3262663" y="1506134"/>
                </a:lnTo>
                <a:lnTo>
                  <a:pt x="3298516" y="1499618"/>
                </a:lnTo>
                <a:lnTo>
                  <a:pt x="3334370" y="1493008"/>
                </a:lnTo>
                <a:lnTo>
                  <a:pt x="3370223" y="1486307"/>
                </a:lnTo>
                <a:lnTo>
                  <a:pt x="3406077" y="1479520"/>
                </a:lnTo>
                <a:lnTo>
                  <a:pt x="3441930" y="1472651"/>
                </a:lnTo>
                <a:lnTo>
                  <a:pt x="3477784" y="1465705"/>
                </a:lnTo>
                <a:lnTo>
                  <a:pt x="3513637" y="1458686"/>
                </a:lnTo>
                <a:lnTo>
                  <a:pt x="3549490" y="1451597"/>
                </a:lnTo>
                <a:lnTo>
                  <a:pt x="3585344" y="1444442"/>
                </a:lnTo>
                <a:lnTo>
                  <a:pt x="3621197" y="1437226"/>
                </a:lnTo>
                <a:lnTo>
                  <a:pt x="3657051" y="1429952"/>
                </a:lnTo>
                <a:lnTo>
                  <a:pt x="3692904" y="1422623"/>
                </a:lnTo>
                <a:lnTo>
                  <a:pt x="3728758" y="1415244"/>
                </a:lnTo>
                <a:lnTo>
                  <a:pt x="3764611" y="1407817"/>
                </a:lnTo>
                <a:lnTo>
                  <a:pt x="3800464" y="1400346"/>
                </a:lnTo>
                <a:lnTo>
                  <a:pt x="3836318" y="1392835"/>
                </a:lnTo>
                <a:lnTo>
                  <a:pt x="3872171" y="1385286"/>
                </a:lnTo>
                <a:lnTo>
                  <a:pt x="3908025" y="1377704"/>
                </a:lnTo>
                <a:lnTo>
                  <a:pt x="3943878" y="1370091"/>
                </a:lnTo>
                <a:lnTo>
                  <a:pt x="3979732" y="1362450"/>
                </a:lnTo>
                <a:lnTo>
                  <a:pt x="4015585" y="1354785"/>
                </a:lnTo>
                <a:lnTo>
                  <a:pt x="4051439" y="1347098"/>
                </a:lnTo>
                <a:lnTo>
                  <a:pt x="4087292" y="1339394"/>
                </a:lnTo>
                <a:lnTo>
                  <a:pt x="4123145" y="1331674"/>
                </a:lnTo>
                <a:lnTo>
                  <a:pt x="4158999" y="1323943"/>
                </a:lnTo>
                <a:lnTo>
                  <a:pt x="4194852" y="1316202"/>
                </a:lnTo>
                <a:lnTo>
                  <a:pt x="4230706" y="1308456"/>
                </a:lnTo>
                <a:lnTo>
                  <a:pt x="4266559" y="1300706"/>
                </a:lnTo>
                <a:lnTo>
                  <a:pt x="4302413" y="1292957"/>
                </a:lnTo>
                <a:lnTo>
                  <a:pt x="4338266" y="1285211"/>
                </a:lnTo>
                <a:lnTo>
                  <a:pt x="4374120" y="1277470"/>
                </a:lnTo>
                <a:lnTo>
                  <a:pt x="4409973" y="1269739"/>
                </a:lnTo>
                <a:lnTo>
                  <a:pt x="4445826" y="1262019"/>
                </a:lnTo>
                <a:lnTo>
                  <a:pt x="4481680" y="1254315"/>
                </a:lnTo>
                <a:lnTo>
                  <a:pt x="4517533" y="1246628"/>
                </a:lnTo>
                <a:lnTo>
                  <a:pt x="4553387" y="1238963"/>
                </a:lnTo>
                <a:lnTo>
                  <a:pt x="4589240" y="1231321"/>
                </a:lnTo>
                <a:lnTo>
                  <a:pt x="4625094" y="1223707"/>
                </a:lnTo>
                <a:lnTo>
                  <a:pt x="4660947" y="1216123"/>
                </a:lnTo>
                <a:lnTo>
                  <a:pt x="4696801" y="1208571"/>
                </a:lnTo>
                <a:lnTo>
                  <a:pt x="4732654" y="1201056"/>
                </a:lnTo>
                <a:lnTo>
                  <a:pt x="4768507" y="1193581"/>
                </a:lnTo>
                <a:lnTo>
                  <a:pt x="4804361" y="1186148"/>
                </a:lnTo>
                <a:lnTo>
                  <a:pt x="4840214" y="1178761"/>
                </a:lnTo>
                <a:lnTo>
                  <a:pt x="4876068" y="1171424"/>
                </a:lnTo>
                <a:lnTo>
                  <a:pt x="4911921" y="1164138"/>
                </a:lnTo>
                <a:lnTo>
                  <a:pt x="4947775" y="1156909"/>
                </a:lnTo>
                <a:lnTo>
                  <a:pt x="4983628" y="1149738"/>
                </a:lnTo>
                <a:lnTo>
                  <a:pt x="5019482" y="1142631"/>
                </a:lnTo>
                <a:lnTo>
                  <a:pt x="5055335" y="1135589"/>
                </a:lnTo>
                <a:lnTo>
                  <a:pt x="5091188" y="1128618"/>
                </a:lnTo>
                <a:lnTo>
                  <a:pt x="5120639" y="1122946"/>
                </a:lnTo>
              </a:path>
            </a:pathLst>
          </a:custGeom>
          <a:noFill/>
          <a:ln w="20320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C1-E10 polygon 69" descr="sci-ppt:o069"/>
          <p:cNvSpPr/>
          <p:nvPr/>
        </p:nvSpPr>
        <p:spPr>
          <a:xfrm>
            <a:off x="6675120" y="3063131"/>
            <a:ext cx="5120639" cy="113428"/>
          </a:xfrm>
          <a:custGeom>
            <a:avLst/>
            <a:gdLst/>
            <a:ahLst/>
            <a:cxnLst/>
            <a:rect l="l" t="t" r="r" b="b"/>
            <a:pathLst>
              <a:path w="5120639" h="113428">
                <a:moveTo>
                  <a:pt x="0" y="91373"/>
                </a:moveTo>
                <a:lnTo>
                  <a:pt x="35853" y="81767"/>
                </a:lnTo>
                <a:lnTo>
                  <a:pt x="71706" y="72214"/>
                </a:lnTo>
                <a:lnTo>
                  <a:pt x="107560" y="63082"/>
                </a:lnTo>
                <a:lnTo>
                  <a:pt x="143413" y="54523"/>
                </a:lnTo>
                <a:lnTo>
                  <a:pt x="179267" y="46647"/>
                </a:lnTo>
                <a:lnTo>
                  <a:pt x="215120" y="39514"/>
                </a:lnTo>
                <a:lnTo>
                  <a:pt x="250974" y="33146"/>
                </a:lnTo>
                <a:lnTo>
                  <a:pt x="286827" y="27531"/>
                </a:lnTo>
                <a:lnTo>
                  <a:pt x="322680" y="22632"/>
                </a:lnTo>
                <a:lnTo>
                  <a:pt x="358534" y="18399"/>
                </a:lnTo>
                <a:lnTo>
                  <a:pt x="394387" y="14774"/>
                </a:lnTo>
                <a:lnTo>
                  <a:pt x="430241" y="11695"/>
                </a:lnTo>
                <a:lnTo>
                  <a:pt x="466094" y="9105"/>
                </a:lnTo>
                <a:lnTo>
                  <a:pt x="501948" y="6945"/>
                </a:lnTo>
                <a:lnTo>
                  <a:pt x="537801" y="5165"/>
                </a:lnTo>
                <a:lnTo>
                  <a:pt x="573655" y="3717"/>
                </a:lnTo>
                <a:lnTo>
                  <a:pt x="609508" y="2562"/>
                </a:lnTo>
                <a:lnTo>
                  <a:pt x="645361" y="1661"/>
                </a:lnTo>
                <a:lnTo>
                  <a:pt x="681215" y="984"/>
                </a:lnTo>
                <a:lnTo>
                  <a:pt x="717068" y="502"/>
                </a:lnTo>
                <a:lnTo>
                  <a:pt x="752922" y="191"/>
                </a:lnTo>
                <a:lnTo>
                  <a:pt x="788775" y="30"/>
                </a:lnTo>
                <a:lnTo>
                  <a:pt x="824629" y="0"/>
                </a:lnTo>
                <a:lnTo>
                  <a:pt x="860482" y="86"/>
                </a:lnTo>
                <a:lnTo>
                  <a:pt x="896336" y="275"/>
                </a:lnTo>
                <a:lnTo>
                  <a:pt x="932189" y="553"/>
                </a:lnTo>
                <a:lnTo>
                  <a:pt x="968042" y="911"/>
                </a:lnTo>
                <a:lnTo>
                  <a:pt x="1003896" y="1339"/>
                </a:lnTo>
                <a:lnTo>
                  <a:pt x="1039749" y="1830"/>
                </a:lnTo>
                <a:lnTo>
                  <a:pt x="1075603" y="2376"/>
                </a:lnTo>
                <a:lnTo>
                  <a:pt x="1111456" y="2971"/>
                </a:lnTo>
                <a:lnTo>
                  <a:pt x="1147310" y="3611"/>
                </a:lnTo>
                <a:lnTo>
                  <a:pt x="1183163" y="4290"/>
                </a:lnTo>
                <a:lnTo>
                  <a:pt x="1219017" y="5004"/>
                </a:lnTo>
                <a:lnTo>
                  <a:pt x="1254870" y="5749"/>
                </a:lnTo>
                <a:lnTo>
                  <a:pt x="1290723" y="6523"/>
                </a:lnTo>
                <a:lnTo>
                  <a:pt x="1326577" y="7322"/>
                </a:lnTo>
                <a:lnTo>
                  <a:pt x="1362430" y="8143"/>
                </a:lnTo>
                <a:lnTo>
                  <a:pt x="1398284" y="8985"/>
                </a:lnTo>
                <a:lnTo>
                  <a:pt x="1434137" y="9846"/>
                </a:lnTo>
                <a:lnTo>
                  <a:pt x="1469991" y="10723"/>
                </a:lnTo>
                <a:lnTo>
                  <a:pt x="1505844" y="11615"/>
                </a:lnTo>
                <a:lnTo>
                  <a:pt x="1541698" y="12520"/>
                </a:lnTo>
                <a:lnTo>
                  <a:pt x="1577551" y="13438"/>
                </a:lnTo>
                <a:lnTo>
                  <a:pt x="1613404" y="14366"/>
                </a:lnTo>
                <a:lnTo>
                  <a:pt x="1649258" y="15305"/>
                </a:lnTo>
                <a:lnTo>
                  <a:pt x="1685111" y="16253"/>
                </a:lnTo>
                <a:lnTo>
                  <a:pt x="1720965" y="17209"/>
                </a:lnTo>
                <a:lnTo>
                  <a:pt x="1756818" y="18172"/>
                </a:lnTo>
                <a:lnTo>
                  <a:pt x="1792672" y="19141"/>
                </a:lnTo>
                <a:lnTo>
                  <a:pt x="1828525" y="20117"/>
                </a:lnTo>
                <a:lnTo>
                  <a:pt x="1864379" y="21099"/>
                </a:lnTo>
                <a:lnTo>
                  <a:pt x="1900232" y="22085"/>
                </a:lnTo>
                <a:lnTo>
                  <a:pt x="1936085" y="23075"/>
                </a:lnTo>
                <a:lnTo>
                  <a:pt x="1971939" y="24070"/>
                </a:lnTo>
                <a:lnTo>
                  <a:pt x="2007792" y="25069"/>
                </a:lnTo>
                <a:lnTo>
                  <a:pt x="2043646" y="26070"/>
                </a:lnTo>
                <a:lnTo>
                  <a:pt x="2079499" y="27075"/>
                </a:lnTo>
                <a:lnTo>
                  <a:pt x="2115353" y="28082"/>
                </a:lnTo>
                <a:lnTo>
                  <a:pt x="2151206" y="29092"/>
                </a:lnTo>
                <a:lnTo>
                  <a:pt x="2187060" y="30103"/>
                </a:lnTo>
                <a:lnTo>
                  <a:pt x="2222913" y="31117"/>
                </a:lnTo>
                <a:lnTo>
                  <a:pt x="2258766" y="32133"/>
                </a:lnTo>
                <a:lnTo>
                  <a:pt x="2294620" y="33150"/>
                </a:lnTo>
                <a:lnTo>
                  <a:pt x="2330473" y="34168"/>
                </a:lnTo>
                <a:lnTo>
                  <a:pt x="2366327" y="35187"/>
                </a:lnTo>
                <a:lnTo>
                  <a:pt x="2402180" y="36208"/>
                </a:lnTo>
                <a:lnTo>
                  <a:pt x="2438034" y="37230"/>
                </a:lnTo>
                <a:lnTo>
                  <a:pt x="2473887" y="38252"/>
                </a:lnTo>
                <a:lnTo>
                  <a:pt x="2509741" y="39275"/>
                </a:lnTo>
                <a:lnTo>
                  <a:pt x="2545594" y="40299"/>
                </a:lnTo>
                <a:lnTo>
                  <a:pt x="2581447" y="41323"/>
                </a:lnTo>
                <a:lnTo>
                  <a:pt x="2617301" y="42347"/>
                </a:lnTo>
                <a:lnTo>
                  <a:pt x="2653154" y="43372"/>
                </a:lnTo>
                <a:lnTo>
                  <a:pt x="2689008" y="44397"/>
                </a:lnTo>
                <a:lnTo>
                  <a:pt x="2724861" y="45423"/>
                </a:lnTo>
                <a:lnTo>
                  <a:pt x="2760715" y="46448"/>
                </a:lnTo>
                <a:lnTo>
                  <a:pt x="2796568" y="47474"/>
                </a:lnTo>
                <a:lnTo>
                  <a:pt x="2832422" y="48500"/>
                </a:lnTo>
                <a:lnTo>
                  <a:pt x="2868275" y="49526"/>
                </a:lnTo>
                <a:lnTo>
                  <a:pt x="2904128" y="50551"/>
                </a:lnTo>
                <a:lnTo>
                  <a:pt x="2939982" y="51577"/>
                </a:lnTo>
                <a:lnTo>
                  <a:pt x="2975835" y="52603"/>
                </a:lnTo>
                <a:lnTo>
                  <a:pt x="3011689" y="53628"/>
                </a:lnTo>
                <a:lnTo>
                  <a:pt x="3047542" y="54653"/>
                </a:lnTo>
                <a:lnTo>
                  <a:pt x="3083396" y="55678"/>
                </a:lnTo>
                <a:lnTo>
                  <a:pt x="3119249" y="56703"/>
                </a:lnTo>
                <a:lnTo>
                  <a:pt x="3155103" y="57728"/>
                </a:lnTo>
                <a:lnTo>
                  <a:pt x="3190956" y="58753"/>
                </a:lnTo>
                <a:lnTo>
                  <a:pt x="3226809" y="59777"/>
                </a:lnTo>
                <a:lnTo>
                  <a:pt x="3262663" y="60801"/>
                </a:lnTo>
                <a:lnTo>
                  <a:pt x="3298516" y="61824"/>
                </a:lnTo>
                <a:lnTo>
                  <a:pt x="3334370" y="62848"/>
                </a:lnTo>
                <a:lnTo>
                  <a:pt x="3370223" y="63871"/>
                </a:lnTo>
                <a:lnTo>
                  <a:pt x="3406077" y="64894"/>
                </a:lnTo>
                <a:lnTo>
                  <a:pt x="3441930" y="65916"/>
                </a:lnTo>
                <a:lnTo>
                  <a:pt x="3477784" y="66938"/>
                </a:lnTo>
                <a:lnTo>
                  <a:pt x="3513637" y="67960"/>
                </a:lnTo>
                <a:lnTo>
                  <a:pt x="3549490" y="68982"/>
                </a:lnTo>
                <a:lnTo>
                  <a:pt x="3585344" y="70003"/>
                </a:lnTo>
                <a:lnTo>
                  <a:pt x="3621197" y="71024"/>
                </a:lnTo>
                <a:lnTo>
                  <a:pt x="3657051" y="72045"/>
                </a:lnTo>
                <a:lnTo>
                  <a:pt x="3692904" y="73065"/>
                </a:lnTo>
                <a:lnTo>
                  <a:pt x="3728758" y="74085"/>
                </a:lnTo>
                <a:lnTo>
                  <a:pt x="3764611" y="75104"/>
                </a:lnTo>
                <a:lnTo>
                  <a:pt x="3800464" y="76124"/>
                </a:lnTo>
                <a:lnTo>
                  <a:pt x="3836318" y="77142"/>
                </a:lnTo>
                <a:lnTo>
                  <a:pt x="3872171" y="78161"/>
                </a:lnTo>
                <a:lnTo>
                  <a:pt x="3908025" y="79179"/>
                </a:lnTo>
                <a:lnTo>
                  <a:pt x="3943878" y="80197"/>
                </a:lnTo>
                <a:lnTo>
                  <a:pt x="3979732" y="81215"/>
                </a:lnTo>
                <a:lnTo>
                  <a:pt x="4015585" y="82232"/>
                </a:lnTo>
                <a:lnTo>
                  <a:pt x="4051439" y="83249"/>
                </a:lnTo>
                <a:lnTo>
                  <a:pt x="4087292" y="84266"/>
                </a:lnTo>
                <a:lnTo>
                  <a:pt x="4123145" y="85282"/>
                </a:lnTo>
                <a:lnTo>
                  <a:pt x="4158999" y="86298"/>
                </a:lnTo>
                <a:lnTo>
                  <a:pt x="4194852" y="87314"/>
                </a:lnTo>
                <a:lnTo>
                  <a:pt x="4230706" y="88330"/>
                </a:lnTo>
                <a:lnTo>
                  <a:pt x="4266559" y="89345"/>
                </a:lnTo>
                <a:lnTo>
                  <a:pt x="4302413" y="90360"/>
                </a:lnTo>
                <a:lnTo>
                  <a:pt x="4338266" y="91374"/>
                </a:lnTo>
                <a:lnTo>
                  <a:pt x="4374120" y="92389"/>
                </a:lnTo>
                <a:lnTo>
                  <a:pt x="4409973" y="93403"/>
                </a:lnTo>
                <a:lnTo>
                  <a:pt x="4445826" y="94416"/>
                </a:lnTo>
                <a:lnTo>
                  <a:pt x="4481680" y="95430"/>
                </a:lnTo>
                <a:lnTo>
                  <a:pt x="4517533" y="96443"/>
                </a:lnTo>
                <a:lnTo>
                  <a:pt x="4553387" y="97456"/>
                </a:lnTo>
                <a:lnTo>
                  <a:pt x="4589240" y="98469"/>
                </a:lnTo>
                <a:lnTo>
                  <a:pt x="4625094" y="99481"/>
                </a:lnTo>
                <a:lnTo>
                  <a:pt x="4660947" y="100493"/>
                </a:lnTo>
                <a:lnTo>
                  <a:pt x="4696801" y="101505"/>
                </a:lnTo>
                <a:lnTo>
                  <a:pt x="4732654" y="102517"/>
                </a:lnTo>
                <a:lnTo>
                  <a:pt x="4768507" y="103528"/>
                </a:lnTo>
                <a:lnTo>
                  <a:pt x="4804361" y="104539"/>
                </a:lnTo>
                <a:lnTo>
                  <a:pt x="4840214" y="105550"/>
                </a:lnTo>
                <a:lnTo>
                  <a:pt x="4876068" y="106560"/>
                </a:lnTo>
                <a:lnTo>
                  <a:pt x="4911921" y="107570"/>
                </a:lnTo>
                <a:lnTo>
                  <a:pt x="4947775" y="108580"/>
                </a:lnTo>
                <a:lnTo>
                  <a:pt x="4983628" y="109590"/>
                </a:lnTo>
                <a:lnTo>
                  <a:pt x="5019482" y="110599"/>
                </a:lnTo>
                <a:lnTo>
                  <a:pt x="5055335" y="111608"/>
                </a:lnTo>
                <a:lnTo>
                  <a:pt x="5091188" y="112617"/>
                </a:lnTo>
                <a:lnTo>
                  <a:pt x="5120639" y="113428"/>
                </a:lnTo>
              </a:path>
            </a:pathLst>
          </a:custGeom>
          <a:noFill/>
          <a:ln w="4064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1-E10 polygon 70" descr="sci-ppt:o070"/>
          <p:cNvSpPr/>
          <p:nvPr/>
        </p:nvSpPr>
        <p:spPr>
          <a:xfrm>
            <a:off x="6675120" y="3063131"/>
            <a:ext cx="5120639" cy="113446"/>
          </a:xfrm>
          <a:custGeom>
            <a:avLst/>
            <a:gdLst/>
            <a:ahLst/>
            <a:cxnLst/>
            <a:rect l="l" t="t" r="r" b="b"/>
            <a:pathLst>
              <a:path w="5120639" h="113446">
                <a:moveTo>
                  <a:pt x="0" y="91549"/>
                </a:moveTo>
                <a:lnTo>
                  <a:pt x="35853" y="81767"/>
                </a:lnTo>
                <a:lnTo>
                  <a:pt x="71706" y="72214"/>
                </a:lnTo>
                <a:lnTo>
                  <a:pt x="107560" y="63082"/>
                </a:lnTo>
                <a:lnTo>
                  <a:pt x="143413" y="54523"/>
                </a:lnTo>
                <a:lnTo>
                  <a:pt x="179267" y="46646"/>
                </a:lnTo>
                <a:lnTo>
                  <a:pt x="215120" y="39514"/>
                </a:lnTo>
                <a:lnTo>
                  <a:pt x="250974" y="33146"/>
                </a:lnTo>
                <a:lnTo>
                  <a:pt x="286827" y="27531"/>
                </a:lnTo>
                <a:lnTo>
                  <a:pt x="322680" y="22632"/>
                </a:lnTo>
                <a:lnTo>
                  <a:pt x="358534" y="18399"/>
                </a:lnTo>
                <a:lnTo>
                  <a:pt x="394387" y="14774"/>
                </a:lnTo>
                <a:lnTo>
                  <a:pt x="430241" y="11695"/>
                </a:lnTo>
                <a:lnTo>
                  <a:pt x="466094" y="9104"/>
                </a:lnTo>
                <a:lnTo>
                  <a:pt x="501948" y="6945"/>
                </a:lnTo>
                <a:lnTo>
                  <a:pt x="537801" y="5165"/>
                </a:lnTo>
                <a:lnTo>
                  <a:pt x="573655" y="3717"/>
                </a:lnTo>
                <a:lnTo>
                  <a:pt x="609508" y="2562"/>
                </a:lnTo>
                <a:lnTo>
                  <a:pt x="645361" y="1661"/>
                </a:lnTo>
                <a:lnTo>
                  <a:pt x="681215" y="984"/>
                </a:lnTo>
                <a:lnTo>
                  <a:pt x="717068" y="502"/>
                </a:lnTo>
                <a:lnTo>
                  <a:pt x="752922" y="191"/>
                </a:lnTo>
                <a:lnTo>
                  <a:pt x="788775" y="30"/>
                </a:lnTo>
                <a:lnTo>
                  <a:pt x="824629" y="0"/>
                </a:lnTo>
                <a:lnTo>
                  <a:pt x="860482" y="86"/>
                </a:lnTo>
                <a:lnTo>
                  <a:pt x="896336" y="275"/>
                </a:lnTo>
                <a:lnTo>
                  <a:pt x="932189" y="553"/>
                </a:lnTo>
                <a:lnTo>
                  <a:pt x="968042" y="911"/>
                </a:lnTo>
                <a:lnTo>
                  <a:pt x="1003896" y="1339"/>
                </a:lnTo>
                <a:lnTo>
                  <a:pt x="1039749" y="1830"/>
                </a:lnTo>
                <a:lnTo>
                  <a:pt x="1075603" y="2376"/>
                </a:lnTo>
                <a:lnTo>
                  <a:pt x="1111456" y="2971"/>
                </a:lnTo>
                <a:lnTo>
                  <a:pt x="1147310" y="3611"/>
                </a:lnTo>
                <a:lnTo>
                  <a:pt x="1183163" y="4290"/>
                </a:lnTo>
                <a:lnTo>
                  <a:pt x="1219017" y="5004"/>
                </a:lnTo>
                <a:lnTo>
                  <a:pt x="1254870" y="5749"/>
                </a:lnTo>
                <a:lnTo>
                  <a:pt x="1290723" y="6523"/>
                </a:lnTo>
                <a:lnTo>
                  <a:pt x="1326577" y="7322"/>
                </a:lnTo>
                <a:lnTo>
                  <a:pt x="1362430" y="8143"/>
                </a:lnTo>
                <a:lnTo>
                  <a:pt x="1398284" y="8985"/>
                </a:lnTo>
                <a:lnTo>
                  <a:pt x="1434137" y="9846"/>
                </a:lnTo>
                <a:lnTo>
                  <a:pt x="1469991" y="10723"/>
                </a:lnTo>
                <a:lnTo>
                  <a:pt x="1505844" y="11615"/>
                </a:lnTo>
                <a:lnTo>
                  <a:pt x="1541698" y="12520"/>
                </a:lnTo>
                <a:lnTo>
                  <a:pt x="1577551" y="13438"/>
                </a:lnTo>
                <a:lnTo>
                  <a:pt x="1613404" y="14366"/>
                </a:lnTo>
                <a:lnTo>
                  <a:pt x="1649258" y="15305"/>
                </a:lnTo>
                <a:lnTo>
                  <a:pt x="1685111" y="16253"/>
                </a:lnTo>
                <a:lnTo>
                  <a:pt x="1720965" y="17209"/>
                </a:lnTo>
                <a:lnTo>
                  <a:pt x="1756818" y="18172"/>
                </a:lnTo>
                <a:lnTo>
                  <a:pt x="1792672" y="19141"/>
                </a:lnTo>
                <a:lnTo>
                  <a:pt x="1828525" y="20117"/>
                </a:lnTo>
                <a:lnTo>
                  <a:pt x="1864379" y="21099"/>
                </a:lnTo>
                <a:lnTo>
                  <a:pt x="1900232" y="22085"/>
                </a:lnTo>
                <a:lnTo>
                  <a:pt x="1936085" y="23075"/>
                </a:lnTo>
                <a:lnTo>
                  <a:pt x="1971939" y="24070"/>
                </a:lnTo>
                <a:lnTo>
                  <a:pt x="2007792" y="25069"/>
                </a:lnTo>
                <a:lnTo>
                  <a:pt x="2043646" y="26070"/>
                </a:lnTo>
                <a:lnTo>
                  <a:pt x="2079499" y="27075"/>
                </a:lnTo>
                <a:lnTo>
                  <a:pt x="2115353" y="28082"/>
                </a:lnTo>
                <a:lnTo>
                  <a:pt x="2151206" y="29092"/>
                </a:lnTo>
                <a:lnTo>
                  <a:pt x="2187060" y="30103"/>
                </a:lnTo>
                <a:lnTo>
                  <a:pt x="2222913" y="31117"/>
                </a:lnTo>
                <a:lnTo>
                  <a:pt x="2258766" y="32133"/>
                </a:lnTo>
                <a:lnTo>
                  <a:pt x="2294620" y="33150"/>
                </a:lnTo>
                <a:lnTo>
                  <a:pt x="2330473" y="34168"/>
                </a:lnTo>
                <a:lnTo>
                  <a:pt x="2366327" y="35187"/>
                </a:lnTo>
                <a:lnTo>
                  <a:pt x="2402180" y="36208"/>
                </a:lnTo>
                <a:lnTo>
                  <a:pt x="2438034" y="37230"/>
                </a:lnTo>
                <a:lnTo>
                  <a:pt x="2473887" y="38252"/>
                </a:lnTo>
                <a:lnTo>
                  <a:pt x="2509741" y="39275"/>
                </a:lnTo>
                <a:lnTo>
                  <a:pt x="2545594" y="40299"/>
                </a:lnTo>
                <a:lnTo>
                  <a:pt x="2581447" y="41323"/>
                </a:lnTo>
                <a:lnTo>
                  <a:pt x="2617301" y="42347"/>
                </a:lnTo>
                <a:lnTo>
                  <a:pt x="2653154" y="43372"/>
                </a:lnTo>
                <a:lnTo>
                  <a:pt x="2689008" y="44397"/>
                </a:lnTo>
                <a:lnTo>
                  <a:pt x="2724861" y="45423"/>
                </a:lnTo>
                <a:lnTo>
                  <a:pt x="2760715" y="46448"/>
                </a:lnTo>
                <a:lnTo>
                  <a:pt x="2796568" y="47474"/>
                </a:lnTo>
                <a:lnTo>
                  <a:pt x="2832422" y="48500"/>
                </a:lnTo>
                <a:lnTo>
                  <a:pt x="2868275" y="49526"/>
                </a:lnTo>
                <a:lnTo>
                  <a:pt x="2904128" y="50551"/>
                </a:lnTo>
                <a:lnTo>
                  <a:pt x="2939982" y="51577"/>
                </a:lnTo>
                <a:lnTo>
                  <a:pt x="2975835" y="52603"/>
                </a:lnTo>
                <a:lnTo>
                  <a:pt x="3011689" y="53628"/>
                </a:lnTo>
                <a:lnTo>
                  <a:pt x="3047542" y="54653"/>
                </a:lnTo>
                <a:lnTo>
                  <a:pt x="3083396" y="55678"/>
                </a:lnTo>
                <a:lnTo>
                  <a:pt x="3119249" y="56703"/>
                </a:lnTo>
                <a:lnTo>
                  <a:pt x="3155103" y="57728"/>
                </a:lnTo>
                <a:lnTo>
                  <a:pt x="3190956" y="58753"/>
                </a:lnTo>
                <a:lnTo>
                  <a:pt x="3226809" y="59777"/>
                </a:lnTo>
                <a:lnTo>
                  <a:pt x="3262663" y="60801"/>
                </a:lnTo>
                <a:lnTo>
                  <a:pt x="3298516" y="61824"/>
                </a:lnTo>
                <a:lnTo>
                  <a:pt x="3334370" y="62848"/>
                </a:lnTo>
                <a:lnTo>
                  <a:pt x="3370223" y="63871"/>
                </a:lnTo>
                <a:lnTo>
                  <a:pt x="3406077" y="64894"/>
                </a:lnTo>
                <a:lnTo>
                  <a:pt x="3441930" y="65916"/>
                </a:lnTo>
                <a:lnTo>
                  <a:pt x="3477784" y="66938"/>
                </a:lnTo>
                <a:lnTo>
                  <a:pt x="3513637" y="67960"/>
                </a:lnTo>
                <a:lnTo>
                  <a:pt x="3549490" y="68982"/>
                </a:lnTo>
                <a:lnTo>
                  <a:pt x="3585344" y="70003"/>
                </a:lnTo>
                <a:lnTo>
                  <a:pt x="3621197" y="71024"/>
                </a:lnTo>
                <a:lnTo>
                  <a:pt x="3657051" y="72045"/>
                </a:lnTo>
                <a:lnTo>
                  <a:pt x="3692904" y="73065"/>
                </a:lnTo>
                <a:lnTo>
                  <a:pt x="3728758" y="74085"/>
                </a:lnTo>
                <a:lnTo>
                  <a:pt x="3764611" y="75104"/>
                </a:lnTo>
                <a:lnTo>
                  <a:pt x="3800464" y="76124"/>
                </a:lnTo>
                <a:lnTo>
                  <a:pt x="3836318" y="77142"/>
                </a:lnTo>
                <a:lnTo>
                  <a:pt x="3872171" y="78161"/>
                </a:lnTo>
                <a:lnTo>
                  <a:pt x="3908025" y="79179"/>
                </a:lnTo>
                <a:lnTo>
                  <a:pt x="3943878" y="80197"/>
                </a:lnTo>
                <a:lnTo>
                  <a:pt x="3979732" y="81215"/>
                </a:lnTo>
                <a:lnTo>
                  <a:pt x="4015585" y="82232"/>
                </a:lnTo>
                <a:lnTo>
                  <a:pt x="4051439" y="83249"/>
                </a:lnTo>
                <a:lnTo>
                  <a:pt x="4087292" y="84266"/>
                </a:lnTo>
                <a:lnTo>
                  <a:pt x="4123145" y="85282"/>
                </a:lnTo>
                <a:lnTo>
                  <a:pt x="4158999" y="86298"/>
                </a:lnTo>
                <a:lnTo>
                  <a:pt x="4194852" y="87314"/>
                </a:lnTo>
                <a:lnTo>
                  <a:pt x="4230706" y="88330"/>
                </a:lnTo>
                <a:lnTo>
                  <a:pt x="4266559" y="89345"/>
                </a:lnTo>
                <a:lnTo>
                  <a:pt x="4302413" y="90360"/>
                </a:lnTo>
                <a:lnTo>
                  <a:pt x="4338266" y="91374"/>
                </a:lnTo>
                <a:lnTo>
                  <a:pt x="4374120" y="92389"/>
                </a:lnTo>
                <a:lnTo>
                  <a:pt x="4409973" y="93403"/>
                </a:lnTo>
                <a:lnTo>
                  <a:pt x="4445826" y="94416"/>
                </a:lnTo>
                <a:lnTo>
                  <a:pt x="4481680" y="95430"/>
                </a:lnTo>
                <a:lnTo>
                  <a:pt x="4517533" y="96443"/>
                </a:lnTo>
                <a:lnTo>
                  <a:pt x="4553387" y="97456"/>
                </a:lnTo>
                <a:lnTo>
                  <a:pt x="4589240" y="98469"/>
                </a:lnTo>
                <a:lnTo>
                  <a:pt x="4625094" y="99481"/>
                </a:lnTo>
                <a:lnTo>
                  <a:pt x="4660947" y="100493"/>
                </a:lnTo>
                <a:lnTo>
                  <a:pt x="4696801" y="101505"/>
                </a:lnTo>
                <a:lnTo>
                  <a:pt x="4732654" y="102517"/>
                </a:lnTo>
                <a:lnTo>
                  <a:pt x="4768507" y="103528"/>
                </a:lnTo>
                <a:lnTo>
                  <a:pt x="4804361" y="104539"/>
                </a:lnTo>
                <a:lnTo>
                  <a:pt x="4840214" y="105550"/>
                </a:lnTo>
                <a:lnTo>
                  <a:pt x="4876068" y="106560"/>
                </a:lnTo>
                <a:lnTo>
                  <a:pt x="4911921" y="107570"/>
                </a:lnTo>
                <a:lnTo>
                  <a:pt x="4947775" y="108580"/>
                </a:lnTo>
                <a:lnTo>
                  <a:pt x="4983628" y="109590"/>
                </a:lnTo>
                <a:lnTo>
                  <a:pt x="5019482" y="110599"/>
                </a:lnTo>
                <a:lnTo>
                  <a:pt x="5055335" y="111608"/>
                </a:lnTo>
                <a:lnTo>
                  <a:pt x="5091188" y="112617"/>
                </a:lnTo>
                <a:lnTo>
                  <a:pt x="5120639" y="113446"/>
                </a:lnTo>
              </a:path>
            </a:pathLst>
          </a:custGeom>
          <a:noFill/>
          <a:ln w="20320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C1-E10 text 71" descr="sci-ppt:o071"/>
          <p:cNvSpPr txBox="1"/>
          <p:nvPr/>
        </p:nvSpPr>
        <p:spPr>
          <a:xfrm>
            <a:off x="6918960" y="1425549"/>
            <a:ext cx="484632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DBD4"/>
                </a:solidFill>
                <a:latin typeface="Arial"/>
              </a:rPr>
              <a:t>dKₗ/dt  (solid: finite difference; dashed: formula)</a:t>
            </a:r>
          </a:p>
        </p:txBody>
      </p:sp>
      <p:sp>
        <p:nvSpPr>
          <p:cNvPr id="74" name="C1-E10 text 72" descr="sci-ppt:o072"/>
          <p:cNvSpPr txBox="1"/>
          <p:nvPr/>
        </p:nvSpPr>
        <p:spPr>
          <a:xfrm>
            <a:off x="6918960" y="4489704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dE_σ/dt = 8πσRṘ</a:t>
            </a:r>
          </a:p>
        </p:txBody>
      </p:sp>
      <p:sp>
        <p:nvSpPr>
          <p:cNvPr id="75" name="C1-E10 text 73" descr="sci-ppt:o073"/>
          <p:cNvSpPr txBox="1"/>
          <p:nvPr/>
        </p:nvSpPr>
        <p:spPr>
          <a:xfrm>
            <a:off x="914400" y="5733288"/>
            <a:ext cx="10881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dKₗ/dt = 4πR²Ṙ · ρ(RR̈ + 3Ṙ²/2) = V̇_b × (inertial pressure).  Formula and finite difference agree to 0.00 % of the peak.</a:t>
            </a:r>
          </a:p>
        </p:txBody>
      </p:sp>
      <p:sp>
        <p:nvSpPr>
          <p:cNvPr id="76" name="C1-E10 text 74" descr="sci-ppt:o074"/>
          <p:cNvSpPr txBox="1"/>
          <p:nvPr/>
        </p:nvSpPr>
        <p:spPr>
          <a:xfrm>
            <a:off x="914400" y="6126480"/>
            <a:ext cx="10881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same V̇_b = 4πR²Ṙ multiplies every term: volume work is what couples kinetic storage, interface storage and dissipation.</a:t>
            </a:r>
          </a:p>
        </p:txBody>
      </p:sp>
      <p:sp>
        <p:nvSpPr>
          <p:cNvPr id="77" name="C1-E10 text 75" descr="sci-ppt:o07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Rayleigh–Plesset solution (R₀ = 5 µm, p_g0 = 1 MPa, γ = 1.4, σ = 0.072 N/m, μ = 1 mPa·s) differentiated with the product rule of Eq. C1-E10.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C1-E11 · Derived mechanical-energy balance</a:t>
            </a:r>
          </a:p>
        </p:txBody>
      </p:sp>
      <p:cxnSp>
        <p:nvCxnSpPr>
          <p:cNvPr id="3" name="C1-E11 line 1" descr="sci-ppt:o001"/>
          <p:cNvCxnSpPr/>
          <p:nvPr/>
        </p:nvCxnSpPr>
        <p:spPr>
          <a:xfrm>
            <a:off x="914400" y="5212080"/>
            <a:ext cx="6583679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1 line 2" descr="sci-ppt:o002"/>
          <p:cNvCxnSpPr/>
          <p:nvPr/>
        </p:nvCxnSpPr>
        <p:spPr>
          <a:xfrm>
            <a:off x="914400" y="1371600"/>
            <a:ext cx="0" cy="38404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1 line 3" descr="sci-ppt:o003"/>
          <p:cNvCxnSpPr/>
          <p:nvPr/>
        </p:nvCxnSpPr>
        <p:spPr>
          <a:xfrm>
            <a:off x="91440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1 line 4" descr="sci-ppt:o004"/>
          <p:cNvCxnSpPr/>
          <p:nvPr/>
        </p:nvCxnSpPr>
        <p:spPr>
          <a:xfrm>
            <a:off x="91440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1 text 5" descr="sci-ppt:o005"/>
          <p:cNvSpPr txBox="1"/>
          <p:nvPr/>
        </p:nvSpPr>
        <p:spPr>
          <a:xfrm>
            <a:off x="45720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11 line 6" descr="sci-ppt:o006"/>
          <p:cNvCxnSpPr/>
          <p:nvPr/>
        </p:nvCxnSpPr>
        <p:spPr>
          <a:xfrm>
            <a:off x="310896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1 line 7" descr="sci-ppt:o007"/>
          <p:cNvCxnSpPr/>
          <p:nvPr/>
        </p:nvCxnSpPr>
        <p:spPr>
          <a:xfrm>
            <a:off x="310896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1 text 8" descr="sci-ppt:o008"/>
          <p:cNvSpPr txBox="1"/>
          <p:nvPr/>
        </p:nvSpPr>
        <p:spPr>
          <a:xfrm>
            <a:off x="265176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11 line 9" descr="sci-ppt:o009"/>
          <p:cNvCxnSpPr/>
          <p:nvPr/>
        </p:nvCxnSpPr>
        <p:spPr>
          <a:xfrm>
            <a:off x="530352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1 line 10" descr="sci-ppt:o010"/>
          <p:cNvCxnSpPr/>
          <p:nvPr/>
        </p:nvCxnSpPr>
        <p:spPr>
          <a:xfrm>
            <a:off x="530352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1 text 11" descr="sci-ppt:o011"/>
          <p:cNvSpPr txBox="1"/>
          <p:nvPr/>
        </p:nvSpPr>
        <p:spPr>
          <a:xfrm>
            <a:off x="484632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11 line 12" descr="sci-ppt:o012"/>
          <p:cNvCxnSpPr/>
          <p:nvPr/>
        </p:nvCxnSpPr>
        <p:spPr>
          <a:xfrm>
            <a:off x="7498079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1 line 13" descr="sci-ppt:o013"/>
          <p:cNvCxnSpPr/>
          <p:nvPr/>
        </p:nvCxnSpPr>
        <p:spPr>
          <a:xfrm>
            <a:off x="7498079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1 text 14" descr="sci-ppt:o014"/>
          <p:cNvSpPr txBox="1"/>
          <p:nvPr/>
        </p:nvSpPr>
        <p:spPr>
          <a:xfrm>
            <a:off x="7040879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11 line 15" descr="sci-ppt:o015"/>
          <p:cNvCxnSpPr/>
          <p:nvPr/>
        </p:nvCxnSpPr>
        <p:spPr>
          <a:xfrm>
            <a:off x="850392" y="5212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1 line 16" descr="sci-ppt:o016"/>
          <p:cNvCxnSpPr/>
          <p:nvPr/>
        </p:nvCxnSpPr>
        <p:spPr>
          <a:xfrm>
            <a:off x="850392" y="444398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1 line 17" descr="sci-ppt:o017"/>
          <p:cNvCxnSpPr/>
          <p:nvPr/>
        </p:nvCxnSpPr>
        <p:spPr>
          <a:xfrm>
            <a:off x="914400" y="4443984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1 text 18" descr="sci-ppt:o018"/>
          <p:cNvSpPr txBox="1"/>
          <p:nvPr/>
        </p:nvSpPr>
        <p:spPr>
          <a:xfrm>
            <a:off x="45720" y="436168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0.10</a:t>
            </a:r>
          </a:p>
        </p:txBody>
      </p:sp>
      <p:cxnSp>
        <p:nvCxnSpPr>
          <p:cNvPr id="21" name="C1-E11 line 19" descr="sci-ppt:o019"/>
          <p:cNvCxnSpPr/>
          <p:nvPr/>
        </p:nvCxnSpPr>
        <p:spPr>
          <a:xfrm>
            <a:off x="850392" y="367588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1 line 20" descr="sci-ppt:o020"/>
          <p:cNvCxnSpPr/>
          <p:nvPr/>
        </p:nvCxnSpPr>
        <p:spPr>
          <a:xfrm>
            <a:off x="914400" y="3675887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1 text 21" descr="sci-ppt:o021"/>
          <p:cNvSpPr txBox="1"/>
          <p:nvPr/>
        </p:nvSpPr>
        <p:spPr>
          <a:xfrm>
            <a:off x="45720" y="359359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0.20</a:t>
            </a:r>
          </a:p>
        </p:txBody>
      </p:sp>
      <p:cxnSp>
        <p:nvCxnSpPr>
          <p:cNvPr id="24" name="C1-E11 line 22" descr="sci-ppt:o022"/>
          <p:cNvCxnSpPr/>
          <p:nvPr/>
        </p:nvCxnSpPr>
        <p:spPr>
          <a:xfrm>
            <a:off x="850392" y="290779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1 line 23" descr="sci-ppt:o023"/>
          <p:cNvCxnSpPr/>
          <p:nvPr/>
        </p:nvCxnSpPr>
        <p:spPr>
          <a:xfrm>
            <a:off x="914400" y="2907792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1 text 24" descr="sci-ppt:o024"/>
          <p:cNvSpPr txBox="1"/>
          <p:nvPr/>
        </p:nvSpPr>
        <p:spPr>
          <a:xfrm>
            <a:off x="45720" y="282549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0.30</a:t>
            </a:r>
          </a:p>
        </p:txBody>
      </p:sp>
      <p:cxnSp>
        <p:nvCxnSpPr>
          <p:cNvPr id="27" name="C1-E11 line 25" descr="sci-ppt:o025"/>
          <p:cNvCxnSpPr/>
          <p:nvPr/>
        </p:nvCxnSpPr>
        <p:spPr>
          <a:xfrm>
            <a:off x="850392" y="21396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1 line 26" descr="sci-ppt:o026"/>
          <p:cNvCxnSpPr/>
          <p:nvPr/>
        </p:nvCxnSpPr>
        <p:spPr>
          <a:xfrm>
            <a:off x="914400" y="2139696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1 text 27" descr="sci-ppt:o027"/>
          <p:cNvSpPr txBox="1"/>
          <p:nvPr/>
        </p:nvSpPr>
        <p:spPr>
          <a:xfrm>
            <a:off x="45720" y="20574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0.40</a:t>
            </a:r>
          </a:p>
        </p:txBody>
      </p:sp>
      <p:cxnSp>
        <p:nvCxnSpPr>
          <p:cNvPr id="30" name="C1-E11 line 28" descr="sci-ppt:o028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1 line 29" descr="sci-ppt:o029"/>
          <p:cNvCxnSpPr/>
          <p:nvPr/>
        </p:nvCxnSpPr>
        <p:spPr>
          <a:xfrm>
            <a:off x="914400" y="1371600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1 text 30" descr="sci-ppt:o030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sp>
        <p:nvSpPr>
          <p:cNvPr id="33" name="C1-E11 text 31" descr="sci-ppt:o031"/>
          <p:cNvSpPr txBox="1"/>
          <p:nvPr/>
        </p:nvSpPr>
        <p:spPr>
          <a:xfrm>
            <a:off x="914400" y="5495544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4" name="C1-E11 text 32" descr="sci-ppt:o032"/>
          <p:cNvSpPr txBox="1"/>
          <p:nvPr/>
        </p:nvSpPr>
        <p:spPr>
          <a:xfrm>
            <a:off x="365760" y="1024128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cumulative energy (nJ)</a:t>
            </a:r>
          </a:p>
        </p:txBody>
      </p:sp>
      <p:sp>
        <p:nvSpPr>
          <p:cNvPr id="35" name="C1-E11 polygon 33" descr="sci-ppt:o033"/>
          <p:cNvSpPr/>
          <p:nvPr/>
        </p:nvSpPr>
        <p:spPr>
          <a:xfrm>
            <a:off x="914400" y="3155378"/>
            <a:ext cx="6583679" cy="2056702"/>
          </a:xfrm>
          <a:custGeom>
            <a:avLst/>
            <a:gdLst/>
            <a:ahLst/>
            <a:cxnLst/>
            <a:rect l="l" t="t" r="r" b="b"/>
            <a:pathLst>
              <a:path w="6583679" h="2056702">
                <a:moveTo>
                  <a:pt x="0" y="2056702"/>
                </a:moveTo>
                <a:lnTo>
                  <a:pt x="1646" y="2056676"/>
                </a:lnTo>
                <a:lnTo>
                  <a:pt x="3292" y="2056599"/>
                </a:lnTo>
                <a:lnTo>
                  <a:pt x="4938" y="2056471"/>
                </a:lnTo>
                <a:lnTo>
                  <a:pt x="6585" y="2056291"/>
                </a:lnTo>
                <a:lnTo>
                  <a:pt x="8231" y="2056061"/>
                </a:lnTo>
                <a:lnTo>
                  <a:pt x="9877" y="2055780"/>
                </a:lnTo>
                <a:lnTo>
                  <a:pt x="11524" y="2055448"/>
                </a:lnTo>
                <a:lnTo>
                  <a:pt x="13170" y="2055066"/>
                </a:lnTo>
                <a:lnTo>
                  <a:pt x="14816" y="2054633"/>
                </a:lnTo>
                <a:lnTo>
                  <a:pt x="16463" y="2054150"/>
                </a:lnTo>
                <a:lnTo>
                  <a:pt x="18109" y="2053616"/>
                </a:lnTo>
                <a:lnTo>
                  <a:pt x="19755" y="2053032"/>
                </a:lnTo>
                <a:lnTo>
                  <a:pt x="21402" y="2052399"/>
                </a:lnTo>
                <a:lnTo>
                  <a:pt x="23048" y="2051715"/>
                </a:lnTo>
                <a:lnTo>
                  <a:pt x="24694" y="2050982"/>
                </a:lnTo>
                <a:lnTo>
                  <a:pt x="26341" y="2050199"/>
                </a:lnTo>
                <a:lnTo>
                  <a:pt x="27987" y="2049367"/>
                </a:lnTo>
                <a:lnTo>
                  <a:pt x="29633" y="2048486"/>
                </a:lnTo>
                <a:lnTo>
                  <a:pt x="31280" y="2047556"/>
                </a:lnTo>
                <a:lnTo>
                  <a:pt x="32926" y="2046576"/>
                </a:lnTo>
                <a:lnTo>
                  <a:pt x="34572" y="2045548"/>
                </a:lnTo>
                <a:lnTo>
                  <a:pt x="36219" y="2044472"/>
                </a:lnTo>
                <a:lnTo>
                  <a:pt x="37865" y="2043347"/>
                </a:lnTo>
                <a:lnTo>
                  <a:pt x="39511" y="2042174"/>
                </a:lnTo>
                <a:lnTo>
                  <a:pt x="41158" y="2040953"/>
                </a:lnTo>
                <a:lnTo>
                  <a:pt x="42804" y="2039684"/>
                </a:lnTo>
                <a:lnTo>
                  <a:pt x="44450" y="2038367"/>
                </a:lnTo>
                <a:lnTo>
                  <a:pt x="46097" y="2037004"/>
                </a:lnTo>
                <a:lnTo>
                  <a:pt x="47743" y="2035592"/>
                </a:lnTo>
                <a:lnTo>
                  <a:pt x="49389" y="2034134"/>
                </a:lnTo>
                <a:lnTo>
                  <a:pt x="51036" y="2032629"/>
                </a:lnTo>
                <a:lnTo>
                  <a:pt x="52682" y="2031077"/>
                </a:lnTo>
                <a:lnTo>
                  <a:pt x="54328" y="2029479"/>
                </a:lnTo>
                <a:lnTo>
                  <a:pt x="55975" y="2027835"/>
                </a:lnTo>
                <a:lnTo>
                  <a:pt x="57621" y="2026145"/>
                </a:lnTo>
                <a:lnTo>
                  <a:pt x="59267" y="2024409"/>
                </a:lnTo>
                <a:lnTo>
                  <a:pt x="60914" y="2022628"/>
                </a:lnTo>
                <a:lnTo>
                  <a:pt x="62560" y="2020801"/>
                </a:lnTo>
                <a:lnTo>
                  <a:pt x="64206" y="2018929"/>
                </a:lnTo>
                <a:lnTo>
                  <a:pt x="65853" y="2017012"/>
                </a:lnTo>
                <a:lnTo>
                  <a:pt x="67499" y="2015051"/>
                </a:lnTo>
                <a:lnTo>
                  <a:pt x="69145" y="2013045"/>
                </a:lnTo>
                <a:lnTo>
                  <a:pt x="70792" y="2010996"/>
                </a:lnTo>
                <a:lnTo>
                  <a:pt x="72438" y="2008902"/>
                </a:lnTo>
                <a:lnTo>
                  <a:pt x="74084" y="2006765"/>
                </a:lnTo>
                <a:lnTo>
                  <a:pt x="75731" y="2004584"/>
                </a:lnTo>
                <a:lnTo>
                  <a:pt x="77377" y="2002360"/>
                </a:lnTo>
                <a:lnTo>
                  <a:pt x="79023" y="2000094"/>
                </a:lnTo>
                <a:lnTo>
                  <a:pt x="80670" y="1997784"/>
                </a:lnTo>
                <a:lnTo>
                  <a:pt x="82316" y="1995433"/>
                </a:lnTo>
                <a:lnTo>
                  <a:pt x="83962" y="1993039"/>
                </a:lnTo>
                <a:lnTo>
                  <a:pt x="85609" y="1990604"/>
                </a:lnTo>
                <a:lnTo>
                  <a:pt x="87255" y="1988127"/>
                </a:lnTo>
                <a:lnTo>
                  <a:pt x="88901" y="1985608"/>
                </a:lnTo>
                <a:lnTo>
                  <a:pt x="90548" y="1983049"/>
                </a:lnTo>
                <a:lnTo>
                  <a:pt x="92194" y="1980449"/>
                </a:lnTo>
                <a:lnTo>
                  <a:pt x="93840" y="1977808"/>
                </a:lnTo>
                <a:lnTo>
                  <a:pt x="95487" y="1975128"/>
                </a:lnTo>
                <a:lnTo>
                  <a:pt x="97133" y="1972407"/>
                </a:lnTo>
                <a:lnTo>
                  <a:pt x="98779" y="1969647"/>
                </a:lnTo>
                <a:lnTo>
                  <a:pt x="100426" y="1966847"/>
                </a:lnTo>
                <a:lnTo>
                  <a:pt x="102072" y="1964009"/>
                </a:lnTo>
                <a:lnTo>
                  <a:pt x="103718" y="1961131"/>
                </a:lnTo>
                <a:lnTo>
                  <a:pt x="105365" y="1958216"/>
                </a:lnTo>
                <a:lnTo>
                  <a:pt x="107011" y="1955262"/>
                </a:lnTo>
                <a:lnTo>
                  <a:pt x="108657" y="1952270"/>
                </a:lnTo>
                <a:lnTo>
                  <a:pt x="110304" y="1949240"/>
                </a:lnTo>
                <a:lnTo>
                  <a:pt x="111950" y="1946174"/>
                </a:lnTo>
                <a:lnTo>
                  <a:pt x="113596" y="1943070"/>
                </a:lnTo>
                <a:lnTo>
                  <a:pt x="115243" y="1939930"/>
                </a:lnTo>
                <a:lnTo>
                  <a:pt x="116889" y="1936753"/>
                </a:lnTo>
                <a:lnTo>
                  <a:pt x="118535" y="1933540"/>
                </a:lnTo>
                <a:lnTo>
                  <a:pt x="120182" y="1930291"/>
                </a:lnTo>
                <a:lnTo>
                  <a:pt x="121828" y="1927007"/>
                </a:lnTo>
                <a:lnTo>
                  <a:pt x="123474" y="1923688"/>
                </a:lnTo>
                <a:lnTo>
                  <a:pt x="125121" y="1920334"/>
                </a:lnTo>
                <a:lnTo>
                  <a:pt x="126767" y="1916945"/>
                </a:lnTo>
                <a:lnTo>
                  <a:pt x="128413" y="1913522"/>
                </a:lnTo>
                <a:lnTo>
                  <a:pt x="130060" y="1910066"/>
                </a:lnTo>
                <a:lnTo>
                  <a:pt x="131706" y="1906575"/>
                </a:lnTo>
                <a:lnTo>
                  <a:pt x="133352" y="1903052"/>
                </a:lnTo>
                <a:lnTo>
                  <a:pt x="134999" y="1899495"/>
                </a:lnTo>
                <a:lnTo>
                  <a:pt x="136645" y="1895906"/>
                </a:lnTo>
                <a:lnTo>
                  <a:pt x="138291" y="1892284"/>
                </a:lnTo>
                <a:lnTo>
                  <a:pt x="139938" y="1888630"/>
                </a:lnTo>
                <a:lnTo>
                  <a:pt x="141584" y="1884945"/>
                </a:lnTo>
                <a:lnTo>
                  <a:pt x="143230" y="1881228"/>
                </a:lnTo>
                <a:lnTo>
                  <a:pt x="144877" y="1877480"/>
                </a:lnTo>
                <a:lnTo>
                  <a:pt x="146523" y="1873702"/>
                </a:lnTo>
                <a:lnTo>
                  <a:pt x="148169" y="1869893"/>
                </a:lnTo>
                <a:lnTo>
                  <a:pt x="149816" y="1866054"/>
                </a:lnTo>
                <a:lnTo>
                  <a:pt x="151462" y="1862185"/>
                </a:lnTo>
                <a:lnTo>
                  <a:pt x="153108" y="1858286"/>
                </a:lnTo>
                <a:lnTo>
                  <a:pt x="154755" y="1854359"/>
                </a:lnTo>
                <a:lnTo>
                  <a:pt x="156401" y="1850403"/>
                </a:lnTo>
                <a:lnTo>
                  <a:pt x="158047" y="1846418"/>
                </a:lnTo>
                <a:lnTo>
                  <a:pt x="159694" y="1842405"/>
                </a:lnTo>
                <a:lnTo>
                  <a:pt x="161340" y="1838364"/>
                </a:lnTo>
                <a:lnTo>
                  <a:pt x="162986" y="1834296"/>
                </a:lnTo>
                <a:lnTo>
                  <a:pt x="164633" y="1830200"/>
                </a:lnTo>
                <a:lnTo>
                  <a:pt x="166279" y="1826078"/>
                </a:lnTo>
                <a:lnTo>
                  <a:pt x="167925" y="1821929"/>
                </a:lnTo>
                <a:lnTo>
                  <a:pt x="169572" y="1817754"/>
                </a:lnTo>
                <a:lnTo>
                  <a:pt x="171218" y="1813553"/>
                </a:lnTo>
                <a:lnTo>
                  <a:pt x="172864" y="1809326"/>
                </a:lnTo>
                <a:lnTo>
                  <a:pt x="174511" y="1805074"/>
                </a:lnTo>
                <a:lnTo>
                  <a:pt x="176157" y="1800798"/>
                </a:lnTo>
                <a:lnTo>
                  <a:pt x="177803" y="1796496"/>
                </a:lnTo>
                <a:lnTo>
                  <a:pt x="179450" y="1792171"/>
                </a:lnTo>
                <a:lnTo>
                  <a:pt x="181096" y="1787821"/>
                </a:lnTo>
                <a:lnTo>
                  <a:pt x="182742" y="1783448"/>
                </a:lnTo>
                <a:lnTo>
                  <a:pt x="184389" y="1779051"/>
                </a:lnTo>
                <a:lnTo>
                  <a:pt x="186035" y="1774632"/>
                </a:lnTo>
                <a:lnTo>
                  <a:pt x="187681" y="1770190"/>
                </a:lnTo>
                <a:lnTo>
                  <a:pt x="189328" y="1765725"/>
                </a:lnTo>
                <a:lnTo>
                  <a:pt x="190974" y="1761238"/>
                </a:lnTo>
                <a:lnTo>
                  <a:pt x="192620" y="1756730"/>
                </a:lnTo>
                <a:lnTo>
                  <a:pt x="194267" y="1752201"/>
                </a:lnTo>
                <a:lnTo>
                  <a:pt x="195913" y="1747650"/>
                </a:lnTo>
                <a:lnTo>
                  <a:pt x="197559" y="1743078"/>
                </a:lnTo>
                <a:lnTo>
                  <a:pt x="199206" y="1738487"/>
                </a:lnTo>
                <a:lnTo>
                  <a:pt x="200852" y="1733875"/>
                </a:lnTo>
                <a:lnTo>
                  <a:pt x="202498" y="1729243"/>
                </a:lnTo>
                <a:lnTo>
                  <a:pt x="204145" y="1724592"/>
                </a:lnTo>
                <a:lnTo>
                  <a:pt x="205791" y="1719921"/>
                </a:lnTo>
                <a:lnTo>
                  <a:pt x="207437" y="1715232"/>
                </a:lnTo>
                <a:lnTo>
                  <a:pt x="209084" y="1710524"/>
                </a:lnTo>
                <a:lnTo>
                  <a:pt x="210730" y="1705798"/>
                </a:lnTo>
                <a:lnTo>
                  <a:pt x="212376" y="1701054"/>
                </a:lnTo>
                <a:lnTo>
                  <a:pt x="214023" y="1696293"/>
                </a:lnTo>
                <a:lnTo>
                  <a:pt x="215669" y="1691514"/>
                </a:lnTo>
                <a:lnTo>
                  <a:pt x="217315" y="1686718"/>
                </a:lnTo>
                <a:lnTo>
                  <a:pt x="218962" y="1681905"/>
                </a:lnTo>
                <a:lnTo>
                  <a:pt x="220608" y="1677076"/>
                </a:lnTo>
                <a:lnTo>
                  <a:pt x="222254" y="1672231"/>
                </a:lnTo>
                <a:lnTo>
                  <a:pt x="223901" y="1667371"/>
                </a:lnTo>
                <a:lnTo>
                  <a:pt x="225547" y="1662495"/>
                </a:lnTo>
                <a:lnTo>
                  <a:pt x="227193" y="1657603"/>
                </a:lnTo>
                <a:lnTo>
                  <a:pt x="228840" y="1652697"/>
                </a:lnTo>
                <a:lnTo>
                  <a:pt x="230486" y="1647776"/>
                </a:lnTo>
                <a:lnTo>
                  <a:pt x="232132" y="1642841"/>
                </a:lnTo>
                <a:lnTo>
                  <a:pt x="233779" y="1637892"/>
                </a:lnTo>
                <a:lnTo>
                  <a:pt x="235425" y="1632930"/>
                </a:lnTo>
                <a:lnTo>
                  <a:pt x="237071" y="1627953"/>
                </a:lnTo>
                <a:lnTo>
                  <a:pt x="238718" y="1622964"/>
                </a:lnTo>
                <a:lnTo>
                  <a:pt x="240364" y="1617962"/>
                </a:lnTo>
                <a:lnTo>
                  <a:pt x="242010" y="1612948"/>
                </a:lnTo>
                <a:lnTo>
                  <a:pt x="243657" y="1607921"/>
                </a:lnTo>
                <a:lnTo>
                  <a:pt x="245303" y="1602883"/>
                </a:lnTo>
                <a:lnTo>
                  <a:pt x="246949" y="1597832"/>
                </a:lnTo>
                <a:lnTo>
                  <a:pt x="248596" y="1592771"/>
                </a:lnTo>
                <a:lnTo>
                  <a:pt x="250242" y="1587698"/>
                </a:lnTo>
                <a:lnTo>
                  <a:pt x="251888" y="1582615"/>
                </a:lnTo>
                <a:lnTo>
                  <a:pt x="253535" y="1577521"/>
                </a:lnTo>
                <a:lnTo>
                  <a:pt x="255181" y="1572417"/>
                </a:lnTo>
                <a:lnTo>
                  <a:pt x="256827" y="1567302"/>
                </a:lnTo>
                <a:lnTo>
                  <a:pt x="258474" y="1562178"/>
                </a:lnTo>
                <a:lnTo>
                  <a:pt x="260120" y="1557045"/>
                </a:lnTo>
                <a:lnTo>
                  <a:pt x="261766" y="1551903"/>
                </a:lnTo>
                <a:lnTo>
                  <a:pt x="263413" y="1546752"/>
                </a:lnTo>
                <a:lnTo>
                  <a:pt x="265059" y="1541592"/>
                </a:lnTo>
                <a:lnTo>
                  <a:pt x="266705" y="1536423"/>
                </a:lnTo>
                <a:lnTo>
                  <a:pt x="268352" y="1531247"/>
                </a:lnTo>
                <a:lnTo>
                  <a:pt x="269998" y="1526063"/>
                </a:lnTo>
                <a:lnTo>
                  <a:pt x="271644" y="1520871"/>
                </a:lnTo>
                <a:lnTo>
                  <a:pt x="273291" y="1515672"/>
                </a:lnTo>
                <a:lnTo>
                  <a:pt x="274937" y="1510467"/>
                </a:lnTo>
                <a:lnTo>
                  <a:pt x="276583" y="1505254"/>
                </a:lnTo>
                <a:lnTo>
                  <a:pt x="278230" y="1500035"/>
                </a:lnTo>
                <a:lnTo>
                  <a:pt x="279876" y="1494809"/>
                </a:lnTo>
                <a:lnTo>
                  <a:pt x="281522" y="1489578"/>
                </a:lnTo>
                <a:lnTo>
                  <a:pt x="283169" y="1484340"/>
                </a:lnTo>
                <a:lnTo>
                  <a:pt x="284815" y="1479098"/>
                </a:lnTo>
                <a:lnTo>
                  <a:pt x="286461" y="1473850"/>
                </a:lnTo>
                <a:lnTo>
                  <a:pt x="288108" y="1468597"/>
                </a:lnTo>
                <a:lnTo>
                  <a:pt x="289754" y="1463339"/>
                </a:lnTo>
                <a:lnTo>
                  <a:pt x="291400" y="1458077"/>
                </a:lnTo>
                <a:lnTo>
                  <a:pt x="293047" y="1452810"/>
                </a:lnTo>
                <a:lnTo>
                  <a:pt x="294693" y="1447539"/>
                </a:lnTo>
                <a:lnTo>
                  <a:pt x="296339" y="1442265"/>
                </a:lnTo>
                <a:lnTo>
                  <a:pt x="297986" y="1436987"/>
                </a:lnTo>
                <a:lnTo>
                  <a:pt x="299632" y="1431705"/>
                </a:lnTo>
                <a:lnTo>
                  <a:pt x="301278" y="1426421"/>
                </a:lnTo>
                <a:lnTo>
                  <a:pt x="302925" y="1421134"/>
                </a:lnTo>
                <a:lnTo>
                  <a:pt x="304571" y="1415844"/>
                </a:lnTo>
                <a:lnTo>
                  <a:pt x="306217" y="1410551"/>
                </a:lnTo>
                <a:lnTo>
                  <a:pt x="307864" y="1405256"/>
                </a:lnTo>
                <a:lnTo>
                  <a:pt x="309510" y="1399960"/>
                </a:lnTo>
                <a:lnTo>
                  <a:pt x="311156" y="1394661"/>
                </a:lnTo>
                <a:lnTo>
                  <a:pt x="312803" y="1389361"/>
                </a:lnTo>
                <a:lnTo>
                  <a:pt x="314449" y="1384060"/>
                </a:lnTo>
                <a:lnTo>
                  <a:pt x="316095" y="1378757"/>
                </a:lnTo>
                <a:lnTo>
                  <a:pt x="317741" y="1373454"/>
                </a:lnTo>
                <a:lnTo>
                  <a:pt x="319388" y="1368150"/>
                </a:lnTo>
                <a:lnTo>
                  <a:pt x="321034" y="1362845"/>
                </a:lnTo>
                <a:lnTo>
                  <a:pt x="322680" y="1357541"/>
                </a:lnTo>
                <a:lnTo>
                  <a:pt x="324327" y="1352236"/>
                </a:lnTo>
                <a:lnTo>
                  <a:pt x="325973" y="1346931"/>
                </a:lnTo>
                <a:lnTo>
                  <a:pt x="327619" y="1341627"/>
                </a:lnTo>
                <a:lnTo>
                  <a:pt x="329266" y="1336323"/>
                </a:lnTo>
                <a:lnTo>
                  <a:pt x="330912" y="1331019"/>
                </a:lnTo>
                <a:lnTo>
                  <a:pt x="332558" y="1325717"/>
                </a:lnTo>
                <a:lnTo>
                  <a:pt x="334205" y="1320416"/>
                </a:lnTo>
                <a:lnTo>
                  <a:pt x="335851" y="1315116"/>
                </a:lnTo>
                <a:lnTo>
                  <a:pt x="337497" y="1309818"/>
                </a:lnTo>
                <a:lnTo>
                  <a:pt x="339144" y="1304521"/>
                </a:lnTo>
                <a:lnTo>
                  <a:pt x="340790" y="1299227"/>
                </a:lnTo>
                <a:lnTo>
                  <a:pt x="342436" y="1293934"/>
                </a:lnTo>
                <a:lnTo>
                  <a:pt x="344083" y="1288644"/>
                </a:lnTo>
                <a:lnTo>
                  <a:pt x="345729" y="1283356"/>
                </a:lnTo>
                <a:lnTo>
                  <a:pt x="347375" y="1278070"/>
                </a:lnTo>
                <a:lnTo>
                  <a:pt x="349022" y="1272788"/>
                </a:lnTo>
                <a:lnTo>
                  <a:pt x="350668" y="1267508"/>
                </a:lnTo>
                <a:lnTo>
                  <a:pt x="352314" y="1262232"/>
                </a:lnTo>
                <a:lnTo>
                  <a:pt x="353961" y="1256958"/>
                </a:lnTo>
                <a:lnTo>
                  <a:pt x="355607" y="1251689"/>
                </a:lnTo>
                <a:lnTo>
                  <a:pt x="357253" y="1246423"/>
                </a:lnTo>
                <a:lnTo>
                  <a:pt x="358900" y="1241160"/>
                </a:lnTo>
                <a:lnTo>
                  <a:pt x="360546" y="1235902"/>
                </a:lnTo>
                <a:lnTo>
                  <a:pt x="362192" y="1230648"/>
                </a:lnTo>
                <a:lnTo>
                  <a:pt x="363839" y="1225398"/>
                </a:lnTo>
                <a:lnTo>
                  <a:pt x="365485" y="1220153"/>
                </a:lnTo>
                <a:lnTo>
                  <a:pt x="367131" y="1214913"/>
                </a:lnTo>
                <a:lnTo>
                  <a:pt x="368778" y="1209677"/>
                </a:lnTo>
                <a:lnTo>
                  <a:pt x="370424" y="1204446"/>
                </a:lnTo>
                <a:lnTo>
                  <a:pt x="372070" y="1199220"/>
                </a:lnTo>
                <a:lnTo>
                  <a:pt x="373717" y="1193999"/>
                </a:lnTo>
                <a:lnTo>
                  <a:pt x="375363" y="1188784"/>
                </a:lnTo>
                <a:lnTo>
                  <a:pt x="377009" y="1183575"/>
                </a:lnTo>
                <a:lnTo>
                  <a:pt x="378656" y="1178371"/>
                </a:lnTo>
                <a:lnTo>
                  <a:pt x="380302" y="1173173"/>
                </a:lnTo>
                <a:lnTo>
                  <a:pt x="381948" y="1167981"/>
                </a:lnTo>
                <a:lnTo>
                  <a:pt x="383595" y="1162795"/>
                </a:lnTo>
                <a:lnTo>
                  <a:pt x="385241" y="1157615"/>
                </a:lnTo>
                <a:lnTo>
                  <a:pt x="386887" y="1152442"/>
                </a:lnTo>
                <a:lnTo>
                  <a:pt x="388534" y="1147275"/>
                </a:lnTo>
                <a:lnTo>
                  <a:pt x="390180" y="1142115"/>
                </a:lnTo>
                <a:lnTo>
                  <a:pt x="391826" y="1136962"/>
                </a:lnTo>
                <a:lnTo>
                  <a:pt x="393473" y="1131816"/>
                </a:lnTo>
                <a:lnTo>
                  <a:pt x="395119" y="1126676"/>
                </a:lnTo>
                <a:lnTo>
                  <a:pt x="396765" y="1121544"/>
                </a:lnTo>
                <a:lnTo>
                  <a:pt x="398412" y="1116420"/>
                </a:lnTo>
                <a:lnTo>
                  <a:pt x="400058" y="1111302"/>
                </a:lnTo>
                <a:lnTo>
                  <a:pt x="401704" y="1106193"/>
                </a:lnTo>
                <a:lnTo>
                  <a:pt x="403351" y="1101091"/>
                </a:lnTo>
                <a:lnTo>
                  <a:pt x="404997" y="1095997"/>
                </a:lnTo>
                <a:lnTo>
                  <a:pt x="406643" y="1090911"/>
                </a:lnTo>
                <a:lnTo>
                  <a:pt x="408290" y="1085833"/>
                </a:lnTo>
                <a:lnTo>
                  <a:pt x="409936" y="1080763"/>
                </a:lnTo>
                <a:lnTo>
                  <a:pt x="411582" y="1075701"/>
                </a:lnTo>
                <a:lnTo>
                  <a:pt x="413229" y="1070648"/>
                </a:lnTo>
                <a:lnTo>
                  <a:pt x="414875" y="1065603"/>
                </a:lnTo>
                <a:lnTo>
                  <a:pt x="416521" y="1060567"/>
                </a:lnTo>
                <a:lnTo>
                  <a:pt x="418168" y="1055540"/>
                </a:lnTo>
                <a:lnTo>
                  <a:pt x="419814" y="1050521"/>
                </a:lnTo>
                <a:lnTo>
                  <a:pt x="421460" y="1045512"/>
                </a:lnTo>
                <a:lnTo>
                  <a:pt x="423107" y="1040511"/>
                </a:lnTo>
                <a:lnTo>
                  <a:pt x="424753" y="1035520"/>
                </a:lnTo>
                <a:lnTo>
                  <a:pt x="426399" y="1030538"/>
                </a:lnTo>
                <a:lnTo>
                  <a:pt x="428046" y="1025565"/>
                </a:lnTo>
                <a:lnTo>
                  <a:pt x="429692" y="1020602"/>
                </a:lnTo>
                <a:lnTo>
                  <a:pt x="431338" y="1015648"/>
                </a:lnTo>
                <a:lnTo>
                  <a:pt x="432985" y="1010704"/>
                </a:lnTo>
                <a:lnTo>
                  <a:pt x="434631" y="1005770"/>
                </a:lnTo>
                <a:lnTo>
                  <a:pt x="436277" y="1000845"/>
                </a:lnTo>
                <a:lnTo>
                  <a:pt x="437924" y="995931"/>
                </a:lnTo>
                <a:lnTo>
                  <a:pt x="439570" y="991026"/>
                </a:lnTo>
                <a:lnTo>
                  <a:pt x="441216" y="986132"/>
                </a:lnTo>
                <a:lnTo>
                  <a:pt x="442863" y="981247"/>
                </a:lnTo>
                <a:lnTo>
                  <a:pt x="444509" y="976373"/>
                </a:lnTo>
                <a:lnTo>
                  <a:pt x="446155" y="971510"/>
                </a:lnTo>
                <a:lnTo>
                  <a:pt x="447802" y="966657"/>
                </a:lnTo>
                <a:lnTo>
                  <a:pt x="449448" y="961814"/>
                </a:lnTo>
                <a:lnTo>
                  <a:pt x="451094" y="956982"/>
                </a:lnTo>
                <a:lnTo>
                  <a:pt x="452741" y="952161"/>
                </a:lnTo>
                <a:lnTo>
                  <a:pt x="454387" y="947350"/>
                </a:lnTo>
                <a:lnTo>
                  <a:pt x="456033" y="942551"/>
                </a:lnTo>
                <a:lnTo>
                  <a:pt x="457680" y="937762"/>
                </a:lnTo>
                <a:lnTo>
                  <a:pt x="459326" y="932984"/>
                </a:lnTo>
                <a:lnTo>
                  <a:pt x="460972" y="928217"/>
                </a:lnTo>
                <a:lnTo>
                  <a:pt x="462619" y="923462"/>
                </a:lnTo>
                <a:lnTo>
                  <a:pt x="464265" y="918718"/>
                </a:lnTo>
                <a:lnTo>
                  <a:pt x="465911" y="913985"/>
                </a:lnTo>
                <a:lnTo>
                  <a:pt x="467558" y="909263"/>
                </a:lnTo>
                <a:lnTo>
                  <a:pt x="469204" y="904553"/>
                </a:lnTo>
                <a:lnTo>
                  <a:pt x="470850" y="899854"/>
                </a:lnTo>
                <a:lnTo>
                  <a:pt x="472497" y="895167"/>
                </a:lnTo>
                <a:lnTo>
                  <a:pt x="474143" y="890491"/>
                </a:lnTo>
                <a:lnTo>
                  <a:pt x="475789" y="885827"/>
                </a:lnTo>
                <a:lnTo>
                  <a:pt x="477436" y="881175"/>
                </a:lnTo>
                <a:lnTo>
                  <a:pt x="479082" y="876534"/>
                </a:lnTo>
                <a:lnTo>
                  <a:pt x="480728" y="871906"/>
                </a:lnTo>
                <a:lnTo>
                  <a:pt x="482375" y="867289"/>
                </a:lnTo>
                <a:lnTo>
                  <a:pt x="484021" y="862685"/>
                </a:lnTo>
                <a:lnTo>
                  <a:pt x="485667" y="858092"/>
                </a:lnTo>
                <a:lnTo>
                  <a:pt x="487314" y="853512"/>
                </a:lnTo>
                <a:lnTo>
                  <a:pt x="488960" y="848943"/>
                </a:lnTo>
                <a:lnTo>
                  <a:pt x="490606" y="844387"/>
                </a:lnTo>
                <a:lnTo>
                  <a:pt x="492253" y="839843"/>
                </a:lnTo>
                <a:lnTo>
                  <a:pt x="493899" y="835311"/>
                </a:lnTo>
                <a:lnTo>
                  <a:pt x="495545" y="830792"/>
                </a:lnTo>
                <a:lnTo>
                  <a:pt x="497192" y="826285"/>
                </a:lnTo>
                <a:lnTo>
                  <a:pt x="498838" y="821791"/>
                </a:lnTo>
                <a:lnTo>
                  <a:pt x="500484" y="817309"/>
                </a:lnTo>
                <a:lnTo>
                  <a:pt x="502131" y="812839"/>
                </a:lnTo>
                <a:lnTo>
                  <a:pt x="503777" y="808382"/>
                </a:lnTo>
                <a:lnTo>
                  <a:pt x="505423" y="803938"/>
                </a:lnTo>
                <a:lnTo>
                  <a:pt x="507070" y="799507"/>
                </a:lnTo>
                <a:lnTo>
                  <a:pt x="508716" y="795088"/>
                </a:lnTo>
                <a:lnTo>
                  <a:pt x="510362" y="790682"/>
                </a:lnTo>
                <a:lnTo>
                  <a:pt x="512009" y="786288"/>
                </a:lnTo>
                <a:lnTo>
                  <a:pt x="513655" y="781908"/>
                </a:lnTo>
                <a:lnTo>
                  <a:pt x="515301" y="777540"/>
                </a:lnTo>
                <a:lnTo>
                  <a:pt x="516948" y="773186"/>
                </a:lnTo>
                <a:lnTo>
                  <a:pt x="518594" y="768844"/>
                </a:lnTo>
                <a:lnTo>
                  <a:pt x="520240" y="764515"/>
                </a:lnTo>
                <a:lnTo>
                  <a:pt x="521887" y="760199"/>
                </a:lnTo>
                <a:lnTo>
                  <a:pt x="523533" y="755896"/>
                </a:lnTo>
                <a:lnTo>
                  <a:pt x="525179" y="751607"/>
                </a:lnTo>
                <a:lnTo>
                  <a:pt x="526826" y="747330"/>
                </a:lnTo>
                <a:lnTo>
                  <a:pt x="528472" y="743067"/>
                </a:lnTo>
                <a:lnTo>
                  <a:pt x="530118" y="738816"/>
                </a:lnTo>
                <a:lnTo>
                  <a:pt x="531765" y="734579"/>
                </a:lnTo>
                <a:lnTo>
                  <a:pt x="533411" y="730356"/>
                </a:lnTo>
                <a:lnTo>
                  <a:pt x="535057" y="726145"/>
                </a:lnTo>
                <a:lnTo>
                  <a:pt x="536704" y="721948"/>
                </a:lnTo>
                <a:lnTo>
                  <a:pt x="538350" y="717764"/>
                </a:lnTo>
                <a:lnTo>
                  <a:pt x="539996" y="713593"/>
                </a:lnTo>
                <a:lnTo>
                  <a:pt x="541643" y="709436"/>
                </a:lnTo>
                <a:lnTo>
                  <a:pt x="543289" y="705292"/>
                </a:lnTo>
                <a:lnTo>
                  <a:pt x="544935" y="701161"/>
                </a:lnTo>
                <a:lnTo>
                  <a:pt x="546582" y="697044"/>
                </a:lnTo>
                <a:lnTo>
                  <a:pt x="548228" y="692941"/>
                </a:lnTo>
                <a:lnTo>
                  <a:pt x="549874" y="688850"/>
                </a:lnTo>
                <a:lnTo>
                  <a:pt x="551521" y="684774"/>
                </a:lnTo>
                <a:lnTo>
                  <a:pt x="553167" y="680711"/>
                </a:lnTo>
                <a:lnTo>
                  <a:pt x="554813" y="676661"/>
                </a:lnTo>
                <a:lnTo>
                  <a:pt x="556460" y="672625"/>
                </a:lnTo>
                <a:lnTo>
                  <a:pt x="558106" y="668602"/>
                </a:lnTo>
                <a:lnTo>
                  <a:pt x="559752" y="664594"/>
                </a:lnTo>
                <a:lnTo>
                  <a:pt x="561399" y="660598"/>
                </a:lnTo>
                <a:lnTo>
                  <a:pt x="563045" y="656616"/>
                </a:lnTo>
                <a:lnTo>
                  <a:pt x="564691" y="652648"/>
                </a:lnTo>
                <a:lnTo>
                  <a:pt x="566338" y="648694"/>
                </a:lnTo>
                <a:lnTo>
                  <a:pt x="567984" y="644753"/>
                </a:lnTo>
                <a:lnTo>
                  <a:pt x="569630" y="640826"/>
                </a:lnTo>
                <a:lnTo>
                  <a:pt x="571277" y="636913"/>
                </a:lnTo>
                <a:lnTo>
                  <a:pt x="572923" y="633013"/>
                </a:lnTo>
                <a:lnTo>
                  <a:pt x="574569" y="629127"/>
                </a:lnTo>
                <a:lnTo>
                  <a:pt x="576216" y="625254"/>
                </a:lnTo>
                <a:lnTo>
                  <a:pt x="577862" y="621396"/>
                </a:lnTo>
                <a:lnTo>
                  <a:pt x="579508" y="617551"/>
                </a:lnTo>
                <a:lnTo>
                  <a:pt x="581155" y="613720"/>
                </a:lnTo>
                <a:lnTo>
                  <a:pt x="582801" y="609902"/>
                </a:lnTo>
                <a:lnTo>
                  <a:pt x="584447" y="606099"/>
                </a:lnTo>
                <a:lnTo>
                  <a:pt x="586094" y="602309"/>
                </a:lnTo>
                <a:lnTo>
                  <a:pt x="587740" y="598533"/>
                </a:lnTo>
                <a:lnTo>
                  <a:pt x="589386" y="594770"/>
                </a:lnTo>
                <a:lnTo>
                  <a:pt x="591033" y="591022"/>
                </a:lnTo>
                <a:lnTo>
                  <a:pt x="592679" y="587287"/>
                </a:lnTo>
                <a:lnTo>
                  <a:pt x="594325" y="583566"/>
                </a:lnTo>
                <a:lnTo>
                  <a:pt x="595972" y="579859"/>
                </a:lnTo>
                <a:lnTo>
                  <a:pt x="597618" y="576165"/>
                </a:lnTo>
                <a:lnTo>
                  <a:pt x="599264" y="572485"/>
                </a:lnTo>
                <a:lnTo>
                  <a:pt x="600911" y="568820"/>
                </a:lnTo>
                <a:lnTo>
                  <a:pt x="602557" y="565168"/>
                </a:lnTo>
                <a:lnTo>
                  <a:pt x="604203" y="561529"/>
                </a:lnTo>
                <a:lnTo>
                  <a:pt x="605850" y="557905"/>
                </a:lnTo>
                <a:lnTo>
                  <a:pt x="607496" y="554294"/>
                </a:lnTo>
                <a:lnTo>
                  <a:pt x="609142" y="550697"/>
                </a:lnTo>
                <a:lnTo>
                  <a:pt x="610789" y="547114"/>
                </a:lnTo>
                <a:lnTo>
                  <a:pt x="612435" y="543545"/>
                </a:lnTo>
                <a:lnTo>
                  <a:pt x="614081" y="539990"/>
                </a:lnTo>
                <a:lnTo>
                  <a:pt x="615728" y="536448"/>
                </a:lnTo>
                <a:lnTo>
                  <a:pt x="617374" y="532920"/>
                </a:lnTo>
                <a:lnTo>
                  <a:pt x="619020" y="529406"/>
                </a:lnTo>
                <a:lnTo>
                  <a:pt x="620667" y="525906"/>
                </a:lnTo>
                <a:lnTo>
                  <a:pt x="622313" y="522419"/>
                </a:lnTo>
                <a:lnTo>
                  <a:pt x="623959" y="518946"/>
                </a:lnTo>
                <a:lnTo>
                  <a:pt x="625606" y="515487"/>
                </a:lnTo>
                <a:lnTo>
                  <a:pt x="627252" y="512042"/>
                </a:lnTo>
                <a:lnTo>
                  <a:pt x="628898" y="508610"/>
                </a:lnTo>
                <a:lnTo>
                  <a:pt x="630544" y="505193"/>
                </a:lnTo>
                <a:lnTo>
                  <a:pt x="632191" y="501789"/>
                </a:lnTo>
                <a:lnTo>
                  <a:pt x="633837" y="498398"/>
                </a:lnTo>
                <a:lnTo>
                  <a:pt x="635483" y="495022"/>
                </a:lnTo>
                <a:lnTo>
                  <a:pt x="637130" y="491659"/>
                </a:lnTo>
                <a:lnTo>
                  <a:pt x="638776" y="488310"/>
                </a:lnTo>
                <a:lnTo>
                  <a:pt x="640422" y="484974"/>
                </a:lnTo>
                <a:lnTo>
                  <a:pt x="642069" y="481653"/>
                </a:lnTo>
                <a:lnTo>
                  <a:pt x="643715" y="478345"/>
                </a:lnTo>
                <a:lnTo>
                  <a:pt x="645361" y="475050"/>
                </a:lnTo>
                <a:lnTo>
                  <a:pt x="647008" y="471769"/>
                </a:lnTo>
                <a:lnTo>
                  <a:pt x="648654" y="468502"/>
                </a:lnTo>
                <a:lnTo>
                  <a:pt x="650300" y="465249"/>
                </a:lnTo>
                <a:lnTo>
                  <a:pt x="651947" y="462009"/>
                </a:lnTo>
                <a:lnTo>
                  <a:pt x="653593" y="458783"/>
                </a:lnTo>
                <a:lnTo>
                  <a:pt x="655239" y="455570"/>
                </a:lnTo>
                <a:lnTo>
                  <a:pt x="656886" y="452371"/>
                </a:lnTo>
                <a:lnTo>
                  <a:pt x="658532" y="449186"/>
                </a:lnTo>
                <a:lnTo>
                  <a:pt x="660178" y="446014"/>
                </a:lnTo>
                <a:lnTo>
                  <a:pt x="661825" y="442856"/>
                </a:lnTo>
                <a:lnTo>
                  <a:pt x="663471" y="439711"/>
                </a:lnTo>
                <a:lnTo>
                  <a:pt x="665117" y="436580"/>
                </a:lnTo>
                <a:lnTo>
                  <a:pt x="666764" y="433462"/>
                </a:lnTo>
                <a:lnTo>
                  <a:pt x="668410" y="430358"/>
                </a:lnTo>
                <a:lnTo>
                  <a:pt x="670056" y="427268"/>
                </a:lnTo>
                <a:lnTo>
                  <a:pt x="671703" y="424190"/>
                </a:lnTo>
                <a:lnTo>
                  <a:pt x="673349" y="421127"/>
                </a:lnTo>
                <a:lnTo>
                  <a:pt x="674995" y="418076"/>
                </a:lnTo>
                <a:lnTo>
                  <a:pt x="676642" y="415039"/>
                </a:lnTo>
                <a:lnTo>
                  <a:pt x="678288" y="412016"/>
                </a:lnTo>
                <a:lnTo>
                  <a:pt x="679934" y="409006"/>
                </a:lnTo>
                <a:lnTo>
                  <a:pt x="681581" y="406009"/>
                </a:lnTo>
                <a:lnTo>
                  <a:pt x="683227" y="403026"/>
                </a:lnTo>
                <a:lnTo>
                  <a:pt x="684873" y="400056"/>
                </a:lnTo>
                <a:lnTo>
                  <a:pt x="686520" y="397099"/>
                </a:lnTo>
                <a:lnTo>
                  <a:pt x="688166" y="394156"/>
                </a:lnTo>
                <a:lnTo>
                  <a:pt x="689812" y="391226"/>
                </a:lnTo>
                <a:lnTo>
                  <a:pt x="691459" y="388309"/>
                </a:lnTo>
                <a:lnTo>
                  <a:pt x="693105" y="385405"/>
                </a:lnTo>
                <a:lnTo>
                  <a:pt x="694751" y="382515"/>
                </a:lnTo>
                <a:lnTo>
                  <a:pt x="696398" y="379638"/>
                </a:lnTo>
                <a:lnTo>
                  <a:pt x="698044" y="376774"/>
                </a:lnTo>
                <a:lnTo>
                  <a:pt x="699690" y="373923"/>
                </a:lnTo>
                <a:lnTo>
                  <a:pt x="701337" y="371086"/>
                </a:lnTo>
                <a:lnTo>
                  <a:pt x="702983" y="368262"/>
                </a:lnTo>
                <a:lnTo>
                  <a:pt x="704629" y="365450"/>
                </a:lnTo>
                <a:lnTo>
                  <a:pt x="706276" y="362652"/>
                </a:lnTo>
                <a:lnTo>
                  <a:pt x="707922" y="359867"/>
                </a:lnTo>
                <a:lnTo>
                  <a:pt x="709568" y="357095"/>
                </a:lnTo>
                <a:lnTo>
                  <a:pt x="711215" y="354336"/>
                </a:lnTo>
                <a:lnTo>
                  <a:pt x="712861" y="351590"/>
                </a:lnTo>
                <a:lnTo>
                  <a:pt x="714507" y="348857"/>
                </a:lnTo>
                <a:lnTo>
                  <a:pt x="716154" y="346137"/>
                </a:lnTo>
                <a:lnTo>
                  <a:pt x="717800" y="343430"/>
                </a:lnTo>
                <a:lnTo>
                  <a:pt x="719446" y="340736"/>
                </a:lnTo>
                <a:lnTo>
                  <a:pt x="721093" y="338055"/>
                </a:lnTo>
                <a:lnTo>
                  <a:pt x="722739" y="335387"/>
                </a:lnTo>
                <a:lnTo>
                  <a:pt x="724385" y="332731"/>
                </a:lnTo>
                <a:lnTo>
                  <a:pt x="726032" y="330089"/>
                </a:lnTo>
                <a:lnTo>
                  <a:pt x="727678" y="327459"/>
                </a:lnTo>
                <a:lnTo>
                  <a:pt x="729324" y="324842"/>
                </a:lnTo>
                <a:lnTo>
                  <a:pt x="730971" y="322238"/>
                </a:lnTo>
                <a:lnTo>
                  <a:pt x="732617" y="319647"/>
                </a:lnTo>
                <a:lnTo>
                  <a:pt x="734263" y="317068"/>
                </a:lnTo>
                <a:lnTo>
                  <a:pt x="735910" y="314502"/>
                </a:lnTo>
                <a:lnTo>
                  <a:pt x="737556" y="311949"/>
                </a:lnTo>
                <a:lnTo>
                  <a:pt x="739202" y="309409"/>
                </a:lnTo>
                <a:lnTo>
                  <a:pt x="740849" y="306881"/>
                </a:lnTo>
                <a:lnTo>
                  <a:pt x="742495" y="304366"/>
                </a:lnTo>
                <a:lnTo>
                  <a:pt x="744141" y="301863"/>
                </a:lnTo>
                <a:lnTo>
                  <a:pt x="745788" y="299373"/>
                </a:lnTo>
                <a:lnTo>
                  <a:pt x="747434" y="296895"/>
                </a:lnTo>
                <a:lnTo>
                  <a:pt x="749080" y="294430"/>
                </a:lnTo>
                <a:lnTo>
                  <a:pt x="750727" y="291978"/>
                </a:lnTo>
                <a:lnTo>
                  <a:pt x="752373" y="289538"/>
                </a:lnTo>
                <a:lnTo>
                  <a:pt x="754019" y="287110"/>
                </a:lnTo>
                <a:lnTo>
                  <a:pt x="755666" y="284695"/>
                </a:lnTo>
                <a:lnTo>
                  <a:pt x="757312" y="282292"/>
                </a:lnTo>
                <a:lnTo>
                  <a:pt x="758958" y="279902"/>
                </a:lnTo>
                <a:lnTo>
                  <a:pt x="760605" y="277524"/>
                </a:lnTo>
                <a:lnTo>
                  <a:pt x="762251" y="275159"/>
                </a:lnTo>
                <a:lnTo>
                  <a:pt x="763897" y="272805"/>
                </a:lnTo>
                <a:lnTo>
                  <a:pt x="765544" y="270464"/>
                </a:lnTo>
                <a:lnTo>
                  <a:pt x="767190" y="268135"/>
                </a:lnTo>
                <a:lnTo>
                  <a:pt x="768836" y="265819"/>
                </a:lnTo>
                <a:lnTo>
                  <a:pt x="770483" y="263515"/>
                </a:lnTo>
                <a:lnTo>
                  <a:pt x="772129" y="261222"/>
                </a:lnTo>
                <a:lnTo>
                  <a:pt x="773775" y="258942"/>
                </a:lnTo>
                <a:lnTo>
                  <a:pt x="775422" y="256675"/>
                </a:lnTo>
                <a:lnTo>
                  <a:pt x="777068" y="254419"/>
                </a:lnTo>
                <a:lnTo>
                  <a:pt x="778714" y="252175"/>
                </a:lnTo>
                <a:lnTo>
                  <a:pt x="780361" y="249943"/>
                </a:lnTo>
                <a:lnTo>
                  <a:pt x="782007" y="247724"/>
                </a:lnTo>
                <a:lnTo>
                  <a:pt x="783653" y="245516"/>
                </a:lnTo>
                <a:lnTo>
                  <a:pt x="785300" y="243321"/>
                </a:lnTo>
                <a:lnTo>
                  <a:pt x="786946" y="241137"/>
                </a:lnTo>
                <a:lnTo>
                  <a:pt x="788592" y="238965"/>
                </a:lnTo>
                <a:lnTo>
                  <a:pt x="790239" y="236805"/>
                </a:lnTo>
                <a:lnTo>
                  <a:pt x="791885" y="234657"/>
                </a:lnTo>
                <a:lnTo>
                  <a:pt x="793531" y="232521"/>
                </a:lnTo>
                <a:lnTo>
                  <a:pt x="795178" y="230397"/>
                </a:lnTo>
                <a:lnTo>
                  <a:pt x="796824" y="228285"/>
                </a:lnTo>
                <a:lnTo>
                  <a:pt x="798470" y="226184"/>
                </a:lnTo>
                <a:lnTo>
                  <a:pt x="800117" y="224095"/>
                </a:lnTo>
                <a:lnTo>
                  <a:pt x="801763" y="222017"/>
                </a:lnTo>
                <a:lnTo>
                  <a:pt x="803409" y="219952"/>
                </a:lnTo>
                <a:lnTo>
                  <a:pt x="805056" y="217898"/>
                </a:lnTo>
                <a:lnTo>
                  <a:pt x="806702" y="215856"/>
                </a:lnTo>
                <a:lnTo>
                  <a:pt x="808348" y="213825"/>
                </a:lnTo>
                <a:lnTo>
                  <a:pt x="809995" y="211806"/>
                </a:lnTo>
                <a:lnTo>
                  <a:pt x="811641" y="209798"/>
                </a:lnTo>
                <a:lnTo>
                  <a:pt x="813287" y="207802"/>
                </a:lnTo>
                <a:lnTo>
                  <a:pt x="814934" y="205818"/>
                </a:lnTo>
                <a:lnTo>
                  <a:pt x="816580" y="203845"/>
                </a:lnTo>
                <a:lnTo>
                  <a:pt x="818226" y="201883"/>
                </a:lnTo>
                <a:lnTo>
                  <a:pt x="819873" y="199933"/>
                </a:lnTo>
                <a:lnTo>
                  <a:pt x="821519" y="197994"/>
                </a:lnTo>
                <a:lnTo>
                  <a:pt x="823165" y="196066"/>
                </a:lnTo>
                <a:lnTo>
                  <a:pt x="824812" y="194150"/>
                </a:lnTo>
                <a:lnTo>
                  <a:pt x="826458" y="192245"/>
                </a:lnTo>
                <a:lnTo>
                  <a:pt x="828104" y="190352"/>
                </a:lnTo>
                <a:lnTo>
                  <a:pt x="829751" y="188470"/>
                </a:lnTo>
                <a:lnTo>
                  <a:pt x="831397" y="186599"/>
                </a:lnTo>
                <a:lnTo>
                  <a:pt x="833043" y="184739"/>
                </a:lnTo>
                <a:lnTo>
                  <a:pt x="834690" y="182890"/>
                </a:lnTo>
                <a:lnTo>
                  <a:pt x="836336" y="181052"/>
                </a:lnTo>
                <a:lnTo>
                  <a:pt x="837982" y="179226"/>
                </a:lnTo>
                <a:lnTo>
                  <a:pt x="839629" y="177411"/>
                </a:lnTo>
                <a:lnTo>
                  <a:pt x="841275" y="175606"/>
                </a:lnTo>
                <a:lnTo>
                  <a:pt x="842921" y="173813"/>
                </a:lnTo>
                <a:lnTo>
                  <a:pt x="844568" y="172031"/>
                </a:lnTo>
                <a:lnTo>
                  <a:pt x="846214" y="170260"/>
                </a:lnTo>
                <a:lnTo>
                  <a:pt x="847860" y="168499"/>
                </a:lnTo>
                <a:lnTo>
                  <a:pt x="849507" y="166750"/>
                </a:lnTo>
                <a:lnTo>
                  <a:pt x="851153" y="165012"/>
                </a:lnTo>
                <a:lnTo>
                  <a:pt x="852799" y="163284"/>
                </a:lnTo>
                <a:lnTo>
                  <a:pt x="854446" y="161567"/>
                </a:lnTo>
                <a:lnTo>
                  <a:pt x="856092" y="159861"/>
                </a:lnTo>
                <a:lnTo>
                  <a:pt x="857738" y="158166"/>
                </a:lnTo>
                <a:lnTo>
                  <a:pt x="859385" y="156482"/>
                </a:lnTo>
                <a:lnTo>
                  <a:pt x="861031" y="154808"/>
                </a:lnTo>
                <a:lnTo>
                  <a:pt x="862677" y="153145"/>
                </a:lnTo>
                <a:lnTo>
                  <a:pt x="864324" y="151493"/>
                </a:lnTo>
                <a:lnTo>
                  <a:pt x="865970" y="149851"/>
                </a:lnTo>
                <a:lnTo>
                  <a:pt x="867616" y="148220"/>
                </a:lnTo>
                <a:lnTo>
                  <a:pt x="869263" y="146600"/>
                </a:lnTo>
                <a:lnTo>
                  <a:pt x="870909" y="144990"/>
                </a:lnTo>
                <a:lnTo>
                  <a:pt x="872555" y="143390"/>
                </a:lnTo>
                <a:lnTo>
                  <a:pt x="874202" y="141802"/>
                </a:lnTo>
                <a:lnTo>
                  <a:pt x="875848" y="140223"/>
                </a:lnTo>
                <a:lnTo>
                  <a:pt x="877494" y="138655"/>
                </a:lnTo>
                <a:lnTo>
                  <a:pt x="879141" y="137098"/>
                </a:lnTo>
                <a:lnTo>
                  <a:pt x="880787" y="135551"/>
                </a:lnTo>
                <a:lnTo>
                  <a:pt x="882433" y="134014"/>
                </a:lnTo>
                <a:lnTo>
                  <a:pt x="884080" y="132488"/>
                </a:lnTo>
                <a:lnTo>
                  <a:pt x="885726" y="130972"/>
                </a:lnTo>
                <a:lnTo>
                  <a:pt x="887372" y="129466"/>
                </a:lnTo>
                <a:lnTo>
                  <a:pt x="889019" y="127971"/>
                </a:lnTo>
                <a:lnTo>
                  <a:pt x="890665" y="126486"/>
                </a:lnTo>
                <a:lnTo>
                  <a:pt x="892311" y="125011"/>
                </a:lnTo>
                <a:lnTo>
                  <a:pt x="893958" y="123546"/>
                </a:lnTo>
                <a:lnTo>
                  <a:pt x="895604" y="122091"/>
                </a:lnTo>
                <a:lnTo>
                  <a:pt x="897250" y="120646"/>
                </a:lnTo>
                <a:lnTo>
                  <a:pt x="898897" y="119212"/>
                </a:lnTo>
                <a:lnTo>
                  <a:pt x="900543" y="117788"/>
                </a:lnTo>
                <a:lnTo>
                  <a:pt x="902189" y="116373"/>
                </a:lnTo>
                <a:lnTo>
                  <a:pt x="903836" y="114969"/>
                </a:lnTo>
                <a:lnTo>
                  <a:pt x="905482" y="113575"/>
                </a:lnTo>
                <a:lnTo>
                  <a:pt x="907128" y="112190"/>
                </a:lnTo>
                <a:lnTo>
                  <a:pt x="908775" y="110816"/>
                </a:lnTo>
                <a:lnTo>
                  <a:pt x="910421" y="109451"/>
                </a:lnTo>
                <a:lnTo>
                  <a:pt x="912067" y="108097"/>
                </a:lnTo>
                <a:lnTo>
                  <a:pt x="913714" y="106752"/>
                </a:lnTo>
                <a:lnTo>
                  <a:pt x="915360" y="105417"/>
                </a:lnTo>
                <a:lnTo>
                  <a:pt x="917006" y="104092"/>
                </a:lnTo>
                <a:lnTo>
                  <a:pt x="918653" y="102776"/>
                </a:lnTo>
                <a:lnTo>
                  <a:pt x="920299" y="101471"/>
                </a:lnTo>
                <a:lnTo>
                  <a:pt x="921945" y="100175"/>
                </a:lnTo>
                <a:lnTo>
                  <a:pt x="923592" y="98889"/>
                </a:lnTo>
                <a:lnTo>
                  <a:pt x="925238" y="97612"/>
                </a:lnTo>
                <a:lnTo>
                  <a:pt x="926884" y="96345"/>
                </a:lnTo>
                <a:lnTo>
                  <a:pt x="928531" y="95088"/>
                </a:lnTo>
                <a:lnTo>
                  <a:pt x="930177" y="93840"/>
                </a:lnTo>
                <a:lnTo>
                  <a:pt x="931823" y="92602"/>
                </a:lnTo>
                <a:lnTo>
                  <a:pt x="933470" y="91373"/>
                </a:lnTo>
                <a:lnTo>
                  <a:pt x="935116" y="90154"/>
                </a:lnTo>
                <a:lnTo>
                  <a:pt x="936762" y="88944"/>
                </a:lnTo>
                <a:lnTo>
                  <a:pt x="938409" y="87744"/>
                </a:lnTo>
                <a:lnTo>
                  <a:pt x="940055" y="86553"/>
                </a:lnTo>
                <a:lnTo>
                  <a:pt x="941701" y="85372"/>
                </a:lnTo>
                <a:lnTo>
                  <a:pt x="943347" y="84200"/>
                </a:lnTo>
                <a:lnTo>
                  <a:pt x="944994" y="83037"/>
                </a:lnTo>
                <a:lnTo>
                  <a:pt x="946640" y="81883"/>
                </a:lnTo>
                <a:lnTo>
                  <a:pt x="948286" y="80739"/>
                </a:lnTo>
                <a:lnTo>
                  <a:pt x="949933" y="79605"/>
                </a:lnTo>
                <a:lnTo>
                  <a:pt x="951579" y="78479"/>
                </a:lnTo>
                <a:lnTo>
                  <a:pt x="953225" y="77362"/>
                </a:lnTo>
                <a:lnTo>
                  <a:pt x="954872" y="76255"/>
                </a:lnTo>
                <a:lnTo>
                  <a:pt x="956518" y="75157"/>
                </a:lnTo>
                <a:lnTo>
                  <a:pt x="958164" y="74068"/>
                </a:lnTo>
                <a:lnTo>
                  <a:pt x="959811" y="72988"/>
                </a:lnTo>
                <a:lnTo>
                  <a:pt x="961457" y="71918"/>
                </a:lnTo>
                <a:lnTo>
                  <a:pt x="963103" y="70856"/>
                </a:lnTo>
                <a:lnTo>
                  <a:pt x="964750" y="69803"/>
                </a:lnTo>
                <a:lnTo>
                  <a:pt x="966396" y="68760"/>
                </a:lnTo>
                <a:lnTo>
                  <a:pt x="968042" y="67725"/>
                </a:lnTo>
                <a:lnTo>
                  <a:pt x="969689" y="66699"/>
                </a:lnTo>
                <a:lnTo>
                  <a:pt x="971335" y="65682"/>
                </a:lnTo>
                <a:lnTo>
                  <a:pt x="972981" y="64674"/>
                </a:lnTo>
                <a:lnTo>
                  <a:pt x="974628" y="63675"/>
                </a:lnTo>
                <a:lnTo>
                  <a:pt x="976274" y="62685"/>
                </a:lnTo>
                <a:lnTo>
                  <a:pt x="977920" y="61703"/>
                </a:lnTo>
                <a:lnTo>
                  <a:pt x="979567" y="60731"/>
                </a:lnTo>
                <a:lnTo>
                  <a:pt x="981213" y="59767"/>
                </a:lnTo>
                <a:lnTo>
                  <a:pt x="982859" y="58812"/>
                </a:lnTo>
                <a:lnTo>
                  <a:pt x="984506" y="57865"/>
                </a:lnTo>
                <a:lnTo>
                  <a:pt x="986152" y="56928"/>
                </a:lnTo>
                <a:lnTo>
                  <a:pt x="987798" y="55999"/>
                </a:lnTo>
                <a:lnTo>
                  <a:pt x="989445" y="55078"/>
                </a:lnTo>
                <a:lnTo>
                  <a:pt x="991091" y="54166"/>
                </a:lnTo>
                <a:lnTo>
                  <a:pt x="992737" y="53263"/>
                </a:lnTo>
                <a:lnTo>
                  <a:pt x="994384" y="52368"/>
                </a:lnTo>
                <a:lnTo>
                  <a:pt x="996030" y="51482"/>
                </a:lnTo>
                <a:lnTo>
                  <a:pt x="997676" y="50605"/>
                </a:lnTo>
                <a:lnTo>
                  <a:pt x="999323" y="49735"/>
                </a:lnTo>
                <a:lnTo>
                  <a:pt x="1000969" y="48875"/>
                </a:lnTo>
                <a:lnTo>
                  <a:pt x="1002615" y="48022"/>
                </a:lnTo>
                <a:lnTo>
                  <a:pt x="1004262" y="47179"/>
                </a:lnTo>
                <a:lnTo>
                  <a:pt x="1005908" y="46343"/>
                </a:lnTo>
                <a:lnTo>
                  <a:pt x="1007554" y="45516"/>
                </a:lnTo>
                <a:lnTo>
                  <a:pt x="1009201" y="44697"/>
                </a:lnTo>
                <a:lnTo>
                  <a:pt x="1010847" y="43887"/>
                </a:lnTo>
                <a:lnTo>
                  <a:pt x="1012493" y="43085"/>
                </a:lnTo>
                <a:lnTo>
                  <a:pt x="1014140" y="42291"/>
                </a:lnTo>
                <a:lnTo>
                  <a:pt x="1015786" y="41505"/>
                </a:lnTo>
                <a:lnTo>
                  <a:pt x="1017432" y="40727"/>
                </a:lnTo>
                <a:lnTo>
                  <a:pt x="1019079" y="39958"/>
                </a:lnTo>
                <a:lnTo>
                  <a:pt x="1020725" y="39197"/>
                </a:lnTo>
                <a:lnTo>
                  <a:pt x="1022371" y="38444"/>
                </a:lnTo>
                <a:lnTo>
                  <a:pt x="1024018" y="37699"/>
                </a:lnTo>
                <a:lnTo>
                  <a:pt x="1025664" y="36962"/>
                </a:lnTo>
                <a:lnTo>
                  <a:pt x="1027310" y="36234"/>
                </a:lnTo>
                <a:lnTo>
                  <a:pt x="1028957" y="35513"/>
                </a:lnTo>
                <a:lnTo>
                  <a:pt x="1030603" y="34800"/>
                </a:lnTo>
                <a:lnTo>
                  <a:pt x="1032249" y="34095"/>
                </a:lnTo>
                <a:lnTo>
                  <a:pt x="1033896" y="33399"/>
                </a:lnTo>
                <a:lnTo>
                  <a:pt x="1035542" y="32710"/>
                </a:lnTo>
                <a:lnTo>
                  <a:pt x="1037188" y="32029"/>
                </a:lnTo>
                <a:lnTo>
                  <a:pt x="1038835" y="31356"/>
                </a:lnTo>
                <a:lnTo>
                  <a:pt x="1040481" y="30691"/>
                </a:lnTo>
                <a:lnTo>
                  <a:pt x="1042127" y="30034"/>
                </a:lnTo>
                <a:lnTo>
                  <a:pt x="1043774" y="29384"/>
                </a:lnTo>
                <a:lnTo>
                  <a:pt x="1045420" y="28742"/>
                </a:lnTo>
                <a:lnTo>
                  <a:pt x="1047066" y="28109"/>
                </a:lnTo>
                <a:lnTo>
                  <a:pt x="1048713" y="27482"/>
                </a:lnTo>
                <a:lnTo>
                  <a:pt x="1050359" y="26864"/>
                </a:lnTo>
                <a:lnTo>
                  <a:pt x="1052005" y="26253"/>
                </a:lnTo>
                <a:lnTo>
                  <a:pt x="1053652" y="25650"/>
                </a:lnTo>
                <a:lnTo>
                  <a:pt x="1055298" y="25055"/>
                </a:lnTo>
                <a:lnTo>
                  <a:pt x="1056944" y="24467"/>
                </a:lnTo>
                <a:lnTo>
                  <a:pt x="1058591" y="23887"/>
                </a:lnTo>
                <a:lnTo>
                  <a:pt x="1060237" y="23314"/>
                </a:lnTo>
                <a:lnTo>
                  <a:pt x="1061883" y="22749"/>
                </a:lnTo>
                <a:lnTo>
                  <a:pt x="1063530" y="22192"/>
                </a:lnTo>
                <a:lnTo>
                  <a:pt x="1065176" y="21642"/>
                </a:lnTo>
                <a:lnTo>
                  <a:pt x="1066822" y="21099"/>
                </a:lnTo>
                <a:lnTo>
                  <a:pt x="1068469" y="20564"/>
                </a:lnTo>
                <a:lnTo>
                  <a:pt x="1070115" y="20037"/>
                </a:lnTo>
                <a:lnTo>
                  <a:pt x="1071761" y="19517"/>
                </a:lnTo>
                <a:lnTo>
                  <a:pt x="1073408" y="19004"/>
                </a:lnTo>
                <a:lnTo>
                  <a:pt x="1075054" y="18498"/>
                </a:lnTo>
                <a:lnTo>
                  <a:pt x="1076700" y="18000"/>
                </a:lnTo>
                <a:lnTo>
                  <a:pt x="1078347" y="17510"/>
                </a:lnTo>
                <a:lnTo>
                  <a:pt x="1079993" y="17026"/>
                </a:lnTo>
                <a:lnTo>
                  <a:pt x="1081639" y="16550"/>
                </a:lnTo>
                <a:lnTo>
                  <a:pt x="1083286" y="16081"/>
                </a:lnTo>
                <a:lnTo>
                  <a:pt x="1084932" y="15620"/>
                </a:lnTo>
                <a:lnTo>
                  <a:pt x="1086578" y="15165"/>
                </a:lnTo>
                <a:lnTo>
                  <a:pt x="1088225" y="14718"/>
                </a:lnTo>
                <a:lnTo>
                  <a:pt x="1089871" y="14278"/>
                </a:lnTo>
                <a:lnTo>
                  <a:pt x="1091517" y="13845"/>
                </a:lnTo>
                <a:lnTo>
                  <a:pt x="1093164" y="13420"/>
                </a:lnTo>
                <a:lnTo>
                  <a:pt x="1094810" y="13001"/>
                </a:lnTo>
                <a:lnTo>
                  <a:pt x="1096456" y="12589"/>
                </a:lnTo>
                <a:lnTo>
                  <a:pt x="1098103" y="12185"/>
                </a:lnTo>
                <a:lnTo>
                  <a:pt x="1099749" y="11787"/>
                </a:lnTo>
                <a:lnTo>
                  <a:pt x="1101395" y="11397"/>
                </a:lnTo>
                <a:lnTo>
                  <a:pt x="1103042" y="11013"/>
                </a:lnTo>
                <a:lnTo>
                  <a:pt x="1104688" y="10637"/>
                </a:lnTo>
                <a:lnTo>
                  <a:pt x="1106334" y="10267"/>
                </a:lnTo>
                <a:lnTo>
                  <a:pt x="1107981" y="9905"/>
                </a:lnTo>
                <a:lnTo>
                  <a:pt x="1109627" y="9549"/>
                </a:lnTo>
                <a:lnTo>
                  <a:pt x="1111273" y="9200"/>
                </a:lnTo>
                <a:lnTo>
                  <a:pt x="1112920" y="8858"/>
                </a:lnTo>
                <a:lnTo>
                  <a:pt x="1114566" y="8523"/>
                </a:lnTo>
                <a:lnTo>
                  <a:pt x="1116212" y="8195"/>
                </a:lnTo>
                <a:lnTo>
                  <a:pt x="1117859" y="7873"/>
                </a:lnTo>
                <a:lnTo>
                  <a:pt x="1119505" y="7558"/>
                </a:lnTo>
                <a:lnTo>
                  <a:pt x="1121151" y="7251"/>
                </a:lnTo>
                <a:lnTo>
                  <a:pt x="1122798" y="6949"/>
                </a:lnTo>
                <a:lnTo>
                  <a:pt x="1124444" y="6655"/>
                </a:lnTo>
                <a:lnTo>
                  <a:pt x="1126090" y="6367"/>
                </a:lnTo>
                <a:lnTo>
                  <a:pt x="1127737" y="6086"/>
                </a:lnTo>
                <a:lnTo>
                  <a:pt x="1129383" y="5811"/>
                </a:lnTo>
                <a:lnTo>
                  <a:pt x="1131029" y="5543"/>
                </a:lnTo>
                <a:lnTo>
                  <a:pt x="1132676" y="5282"/>
                </a:lnTo>
                <a:lnTo>
                  <a:pt x="1134322" y="5027"/>
                </a:lnTo>
                <a:lnTo>
                  <a:pt x="1135968" y="4779"/>
                </a:lnTo>
                <a:lnTo>
                  <a:pt x="1137615" y="4537"/>
                </a:lnTo>
                <a:lnTo>
                  <a:pt x="1139261" y="4302"/>
                </a:lnTo>
                <a:lnTo>
                  <a:pt x="1140907" y="4074"/>
                </a:lnTo>
                <a:lnTo>
                  <a:pt x="1142554" y="3852"/>
                </a:lnTo>
                <a:lnTo>
                  <a:pt x="1144200" y="3636"/>
                </a:lnTo>
                <a:lnTo>
                  <a:pt x="1145846" y="3427"/>
                </a:lnTo>
                <a:lnTo>
                  <a:pt x="1147493" y="3224"/>
                </a:lnTo>
                <a:lnTo>
                  <a:pt x="1149139" y="3027"/>
                </a:lnTo>
                <a:lnTo>
                  <a:pt x="1150785" y="2837"/>
                </a:lnTo>
                <a:lnTo>
                  <a:pt x="1152432" y="2654"/>
                </a:lnTo>
                <a:lnTo>
                  <a:pt x="1154078" y="2476"/>
                </a:lnTo>
                <a:lnTo>
                  <a:pt x="1155724" y="2305"/>
                </a:lnTo>
                <a:lnTo>
                  <a:pt x="1157371" y="2141"/>
                </a:lnTo>
                <a:lnTo>
                  <a:pt x="1159017" y="1982"/>
                </a:lnTo>
                <a:lnTo>
                  <a:pt x="1160663" y="1830"/>
                </a:lnTo>
                <a:lnTo>
                  <a:pt x="1162310" y="1684"/>
                </a:lnTo>
                <a:lnTo>
                  <a:pt x="1163956" y="1544"/>
                </a:lnTo>
                <a:lnTo>
                  <a:pt x="1165602" y="1411"/>
                </a:lnTo>
                <a:lnTo>
                  <a:pt x="1167249" y="1283"/>
                </a:lnTo>
                <a:lnTo>
                  <a:pt x="1168895" y="1162"/>
                </a:lnTo>
                <a:lnTo>
                  <a:pt x="1170541" y="1047"/>
                </a:lnTo>
                <a:lnTo>
                  <a:pt x="1172188" y="938"/>
                </a:lnTo>
                <a:lnTo>
                  <a:pt x="1173834" y="835"/>
                </a:lnTo>
                <a:lnTo>
                  <a:pt x="1175480" y="738"/>
                </a:lnTo>
                <a:lnTo>
                  <a:pt x="1177127" y="647"/>
                </a:lnTo>
                <a:lnTo>
                  <a:pt x="1178773" y="563"/>
                </a:lnTo>
                <a:lnTo>
                  <a:pt x="1180419" y="484"/>
                </a:lnTo>
                <a:lnTo>
                  <a:pt x="1182066" y="411"/>
                </a:lnTo>
                <a:lnTo>
                  <a:pt x="1183712" y="345"/>
                </a:lnTo>
                <a:lnTo>
                  <a:pt x="1185358" y="284"/>
                </a:lnTo>
                <a:lnTo>
                  <a:pt x="1187005" y="229"/>
                </a:lnTo>
                <a:lnTo>
                  <a:pt x="1188651" y="180"/>
                </a:lnTo>
                <a:lnTo>
                  <a:pt x="1190297" y="137"/>
                </a:lnTo>
                <a:lnTo>
                  <a:pt x="1191944" y="100"/>
                </a:lnTo>
                <a:lnTo>
                  <a:pt x="1193590" y="69"/>
                </a:lnTo>
                <a:lnTo>
                  <a:pt x="1195236" y="43"/>
                </a:lnTo>
                <a:lnTo>
                  <a:pt x="1196883" y="24"/>
                </a:lnTo>
                <a:lnTo>
                  <a:pt x="1198529" y="10"/>
                </a:lnTo>
                <a:lnTo>
                  <a:pt x="1200175" y="2"/>
                </a:lnTo>
                <a:lnTo>
                  <a:pt x="1201822" y="0"/>
                </a:lnTo>
                <a:lnTo>
                  <a:pt x="1203468" y="3"/>
                </a:lnTo>
                <a:lnTo>
                  <a:pt x="1205114" y="12"/>
                </a:lnTo>
                <a:lnTo>
                  <a:pt x="1206761" y="27"/>
                </a:lnTo>
                <a:lnTo>
                  <a:pt x="1208407" y="48"/>
                </a:lnTo>
                <a:lnTo>
                  <a:pt x="1210053" y="74"/>
                </a:lnTo>
                <a:lnTo>
                  <a:pt x="1211700" y="106"/>
                </a:lnTo>
                <a:lnTo>
                  <a:pt x="1213346" y="144"/>
                </a:lnTo>
                <a:lnTo>
                  <a:pt x="1214992" y="187"/>
                </a:lnTo>
                <a:lnTo>
                  <a:pt x="1216639" y="236"/>
                </a:lnTo>
                <a:lnTo>
                  <a:pt x="1218285" y="290"/>
                </a:lnTo>
                <a:lnTo>
                  <a:pt x="1219931" y="350"/>
                </a:lnTo>
                <a:lnTo>
                  <a:pt x="1221578" y="416"/>
                </a:lnTo>
                <a:lnTo>
                  <a:pt x="1223224" y="487"/>
                </a:lnTo>
                <a:lnTo>
                  <a:pt x="1224870" y="563"/>
                </a:lnTo>
                <a:lnTo>
                  <a:pt x="1226517" y="646"/>
                </a:lnTo>
                <a:lnTo>
                  <a:pt x="1228163" y="733"/>
                </a:lnTo>
                <a:lnTo>
                  <a:pt x="1229809" y="826"/>
                </a:lnTo>
                <a:lnTo>
                  <a:pt x="1231456" y="924"/>
                </a:lnTo>
                <a:lnTo>
                  <a:pt x="1233102" y="1028"/>
                </a:lnTo>
                <a:lnTo>
                  <a:pt x="1234748" y="1138"/>
                </a:lnTo>
                <a:lnTo>
                  <a:pt x="1236395" y="1252"/>
                </a:lnTo>
                <a:lnTo>
                  <a:pt x="1238041" y="1372"/>
                </a:lnTo>
                <a:lnTo>
                  <a:pt x="1239687" y="1497"/>
                </a:lnTo>
                <a:lnTo>
                  <a:pt x="1241334" y="1628"/>
                </a:lnTo>
                <a:lnTo>
                  <a:pt x="1242980" y="1764"/>
                </a:lnTo>
                <a:lnTo>
                  <a:pt x="1244626" y="1905"/>
                </a:lnTo>
                <a:lnTo>
                  <a:pt x="1246273" y="2052"/>
                </a:lnTo>
                <a:lnTo>
                  <a:pt x="1247919" y="2204"/>
                </a:lnTo>
                <a:lnTo>
                  <a:pt x="1249565" y="2361"/>
                </a:lnTo>
                <a:lnTo>
                  <a:pt x="1251212" y="2523"/>
                </a:lnTo>
                <a:lnTo>
                  <a:pt x="1252858" y="2691"/>
                </a:lnTo>
                <a:lnTo>
                  <a:pt x="1254504" y="2863"/>
                </a:lnTo>
                <a:lnTo>
                  <a:pt x="1256150" y="3041"/>
                </a:lnTo>
                <a:lnTo>
                  <a:pt x="1257797" y="3224"/>
                </a:lnTo>
                <a:lnTo>
                  <a:pt x="1259443" y="3412"/>
                </a:lnTo>
                <a:lnTo>
                  <a:pt x="1261089" y="3605"/>
                </a:lnTo>
                <a:lnTo>
                  <a:pt x="1262736" y="3804"/>
                </a:lnTo>
                <a:lnTo>
                  <a:pt x="1264382" y="4007"/>
                </a:lnTo>
                <a:lnTo>
                  <a:pt x="1266028" y="4216"/>
                </a:lnTo>
                <a:lnTo>
                  <a:pt x="1267675" y="4429"/>
                </a:lnTo>
                <a:lnTo>
                  <a:pt x="1269321" y="4648"/>
                </a:lnTo>
                <a:lnTo>
                  <a:pt x="1270967" y="4872"/>
                </a:lnTo>
                <a:lnTo>
                  <a:pt x="1272614" y="5100"/>
                </a:lnTo>
                <a:lnTo>
                  <a:pt x="1274260" y="5334"/>
                </a:lnTo>
                <a:lnTo>
                  <a:pt x="1275906" y="5572"/>
                </a:lnTo>
                <a:lnTo>
                  <a:pt x="1277553" y="5816"/>
                </a:lnTo>
                <a:lnTo>
                  <a:pt x="1279199" y="6065"/>
                </a:lnTo>
                <a:lnTo>
                  <a:pt x="1280845" y="6318"/>
                </a:lnTo>
                <a:lnTo>
                  <a:pt x="1282492" y="6576"/>
                </a:lnTo>
                <a:lnTo>
                  <a:pt x="1284138" y="6839"/>
                </a:lnTo>
                <a:lnTo>
                  <a:pt x="1285784" y="7108"/>
                </a:lnTo>
                <a:lnTo>
                  <a:pt x="1287431" y="7381"/>
                </a:lnTo>
                <a:lnTo>
                  <a:pt x="1289077" y="7658"/>
                </a:lnTo>
                <a:lnTo>
                  <a:pt x="1290723" y="7941"/>
                </a:lnTo>
                <a:lnTo>
                  <a:pt x="1292370" y="8228"/>
                </a:lnTo>
                <a:lnTo>
                  <a:pt x="1294016" y="8520"/>
                </a:lnTo>
                <a:lnTo>
                  <a:pt x="1295662" y="8817"/>
                </a:lnTo>
                <a:lnTo>
                  <a:pt x="1297309" y="9119"/>
                </a:lnTo>
                <a:lnTo>
                  <a:pt x="1298955" y="9426"/>
                </a:lnTo>
                <a:lnTo>
                  <a:pt x="1300601" y="9737"/>
                </a:lnTo>
                <a:lnTo>
                  <a:pt x="1302248" y="10053"/>
                </a:lnTo>
                <a:lnTo>
                  <a:pt x="1303894" y="10373"/>
                </a:lnTo>
                <a:lnTo>
                  <a:pt x="1305540" y="10699"/>
                </a:lnTo>
                <a:lnTo>
                  <a:pt x="1307187" y="11029"/>
                </a:lnTo>
                <a:lnTo>
                  <a:pt x="1308833" y="11363"/>
                </a:lnTo>
                <a:lnTo>
                  <a:pt x="1310479" y="11702"/>
                </a:lnTo>
                <a:lnTo>
                  <a:pt x="1312126" y="12046"/>
                </a:lnTo>
                <a:lnTo>
                  <a:pt x="1313772" y="12395"/>
                </a:lnTo>
                <a:lnTo>
                  <a:pt x="1315418" y="12748"/>
                </a:lnTo>
                <a:lnTo>
                  <a:pt x="1317065" y="13105"/>
                </a:lnTo>
                <a:lnTo>
                  <a:pt x="1318711" y="13467"/>
                </a:lnTo>
                <a:lnTo>
                  <a:pt x="1320357" y="13834"/>
                </a:lnTo>
                <a:lnTo>
                  <a:pt x="1322004" y="14205"/>
                </a:lnTo>
                <a:lnTo>
                  <a:pt x="1323650" y="14581"/>
                </a:lnTo>
                <a:lnTo>
                  <a:pt x="1325296" y="14961"/>
                </a:lnTo>
                <a:lnTo>
                  <a:pt x="1326943" y="15346"/>
                </a:lnTo>
                <a:lnTo>
                  <a:pt x="1328589" y="15735"/>
                </a:lnTo>
                <a:lnTo>
                  <a:pt x="1330235" y="16129"/>
                </a:lnTo>
                <a:lnTo>
                  <a:pt x="1331882" y="16527"/>
                </a:lnTo>
                <a:lnTo>
                  <a:pt x="1333528" y="16929"/>
                </a:lnTo>
                <a:lnTo>
                  <a:pt x="1335174" y="17336"/>
                </a:lnTo>
                <a:lnTo>
                  <a:pt x="1336821" y="17747"/>
                </a:lnTo>
                <a:lnTo>
                  <a:pt x="1338467" y="18163"/>
                </a:lnTo>
                <a:lnTo>
                  <a:pt x="1340113" y="18583"/>
                </a:lnTo>
                <a:lnTo>
                  <a:pt x="1341760" y="19007"/>
                </a:lnTo>
                <a:lnTo>
                  <a:pt x="1343406" y="19436"/>
                </a:lnTo>
                <a:lnTo>
                  <a:pt x="1345052" y="19869"/>
                </a:lnTo>
                <a:lnTo>
                  <a:pt x="1346699" y="20306"/>
                </a:lnTo>
                <a:lnTo>
                  <a:pt x="1348345" y="20748"/>
                </a:lnTo>
                <a:lnTo>
                  <a:pt x="1349991" y="21193"/>
                </a:lnTo>
                <a:lnTo>
                  <a:pt x="1351638" y="21644"/>
                </a:lnTo>
                <a:lnTo>
                  <a:pt x="1353284" y="22098"/>
                </a:lnTo>
                <a:lnTo>
                  <a:pt x="1354930" y="22556"/>
                </a:lnTo>
                <a:lnTo>
                  <a:pt x="1356577" y="23019"/>
                </a:lnTo>
                <a:lnTo>
                  <a:pt x="1358223" y="23486"/>
                </a:lnTo>
                <a:lnTo>
                  <a:pt x="1359869" y="23957"/>
                </a:lnTo>
                <a:lnTo>
                  <a:pt x="1361516" y="24432"/>
                </a:lnTo>
                <a:lnTo>
                  <a:pt x="1363162" y="24912"/>
                </a:lnTo>
                <a:lnTo>
                  <a:pt x="1364808" y="25395"/>
                </a:lnTo>
                <a:lnTo>
                  <a:pt x="1366455" y="25883"/>
                </a:lnTo>
                <a:lnTo>
                  <a:pt x="1368101" y="26375"/>
                </a:lnTo>
                <a:lnTo>
                  <a:pt x="1369747" y="26871"/>
                </a:lnTo>
                <a:lnTo>
                  <a:pt x="1371394" y="27371"/>
                </a:lnTo>
                <a:lnTo>
                  <a:pt x="1373040" y="27875"/>
                </a:lnTo>
                <a:lnTo>
                  <a:pt x="1374686" y="28383"/>
                </a:lnTo>
                <a:lnTo>
                  <a:pt x="1376333" y="28895"/>
                </a:lnTo>
                <a:lnTo>
                  <a:pt x="1377979" y="29411"/>
                </a:lnTo>
                <a:lnTo>
                  <a:pt x="1379625" y="29932"/>
                </a:lnTo>
                <a:lnTo>
                  <a:pt x="1381272" y="30456"/>
                </a:lnTo>
                <a:lnTo>
                  <a:pt x="1382918" y="30984"/>
                </a:lnTo>
                <a:lnTo>
                  <a:pt x="1384564" y="31516"/>
                </a:lnTo>
                <a:lnTo>
                  <a:pt x="1386211" y="32052"/>
                </a:lnTo>
                <a:lnTo>
                  <a:pt x="1387857" y="32592"/>
                </a:lnTo>
                <a:lnTo>
                  <a:pt x="1389503" y="33136"/>
                </a:lnTo>
                <a:lnTo>
                  <a:pt x="1391150" y="33684"/>
                </a:lnTo>
                <a:lnTo>
                  <a:pt x="1392796" y="34236"/>
                </a:lnTo>
                <a:lnTo>
                  <a:pt x="1394442" y="34792"/>
                </a:lnTo>
                <a:lnTo>
                  <a:pt x="1396089" y="35351"/>
                </a:lnTo>
                <a:lnTo>
                  <a:pt x="1397735" y="35915"/>
                </a:lnTo>
                <a:lnTo>
                  <a:pt x="1399381" y="36482"/>
                </a:lnTo>
                <a:lnTo>
                  <a:pt x="1401028" y="37053"/>
                </a:lnTo>
                <a:lnTo>
                  <a:pt x="1402674" y="37628"/>
                </a:lnTo>
                <a:lnTo>
                  <a:pt x="1404320" y="38207"/>
                </a:lnTo>
                <a:lnTo>
                  <a:pt x="1405967" y="38789"/>
                </a:lnTo>
                <a:lnTo>
                  <a:pt x="1407613" y="39376"/>
                </a:lnTo>
                <a:lnTo>
                  <a:pt x="1409259" y="39966"/>
                </a:lnTo>
                <a:lnTo>
                  <a:pt x="1410906" y="40560"/>
                </a:lnTo>
                <a:lnTo>
                  <a:pt x="1412552" y="41157"/>
                </a:lnTo>
                <a:lnTo>
                  <a:pt x="1414198" y="41758"/>
                </a:lnTo>
                <a:lnTo>
                  <a:pt x="1415845" y="42364"/>
                </a:lnTo>
                <a:lnTo>
                  <a:pt x="1417491" y="42972"/>
                </a:lnTo>
                <a:lnTo>
                  <a:pt x="1419137" y="43585"/>
                </a:lnTo>
                <a:lnTo>
                  <a:pt x="1420784" y="44201"/>
                </a:lnTo>
                <a:lnTo>
                  <a:pt x="1422430" y="44821"/>
                </a:lnTo>
                <a:lnTo>
                  <a:pt x="1424076" y="45444"/>
                </a:lnTo>
                <a:lnTo>
                  <a:pt x="1425723" y="46071"/>
                </a:lnTo>
                <a:lnTo>
                  <a:pt x="1427369" y="46702"/>
                </a:lnTo>
                <a:lnTo>
                  <a:pt x="1429015" y="47336"/>
                </a:lnTo>
                <a:lnTo>
                  <a:pt x="1430662" y="47974"/>
                </a:lnTo>
                <a:lnTo>
                  <a:pt x="1432308" y="48616"/>
                </a:lnTo>
                <a:lnTo>
                  <a:pt x="1433954" y="49261"/>
                </a:lnTo>
                <a:lnTo>
                  <a:pt x="1435601" y="49909"/>
                </a:lnTo>
                <a:lnTo>
                  <a:pt x="1437247" y="50562"/>
                </a:lnTo>
                <a:lnTo>
                  <a:pt x="1438893" y="51217"/>
                </a:lnTo>
                <a:lnTo>
                  <a:pt x="1440540" y="51877"/>
                </a:lnTo>
                <a:lnTo>
                  <a:pt x="1442186" y="52539"/>
                </a:lnTo>
                <a:lnTo>
                  <a:pt x="1443832" y="53206"/>
                </a:lnTo>
                <a:lnTo>
                  <a:pt x="1445479" y="53875"/>
                </a:lnTo>
                <a:lnTo>
                  <a:pt x="1447125" y="54549"/>
                </a:lnTo>
                <a:lnTo>
                  <a:pt x="1448771" y="55225"/>
                </a:lnTo>
                <a:lnTo>
                  <a:pt x="1450418" y="55906"/>
                </a:lnTo>
                <a:lnTo>
                  <a:pt x="1452064" y="56589"/>
                </a:lnTo>
                <a:lnTo>
                  <a:pt x="1453710" y="57276"/>
                </a:lnTo>
                <a:lnTo>
                  <a:pt x="1455357" y="57967"/>
                </a:lnTo>
                <a:lnTo>
                  <a:pt x="1457003" y="58660"/>
                </a:lnTo>
                <a:lnTo>
                  <a:pt x="1458649" y="59358"/>
                </a:lnTo>
                <a:lnTo>
                  <a:pt x="1460296" y="60058"/>
                </a:lnTo>
                <a:lnTo>
                  <a:pt x="1461942" y="60762"/>
                </a:lnTo>
                <a:lnTo>
                  <a:pt x="1463588" y="61470"/>
                </a:lnTo>
                <a:lnTo>
                  <a:pt x="1465235" y="62180"/>
                </a:lnTo>
                <a:lnTo>
                  <a:pt x="1466881" y="62894"/>
                </a:lnTo>
                <a:lnTo>
                  <a:pt x="1468527" y="63612"/>
                </a:lnTo>
                <a:lnTo>
                  <a:pt x="1470174" y="64332"/>
                </a:lnTo>
                <a:lnTo>
                  <a:pt x="1471820" y="65056"/>
                </a:lnTo>
                <a:lnTo>
                  <a:pt x="1473466" y="65784"/>
                </a:lnTo>
                <a:lnTo>
                  <a:pt x="1475113" y="66514"/>
                </a:lnTo>
                <a:lnTo>
                  <a:pt x="1476759" y="67248"/>
                </a:lnTo>
                <a:lnTo>
                  <a:pt x="1478405" y="67985"/>
                </a:lnTo>
                <a:lnTo>
                  <a:pt x="1480052" y="68725"/>
                </a:lnTo>
                <a:lnTo>
                  <a:pt x="1481698" y="69469"/>
                </a:lnTo>
                <a:lnTo>
                  <a:pt x="1483344" y="70215"/>
                </a:lnTo>
                <a:lnTo>
                  <a:pt x="1484991" y="70965"/>
                </a:lnTo>
                <a:lnTo>
                  <a:pt x="1486637" y="71718"/>
                </a:lnTo>
                <a:lnTo>
                  <a:pt x="1488283" y="72475"/>
                </a:lnTo>
                <a:lnTo>
                  <a:pt x="1489930" y="73234"/>
                </a:lnTo>
                <a:lnTo>
                  <a:pt x="1491576" y="73997"/>
                </a:lnTo>
                <a:lnTo>
                  <a:pt x="1493222" y="74762"/>
                </a:lnTo>
                <a:lnTo>
                  <a:pt x="1494869" y="75531"/>
                </a:lnTo>
                <a:lnTo>
                  <a:pt x="1496515" y="76303"/>
                </a:lnTo>
                <a:lnTo>
                  <a:pt x="1498161" y="77078"/>
                </a:lnTo>
                <a:lnTo>
                  <a:pt x="1499808" y="77857"/>
                </a:lnTo>
                <a:lnTo>
                  <a:pt x="1501454" y="78638"/>
                </a:lnTo>
                <a:lnTo>
                  <a:pt x="1503100" y="79422"/>
                </a:lnTo>
                <a:lnTo>
                  <a:pt x="1504747" y="80210"/>
                </a:lnTo>
                <a:lnTo>
                  <a:pt x="1506393" y="81000"/>
                </a:lnTo>
                <a:lnTo>
                  <a:pt x="1508039" y="81794"/>
                </a:lnTo>
                <a:lnTo>
                  <a:pt x="1509686" y="82590"/>
                </a:lnTo>
                <a:lnTo>
                  <a:pt x="1511332" y="83390"/>
                </a:lnTo>
                <a:lnTo>
                  <a:pt x="1512978" y="84193"/>
                </a:lnTo>
                <a:lnTo>
                  <a:pt x="1514625" y="84998"/>
                </a:lnTo>
                <a:lnTo>
                  <a:pt x="1516271" y="85807"/>
                </a:lnTo>
                <a:lnTo>
                  <a:pt x="1517917" y="86618"/>
                </a:lnTo>
                <a:lnTo>
                  <a:pt x="1519564" y="87433"/>
                </a:lnTo>
                <a:lnTo>
                  <a:pt x="1521210" y="88250"/>
                </a:lnTo>
                <a:lnTo>
                  <a:pt x="1522856" y="89071"/>
                </a:lnTo>
                <a:lnTo>
                  <a:pt x="1524503" y="89894"/>
                </a:lnTo>
                <a:lnTo>
                  <a:pt x="1526149" y="90721"/>
                </a:lnTo>
                <a:lnTo>
                  <a:pt x="1527795" y="91550"/>
                </a:lnTo>
                <a:lnTo>
                  <a:pt x="1529442" y="92382"/>
                </a:lnTo>
                <a:lnTo>
                  <a:pt x="1531088" y="93217"/>
                </a:lnTo>
                <a:lnTo>
                  <a:pt x="1532734" y="94055"/>
                </a:lnTo>
                <a:lnTo>
                  <a:pt x="1534381" y="94896"/>
                </a:lnTo>
                <a:lnTo>
                  <a:pt x="1536027" y="95739"/>
                </a:lnTo>
                <a:lnTo>
                  <a:pt x="1537673" y="96586"/>
                </a:lnTo>
                <a:lnTo>
                  <a:pt x="1539320" y="97435"/>
                </a:lnTo>
                <a:lnTo>
                  <a:pt x="1540966" y="98287"/>
                </a:lnTo>
                <a:lnTo>
                  <a:pt x="1542612" y="99142"/>
                </a:lnTo>
                <a:lnTo>
                  <a:pt x="1544259" y="100000"/>
                </a:lnTo>
                <a:lnTo>
                  <a:pt x="1545905" y="100861"/>
                </a:lnTo>
                <a:lnTo>
                  <a:pt x="1547551" y="101724"/>
                </a:lnTo>
                <a:lnTo>
                  <a:pt x="1549198" y="102590"/>
                </a:lnTo>
                <a:lnTo>
                  <a:pt x="1550844" y="103459"/>
                </a:lnTo>
                <a:lnTo>
                  <a:pt x="1552490" y="104331"/>
                </a:lnTo>
                <a:lnTo>
                  <a:pt x="1554137" y="105206"/>
                </a:lnTo>
                <a:lnTo>
                  <a:pt x="1555783" y="106083"/>
                </a:lnTo>
                <a:lnTo>
                  <a:pt x="1557429" y="106963"/>
                </a:lnTo>
                <a:lnTo>
                  <a:pt x="1559076" y="107845"/>
                </a:lnTo>
                <a:lnTo>
                  <a:pt x="1560722" y="108731"/>
                </a:lnTo>
                <a:lnTo>
                  <a:pt x="1562368" y="109619"/>
                </a:lnTo>
                <a:lnTo>
                  <a:pt x="1564015" y="110509"/>
                </a:lnTo>
                <a:lnTo>
                  <a:pt x="1565661" y="111403"/>
                </a:lnTo>
                <a:lnTo>
                  <a:pt x="1567307" y="112299"/>
                </a:lnTo>
                <a:lnTo>
                  <a:pt x="1568953" y="113197"/>
                </a:lnTo>
                <a:lnTo>
                  <a:pt x="1570600" y="114099"/>
                </a:lnTo>
                <a:lnTo>
                  <a:pt x="1572246" y="115003"/>
                </a:lnTo>
                <a:lnTo>
                  <a:pt x="1573892" y="115909"/>
                </a:lnTo>
                <a:lnTo>
                  <a:pt x="1575539" y="116819"/>
                </a:lnTo>
                <a:lnTo>
                  <a:pt x="1577185" y="117731"/>
                </a:lnTo>
                <a:lnTo>
                  <a:pt x="1578831" y="118645"/>
                </a:lnTo>
                <a:lnTo>
                  <a:pt x="1580478" y="119562"/>
                </a:lnTo>
                <a:lnTo>
                  <a:pt x="1582124" y="120482"/>
                </a:lnTo>
                <a:lnTo>
                  <a:pt x="1583770" y="121404"/>
                </a:lnTo>
                <a:lnTo>
                  <a:pt x="1585417" y="122329"/>
                </a:lnTo>
                <a:lnTo>
                  <a:pt x="1587063" y="123256"/>
                </a:lnTo>
                <a:lnTo>
                  <a:pt x="1588709" y="124186"/>
                </a:lnTo>
                <a:lnTo>
                  <a:pt x="1590356" y="125118"/>
                </a:lnTo>
                <a:lnTo>
                  <a:pt x="1592002" y="126053"/>
                </a:lnTo>
                <a:lnTo>
                  <a:pt x="1593648" y="126990"/>
                </a:lnTo>
                <a:lnTo>
                  <a:pt x="1595295" y="127930"/>
                </a:lnTo>
                <a:lnTo>
                  <a:pt x="1596941" y="128873"/>
                </a:lnTo>
                <a:lnTo>
                  <a:pt x="1598587" y="129818"/>
                </a:lnTo>
                <a:lnTo>
                  <a:pt x="1600234" y="130765"/>
                </a:lnTo>
                <a:lnTo>
                  <a:pt x="1601880" y="131715"/>
                </a:lnTo>
                <a:lnTo>
                  <a:pt x="1603526" y="132667"/>
                </a:lnTo>
                <a:lnTo>
                  <a:pt x="1605173" y="133622"/>
                </a:lnTo>
                <a:lnTo>
                  <a:pt x="1606819" y="134579"/>
                </a:lnTo>
                <a:lnTo>
                  <a:pt x="1608465" y="135539"/>
                </a:lnTo>
                <a:lnTo>
                  <a:pt x="1610112" y="136501"/>
                </a:lnTo>
                <a:lnTo>
                  <a:pt x="1611758" y="137465"/>
                </a:lnTo>
                <a:lnTo>
                  <a:pt x="1613404" y="138432"/>
                </a:lnTo>
                <a:lnTo>
                  <a:pt x="1615051" y="139401"/>
                </a:lnTo>
                <a:lnTo>
                  <a:pt x="1616697" y="140372"/>
                </a:lnTo>
                <a:lnTo>
                  <a:pt x="1618343" y="141346"/>
                </a:lnTo>
                <a:lnTo>
                  <a:pt x="1619990" y="142323"/>
                </a:lnTo>
                <a:lnTo>
                  <a:pt x="1621636" y="143301"/>
                </a:lnTo>
                <a:lnTo>
                  <a:pt x="1623282" y="144282"/>
                </a:lnTo>
                <a:lnTo>
                  <a:pt x="1624929" y="145266"/>
                </a:lnTo>
                <a:lnTo>
                  <a:pt x="1626575" y="146251"/>
                </a:lnTo>
                <a:lnTo>
                  <a:pt x="1628221" y="147239"/>
                </a:lnTo>
                <a:lnTo>
                  <a:pt x="1629868" y="148230"/>
                </a:lnTo>
                <a:lnTo>
                  <a:pt x="1631514" y="149222"/>
                </a:lnTo>
                <a:lnTo>
                  <a:pt x="1633160" y="150217"/>
                </a:lnTo>
                <a:lnTo>
                  <a:pt x="1634807" y="151214"/>
                </a:lnTo>
                <a:lnTo>
                  <a:pt x="1636453" y="152214"/>
                </a:lnTo>
                <a:lnTo>
                  <a:pt x="1638099" y="153215"/>
                </a:lnTo>
                <a:lnTo>
                  <a:pt x="1639746" y="154219"/>
                </a:lnTo>
                <a:lnTo>
                  <a:pt x="1641392" y="155226"/>
                </a:lnTo>
                <a:lnTo>
                  <a:pt x="1643038" y="156234"/>
                </a:lnTo>
                <a:lnTo>
                  <a:pt x="1644685" y="157245"/>
                </a:lnTo>
                <a:lnTo>
                  <a:pt x="1646331" y="158258"/>
                </a:lnTo>
                <a:lnTo>
                  <a:pt x="1647977" y="159273"/>
                </a:lnTo>
                <a:lnTo>
                  <a:pt x="1649624" y="160290"/>
                </a:lnTo>
                <a:lnTo>
                  <a:pt x="1651270" y="161310"/>
                </a:lnTo>
                <a:lnTo>
                  <a:pt x="1652916" y="162331"/>
                </a:lnTo>
                <a:lnTo>
                  <a:pt x="1654563" y="163355"/>
                </a:lnTo>
                <a:lnTo>
                  <a:pt x="1656209" y="164381"/>
                </a:lnTo>
                <a:lnTo>
                  <a:pt x="1657855" y="165409"/>
                </a:lnTo>
                <a:lnTo>
                  <a:pt x="1659502" y="166440"/>
                </a:lnTo>
                <a:lnTo>
                  <a:pt x="1661148" y="167472"/>
                </a:lnTo>
                <a:lnTo>
                  <a:pt x="1662794" y="168507"/>
                </a:lnTo>
                <a:lnTo>
                  <a:pt x="1664441" y="169543"/>
                </a:lnTo>
                <a:lnTo>
                  <a:pt x="1666087" y="170582"/>
                </a:lnTo>
                <a:lnTo>
                  <a:pt x="1667733" y="171623"/>
                </a:lnTo>
                <a:lnTo>
                  <a:pt x="1669380" y="172666"/>
                </a:lnTo>
                <a:lnTo>
                  <a:pt x="1671026" y="173711"/>
                </a:lnTo>
                <a:lnTo>
                  <a:pt x="1672672" y="174759"/>
                </a:lnTo>
                <a:lnTo>
                  <a:pt x="1674319" y="175808"/>
                </a:lnTo>
                <a:lnTo>
                  <a:pt x="1675965" y="176859"/>
                </a:lnTo>
                <a:lnTo>
                  <a:pt x="1677611" y="177913"/>
                </a:lnTo>
                <a:lnTo>
                  <a:pt x="1679258" y="178968"/>
                </a:lnTo>
                <a:lnTo>
                  <a:pt x="1680904" y="180026"/>
                </a:lnTo>
                <a:lnTo>
                  <a:pt x="1682550" y="181086"/>
                </a:lnTo>
                <a:lnTo>
                  <a:pt x="1684197" y="182147"/>
                </a:lnTo>
                <a:lnTo>
                  <a:pt x="1685843" y="183211"/>
                </a:lnTo>
                <a:lnTo>
                  <a:pt x="1687489" y="184276"/>
                </a:lnTo>
                <a:lnTo>
                  <a:pt x="1689136" y="185344"/>
                </a:lnTo>
                <a:lnTo>
                  <a:pt x="1690782" y="186414"/>
                </a:lnTo>
                <a:lnTo>
                  <a:pt x="1692428" y="187485"/>
                </a:lnTo>
                <a:lnTo>
                  <a:pt x="1694075" y="188559"/>
                </a:lnTo>
                <a:lnTo>
                  <a:pt x="1695721" y="189634"/>
                </a:lnTo>
                <a:lnTo>
                  <a:pt x="1697367" y="190712"/>
                </a:lnTo>
                <a:lnTo>
                  <a:pt x="1699014" y="191791"/>
                </a:lnTo>
                <a:lnTo>
                  <a:pt x="1700660" y="192873"/>
                </a:lnTo>
                <a:lnTo>
                  <a:pt x="1702306" y="193956"/>
                </a:lnTo>
                <a:lnTo>
                  <a:pt x="1703953" y="195042"/>
                </a:lnTo>
                <a:lnTo>
                  <a:pt x="1705599" y="196129"/>
                </a:lnTo>
                <a:lnTo>
                  <a:pt x="1707245" y="197218"/>
                </a:lnTo>
                <a:lnTo>
                  <a:pt x="1708892" y="198309"/>
                </a:lnTo>
                <a:lnTo>
                  <a:pt x="1710538" y="199402"/>
                </a:lnTo>
                <a:lnTo>
                  <a:pt x="1712184" y="200497"/>
                </a:lnTo>
                <a:lnTo>
                  <a:pt x="1713831" y="201593"/>
                </a:lnTo>
                <a:lnTo>
                  <a:pt x="1715477" y="202692"/>
                </a:lnTo>
                <a:lnTo>
                  <a:pt x="1717123" y="203792"/>
                </a:lnTo>
                <a:lnTo>
                  <a:pt x="1718770" y="204895"/>
                </a:lnTo>
                <a:lnTo>
                  <a:pt x="1720416" y="205999"/>
                </a:lnTo>
                <a:lnTo>
                  <a:pt x="1722062" y="207105"/>
                </a:lnTo>
                <a:lnTo>
                  <a:pt x="1723709" y="208213"/>
                </a:lnTo>
                <a:lnTo>
                  <a:pt x="1725355" y="209323"/>
                </a:lnTo>
                <a:lnTo>
                  <a:pt x="1727001" y="210434"/>
                </a:lnTo>
                <a:lnTo>
                  <a:pt x="1728648" y="211547"/>
                </a:lnTo>
                <a:lnTo>
                  <a:pt x="1730294" y="212662"/>
                </a:lnTo>
                <a:lnTo>
                  <a:pt x="1731940" y="213779"/>
                </a:lnTo>
                <a:lnTo>
                  <a:pt x="1733587" y="214898"/>
                </a:lnTo>
                <a:lnTo>
                  <a:pt x="1735233" y="216019"/>
                </a:lnTo>
                <a:lnTo>
                  <a:pt x="1736879" y="217141"/>
                </a:lnTo>
                <a:lnTo>
                  <a:pt x="1738526" y="218265"/>
                </a:lnTo>
                <a:lnTo>
                  <a:pt x="1740172" y="219391"/>
                </a:lnTo>
                <a:lnTo>
                  <a:pt x="1741818" y="220518"/>
                </a:lnTo>
                <a:lnTo>
                  <a:pt x="1743465" y="221648"/>
                </a:lnTo>
                <a:lnTo>
                  <a:pt x="1745111" y="222779"/>
                </a:lnTo>
                <a:lnTo>
                  <a:pt x="1746757" y="223912"/>
                </a:lnTo>
                <a:lnTo>
                  <a:pt x="1748404" y="225046"/>
                </a:lnTo>
                <a:lnTo>
                  <a:pt x="1750050" y="226182"/>
                </a:lnTo>
                <a:lnTo>
                  <a:pt x="1751696" y="227320"/>
                </a:lnTo>
                <a:lnTo>
                  <a:pt x="1753343" y="228460"/>
                </a:lnTo>
                <a:lnTo>
                  <a:pt x="1754989" y="229601"/>
                </a:lnTo>
                <a:lnTo>
                  <a:pt x="1756635" y="230744"/>
                </a:lnTo>
                <a:lnTo>
                  <a:pt x="1758282" y="231889"/>
                </a:lnTo>
                <a:lnTo>
                  <a:pt x="1759928" y="233035"/>
                </a:lnTo>
                <a:lnTo>
                  <a:pt x="1761574" y="234184"/>
                </a:lnTo>
                <a:lnTo>
                  <a:pt x="1763221" y="235333"/>
                </a:lnTo>
                <a:lnTo>
                  <a:pt x="1764867" y="236485"/>
                </a:lnTo>
                <a:lnTo>
                  <a:pt x="1766513" y="237638"/>
                </a:lnTo>
                <a:lnTo>
                  <a:pt x="1768160" y="238792"/>
                </a:lnTo>
                <a:lnTo>
                  <a:pt x="1769806" y="239949"/>
                </a:lnTo>
                <a:lnTo>
                  <a:pt x="1771452" y="241107"/>
                </a:lnTo>
                <a:lnTo>
                  <a:pt x="1773099" y="242266"/>
                </a:lnTo>
                <a:lnTo>
                  <a:pt x="1774745" y="243427"/>
                </a:lnTo>
                <a:lnTo>
                  <a:pt x="1776391" y="244590"/>
                </a:lnTo>
                <a:lnTo>
                  <a:pt x="1778038" y="245754"/>
                </a:lnTo>
                <a:lnTo>
                  <a:pt x="1779684" y="246920"/>
                </a:lnTo>
                <a:lnTo>
                  <a:pt x="1781330" y="248088"/>
                </a:lnTo>
                <a:lnTo>
                  <a:pt x="1782977" y="249257"/>
                </a:lnTo>
                <a:lnTo>
                  <a:pt x="1784623" y="250428"/>
                </a:lnTo>
                <a:lnTo>
                  <a:pt x="1786269" y="251600"/>
                </a:lnTo>
                <a:lnTo>
                  <a:pt x="1787916" y="252774"/>
                </a:lnTo>
                <a:lnTo>
                  <a:pt x="1789562" y="253949"/>
                </a:lnTo>
                <a:lnTo>
                  <a:pt x="1791208" y="255126"/>
                </a:lnTo>
                <a:lnTo>
                  <a:pt x="1792855" y="256304"/>
                </a:lnTo>
                <a:lnTo>
                  <a:pt x="1794501" y="257484"/>
                </a:lnTo>
                <a:lnTo>
                  <a:pt x="1796147" y="258666"/>
                </a:lnTo>
                <a:lnTo>
                  <a:pt x="1797794" y="259849"/>
                </a:lnTo>
                <a:lnTo>
                  <a:pt x="1799440" y="261033"/>
                </a:lnTo>
                <a:lnTo>
                  <a:pt x="1801086" y="262219"/>
                </a:lnTo>
                <a:lnTo>
                  <a:pt x="1802733" y="263407"/>
                </a:lnTo>
                <a:lnTo>
                  <a:pt x="1804379" y="264596"/>
                </a:lnTo>
                <a:lnTo>
                  <a:pt x="1806025" y="265786"/>
                </a:lnTo>
                <a:lnTo>
                  <a:pt x="1807672" y="266978"/>
                </a:lnTo>
                <a:lnTo>
                  <a:pt x="1809318" y="268172"/>
                </a:lnTo>
                <a:lnTo>
                  <a:pt x="1810964" y="269367"/>
                </a:lnTo>
                <a:lnTo>
                  <a:pt x="1812611" y="270563"/>
                </a:lnTo>
                <a:lnTo>
                  <a:pt x="1814257" y="271761"/>
                </a:lnTo>
                <a:lnTo>
                  <a:pt x="1815903" y="272960"/>
                </a:lnTo>
                <a:lnTo>
                  <a:pt x="1817550" y="274161"/>
                </a:lnTo>
                <a:lnTo>
                  <a:pt x="1819196" y="275363"/>
                </a:lnTo>
                <a:lnTo>
                  <a:pt x="1820842" y="276566"/>
                </a:lnTo>
                <a:lnTo>
                  <a:pt x="1822489" y="277771"/>
                </a:lnTo>
                <a:lnTo>
                  <a:pt x="1824135" y="278978"/>
                </a:lnTo>
                <a:lnTo>
                  <a:pt x="1825781" y="280185"/>
                </a:lnTo>
                <a:lnTo>
                  <a:pt x="1827428" y="281394"/>
                </a:lnTo>
                <a:lnTo>
                  <a:pt x="1829074" y="282605"/>
                </a:lnTo>
                <a:lnTo>
                  <a:pt x="1830720" y="283817"/>
                </a:lnTo>
                <a:lnTo>
                  <a:pt x="1832367" y="285030"/>
                </a:lnTo>
                <a:lnTo>
                  <a:pt x="1834013" y="286245"/>
                </a:lnTo>
                <a:lnTo>
                  <a:pt x="1835659" y="287461"/>
                </a:lnTo>
                <a:lnTo>
                  <a:pt x="1837306" y="288678"/>
                </a:lnTo>
                <a:lnTo>
                  <a:pt x="1838952" y="289897"/>
                </a:lnTo>
                <a:lnTo>
                  <a:pt x="1840598" y="291117"/>
                </a:lnTo>
                <a:lnTo>
                  <a:pt x="1842245" y="292339"/>
                </a:lnTo>
                <a:lnTo>
                  <a:pt x="1843891" y="293561"/>
                </a:lnTo>
                <a:lnTo>
                  <a:pt x="1845537" y="294786"/>
                </a:lnTo>
                <a:lnTo>
                  <a:pt x="1847184" y="296011"/>
                </a:lnTo>
                <a:lnTo>
                  <a:pt x="1848830" y="297238"/>
                </a:lnTo>
                <a:lnTo>
                  <a:pt x="1850476" y="298466"/>
                </a:lnTo>
                <a:lnTo>
                  <a:pt x="1852123" y="299695"/>
                </a:lnTo>
                <a:lnTo>
                  <a:pt x="1853769" y="300926"/>
                </a:lnTo>
                <a:lnTo>
                  <a:pt x="1855415" y="302158"/>
                </a:lnTo>
                <a:lnTo>
                  <a:pt x="1857062" y="303391"/>
                </a:lnTo>
                <a:lnTo>
                  <a:pt x="1858708" y="304625"/>
                </a:lnTo>
                <a:lnTo>
                  <a:pt x="1860354" y="305861"/>
                </a:lnTo>
                <a:lnTo>
                  <a:pt x="1862001" y="307098"/>
                </a:lnTo>
                <a:lnTo>
                  <a:pt x="1863647" y="308337"/>
                </a:lnTo>
                <a:lnTo>
                  <a:pt x="1865293" y="309576"/>
                </a:lnTo>
                <a:lnTo>
                  <a:pt x="1866940" y="310817"/>
                </a:lnTo>
                <a:lnTo>
                  <a:pt x="1868586" y="312059"/>
                </a:lnTo>
                <a:lnTo>
                  <a:pt x="1870232" y="313302"/>
                </a:lnTo>
                <a:lnTo>
                  <a:pt x="1871879" y="314547"/>
                </a:lnTo>
                <a:lnTo>
                  <a:pt x="1873525" y="315793"/>
                </a:lnTo>
                <a:lnTo>
                  <a:pt x="1875171" y="317040"/>
                </a:lnTo>
                <a:lnTo>
                  <a:pt x="1876818" y="318288"/>
                </a:lnTo>
                <a:lnTo>
                  <a:pt x="1878464" y="319537"/>
                </a:lnTo>
                <a:lnTo>
                  <a:pt x="1880110" y="320788"/>
                </a:lnTo>
                <a:lnTo>
                  <a:pt x="1881756" y="322040"/>
                </a:lnTo>
                <a:lnTo>
                  <a:pt x="1883403" y="323293"/>
                </a:lnTo>
                <a:lnTo>
                  <a:pt x="1885049" y="324547"/>
                </a:lnTo>
                <a:lnTo>
                  <a:pt x="1886695" y="325802"/>
                </a:lnTo>
                <a:lnTo>
                  <a:pt x="1888342" y="327059"/>
                </a:lnTo>
                <a:lnTo>
                  <a:pt x="1889988" y="328316"/>
                </a:lnTo>
                <a:lnTo>
                  <a:pt x="1891634" y="329575"/>
                </a:lnTo>
                <a:lnTo>
                  <a:pt x="1893281" y="330835"/>
                </a:lnTo>
                <a:lnTo>
                  <a:pt x="1894927" y="332096"/>
                </a:lnTo>
                <a:lnTo>
                  <a:pt x="1896573" y="333359"/>
                </a:lnTo>
                <a:lnTo>
                  <a:pt x="1898220" y="334622"/>
                </a:lnTo>
                <a:lnTo>
                  <a:pt x="1899866" y="335887"/>
                </a:lnTo>
                <a:lnTo>
                  <a:pt x="1901512" y="337152"/>
                </a:lnTo>
                <a:lnTo>
                  <a:pt x="1903159" y="338419"/>
                </a:lnTo>
                <a:lnTo>
                  <a:pt x="1904805" y="339687"/>
                </a:lnTo>
                <a:lnTo>
                  <a:pt x="1906451" y="340956"/>
                </a:lnTo>
                <a:lnTo>
                  <a:pt x="1908098" y="342226"/>
                </a:lnTo>
                <a:lnTo>
                  <a:pt x="1909744" y="343497"/>
                </a:lnTo>
                <a:lnTo>
                  <a:pt x="1911390" y="344770"/>
                </a:lnTo>
                <a:lnTo>
                  <a:pt x="1913037" y="346043"/>
                </a:lnTo>
                <a:lnTo>
                  <a:pt x="1914683" y="347318"/>
                </a:lnTo>
                <a:lnTo>
                  <a:pt x="1916329" y="348593"/>
                </a:lnTo>
                <a:lnTo>
                  <a:pt x="1917976" y="349870"/>
                </a:lnTo>
                <a:lnTo>
                  <a:pt x="1919622" y="351148"/>
                </a:lnTo>
                <a:lnTo>
                  <a:pt x="1921268" y="352426"/>
                </a:lnTo>
                <a:lnTo>
                  <a:pt x="1922915" y="353706"/>
                </a:lnTo>
                <a:lnTo>
                  <a:pt x="1924561" y="354987"/>
                </a:lnTo>
                <a:lnTo>
                  <a:pt x="1926207" y="356269"/>
                </a:lnTo>
                <a:lnTo>
                  <a:pt x="1927854" y="357552"/>
                </a:lnTo>
                <a:lnTo>
                  <a:pt x="1929500" y="358836"/>
                </a:lnTo>
                <a:lnTo>
                  <a:pt x="1931146" y="360121"/>
                </a:lnTo>
                <a:lnTo>
                  <a:pt x="1932793" y="361407"/>
                </a:lnTo>
                <a:lnTo>
                  <a:pt x="1934439" y="362694"/>
                </a:lnTo>
                <a:lnTo>
                  <a:pt x="1936085" y="363982"/>
                </a:lnTo>
                <a:lnTo>
                  <a:pt x="1937732" y="365271"/>
                </a:lnTo>
                <a:lnTo>
                  <a:pt x="1939378" y="366561"/>
                </a:lnTo>
                <a:lnTo>
                  <a:pt x="1941024" y="367852"/>
                </a:lnTo>
                <a:lnTo>
                  <a:pt x="1942671" y="369144"/>
                </a:lnTo>
                <a:lnTo>
                  <a:pt x="1944317" y="370437"/>
                </a:lnTo>
                <a:lnTo>
                  <a:pt x="1945963" y="371731"/>
                </a:lnTo>
                <a:lnTo>
                  <a:pt x="1947610" y="373026"/>
                </a:lnTo>
                <a:lnTo>
                  <a:pt x="1949256" y="374322"/>
                </a:lnTo>
                <a:lnTo>
                  <a:pt x="1950902" y="375619"/>
                </a:lnTo>
                <a:lnTo>
                  <a:pt x="1952549" y="376917"/>
                </a:lnTo>
                <a:lnTo>
                  <a:pt x="1954195" y="378216"/>
                </a:lnTo>
                <a:lnTo>
                  <a:pt x="1955841" y="379516"/>
                </a:lnTo>
                <a:lnTo>
                  <a:pt x="1957488" y="380816"/>
                </a:lnTo>
                <a:lnTo>
                  <a:pt x="1959134" y="382118"/>
                </a:lnTo>
                <a:lnTo>
                  <a:pt x="1960780" y="383421"/>
                </a:lnTo>
                <a:lnTo>
                  <a:pt x="1962427" y="384724"/>
                </a:lnTo>
                <a:lnTo>
                  <a:pt x="1964073" y="386029"/>
                </a:lnTo>
                <a:lnTo>
                  <a:pt x="1965719" y="387334"/>
                </a:lnTo>
                <a:lnTo>
                  <a:pt x="1967366" y="388640"/>
                </a:lnTo>
                <a:lnTo>
                  <a:pt x="1969012" y="389947"/>
                </a:lnTo>
                <a:lnTo>
                  <a:pt x="1970658" y="391256"/>
                </a:lnTo>
                <a:lnTo>
                  <a:pt x="1972305" y="392565"/>
                </a:lnTo>
                <a:lnTo>
                  <a:pt x="1973951" y="393874"/>
                </a:lnTo>
                <a:lnTo>
                  <a:pt x="1975597" y="395185"/>
                </a:lnTo>
                <a:lnTo>
                  <a:pt x="1977244" y="396497"/>
                </a:lnTo>
                <a:lnTo>
                  <a:pt x="1978890" y="397809"/>
                </a:lnTo>
                <a:lnTo>
                  <a:pt x="1980536" y="399123"/>
                </a:lnTo>
                <a:lnTo>
                  <a:pt x="1982183" y="400437"/>
                </a:lnTo>
                <a:lnTo>
                  <a:pt x="1983829" y="401752"/>
                </a:lnTo>
                <a:lnTo>
                  <a:pt x="1985475" y="403068"/>
                </a:lnTo>
                <a:lnTo>
                  <a:pt x="1987122" y="404385"/>
                </a:lnTo>
                <a:lnTo>
                  <a:pt x="1988768" y="405703"/>
                </a:lnTo>
                <a:lnTo>
                  <a:pt x="1990414" y="407021"/>
                </a:lnTo>
                <a:lnTo>
                  <a:pt x="1992061" y="408340"/>
                </a:lnTo>
                <a:lnTo>
                  <a:pt x="1993707" y="409661"/>
                </a:lnTo>
                <a:lnTo>
                  <a:pt x="1995353" y="410982"/>
                </a:lnTo>
                <a:lnTo>
                  <a:pt x="1997000" y="412303"/>
                </a:lnTo>
                <a:lnTo>
                  <a:pt x="1998646" y="413626"/>
                </a:lnTo>
                <a:lnTo>
                  <a:pt x="2000292" y="414949"/>
                </a:lnTo>
                <a:lnTo>
                  <a:pt x="2001939" y="416274"/>
                </a:lnTo>
                <a:lnTo>
                  <a:pt x="2003585" y="417599"/>
                </a:lnTo>
                <a:lnTo>
                  <a:pt x="2005231" y="418925"/>
                </a:lnTo>
                <a:lnTo>
                  <a:pt x="2006878" y="420251"/>
                </a:lnTo>
                <a:lnTo>
                  <a:pt x="2008524" y="421579"/>
                </a:lnTo>
                <a:lnTo>
                  <a:pt x="2010170" y="422907"/>
                </a:lnTo>
                <a:lnTo>
                  <a:pt x="2011817" y="424236"/>
                </a:lnTo>
                <a:lnTo>
                  <a:pt x="2013463" y="425566"/>
                </a:lnTo>
                <a:lnTo>
                  <a:pt x="2015109" y="426896"/>
                </a:lnTo>
                <a:lnTo>
                  <a:pt x="2016756" y="428228"/>
                </a:lnTo>
                <a:lnTo>
                  <a:pt x="2018402" y="429560"/>
                </a:lnTo>
                <a:lnTo>
                  <a:pt x="2020048" y="430893"/>
                </a:lnTo>
                <a:lnTo>
                  <a:pt x="2021695" y="432226"/>
                </a:lnTo>
                <a:lnTo>
                  <a:pt x="2023341" y="433561"/>
                </a:lnTo>
                <a:lnTo>
                  <a:pt x="2024987" y="434896"/>
                </a:lnTo>
                <a:lnTo>
                  <a:pt x="2026634" y="436231"/>
                </a:lnTo>
                <a:lnTo>
                  <a:pt x="2028280" y="437568"/>
                </a:lnTo>
                <a:lnTo>
                  <a:pt x="2029926" y="438905"/>
                </a:lnTo>
                <a:lnTo>
                  <a:pt x="2031573" y="440243"/>
                </a:lnTo>
                <a:lnTo>
                  <a:pt x="2033219" y="441582"/>
                </a:lnTo>
                <a:lnTo>
                  <a:pt x="2034865" y="442921"/>
                </a:lnTo>
                <a:lnTo>
                  <a:pt x="2036512" y="444261"/>
                </a:lnTo>
                <a:lnTo>
                  <a:pt x="2038158" y="445602"/>
                </a:lnTo>
                <a:lnTo>
                  <a:pt x="2039804" y="446944"/>
                </a:lnTo>
                <a:lnTo>
                  <a:pt x="2041451" y="448286"/>
                </a:lnTo>
                <a:lnTo>
                  <a:pt x="2043097" y="449629"/>
                </a:lnTo>
                <a:lnTo>
                  <a:pt x="2044743" y="450973"/>
                </a:lnTo>
                <a:lnTo>
                  <a:pt x="2046390" y="452317"/>
                </a:lnTo>
                <a:lnTo>
                  <a:pt x="2048036" y="453662"/>
                </a:lnTo>
                <a:lnTo>
                  <a:pt x="2049682" y="455007"/>
                </a:lnTo>
                <a:lnTo>
                  <a:pt x="2051329" y="456354"/>
                </a:lnTo>
                <a:lnTo>
                  <a:pt x="2052975" y="457701"/>
                </a:lnTo>
                <a:lnTo>
                  <a:pt x="2054621" y="459048"/>
                </a:lnTo>
                <a:lnTo>
                  <a:pt x="2056268" y="460397"/>
                </a:lnTo>
                <a:lnTo>
                  <a:pt x="2057914" y="461746"/>
                </a:lnTo>
                <a:lnTo>
                  <a:pt x="2059560" y="463095"/>
                </a:lnTo>
                <a:lnTo>
                  <a:pt x="2061207" y="464445"/>
                </a:lnTo>
                <a:lnTo>
                  <a:pt x="2062853" y="465796"/>
                </a:lnTo>
                <a:lnTo>
                  <a:pt x="2064499" y="467148"/>
                </a:lnTo>
                <a:lnTo>
                  <a:pt x="2066146" y="468500"/>
                </a:lnTo>
                <a:lnTo>
                  <a:pt x="2067792" y="469853"/>
                </a:lnTo>
                <a:lnTo>
                  <a:pt x="2069438" y="471206"/>
                </a:lnTo>
                <a:lnTo>
                  <a:pt x="2071085" y="472560"/>
                </a:lnTo>
                <a:lnTo>
                  <a:pt x="2072731" y="473915"/>
                </a:lnTo>
                <a:lnTo>
                  <a:pt x="2074377" y="475270"/>
                </a:lnTo>
                <a:lnTo>
                  <a:pt x="2076024" y="476626"/>
                </a:lnTo>
                <a:lnTo>
                  <a:pt x="2077670" y="477982"/>
                </a:lnTo>
                <a:lnTo>
                  <a:pt x="2079316" y="479339"/>
                </a:lnTo>
                <a:lnTo>
                  <a:pt x="2080963" y="480697"/>
                </a:lnTo>
                <a:lnTo>
                  <a:pt x="2082609" y="482055"/>
                </a:lnTo>
                <a:lnTo>
                  <a:pt x="2084255" y="483414"/>
                </a:lnTo>
                <a:lnTo>
                  <a:pt x="2085902" y="484773"/>
                </a:lnTo>
                <a:lnTo>
                  <a:pt x="2087548" y="486133"/>
                </a:lnTo>
                <a:lnTo>
                  <a:pt x="2089194" y="487493"/>
                </a:lnTo>
                <a:lnTo>
                  <a:pt x="2090841" y="488854"/>
                </a:lnTo>
                <a:lnTo>
                  <a:pt x="2092487" y="490216"/>
                </a:lnTo>
                <a:lnTo>
                  <a:pt x="2094133" y="491578"/>
                </a:lnTo>
                <a:lnTo>
                  <a:pt x="2095780" y="492941"/>
                </a:lnTo>
                <a:lnTo>
                  <a:pt x="2097426" y="494304"/>
                </a:lnTo>
                <a:lnTo>
                  <a:pt x="2099072" y="495668"/>
                </a:lnTo>
                <a:lnTo>
                  <a:pt x="2100719" y="497032"/>
                </a:lnTo>
                <a:lnTo>
                  <a:pt x="2102365" y="498397"/>
                </a:lnTo>
                <a:lnTo>
                  <a:pt x="2104011" y="499763"/>
                </a:lnTo>
                <a:lnTo>
                  <a:pt x="2105658" y="501129"/>
                </a:lnTo>
                <a:lnTo>
                  <a:pt x="2107304" y="502495"/>
                </a:lnTo>
                <a:lnTo>
                  <a:pt x="2108950" y="503862"/>
                </a:lnTo>
                <a:lnTo>
                  <a:pt x="2110597" y="505229"/>
                </a:lnTo>
                <a:lnTo>
                  <a:pt x="2112243" y="506598"/>
                </a:lnTo>
                <a:lnTo>
                  <a:pt x="2113889" y="507966"/>
                </a:lnTo>
                <a:lnTo>
                  <a:pt x="2115536" y="509335"/>
                </a:lnTo>
                <a:lnTo>
                  <a:pt x="2117182" y="510705"/>
                </a:lnTo>
                <a:lnTo>
                  <a:pt x="2118828" y="512075"/>
                </a:lnTo>
                <a:lnTo>
                  <a:pt x="2120475" y="513445"/>
                </a:lnTo>
                <a:lnTo>
                  <a:pt x="2122121" y="514816"/>
                </a:lnTo>
                <a:lnTo>
                  <a:pt x="2123767" y="516188"/>
                </a:lnTo>
                <a:lnTo>
                  <a:pt x="2125414" y="517559"/>
                </a:lnTo>
                <a:lnTo>
                  <a:pt x="2127060" y="518932"/>
                </a:lnTo>
                <a:lnTo>
                  <a:pt x="2128706" y="520305"/>
                </a:lnTo>
                <a:lnTo>
                  <a:pt x="2130353" y="521678"/>
                </a:lnTo>
                <a:lnTo>
                  <a:pt x="2131999" y="523052"/>
                </a:lnTo>
                <a:lnTo>
                  <a:pt x="2133645" y="524426"/>
                </a:lnTo>
                <a:lnTo>
                  <a:pt x="2135292" y="525801"/>
                </a:lnTo>
                <a:lnTo>
                  <a:pt x="2136938" y="527176"/>
                </a:lnTo>
                <a:lnTo>
                  <a:pt x="2138584" y="528552"/>
                </a:lnTo>
                <a:lnTo>
                  <a:pt x="2140231" y="529928"/>
                </a:lnTo>
                <a:lnTo>
                  <a:pt x="2141877" y="531305"/>
                </a:lnTo>
                <a:lnTo>
                  <a:pt x="2143523" y="532681"/>
                </a:lnTo>
                <a:lnTo>
                  <a:pt x="2145170" y="534059"/>
                </a:lnTo>
                <a:lnTo>
                  <a:pt x="2146816" y="535437"/>
                </a:lnTo>
                <a:lnTo>
                  <a:pt x="2148462" y="536815"/>
                </a:lnTo>
                <a:lnTo>
                  <a:pt x="2150109" y="538194"/>
                </a:lnTo>
                <a:lnTo>
                  <a:pt x="2151755" y="539573"/>
                </a:lnTo>
                <a:lnTo>
                  <a:pt x="2153401" y="540952"/>
                </a:lnTo>
                <a:lnTo>
                  <a:pt x="2155048" y="542332"/>
                </a:lnTo>
                <a:lnTo>
                  <a:pt x="2156694" y="543712"/>
                </a:lnTo>
                <a:lnTo>
                  <a:pt x="2158340" y="545093"/>
                </a:lnTo>
                <a:lnTo>
                  <a:pt x="2159987" y="546474"/>
                </a:lnTo>
                <a:lnTo>
                  <a:pt x="2161633" y="547856"/>
                </a:lnTo>
                <a:lnTo>
                  <a:pt x="2163279" y="549238"/>
                </a:lnTo>
                <a:lnTo>
                  <a:pt x="2164926" y="550620"/>
                </a:lnTo>
                <a:lnTo>
                  <a:pt x="2166572" y="552003"/>
                </a:lnTo>
                <a:lnTo>
                  <a:pt x="2168218" y="553386"/>
                </a:lnTo>
                <a:lnTo>
                  <a:pt x="2169865" y="554769"/>
                </a:lnTo>
                <a:lnTo>
                  <a:pt x="2171511" y="556153"/>
                </a:lnTo>
                <a:lnTo>
                  <a:pt x="2173157" y="557537"/>
                </a:lnTo>
                <a:lnTo>
                  <a:pt x="2174804" y="558922"/>
                </a:lnTo>
                <a:lnTo>
                  <a:pt x="2176450" y="560306"/>
                </a:lnTo>
                <a:lnTo>
                  <a:pt x="2178096" y="561692"/>
                </a:lnTo>
                <a:lnTo>
                  <a:pt x="2179743" y="563077"/>
                </a:lnTo>
                <a:lnTo>
                  <a:pt x="2181389" y="564463"/>
                </a:lnTo>
                <a:lnTo>
                  <a:pt x="2183035" y="565849"/>
                </a:lnTo>
                <a:lnTo>
                  <a:pt x="2184682" y="567236"/>
                </a:lnTo>
                <a:lnTo>
                  <a:pt x="2186328" y="568623"/>
                </a:lnTo>
                <a:lnTo>
                  <a:pt x="2187974" y="570010"/>
                </a:lnTo>
                <a:lnTo>
                  <a:pt x="2189621" y="571398"/>
                </a:lnTo>
                <a:lnTo>
                  <a:pt x="2191267" y="572786"/>
                </a:lnTo>
                <a:lnTo>
                  <a:pt x="2192913" y="574174"/>
                </a:lnTo>
                <a:lnTo>
                  <a:pt x="2194560" y="575563"/>
                </a:lnTo>
                <a:lnTo>
                  <a:pt x="2196206" y="576952"/>
                </a:lnTo>
                <a:lnTo>
                  <a:pt x="2197852" y="578341"/>
                </a:lnTo>
                <a:lnTo>
                  <a:pt x="2199498" y="579731"/>
                </a:lnTo>
                <a:lnTo>
                  <a:pt x="2201145" y="581120"/>
                </a:lnTo>
                <a:lnTo>
                  <a:pt x="2202791" y="582511"/>
                </a:lnTo>
                <a:lnTo>
                  <a:pt x="2204437" y="583901"/>
                </a:lnTo>
                <a:lnTo>
                  <a:pt x="2206084" y="585292"/>
                </a:lnTo>
                <a:lnTo>
                  <a:pt x="2207730" y="586683"/>
                </a:lnTo>
                <a:lnTo>
                  <a:pt x="2209376" y="588074"/>
                </a:lnTo>
                <a:lnTo>
                  <a:pt x="2211023" y="589466"/>
                </a:lnTo>
                <a:lnTo>
                  <a:pt x="2212669" y="590858"/>
                </a:lnTo>
                <a:lnTo>
                  <a:pt x="2214315" y="592250"/>
                </a:lnTo>
                <a:lnTo>
                  <a:pt x="2215962" y="593642"/>
                </a:lnTo>
                <a:lnTo>
                  <a:pt x="2217608" y="595035"/>
                </a:lnTo>
                <a:lnTo>
                  <a:pt x="2219254" y="596428"/>
                </a:lnTo>
                <a:lnTo>
                  <a:pt x="2220901" y="597821"/>
                </a:lnTo>
                <a:lnTo>
                  <a:pt x="2222547" y="599215"/>
                </a:lnTo>
                <a:lnTo>
                  <a:pt x="2224193" y="600609"/>
                </a:lnTo>
                <a:lnTo>
                  <a:pt x="2225840" y="602003"/>
                </a:lnTo>
                <a:lnTo>
                  <a:pt x="2227486" y="603397"/>
                </a:lnTo>
                <a:lnTo>
                  <a:pt x="2229132" y="604791"/>
                </a:lnTo>
                <a:lnTo>
                  <a:pt x="2230779" y="606186"/>
                </a:lnTo>
                <a:lnTo>
                  <a:pt x="2232425" y="607581"/>
                </a:lnTo>
                <a:lnTo>
                  <a:pt x="2234071" y="608977"/>
                </a:lnTo>
                <a:lnTo>
                  <a:pt x="2235718" y="610372"/>
                </a:lnTo>
                <a:lnTo>
                  <a:pt x="2237364" y="611768"/>
                </a:lnTo>
                <a:lnTo>
                  <a:pt x="2239010" y="613164"/>
                </a:lnTo>
                <a:lnTo>
                  <a:pt x="2240657" y="614560"/>
                </a:lnTo>
                <a:lnTo>
                  <a:pt x="2242303" y="615956"/>
                </a:lnTo>
                <a:lnTo>
                  <a:pt x="2243949" y="617353"/>
                </a:lnTo>
                <a:lnTo>
                  <a:pt x="2245596" y="618750"/>
                </a:lnTo>
                <a:lnTo>
                  <a:pt x="2247242" y="620147"/>
                </a:lnTo>
                <a:lnTo>
                  <a:pt x="2248888" y="621544"/>
                </a:lnTo>
                <a:lnTo>
                  <a:pt x="2250535" y="622941"/>
                </a:lnTo>
                <a:lnTo>
                  <a:pt x="2252181" y="624339"/>
                </a:lnTo>
                <a:lnTo>
                  <a:pt x="2253827" y="625737"/>
                </a:lnTo>
                <a:lnTo>
                  <a:pt x="2255474" y="627135"/>
                </a:lnTo>
                <a:lnTo>
                  <a:pt x="2257120" y="628533"/>
                </a:lnTo>
                <a:lnTo>
                  <a:pt x="2258766" y="629932"/>
                </a:lnTo>
                <a:lnTo>
                  <a:pt x="2260413" y="631330"/>
                </a:lnTo>
                <a:lnTo>
                  <a:pt x="2262059" y="632729"/>
                </a:lnTo>
                <a:lnTo>
                  <a:pt x="2263705" y="634128"/>
                </a:lnTo>
                <a:lnTo>
                  <a:pt x="2265352" y="635527"/>
                </a:lnTo>
                <a:lnTo>
                  <a:pt x="2266998" y="636926"/>
                </a:lnTo>
                <a:lnTo>
                  <a:pt x="2268644" y="638326"/>
                </a:lnTo>
                <a:lnTo>
                  <a:pt x="2270291" y="639725"/>
                </a:lnTo>
                <a:lnTo>
                  <a:pt x="2271937" y="641125"/>
                </a:lnTo>
                <a:lnTo>
                  <a:pt x="2273583" y="642525"/>
                </a:lnTo>
                <a:lnTo>
                  <a:pt x="2275230" y="643925"/>
                </a:lnTo>
                <a:lnTo>
                  <a:pt x="2276876" y="645326"/>
                </a:lnTo>
                <a:lnTo>
                  <a:pt x="2278522" y="646726"/>
                </a:lnTo>
                <a:lnTo>
                  <a:pt x="2280169" y="648126"/>
                </a:lnTo>
                <a:lnTo>
                  <a:pt x="2281815" y="649527"/>
                </a:lnTo>
                <a:lnTo>
                  <a:pt x="2283461" y="650928"/>
                </a:lnTo>
                <a:lnTo>
                  <a:pt x="2285108" y="652329"/>
                </a:lnTo>
                <a:lnTo>
                  <a:pt x="2286754" y="653730"/>
                </a:lnTo>
                <a:lnTo>
                  <a:pt x="2288400" y="655131"/>
                </a:lnTo>
                <a:lnTo>
                  <a:pt x="2290047" y="656533"/>
                </a:lnTo>
                <a:lnTo>
                  <a:pt x="2291693" y="657934"/>
                </a:lnTo>
                <a:lnTo>
                  <a:pt x="2293339" y="659336"/>
                </a:lnTo>
                <a:lnTo>
                  <a:pt x="2294986" y="660738"/>
                </a:lnTo>
                <a:lnTo>
                  <a:pt x="2296632" y="662139"/>
                </a:lnTo>
                <a:lnTo>
                  <a:pt x="2298278" y="663541"/>
                </a:lnTo>
                <a:lnTo>
                  <a:pt x="2299925" y="664943"/>
                </a:lnTo>
                <a:lnTo>
                  <a:pt x="2301571" y="666346"/>
                </a:lnTo>
                <a:lnTo>
                  <a:pt x="2303217" y="667748"/>
                </a:lnTo>
                <a:lnTo>
                  <a:pt x="2304864" y="669150"/>
                </a:lnTo>
                <a:lnTo>
                  <a:pt x="2306510" y="670553"/>
                </a:lnTo>
                <a:lnTo>
                  <a:pt x="2308156" y="671955"/>
                </a:lnTo>
                <a:lnTo>
                  <a:pt x="2309803" y="673358"/>
                </a:lnTo>
                <a:lnTo>
                  <a:pt x="2311449" y="674761"/>
                </a:lnTo>
                <a:lnTo>
                  <a:pt x="2313095" y="676164"/>
                </a:lnTo>
                <a:lnTo>
                  <a:pt x="2314742" y="677567"/>
                </a:lnTo>
                <a:lnTo>
                  <a:pt x="2316388" y="678970"/>
                </a:lnTo>
                <a:lnTo>
                  <a:pt x="2318034" y="680373"/>
                </a:lnTo>
                <a:lnTo>
                  <a:pt x="2319681" y="681776"/>
                </a:lnTo>
                <a:lnTo>
                  <a:pt x="2321327" y="683179"/>
                </a:lnTo>
                <a:lnTo>
                  <a:pt x="2322973" y="684582"/>
                </a:lnTo>
                <a:lnTo>
                  <a:pt x="2324620" y="685986"/>
                </a:lnTo>
                <a:lnTo>
                  <a:pt x="2326266" y="687389"/>
                </a:lnTo>
                <a:lnTo>
                  <a:pt x="2327912" y="688792"/>
                </a:lnTo>
                <a:lnTo>
                  <a:pt x="2329559" y="690196"/>
                </a:lnTo>
                <a:lnTo>
                  <a:pt x="2331205" y="691600"/>
                </a:lnTo>
                <a:lnTo>
                  <a:pt x="2332851" y="693003"/>
                </a:lnTo>
                <a:lnTo>
                  <a:pt x="2334498" y="694407"/>
                </a:lnTo>
                <a:lnTo>
                  <a:pt x="2336144" y="695811"/>
                </a:lnTo>
                <a:lnTo>
                  <a:pt x="2337790" y="697214"/>
                </a:lnTo>
                <a:lnTo>
                  <a:pt x="2339437" y="698618"/>
                </a:lnTo>
                <a:lnTo>
                  <a:pt x="2341083" y="700022"/>
                </a:lnTo>
                <a:lnTo>
                  <a:pt x="2342729" y="701426"/>
                </a:lnTo>
                <a:lnTo>
                  <a:pt x="2344376" y="702830"/>
                </a:lnTo>
                <a:lnTo>
                  <a:pt x="2346022" y="704234"/>
                </a:lnTo>
                <a:lnTo>
                  <a:pt x="2347668" y="705637"/>
                </a:lnTo>
                <a:lnTo>
                  <a:pt x="2349315" y="707041"/>
                </a:lnTo>
                <a:lnTo>
                  <a:pt x="2350961" y="708445"/>
                </a:lnTo>
                <a:lnTo>
                  <a:pt x="2352607" y="709849"/>
                </a:lnTo>
                <a:lnTo>
                  <a:pt x="2354254" y="711253"/>
                </a:lnTo>
                <a:lnTo>
                  <a:pt x="2355900" y="712657"/>
                </a:lnTo>
                <a:lnTo>
                  <a:pt x="2357546" y="714061"/>
                </a:lnTo>
                <a:lnTo>
                  <a:pt x="2359193" y="715465"/>
                </a:lnTo>
                <a:lnTo>
                  <a:pt x="2360839" y="716869"/>
                </a:lnTo>
                <a:lnTo>
                  <a:pt x="2362485" y="718273"/>
                </a:lnTo>
                <a:lnTo>
                  <a:pt x="2364132" y="719678"/>
                </a:lnTo>
                <a:lnTo>
                  <a:pt x="2365778" y="721082"/>
                </a:lnTo>
                <a:lnTo>
                  <a:pt x="2367424" y="722486"/>
                </a:lnTo>
                <a:lnTo>
                  <a:pt x="2369071" y="723889"/>
                </a:lnTo>
                <a:lnTo>
                  <a:pt x="2370717" y="725293"/>
                </a:lnTo>
                <a:lnTo>
                  <a:pt x="2372363" y="726697"/>
                </a:lnTo>
                <a:lnTo>
                  <a:pt x="2374010" y="728101"/>
                </a:lnTo>
                <a:lnTo>
                  <a:pt x="2375656" y="729505"/>
                </a:lnTo>
                <a:lnTo>
                  <a:pt x="2377302" y="730909"/>
                </a:lnTo>
                <a:lnTo>
                  <a:pt x="2378949" y="732313"/>
                </a:lnTo>
                <a:lnTo>
                  <a:pt x="2380595" y="733717"/>
                </a:lnTo>
                <a:lnTo>
                  <a:pt x="2382241" y="735121"/>
                </a:lnTo>
                <a:lnTo>
                  <a:pt x="2383888" y="736524"/>
                </a:lnTo>
                <a:lnTo>
                  <a:pt x="2385534" y="737928"/>
                </a:lnTo>
                <a:lnTo>
                  <a:pt x="2387180" y="739332"/>
                </a:lnTo>
                <a:lnTo>
                  <a:pt x="2388827" y="740735"/>
                </a:lnTo>
                <a:lnTo>
                  <a:pt x="2390473" y="742139"/>
                </a:lnTo>
                <a:lnTo>
                  <a:pt x="2392119" y="743542"/>
                </a:lnTo>
                <a:lnTo>
                  <a:pt x="2393766" y="744946"/>
                </a:lnTo>
                <a:lnTo>
                  <a:pt x="2395412" y="746349"/>
                </a:lnTo>
                <a:lnTo>
                  <a:pt x="2397058" y="747753"/>
                </a:lnTo>
                <a:lnTo>
                  <a:pt x="2398705" y="749156"/>
                </a:lnTo>
                <a:lnTo>
                  <a:pt x="2400351" y="750559"/>
                </a:lnTo>
                <a:lnTo>
                  <a:pt x="2401997" y="751962"/>
                </a:lnTo>
                <a:lnTo>
                  <a:pt x="2403644" y="753365"/>
                </a:lnTo>
                <a:lnTo>
                  <a:pt x="2405290" y="754768"/>
                </a:lnTo>
                <a:lnTo>
                  <a:pt x="2406936" y="756171"/>
                </a:lnTo>
                <a:lnTo>
                  <a:pt x="2408583" y="757574"/>
                </a:lnTo>
                <a:lnTo>
                  <a:pt x="2410229" y="758977"/>
                </a:lnTo>
                <a:lnTo>
                  <a:pt x="2411875" y="760380"/>
                </a:lnTo>
                <a:lnTo>
                  <a:pt x="2413522" y="761782"/>
                </a:lnTo>
                <a:lnTo>
                  <a:pt x="2415168" y="763185"/>
                </a:lnTo>
                <a:lnTo>
                  <a:pt x="2416814" y="764587"/>
                </a:lnTo>
                <a:lnTo>
                  <a:pt x="2418461" y="765990"/>
                </a:lnTo>
                <a:lnTo>
                  <a:pt x="2420107" y="767392"/>
                </a:lnTo>
                <a:lnTo>
                  <a:pt x="2421753" y="768794"/>
                </a:lnTo>
                <a:lnTo>
                  <a:pt x="2423400" y="770196"/>
                </a:lnTo>
                <a:lnTo>
                  <a:pt x="2425046" y="771598"/>
                </a:lnTo>
                <a:lnTo>
                  <a:pt x="2426692" y="773000"/>
                </a:lnTo>
                <a:lnTo>
                  <a:pt x="2428339" y="774402"/>
                </a:lnTo>
                <a:lnTo>
                  <a:pt x="2429985" y="775803"/>
                </a:lnTo>
                <a:lnTo>
                  <a:pt x="2431631" y="777205"/>
                </a:lnTo>
                <a:lnTo>
                  <a:pt x="2433278" y="778606"/>
                </a:lnTo>
                <a:lnTo>
                  <a:pt x="2434924" y="780007"/>
                </a:lnTo>
                <a:lnTo>
                  <a:pt x="2436570" y="781409"/>
                </a:lnTo>
                <a:lnTo>
                  <a:pt x="2438217" y="782810"/>
                </a:lnTo>
                <a:lnTo>
                  <a:pt x="2439863" y="784210"/>
                </a:lnTo>
                <a:lnTo>
                  <a:pt x="2441509" y="785611"/>
                </a:lnTo>
                <a:lnTo>
                  <a:pt x="2443156" y="787012"/>
                </a:lnTo>
                <a:lnTo>
                  <a:pt x="2444802" y="788412"/>
                </a:lnTo>
                <a:lnTo>
                  <a:pt x="2446448" y="789813"/>
                </a:lnTo>
                <a:lnTo>
                  <a:pt x="2448095" y="791213"/>
                </a:lnTo>
                <a:lnTo>
                  <a:pt x="2449741" y="792613"/>
                </a:lnTo>
                <a:lnTo>
                  <a:pt x="2451387" y="794013"/>
                </a:lnTo>
                <a:lnTo>
                  <a:pt x="2453034" y="795413"/>
                </a:lnTo>
                <a:lnTo>
                  <a:pt x="2454680" y="796813"/>
                </a:lnTo>
                <a:lnTo>
                  <a:pt x="2456326" y="798212"/>
                </a:lnTo>
                <a:lnTo>
                  <a:pt x="2457973" y="799611"/>
                </a:lnTo>
                <a:lnTo>
                  <a:pt x="2459619" y="801011"/>
                </a:lnTo>
                <a:lnTo>
                  <a:pt x="2461265" y="802410"/>
                </a:lnTo>
                <a:lnTo>
                  <a:pt x="2462912" y="803809"/>
                </a:lnTo>
                <a:lnTo>
                  <a:pt x="2464558" y="805207"/>
                </a:lnTo>
                <a:lnTo>
                  <a:pt x="2466204" y="806606"/>
                </a:lnTo>
                <a:lnTo>
                  <a:pt x="2467851" y="808004"/>
                </a:lnTo>
                <a:lnTo>
                  <a:pt x="2469497" y="809403"/>
                </a:lnTo>
                <a:lnTo>
                  <a:pt x="2471143" y="810801"/>
                </a:lnTo>
                <a:lnTo>
                  <a:pt x="2472790" y="812198"/>
                </a:lnTo>
                <a:lnTo>
                  <a:pt x="2474436" y="813596"/>
                </a:lnTo>
                <a:lnTo>
                  <a:pt x="2476082" y="814994"/>
                </a:lnTo>
                <a:lnTo>
                  <a:pt x="2477729" y="816391"/>
                </a:lnTo>
                <a:lnTo>
                  <a:pt x="2479375" y="817788"/>
                </a:lnTo>
                <a:lnTo>
                  <a:pt x="2481021" y="819185"/>
                </a:lnTo>
                <a:lnTo>
                  <a:pt x="2482668" y="820582"/>
                </a:lnTo>
                <a:lnTo>
                  <a:pt x="2484314" y="821979"/>
                </a:lnTo>
                <a:lnTo>
                  <a:pt x="2485960" y="823375"/>
                </a:lnTo>
                <a:lnTo>
                  <a:pt x="2487607" y="824771"/>
                </a:lnTo>
                <a:lnTo>
                  <a:pt x="2489253" y="826167"/>
                </a:lnTo>
                <a:lnTo>
                  <a:pt x="2490899" y="827563"/>
                </a:lnTo>
                <a:lnTo>
                  <a:pt x="2492546" y="828959"/>
                </a:lnTo>
                <a:lnTo>
                  <a:pt x="2494192" y="830354"/>
                </a:lnTo>
                <a:lnTo>
                  <a:pt x="2495838" y="831749"/>
                </a:lnTo>
                <a:lnTo>
                  <a:pt x="2497485" y="833144"/>
                </a:lnTo>
                <a:lnTo>
                  <a:pt x="2499131" y="834539"/>
                </a:lnTo>
                <a:lnTo>
                  <a:pt x="2500777" y="835934"/>
                </a:lnTo>
                <a:lnTo>
                  <a:pt x="2502424" y="837328"/>
                </a:lnTo>
                <a:lnTo>
                  <a:pt x="2504070" y="838722"/>
                </a:lnTo>
                <a:lnTo>
                  <a:pt x="2505716" y="840116"/>
                </a:lnTo>
                <a:lnTo>
                  <a:pt x="2507363" y="841510"/>
                </a:lnTo>
                <a:lnTo>
                  <a:pt x="2509009" y="842903"/>
                </a:lnTo>
                <a:lnTo>
                  <a:pt x="2510655" y="844296"/>
                </a:lnTo>
                <a:lnTo>
                  <a:pt x="2512301" y="845689"/>
                </a:lnTo>
                <a:lnTo>
                  <a:pt x="2513948" y="847082"/>
                </a:lnTo>
                <a:lnTo>
                  <a:pt x="2515594" y="848475"/>
                </a:lnTo>
                <a:lnTo>
                  <a:pt x="2517240" y="849867"/>
                </a:lnTo>
                <a:lnTo>
                  <a:pt x="2518887" y="851259"/>
                </a:lnTo>
                <a:lnTo>
                  <a:pt x="2520533" y="852651"/>
                </a:lnTo>
                <a:lnTo>
                  <a:pt x="2522179" y="854042"/>
                </a:lnTo>
                <a:lnTo>
                  <a:pt x="2523826" y="855434"/>
                </a:lnTo>
                <a:lnTo>
                  <a:pt x="2525472" y="856825"/>
                </a:lnTo>
                <a:lnTo>
                  <a:pt x="2527118" y="858216"/>
                </a:lnTo>
                <a:lnTo>
                  <a:pt x="2528765" y="859606"/>
                </a:lnTo>
                <a:lnTo>
                  <a:pt x="2530411" y="860997"/>
                </a:lnTo>
                <a:lnTo>
                  <a:pt x="2532057" y="862387"/>
                </a:lnTo>
                <a:lnTo>
                  <a:pt x="2533704" y="863776"/>
                </a:lnTo>
                <a:lnTo>
                  <a:pt x="2535350" y="865166"/>
                </a:lnTo>
                <a:lnTo>
                  <a:pt x="2536996" y="866555"/>
                </a:lnTo>
                <a:lnTo>
                  <a:pt x="2538643" y="867944"/>
                </a:lnTo>
                <a:lnTo>
                  <a:pt x="2540289" y="869333"/>
                </a:lnTo>
                <a:lnTo>
                  <a:pt x="2541935" y="870722"/>
                </a:lnTo>
                <a:lnTo>
                  <a:pt x="2543582" y="872110"/>
                </a:lnTo>
                <a:lnTo>
                  <a:pt x="2545228" y="873498"/>
                </a:lnTo>
                <a:lnTo>
                  <a:pt x="2546874" y="874885"/>
                </a:lnTo>
                <a:lnTo>
                  <a:pt x="2548521" y="876273"/>
                </a:lnTo>
                <a:lnTo>
                  <a:pt x="2550167" y="877660"/>
                </a:lnTo>
                <a:lnTo>
                  <a:pt x="2551813" y="879047"/>
                </a:lnTo>
                <a:lnTo>
                  <a:pt x="2553460" y="880433"/>
                </a:lnTo>
                <a:lnTo>
                  <a:pt x="2555106" y="881820"/>
                </a:lnTo>
                <a:lnTo>
                  <a:pt x="2556752" y="883206"/>
                </a:lnTo>
                <a:lnTo>
                  <a:pt x="2558399" y="884591"/>
                </a:lnTo>
                <a:lnTo>
                  <a:pt x="2560045" y="885977"/>
                </a:lnTo>
                <a:lnTo>
                  <a:pt x="2561691" y="887362"/>
                </a:lnTo>
                <a:lnTo>
                  <a:pt x="2563338" y="888747"/>
                </a:lnTo>
                <a:lnTo>
                  <a:pt x="2564984" y="890131"/>
                </a:lnTo>
                <a:lnTo>
                  <a:pt x="2566630" y="891515"/>
                </a:lnTo>
                <a:lnTo>
                  <a:pt x="2568277" y="892899"/>
                </a:lnTo>
                <a:lnTo>
                  <a:pt x="2569923" y="894283"/>
                </a:lnTo>
                <a:lnTo>
                  <a:pt x="2571569" y="895666"/>
                </a:lnTo>
                <a:lnTo>
                  <a:pt x="2573216" y="897049"/>
                </a:lnTo>
                <a:lnTo>
                  <a:pt x="2574862" y="898432"/>
                </a:lnTo>
                <a:lnTo>
                  <a:pt x="2576508" y="899814"/>
                </a:lnTo>
                <a:lnTo>
                  <a:pt x="2578155" y="901196"/>
                </a:lnTo>
                <a:lnTo>
                  <a:pt x="2579801" y="902578"/>
                </a:lnTo>
                <a:lnTo>
                  <a:pt x="2581447" y="903959"/>
                </a:lnTo>
                <a:lnTo>
                  <a:pt x="2583094" y="905340"/>
                </a:lnTo>
                <a:lnTo>
                  <a:pt x="2584740" y="906721"/>
                </a:lnTo>
                <a:lnTo>
                  <a:pt x="2586386" y="908101"/>
                </a:lnTo>
                <a:lnTo>
                  <a:pt x="2588033" y="909482"/>
                </a:lnTo>
                <a:lnTo>
                  <a:pt x="2589679" y="910861"/>
                </a:lnTo>
                <a:lnTo>
                  <a:pt x="2591325" y="912241"/>
                </a:lnTo>
                <a:lnTo>
                  <a:pt x="2592972" y="913620"/>
                </a:lnTo>
                <a:lnTo>
                  <a:pt x="2594618" y="914999"/>
                </a:lnTo>
                <a:lnTo>
                  <a:pt x="2596264" y="916377"/>
                </a:lnTo>
                <a:lnTo>
                  <a:pt x="2597911" y="917755"/>
                </a:lnTo>
                <a:lnTo>
                  <a:pt x="2599557" y="919133"/>
                </a:lnTo>
                <a:lnTo>
                  <a:pt x="2601203" y="920510"/>
                </a:lnTo>
                <a:lnTo>
                  <a:pt x="2602850" y="921887"/>
                </a:lnTo>
                <a:lnTo>
                  <a:pt x="2604496" y="923264"/>
                </a:lnTo>
                <a:lnTo>
                  <a:pt x="2606142" y="924641"/>
                </a:lnTo>
                <a:lnTo>
                  <a:pt x="2607789" y="926017"/>
                </a:lnTo>
                <a:lnTo>
                  <a:pt x="2609435" y="927392"/>
                </a:lnTo>
                <a:lnTo>
                  <a:pt x="2611081" y="928768"/>
                </a:lnTo>
                <a:lnTo>
                  <a:pt x="2612728" y="930143"/>
                </a:lnTo>
                <a:lnTo>
                  <a:pt x="2614374" y="931517"/>
                </a:lnTo>
                <a:lnTo>
                  <a:pt x="2616020" y="932891"/>
                </a:lnTo>
                <a:lnTo>
                  <a:pt x="2617667" y="934265"/>
                </a:lnTo>
                <a:lnTo>
                  <a:pt x="2619313" y="935639"/>
                </a:lnTo>
                <a:lnTo>
                  <a:pt x="2620959" y="937012"/>
                </a:lnTo>
                <a:lnTo>
                  <a:pt x="2622606" y="938385"/>
                </a:lnTo>
                <a:lnTo>
                  <a:pt x="2624252" y="939757"/>
                </a:lnTo>
                <a:lnTo>
                  <a:pt x="2625898" y="941129"/>
                </a:lnTo>
                <a:lnTo>
                  <a:pt x="2627545" y="942501"/>
                </a:lnTo>
                <a:lnTo>
                  <a:pt x="2629191" y="943872"/>
                </a:lnTo>
                <a:lnTo>
                  <a:pt x="2630837" y="945243"/>
                </a:lnTo>
                <a:lnTo>
                  <a:pt x="2632484" y="946614"/>
                </a:lnTo>
                <a:lnTo>
                  <a:pt x="2634130" y="947984"/>
                </a:lnTo>
                <a:lnTo>
                  <a:pt x="2635776" y="949353"/>
                </a:lnTo>
                <a:lnTo>
                  <a:pt x="2637423" y="950723"/>
                </a:lnTo>
                <a:lnTo>
                  <a:pt x="2639069" y="952092"/>
                </a:lnTo>
                <a:lnTo>
                  <a:pt x="2640715" y="953460"/>
                </a:lnTo>
                <a:lnTo>
                  <a:pt x="2642362" y="954829"/>
                </a:lnTo>
                <a:lnTo>
                  <a:pt x="2644008" y="956196"/>
                </a:lnTo>
                <a:lnTo>
                  <a:pt x="2645654" y="957564"/>
                </a:lnTo>
                <a:lnTo>
                  <a:pt x="2647301" y="958931"/>
                </a:lnTo>
                <a:lnTo>
                  <a:pt x="2648947" y="960297"/>
                </a:lnTo>
                <a:lnTo>
                  <a:pt x="2650593" y="961664"/>
                </a:lnTo>
                <a:lnTo>
                  <a:pt x="2652240" y="963030"/>
                </a:lnTo>
                <a:lnTo>
                  <a:pt x="2653886" y="964395"/>
                </a:lnTo>
                <a:lnTo>
                  <a:pt x="2655532" y="965760"/>
                </a:lnTo>
                <a:lnTo>
                  <a:pt x="2657179" y="967125"/>
                </a:lnTo>
                <a:lnTo>
                  <a:pt x="2658825" y="968489"/>
                </a:lnTo>
                <a:lnTo>
                  <a:pt x="2660471" y="969853"/>
                </a:lnTo>
                <a:lnTo>
                  <a:pt x="2662118" y="971216"/>
                </a:lnTo>
                <a:lnTo>
                  <a:pt x="2663764" y="972579"/>
                </a:lnTo>
                <a:lnTo>
                  <a:pt x="2665410" y="973941"/>
                </a:lnTo>
                <a:lnTo>
                  <a:pt x="2667057" y="975303"/>
                </a:lnTo>
                <a:lnTo>
                  <a:pt x="2668703" y="976665"/>
                </a:lnTo>
                <a:lnTo>
                  <a:pt x="2670349" y="978026"/>
                </a:lnTo>
                <a:lnTo>
                  <a:pt x="2671996" y="979387"/>
                </a:lnTo>
                <a:lnTo>
                  <a:pt x="2673642" y="980748"/>
                </a:lnTo>
                <a:lnTo>
                  <a:pt x="2675288" y="982108"/>
                </a:lnTo>
                <a:lnTo>
                  <a:pt x="2676935" y="983467"/>
                </a:lnTo>
                <a:lnTo>
                  <a:pt x="2678581" y="984826"/>
                </a:lnTo>
                <a:lnTo>
                  <a:pt x="2680227" y="986185"/>
                </a:lnTo>
                <a:lnTo>
                  <a:pt x="2681874" y="987543"/>
                </a:lnTo>
                <a:lnTo>
                  <a:pt x="2683520" y="988901"/>
                </a:lnTo>
                <a:lnTo>
                  <a:pt x="2685166" y="990259"/>
                </a:lnTo>
                <a:lnTo>
                  <a:pt x="2686813" y="991616"/>
                </a:lnTo>
                <a:lnTo>
                  <a:pt x="2688459" y="992972"/>
                </a:lnTo>
                <a:lnTo>
                  <a:pt x="2690105" y="994328"/>
                </a:lnTo>
                <a:lnTo>
                  <a:pt x="2691752" y="995684"/>
                </a:lnTo>
                <a:lnTo>
                  <a:pt x="2693398" y="997039"/>
                </a:lnTo>
                <a:lnTo>
                  <a:pt x="2695044" y="998394"/>
                </a:lnTo>
                <a:lnTo>
                  <a:pt x="2696691" y="999748"/>
                </a:lnTo>
                <a:lnTo>
                  <a:pt x="2698337" y="1001102"/>
                </a:lnTo>
                <a:lnTo>
                  <a:pt x="2699983" y="1002455"/>
                </a:lnTo>
                <a:lnTo>
                  <a:pt x="2701630" y="1003808"/>
                </a:lnTo>
                <a:lnTo>
                  <a:pt x="2703276" y="1005161"/>
                </a:lnTo>
                <a:lnTo>
                  <a:pt x="2704922" y="1006513"/>
                </a:lnTo>
                <a:lnTo>
                  <a:pt x="2706569" y="1007864"/>
                </a:lnTo>
                <a:lnTo>
                  <a:pt x="2708215" y="1009215"/>
                </a:lnTo>
                <a:lnTo>
                  <a:pt x="2709861" y="1010566"/>
                </a:lnTo>
                <a:lnTo>
                  <a:pt x="2711508" y="1011916"/>
                </a:lnTo>
                <a:lnTo>
                  <a:pt x="2713154" y="1013266"/>
                </a:lnTo>
                <a:lnTo>
                  <a:pt x="2714800" y="1014615"/>
                </a:lnTo>
                <a:lnTo>
                  <a:pt x="2716447" y="1015964"/>
                </a:lnTo>
                <a:lnTo>
                  <a:pt x="2718093" y="1017312"/>
                </a:lnTo>
                <a:lnTo>
                  <a:pt x="2719739" y="1018660"/>
                </a:lnTo>
                <a:lnTo>
                  <a:pt x="2721386" y="1020007"/>
                </a:lnTo>
                <a:lnTo>
                  <a:pt x="2723032" y="1021354"/>
                </a:lnTo>
                <a:lnTo>
                  <a:pt x="2724678" y="1022700"/>
                </a:lnTo>
                <a:lnTo>
                  <a:pt x="2726325" y="1024046"/>
                </a:lnTo>
                <a:lnTo>
                  <a:pt x="2727971" y="1025391"/>
                </a:lnTo>
                <a:lnTo>
                  <a:pt x="2729617" y="1026736"/>
                </a:lnTo>
                <a:lnTo>
                  <a:pt x="2731264" y="1028081"/>
                </a:lnTo>
                <a:lnTo>
                  <a:pt x="2732910" y="1029425"/>
                </a:lnTo>
                <a:lnTo>
                  <a:pt x="2734556" y="1030768"/>
                </a:lnTo>
                <a:lnTo>
                  <a:pt x="2736203" y="1032111"/>
                </a:lnTo>
                <a:lnTo>
                  <a:pt x="2737849" y="1033454"/>
                </a:lnTo>
                <a:lnTo>
                  <a:pt x="2739495" y="1034796"/>
                </a:lnTo>
                <a:lnTo>
                  <a:pt x="2741142" y="1036137"/>
                </a:lnTo>
                <a:lnTo>
                  <a:pt x="2742788" y="1037478"/>
                </a:lnTo>
                <a:lnTo>
                  <a:pt x="2744434" y="1038819"/>
                </a:lnTo>
                <a:lnTo>
                  <a:pt x="2746081" y="1040159"/>
                </a:lnTo>
                <a:lnTo>
                  <a:pt x="2747727" y="1041498"/>
                </a:lnTo>
                <a:lnTo>
                  <a:pt x="2749373" y="1042837"/>
                </a:lnTo>
                <a:lnTo>
                  <a:pt x="2751020" y="1044175"/>
                </a:lnTo>
                <a:lnTo>
                  <a:pt x="2752666" y="1045513"/>
                </a:lnTo>
                <a:lnTo>
                  <a:pt x="2754312" y="1046851"/>
                </a:lnTo>
                <a:lnTo>
                  <a:pt x="2755959" y="1048188"/>
                </a:lnTo>
                <a:lnTo>
                  <a:pt x="2757605" y="1049524"/>
                </a:lnTo>
                <a:lnTo>
                  <a:pt x="2759251" y="1050860"/>
                </a:lnTo>
                <a:lnTo>
                  <a:pt x="2760898" y="1052196"/>
                </a:lnTo>
                <a:lnTo>
                  <a:pt x="2762544" y="1053530"/>
                </a:lnTo>
                <a:lnTo>
                  <a:pt x="2764190" y="1054865"/>
                </a:lnTo>
                <a:lnTo>
                  <a:pt x="2765837" y="1056199"/>
                </a:lnTo>
                <a:lnTo>
                  <a:pt x="2767483" y="1057532"/>
                </a:lnTo>
                <a:lnTo>
                  <a:pt x="2769129" y="1058865"/>
                </a:lnTo>
                <a:lnTo>
                  <a:pt x="2770776" y="1060197"/>
                </a:lnTo>
                <a:lnTo>
                  <a:pt x="2772422" y="1061529"/>
                </a:lnTo>
                <a:lnTo>
                  <a:pt x="2774068" y="1062860"/>
                </a:lnTo>
                <a:lnTo>
                  <a:pt x="2775715" y="1064191"/>
                </a:lnTo>
                <a:lnTo>
                  <a:pt x="2777361" y="1065521"/>
                </a:lnTo>
                <a:lnTo>
                  <a:pt x="2779007" y="1066851"/>
                </a:lnTo>
                <a:lnTo>
                  <a:pt x="2780654" y="1068180"/>
                </a:lnTo>
                <a:lnTo>
                  <a:pt x="2782300" y="1069508"/>
                </a:lnTo>
                <a:lnTo>
                  <a:pt x="2783946" y="1070836"/>
                </a:lnTo>
                <a:lnTo>
                  <a:pt x="2785593" y="1072164"/>
                </a:lnTo>
                <a:lnTo>
                  <a:pt x="2787239" y="1073491"/>
                </a:lnTo>
                <a:lnTo>
                  <a:pt x="2788885" y="1074817"/>
                </a:lnTo>
                <a:lnTo>
                  <a:pt x="2790532" y="1076143"/>
                </a:lnTo>
                <a:lnTo>
                  <a:pt x="2792178" y="1077468"/>
                </a:lnTo>
                <a:lnTo>
                  <a:pt x="2793824" y="1078793"/>
                </a:lnTo>
                <a:lnTo>
                  <a:pt x="2795471" y="1080118"/>
                </a:lnTo>
                <a:lnTo>
                  <a:pt x="2797117" y="1081441"/>
                </a:lnTo>
                <a:lnTo>
                  <a:pt x="2798763" y="1082764"/>
                </a:lnTo>
                <a:lnTo>
                  <a:pt x="2800410" y="1084087"/>
                </a:lnTo>
                <a:lnTo>
                  <a:pt x="2802056" y="1085409"/>
                </a:lnTo>
                <a:lnTo>
                  <a:pt x="2803702" y="1086730"/>
                </a:lnTo>
                <a:lnTo>
                  <a:pt x="2805349" y="1088051"/>
                </a:lnTo>
                <a:lnTo>
                  <a:pt x="2806995" y="1089372"/>
                </a:lnTo>
                <a:lnTo>
                  <a:pt x="2808641" y="1090692"/>
                </a:lnTo>
                <a:lnTo>
                  <a:pt x="2810288" y="1092011"/>
                </a:lnTo>
                <a:lnTo>
                  <a:pt x="2811934" y="1093330"/>
                </a:lnTo>
                <a:lnTo>
                  <a:pt x="2813580" y="1094648"/>
                </a:lnTo>
                <a:lnTo>
                  <a:pt x="2815227" y="1095965"/>
                </a:lnTo>
                <a:lnTo>
                  <a:pt x="2816873" y="1097282"/>
                </a:lnTo>
                <a:lnTo>
                  <a:pt x="2818519" y="1098599"/>
                </a:lnTo>
                <a:lnTo>
                  <a:pt x="2820166" y="1099914"/>
                </a:lnTo>
                <a:lnTo>
                  <a:pt x="2821812" y="1101230"/>
                </a:lnTo>
                <a:lnTo>
                  <a:pt x="2823458" y="1102544"/>
                </a:lnTo>
                <a:lnTo>
                  <a:pt x="2825104" y="1103859"/>
                </a:lnTo>
                <a:lnTo>
                  <a:pt x="2826751" y="1105172"/>
                </a:lnTo>
                <a:lnTo>
                  <a:pt x="2828397" y="1106485"/>
                </a:lnTo>
                <a:lnTo>
                  <a:pt x="2830043" y="1107798"/>
                </a:lnTo>
                <a:lnTo>
                  <a:pt x="2831690" y="1109109"/>
                </a:lnTo>
                <a:lnTo>
                  <a:pt x="2833336" y="1110421"/>
                </a:lnTo>
                <a:lnTo>
                  <a:pt x="2834982" y="1111731"/>
                </a:lnTo>
                <a:lnTo>
                  <a:pt x="2836629" y="1113041"/>
                </a:lnTo>
                <a:lnTo>
                  <a:pt x="2838275" y="1114351"/>
                </a:lnTo>
                <a:lnTo>
                  <a:pt x="2839921" y="1115660"/>
                </a:lnTo>
                <a:lnTo>
                  <a:pt x="2841568" y="1116968"/>
                </a:lnTo>
                <a:lnTo>
                  <a:pt x="2843214" y="1118276"/>
                </a:lnTo>
                <a:lnTo>
                  <a:pt x="2844860" y="1119583"/>
                </a:lnTo>
                <a:lnTo>
                  <a:pt x="2846507" y="1120890"/>
                </a:lnTo>
                <a:lnTo>
                  <a:pt x="2848153" y="1122196"/>
                </a:lnTo>
                <a:lnTo>
                  <a:pt x="2849799" y="1123501"/>
                </a:lnTo>
                <a:lnTo>
                  <a:pt x="2851446" y="1124806"/>
                </a:lnTo>
                <a:lnTo>
                  <a:pt x="2853092" y="1126110"/>
                </a:lnTo>
                <a:lnTo>
                  <a:pt x="2854738" y="1127413"/>
                </a:lnTo>
                <a:lnTo>
                  <a:pt x="2856385" y="1128716"/>
                </a:lnTo>
                <a:lnTo>
                  <a:pt x="2858031" y="1130019"/>
                </a:lnTo>
                <a:lnTo>
                  <a:pt x="2859677" y="1131321"/>
                </a:lnTo>
                <a:lnTo>
                  <a:pt x="2861324" y="1132622"/>
                </a:lnTo>
                <a:lnTo>
                  <a:pt x="2862970" y="1133922"/>
                </a:lnTo>
                <a:lnTo>
                  <a:pt x="2864616" y="1135222"/>
                </a:lnTo>
                <a:lnTo>
                  <a:pt x="2866263" y="1136522"/>
                </a:lnTo>
                <a:lnTo>
                  <a:pt x="2867909" y="1137820"/>
                </a:lnTo>
                <a:lnTo>
                  <a:pt x="2869555" y="1139118"/>
                </a:lnTo>
                <a:lnTo>
                  <a:pt x="2871202" y="1140416"/>
                </a:lnTo>
                <a:lnTo>
                  <a:pt x="2872848" y="1141713"/>
                </a:lnTo>
                <a:lnTo>
                  <a:pt x="2874494" y="1143009"/>
                </a:lnTo>
                <a:lnTo>
                  <a:pt x="2876141" y="1144305"/>
                </a:lnTo>
                <a:lnTo>
                  <a:pt x="2877787" y="1145600"/>
                </a:lnTo>
                <a:lnTo>
                  <a:pt x="2879433" y="1146894"/>
                </a:lnTo>
                <a:lnTo>
                  <a:pt x="2881080" y="1148188"/>
                </a:lnTo>
                <a:lnTo>
                  <a:pt x="2882726" y="1149481"/>
                </a:lnTo>
                <a:lnTo>
                  <a:pt x="2884372" y="1150774"/>
                </a:lnTo>
                <a:lnTo>
                  <a:pt x="2886019" y="1152066"/>
                </a:lnTo>
                <a:lnTo>
                  <a:pt x="2887665" y="1153357"/>
                </a:lnTo>
                <a:lnTo>
                  <a:pt x="2889311" y="1154648"/>
                </a:lnTo>
                <a:lnTo>
                  <a:pt x="2890958" y="1155938"/>
                </a:lnTo>
                <a:lnTo>
                  <a:pt x="2892604" y="1157227"/>
                </a:lnTo>
                <a:lnTo>
                  <a:pt x="2894250" y="1158516"/>
                </a:lnTo>
                <a:lnTo>
                  <a:pt x="2895897" y="1159804"/>
                </a:lnTo>
                <a:lnTo>
                  <a:pt x="2897543" y="1161092"/>
                </a:lnTo>
                <a:lnTo>
                  <a:pt x="2899189" y="1162379"/>
                </a:lnTo>
                <a:lnTo>
                  <a:pt x="2900836" y="1163665"/>
                </a:lnTo>
                <a:lnTo>
                  <a:pt x="2902482" y="1164950"/>
                </a:lnTo>
                <a:lnTo>
                  <a:pt x="2904128" y="1166235"/>
                </a:lnTo>
                <a:lnTo>
                  <a:pt x="2905775" y="1167520"/>
                </a:lnTo>
                <a:lnTo>
                  <a:pt x="2907421" y="1168803"/>
                </a:lnTo>
                <a:lnTo>
                  <a:pt x="2909067" y="1170086"/>
                </a:lnTo>
                <a:lnTo>
                  <a:pt x="2910714" y="1171369"/>
                </a:lnTo>
                <a:lnTo>
                  <a:pt x="2912360" y="1172651"/>
                </a:lnTo>
                <a:lnTo>
                  <a:pt x="2914006" y="1173932"/>
                </a:lnTo>
                <a:lnTo>
                  <a:pt x="2915653" y="1175212"/>
                </a:lnTo>
                <a:lnTo>
                  <a:pt x="2917299" y="1176492"/>
                </a:lnTo>
                <a:lnTo>
                  <a:pt x="2918945" y="1177771"/>
                </a:lnTo>
                <a:lnTo>
                  <a:pt x="2920592" y="1179050"/>
                </a:lnTo>
                <a:lnTo>
                  <a:pt x="2922238" y="1180328"/>
                </a:lnTo>
                <a:lnTo>
                  <a:pt x="2923884" y="1181605"/>
                </a:lnTo>
                <a:lnTo>
                  <a:pt x="2925531" y="1182881"/>
                </a:lnTo>
                <a:lnTo>
                  <a:pt x="2927177" y="1184157"/>
                </a:lnTo>
                <a:lnTo>
                  <a:pt x="2928823" y="1185433"/>
                </a:lnTo>
                <a:lnTo>
                  <a:pt x="2930470" y="1186707"/>
                </a:lnTo>
                <a:lnTo>
                  <a:pt x="2932116" y="1187981"/>
                </a:lnTo>
                <a:lnTo>
                  <a:pt x="2933762" y="1189254"/>
                </a:lnTo>
                <a:lnTo>
                  <a:pt x="2935409" y="1190527"/>
                </a:lnTo>
                <a:lnTo>
                  <a:pt x="2937055" y="1191799"/>
                </a:lnTo>
                <a:lnTo>
                  <a:pt x="2938701" y="1193070"/>
                </a:lnTo>
                <a:lnTo>
                  <a:pt x="2940348" y="1194341"/>
                </a:lnTo>
                <a:lnTo>
                  <a:pt x="2941994" y="1195611"/>
                </a:lnTo>
                <a:lnTo>
                  <a:pt x="2943640" y="1196880"/>
                </a:lnTo>
                <a:lnTo>
                  <a:pt x="2945287" y="1198148"/>
                </a:lnTo>
                <a:lnTo>
                  <a:pt x="2946933" y="1199416"/>
                </a:lnTo>
                <a:lnTo>
                  <a:pt x="2948579" y="1200684"/>
                </a:lnTo>
                <a:lnTo>
                  <a:pt x="2950226" y="1201950"/>
                </a:lnTo>
                <a:lnTo>
                  <a:pt x="2951872" y="1203216"/>
                </a:lnTo>
                <a:lnTo>
                  <a:pt x="2953518" y="1204481"/>
                </a:lnTo>
                <a:lnTo>
                  <a:pt x="2955165" y="1205746"/>
                </a:lnTo>
                <a:lnTo>
                  <a:pt x="2956811" y="1207010"/>
                </a:lnTo>
                <a:lnTo>
                  <a:pt x="2958457" y="1208273"/>
                </a:lnTo>
                <a:lnTo>
                  <a:pt x="2960104" y="1209535"/>
                </a:lnTo>
                <a:lnTo>
                  <a:pt x="2961750" y="1210797"/>
                </a:lnTo>
                <a:lnTo>
                  <a:pt x="2963396" y="1212058"/>
                </a:lnTo>
                <a:lnTo>
                  <a:pt x="2965043" y="1213319"/>
                </a:lnTo>
                <a:lnTo>
                  <a:pt x="2966689" y="1214579"/>
                </a:lnTo>
                <a:lnTo>
                  <a:pt x="2968335" y="1215838"/>
                </a:lnTo>
                <a:lnTo>
                  <a:pt x="2969982" y="1217096"/>
                </a:lnTo>
                <a:lnTo>
                  <a:pt x="2971628" y="1218354"/>
                </a:lnTo>
                <a:lnTo>
                  <a:pt x="2973274" y="1219611"/>
                </a:lnTo>
                <a:lnTo>
                  <a:pt x="2974921" y="1220867"/>
                </a:lnTo>
                <a:lnTo>
                  <a:pt x="2976567" y="1222123"/>
                </a:lnTo>
                <a:lnTo>
                  <a:pt x="2978213" y="1223378"/>
                </a:lnTo>
                <a:lnTo>
                  <a:pt x="2979860" y="1224632"/>
                </a:lnTo>
                <a:lnTo>
                  <a:pt x="2981506" y="1225885"/>
                </a:lnTo>
                <a:lnTo>
                  <a:pt x="2983152" y="1227138"/>
                </a:lnTo>
                <a:lnTo>
                  <a:pt x="2984799" y="1228390"/>
                </a:lnTo>
                <a:lnTo>
                  <a:pt x="2986445" y="1229642"/>
                </a:lnTo>
                <a:lnTo>
                  <a:pt x="2988091" y="1230893"/>
                </a:lnTo>
                <a:lnTo>
                  <a:pt x="2989738" y="1232143"/>
                </a:lnTo>
                <a:lnTo>
                  <a:pt x="2991384" y="1233392"/>
                </a:lnTo>
                <a:lnTo>
                  <a:pt x="2993030" y="1234641"/>
                </a:lnTo>
                <a:lnTo>
                  <a:pt x="2994677" y="1235889"/>
                </a:lnTo>
                <a:lnTo>
                  <a:pt x="2996323" y="1237136"/>
                </a:lnTo>
                <a:lnTo>
                  <a:pt x="2997969" y="1238382"/>
                </a:lnTo>
                <a:lnTo>
                  <a:pt x="2999616" y="1239628"/>
                </a:lnTo>
                <a:lnTo>
                  <a:pt x="3001262" y="1240873"/>
                </a:lnTo>
                <a:lnTo>
                  <a:pt x="3002908" y="1242118"/>
                </a:lnTo>
                <a:lnTo>
                  <a:pt x="3004555" y="1243361"/>
                </a:lnTo>
                <a:lnTo>
                  <a:pt x="3006201" y="1244604"/>
                </a:lnTo>
                <a:lnTo>
                  <a:pt x="3007847" y="1245847"/>
                </a:lnTo>
                <a:lnTo>
                  <a:pt x="3009494" y="1247088"/>
                </a:lnTo>
                <a:lnTo>
                  <a:pt x="3011140" y="1248329"/>
                </a:lnTo>
                <a:lnTo>
                  <a:pt x="3012786" y="1249569"/>
                </a:lnTo>
                <a:lnTo>
                  <a:pt x="3014433" y="1250808"/>
                </a:lnTo>
                <a:lnTo>
                  <a:pt x="3016079" y="1252047"/>
                </a:lnTo>
                <a:lnTo>
                  <a:pt x="3017725" y="1253285"/>
                </a:lnTo>
                <a:lnTo>
                  <a:pt x="3019372" y="1254522"/>
                </a:lnTo>
                <a:lnTo>
                  <a:pt x="3021018" y="1255759"/>
                </a:lnTo>
                <a:lnTo>
                  <a:pt x="3022664" y="1256994"/>
                </a:lnTo>
                <a:lnTo>
                  <a:pt x="3024311" y="1258229"/>
                </a:lnTo>
                <a:lnTo>
                  <a:pt x="3025957" y="1259464"/>
                </a:lnTo>
                <a:lnTo>
                  <a:pt x="3027603" y="1260697"/>
                </a:lnTo>
                <a:lnTo>
                  <a:pt x="3029250" y="1261930"/>
                </a:lnTo>
                <a:lnTo>
                  <a:pt x="3030896" y="1263162"/>
                </a:lnTo>
                <a:lnTo>
                  <a:pt x="3032542" y="1264394"/>
                </a:lnTo>
                <a:lnTo>
                  <a:pt x="3034189" y="1265624"/>
                </a:lnTo>
                <a:lnTo>
                  <a:pt x="3035835" y="1266854"/>
                </a:lnTo>
                <a:lnTo>
                  <a:pt x="3037481" y="1268084"/>
                </a:lnTo>
                <a:lnTo>
                  <a:pt x="3039128" y="1269312"/>
                </a:lnTo>
                <a:lnTo>
                  <a:pt x="3040774" y="1270540"/>
                </a:lnTo>
                <a:lnTo>
                  <a:pt x="3042420" y="1271767"/>
                </a:lnTo>
                <a:lnTo>
                  <a:pt x="3044067" y="1272993"/>
                </a:lnTo>
                <a:lnTo>
                  <a:pt x="3045713" y="1274219"/>
                </a:lnTo>
                <a:lnTo>
                  <a:pt x="3047359" y="1275443"/>
                </a:lnTo>
                <a:lnTo>
                  <a:pt x="3049006" y="1276667"/>
                </a:lnTo>
                <a:lnTo>
                  <a:pt x="3050652" y="1277891"/>
                </a:lnTo>
                <a:lnTo>
                  <a:pt x="3052298" y="1279113"/>
                </a:lnTo>
                <a:lnTo>
                  <a:pt x="3053945" y="1280335"/>
                </a:lnTo>
                <a:lnTo>
                  <a:pt x="3055591" y="1281556"/>
                </a:lnTo>
                <a:lnTo>
                  <a:pt x="3057237" y="1282776"/>
                </a:lnTo>
                <a:lnTo>
                  <a:pt x="3058884" y="1283996"/>
                </a:lnTo>
                <a:lnTo>
                  <a:pt x="3060530" y="1285215"/>
                </a:lnTo>
                <a:lnTo>
                  <a:pt x="3062176" y="1286433"/>
                </a:lnTo>
                <a:lnTo>
                  <a:pt x="3063823" y="1287650"/>
                </a:lnTo>
                <a:lnTo>
                  <a:pt x="3065469" y="1288867"/>
                </a:lnTo>
                <a:lnTo>
                  <a:pt x="3067115" y="1290082"/>
                </a:lnTo>
                <a:lnTo>
                  <a:pt x="3068762" y="1291297"/>
                </a:lnTo>
                <a:lnTo>
                  <a:pt x="3070408" y="1292512"/>
                </a:lnTo>
                <a:lnTo>
                  <a:pt x="3072054" y="1293725"/>
                </a:lnTo>
                <a:lnTo>
                  <a:pt x="3073701" y="1294938"/>
                </a:lnTo>
                <a:lnTo>
                  <a:pt x="3075347" y="1296150"/>
                </a:lnTo>
                <a:lnTo>
                  <a:pt x="3076993" y="1297361"/>
                </a:lnTo>
                <a:lnTo>
                  <a:pt x="3078640" y="1298572"/>
                </a:lnTo>
                <a:lnTo>
                  <a:pt x="3080286" y="1299782"/>
                </a:lnTo>
                <a:lnTo>
                  <a:pt x="3081932" y="1300991"/>
                </a:lnTo>
                <a:lnTo>
                  <a:pt x="3083579" y="1302199"/>
                </a:lnTo>
                <a:lnTo>
                  <a:pt x="3085225" y="1303406"/>
                </a:lnTo>
                <a:lnTo>
                  <a:pt x="3086871" y="1304613"/>
                </a:lnTo>
                <a:lnTo>
                  <a:pt x="3088518" y="1305819"/>
                </a:lnTo>
                <a:lnTo>
                  <a:pt x="3090164" y="1307024"/>
                </a:lnTo>
                <a:lnTo>
                  <a:pt x="3091810" y="1308228"/>
                </a:lnTo>
                <a:lnTo>
                  <a:pt x="3093457" y="1309432"/>
                </a:lnTo>
                <a:lnTo>
                  <a:pt x="3095103" y="1310635"/>
                </a:lnTo>
                <a:lnTo>
                  <a:pt x="3096749" y="1311837"/>
                </a:lnTo>
                <a:lnTo>
                  <a:pt x="3098396" y="1313038"/>
                </a:lnTo>
                <a:lnTo>
                  <a:pt x="3100042" y="1314239"/>
                </a:lnTo>
                <a:lnTo>
                  <a:pt x="3101688" y="1315439"/>
                </a:lnTo>
                <a:lnTo>
                  <a:pt x="3103335" y="1316638"/>
                </a:lnTo>
                <a:lnTo>
                  <a:pt x="3104981" y="1317836"/>
                </a:lnTo>
                <a:lnTo>
                  <a:pt x="3106627" y="1319033"/>
                </a:lnTo>
                <a:lnTo>
                  <a:pt x="3108274" y="1320230"/>
                </a:lnTo>
                <a:lnTo>
                  <a:pt x="3109920" y="1321426"/>
                </a:lnTo>
                <a:lnTo>
                  <a:pt x="3111566" y="1322621"/>
                </a:lnTo>
                <a:lnTo>
                  <a:pt x="3113213" y="1323815"/>
                </a:lnTo>
                <a:lnTo>
                  <a:pt x="3114859" y="1325009"/>
                </a:lnTo>
                <a:lnTo>
                  <a:pt x="3116505" y="1326201"/>
                </a:lnTo>
                <a:lnTo>
                  <a:pt x="3118152" y="1327393"/>
                </a:lnTo>
                <a:lnTo>
                  <a:pt x="3119798" y="1328585"/>
                </a:lnTo>
                <a:lnTo>
                  <a:pt x="3121444" y="1329775"/>
                </a:lnTo>
                <a:lnTo>
                  <a:pt x="3123091" y="1330965"/>
                </a:lnTo>
                <a:lnTo>
                  <a:pt x="3124737" y="1332153"/>
                </a:lnTo>
                <a:lnTo>
                  <a:pt x="3126383" y="1333341"/>
                </a:lnTo>
                <a:lnTo>
                  <a:pt x="3128030" y="1334529"/>
                </a:lnTo>
                <a:lnTo>
                  <a:pt x="3129676" y="1335715"/>
                </a:lnTo>
                <a:lnTo>
                  <a:pt x="3131322" y="1336901"/>
                </a:lnTo>
                <a:lnTo>
                  <a:pt x="3132969" y="1338086"/>
                </a:lnTo>
                <a:lnTo>
                  <a:pt x="3134615" y="1339270"/>
                </a:lnTo>
                <a:lnTo>
                  <a:pt x="3136261" y="1340453"/>
                </a:lnTo>
                <a:lnTo>
                  <a:pt x="3137907" y="1341636"/>
                </a:lnTo>
                <a:lnTo>
                  <a:pt x="3139554" y="1342817"/>
                </a:lnTo>
                <a:lnTo>
                  <a:pt x="3141200" y="1343998"/>
                </a:lnTo>
                <a:lnTo>
                  <a:pt x="3142846" y="1345178"/>
                </a:lnTo>
                <a:lnTo>
                  <a:pt x="3144493" y="1346358"/>
                </a:lnTo>
                <a:lnTo>
                  <a:pt x="3146139" y="1347536"/>
                </a:lnTo>
                <a:lnTo>
                  <a:pt x="3147785" y="1348714"/>
                </a:lnTo>
                <a:lnTo>
                  <a:pt x="3149432" y="1349891"/>
                </a:lnTo>
                <a:lnTo>
                  <a:pt x="3151078" y="1351067"/>
                </a:lnTo>
                <a:lnTo>
                  <a:pt x="3152724" y="1352242"/>
                </a:lnTo>
                <a:lnTo>
                  <a:pt x="3154371" y="1353417"/>
                </a:lnTo>
                <a:lnTo>
                  <a:pt x="3156017" y="1354590"/>
                </a:lnTo>
                <a:lnTo>
                  <a:pt x="3157663" y="1355763"/>
                </a:lnTo>
                <a:lnTo>
                  <a:pt x="3159310" y="1356935"/>
                </a:lnTo>
                <a:lnTo>
                  <a:pt x="3160956" y="1358107"/>
                </a:lnTo>
                <a:lnTo>
                  <a:pt x="3162602" y="1359277"/>
                </a:lnTo>
                <a:lnTo>
                  <a:pt x="3164249" y="1360447"/>
                </a:lnTo>
                <a:lnTo>
                  <a:pt x="3165895" y="1361616"/>
                </a:lnTo>
                <a:lnTo>
                  <a:pt x="3167541" y="1362784"/>
                </a:lnTo>
                <a:lnTo>
                  <a:pt x="3169188" y="1363951"/>
                </a:lnTo>
                <a:lnTo>
                  <a:pt x="3170834" y="1365117"/>
                </a:lnTo>
                <a:lnTo>
                  <a:pt x="3172480" y="1366283"/>
                </a:lnTo>
                <a:lnTo>
                  <a:pt x="3174127" y="1367448"/>
                </a:lnTo>
                <a:lnTo>
                  <a:pt x="3175773" y="1368612"/>
                </a:lnTo>
                <a:lnTo>
                  <a:pt x="3177419" y="1369775"/>
                </a:lnTo>
                <a:lnTo>
                  <a:pt x="3179066" y="1370937"/>
                </a:lnTo>
                <a:lnTo>
                  <a:pt x="3180712" y="1372099"/>
                </a:lnTo>
                <a:lnTo>
                  <a:pt x="3182358" y="1373259"/>
                </a:lnTo>
                <a:lnTo>
                  <a:pt x="3184005" y="1374419"/>
                </a:lnTo>
                <a:lnTo>
                  <a:pt x="3185651" y="1375578"/>
                </a:lnTo>
                <a:lnTo>
                  <a:pt x="3187297" y="1376736"/>
                </a:lnTo>
                <a:lnTo>
                  <a:pt x="3188944" y="1377894"/>
                </a:lnTo>
                <a:lnTo>
                  <a:pt x="3190590" y="1379050"/>
                </a:lnTo>
                <a:lnTo>
                  <a:pt x="3192236" y="1380206"/>
                </a:lnTo>
                <a:lnTo>
                  <a:pt x="3193883" y="1381361"/>
                </a:lnTo>
                <a:lnTo>
                  <a:pt x="3195529" y="1382515"/>
                </a:lnTo>
                <a:lnTo>
                  <a:pt x="3197175" y="1383669"/>
                </a:lnTo>
                <a:lnTo>
                  <a:pt x="3198822" y="1384821"/>
                </a:lnTo>
                <a:lnTo>
                  <a:pt x="3200468" y="1385973"/>
                </a:lnTo>
                <a:lnTo>
                  <a:pt x="3202114" y="1387123"/>
                </a:lnTo>
                <a:lnTo>
                  <a:pt x="3203761" y="1388273"/>
                </a:lnTo>
                <a:lnTo>
                  <a:pt x="3205407" y="1389423"/>
                </a:lnTo>
                <a:lnTo>
                  <a:pt x="3207053" y="1390571"/>
                </a:lnTo>
                <a:lnTo>
                  <a:pt x="3208700" y="1391718"/>
                </a:lnTo>
                <a:lnTo>
                  <a:pt x="3210346" y="1392865"/>
                </a:lnTo>
                <a:lnTo>
                  <a:pt x="3211992" y="1394011"/>
                </a:lnTo>
                <a:lnTo>
                  <a:pt x="3213639" y="1395156"/>
                </a:lnTo>
                <a:lnTo>
                  <a:pt x="3215285" y="1396300"/>
                </a:lnTo>
                <a:lnTo>
                  <a:pt x="3216931" y="1397443"/>
                </a:lnTo>
                <a:lnTo>
                  <a:pt x="3218578" y="1398586"/>
                </a:lnTo>
                <a:lnTo>
                  <a:pt x="3220224" y="1399727"/>
                </a:lnTo>
                <a:lnTo>
                  <a:pt x="3221870" y="1400868"/>
                </a:lnTo>
                <a:lnTo>
                  <a:pt x="3223517" y="1402008"/>
                </a:lnTo>
                <a:lnTo>
                  <a:pt x="3225163" y="1403147"/>
                </a:lnTo>
                <a:lnTo>
                  <a:pt x="3226809" y="1404286"/>
                </a:lnTo>
                <a:lnTo>
                  <a:pt x="3228456" y="1405423"/>
                </a:lnTo>
                <a:lnTo>
                  <a:pt x="3230102" y="1406560"/>
                </a:lnTo>
                <a:lnTo>
                  <a:pt x="3231748" y="1407695"/>
                </a:lnTo>
                <a:lnTo>
                  <a:pt x="3233395" y="1408830"/>
                </a:lnTo>
                <a:lnTo>
                  <a:pt x="3235041" y="1409964"/>
                </a:lnTo>
                <a:lnTo>
                  <a:pt x="3236687" y="1411097"/>
                </a:lnTo>
                <a:lnTo>
                  <a:pt x="3238334" y="1412230"/>
                </a:lnTo>
                <a:lnTo>
                  <a:pt x="3239980" y="1413361"/>
                </a:lnTo>
                <a:lnTo>
                  <a:pt x="3241626" y="1414492"/>
                </a:lnTo>
                <a:lnTo>
                  <a:pt x="3243273" y="1415622"/>
                </a:lnTo>
                <a:lnTo>
                  <a:pt x="3244919" y="1416751"/>
                </a:lnTo>
                <a:lnTo>
                  <a:pt x="3246565" y="1417879"/>
                </a:lnTo>
                <a:lnTo>
                  <a:pt x="3248212" y="1419006"/>
                </a:lnTo>
                <a:lnTo>
                  <a:pt x="3249858" y="1420133"/>
                </a:lnTo>
                <a:lnTo>
                  <a:pt x="3251504" y="1421258"/>
                </a:lnTo>
                <a:lnTo>
                  <a:pt x="3253151" y="1422383"/>
                </a:lnTo>
                <a:lnTo>
                  <a:pt x="3254797" y="1423507"/>
                </a:lnTo>
                <a:lnTo>
                  <a:pt x="3256443" y="1424630"/>
                </a:lnTo>
                <a:lnTo>
                  <a:pt x="3258090" y="1425752"/>
                </a:lnTo>
                <a:lnTo>
                  <a:pt x="3259736" y="1426873"/>
                </a:lnTo>
                <a:lnTo>
                  <a:pt x="3261382" y="1427993"/>
                </a:lnTo>
                <a:lnTo>
                  <a:pt x="3263029" y="1429113"/>
                </a:lnTo>
                <a:lnTo>
                  <a:pt x="3264675" y="1430232"/>
                </a:lnTo>
                <a:lnTo>
                  <a:pt x="3266321" y="1431350"/>
                </a:lnTo>
                <a:lnTo>
                  <a:pt x="3267968" y="1432467"/>
                </a:lnTo>
                <a:lnTo>
                  <a:pt x="3269614" y="1433583"/>
                </a:lnTo>
                <a:lnTo>
                  <a:pt x="3271260" y="1434698"/>
                </a:lnTo>
                <a:lnTo>
                  <a:pt x="3272907" y="1435812"/>
                </a:lnTo>
                <a:lnTo>
                  <a:pt x="3274553" y="1436926"/>
                </a:lnTo>
                <a:lnTo>
                  <a:pt x="3276199" y="1438039"/>
                </a:lnTo>
                <a:lnTo>
                  <a:pt x="3277846" y="1439150"/>
                </a:lnTo>
                <a:lnTo>
                  <a:pt x="3279492" y="1440261"/>
                </a:lnTo>
                <a:lnTo>
                  <a:pt x="3281138" y="1441371"/>
                </a:lnTo>
                <a:lnTo>
                  <a:pt x="3282785" y="1442481"/>
                </a:lnTo>
                <a:lnTo>
                  <a:pt x="3284431" y="1443589"/>
                </a:lnTo>
                <a:lnTo>
                  <a:pt x="3286077" y="1444696"/>
                </a:lnTo>
                <a:lnTo>
                  <a:pt x="3287724" y="1445803"/>
                </a:lnTo>
                <a:lnTo>
                  <a:pt x="3289370" y="1446909"/>
                </a:lnTo>
                <a:lnTo>
                  <a:pt x="3291016" y="1448014"/>
                </a:lnTo>
                <a:lnTo>
                  <a:pt x="3292663" y="1449118"/>
                </a:lnTo>
                <a:lnTo>
                  <a:pt x="3294309" y="1450221"/>
                </a:lnTo>
                <a:lnTo>
                  <a:pt x="3295955" y="1451323"/>
                </a:lnTo>
                <a:lnTo>
                  <a:pt x="3297602" y="1452424"/>
                </a:lnTo>
                <a:lnTo>
                  <a:pt x="3299248" y="1453525"/>
                </a:lnTo>
                <a:lnTo>
                  <a:pt x="3300894" y="1454624"/>
                </a:lnTo>
                <a:lnTo>
                  <a:pt x="3302541" y="1455723"/>
                </a:lnTo>
                <a:lnTo>
                  <a:pt x="3304187" y="1456821"/>
                </a:lnTo>
                <a:lnTo>
                  <a:pt x="3305833" y="1457918"/>
                </a:lnTo>
                <a:lnTo>
                  <a:pt x="3307480" y="1459014"/>
                </a:lnTo>
                <a:lnTo>
                  <a:pt x="3309126" y="1460109"/>
                </a:lnTo>
                <a:lnTo>
                  <a:pt x="3310772" y="1461204"/>
                </a:lnTo>
                <a:lnTo>
                  <a:pt x="3312419" y="1462297"/>
                </a:lnTo>
                <a:lnTo>
                  <a:pt x="3314065" y="1463390"/>
                </a:lnTo>
                <a:lnTo>
                  <a:pt x="3315711" y="1464481"/>
                </a:lnTo>
                <a:lnTo>
                  <a:pt x="3317358" y="1465572"/>
                </a:lnTo>
                <a:lnTo>
                  <a:pt x="3319004" y="1466662"/>
                </a:lnTo>
                <a:lnTo>
                  <a:pt x="3320650" y="1467751"/>
                </a:lnTo>
                <a:lnTo>
                  <a:pt x="3322297" y="1468839"/>
                </a:lnTo>
                <a:lnTo>
                  <a:pt x="3323943" y="1469926"/>
                </a:lnTo>
                <a:lnTo>
                  <a:pt x="3325589" y="1471013"/>
                </a:lnTo>
                <a:lnTo>
                  <a:pt x="3327236" y="1472098"/>
                </a:lnTo>
                <a:lnTo>
                  <a:pt x="3328882" y="1473183"/>
                </a:lnTo>
                <a:lnTo>
                  <a:pt x="3330528" y="1474267"/>
                </a:lnTo>
                <a:lnTo>
                  <a:pt x="3332175" y="1475350"/>
                </a:lnTo>
                <a:lnTo>
                  <a:pt x="3333821" y="1476431"/>
                </a:lnTo>
                <a:lnTo>
                  <a:pt x="3335467" y="1477513"/>
                </a:lnTo>
                <a:lnTo>
                  <a:pt x="3337114" y="1478593"/>
                </a:lnTo>
                <a:lnTo>
                  <a:pt x="3338760" y="1479672"/>
                </a:lnTo>
                <a:lnTo>
                  <a:pt x="3340406" y="1480750"/>
                </a:lnTo>
                <a:lnTo>
                  <a:pt x="3342053" y="1481828"/>
                </a:lnTo>
                <a:lnTo>
                  <a:pt x="3343699" y="1482904"/>
                </a:lnTo>
                <a:lnTo>
                  <a:pt x="3345345" y="1483980"/>
                </a:lnTo>
                <a:lnTo>
                  <a:pt x="3346992" y="1485055"/>
                </a:lnTo>
                <a:lnTo>
                  <a:pt x="3348638" y="1486129"/>
                </a:lnTo>
                <a:lnTo>
                  <a:pt x="3350284" y="1487202"/>
                </a:lnTo>
                <a:lnTo>
                  <a:pt x="3351931" y="1488274"/>
                </a:lnTo>
                <a:lnTo>
                  <a:pt x="3353577" y="1489345"/>
                </a:lnTo>
                <a:lnTo>
                  <a:pt x="3355223" y="1490416"/>
                </a:lnTo>
                <a:lnTo>
                  <a:pt x="3356870" y="1491485"/>
                </a:lnTo>
                <a:lnTo>
                  <a:pt x="3358516" y="1492553"/>
                </a:lnTo>
                <a:lnTo>
                  <a:pt x="3360162" y="1493621"/>
                </a:lnTo>
                <a:lnTo>
                  <a:pt x="3361809" y="1494688"/>
                </a:lnTo>
                <a:lnTo>
                  <a:pt x="3363455" y="1495754"/>
                </a:lnTo>
                <a:lnTo>
                  <a:pt x="3365101" y="1496819"/>
                </a:lnTo>
                <a:lnTo>
                  <a:pt x="3366748" y="1497883"/>
                </a:lnTo>
                <a:lnTo>
                  <a:pt x="3368394" y="1498946"/>
                </a:lnTo>
                <a:lnTo>
                  <a:pt x="3370040" y="1500008"/>
                </a:lnTo>
                <a:lnTo>
                  <a:pt x="3371687" y="1501069"/>
                </a:lnTo>
                <a:lnTo>
                  <a:pt x="3373333" y="1502130"/>
                </a:lnTo>
                <a:lnTo>
                  <a:pt x="3374979" y="1503189"/>
                </a:lnTo>
                <a:lnTo>
                  <a:pt x="3376626" y="1504248"/>
                </a:lnTo>
                <a:lnTo>
                  <a:pt x="3378272" y="1505305"/>
                </a:lnTo>
                <a:lnTo>
                  <a:pt x="3379918" y="1506362"/>
                </a:lnTo>
                <a:lnTo>
                  <a:pt x="3381565" y="1507418"/>
                </a:lnTo>
                <a:lnTo>
                  <a:pt x="3383211" y="1508473"/>
                </a:lnTo>
                <a:lnTo>
                  <a:pt x="3384857" y="1509527"/>
                </a:lnTo>
                <a:lnTo>
                  <a:pt x="3386504" y="1510580"/>
                </a:lnTo>
                <a:lnTo>
                  <a:pt x="3388150" y="1511632"/>
                </a:lnTo>
                <a:lnTo>
                  <a:pt x="3389796" y="1512683"/>
                </a:lnTo>
                <a:lnTo>
                  <a:pt x="3391443" y="1513734"/>
                </a:lnTo>
                <a:lnTo>
                  <a:pt x="3393089" y="1514783"/>
                </a:lnTo>
                <a:lnTo>
                  <a:pt x="3394735" y="1515832"/>
                </a:lnTo>
                <a:lnTo>
                  <a:pt x="3396382" y="1516880"/>
                </a:lnTo>
                <a:lnTo>
                  <a:pt x="3398028" y="1517926"/>
                </a:lnTo>
                <a:lnTo>
                  <a:pt x="3399674" y="1518972"/>
                </a:lnTo>
                <a:lnTo>
                  <a:pt x="3401321" y="1520017"/>
                </a:lnTo>
                <a:lnTo>
                  <a:pt x="3402967" y="1521061"/>
                </a:lnTo>
                <a:lnTo>
                  <a:pt x="3404613" y="1522104"/>
                </a:lnTo>
                <a:lnTo>
                  <a:pt x="3406260" y="1523146"/>
                </a:lnTo>
                <a:lnTo>
                  <a:pt x="3407906" y="1524187"/>
                </a:lnTo>
                <a:lnTo>
                  <a:pt x="3409552" y="1525228"/>
                </a:lnTo>
                <a:lnTo>
                  <a:pt x="3411199" y="1526267"/>
                </a:lnTo>
                <a:lnTo>
                  <a:pt x="3412845" y="1527306"/>
                </a:lnTo>
                <a:lnTo>
                  <a:pt x="3414491" y="1528343"/>
                </a:lnTo>
                <a:lnTo>
                  <a:pt x="3416138" y="1529380"/>
                </a:lnTo>
                <a:lnTo>
                  <a:pt x="3417784" y="1530415"/>
                </a:lnTo>
                <a:lnTo>
                  <a:pt x="3419430" y="1531450"/>
                </a:lnTo>
                <a:lnTo>
                  <a:pt x="3421077" y="1532484"/>
                </a:lnTo>
                <a:lnTo>
                  <a:pt x="3422723" y="1533517"/>
                </a:lnTo>
                <a:lnTo>
                  <a:pt x="3424369" y="1534549"/>
                </a:lnTo>
                <a:lnTo>
                  <a:pt x="3426016" y="1535580"/>
                </a:lnTo>
                <a:lnTo>
                  <a:pt x="3427662" y="1536610"/>
                </a:lnTo>
                <a:lnTo>
                  <a:pt x="3429308" y="1537639"/>
                </a:lnTo>
                <a:lnTo>
                  <a:pt x="3430955" y="1538668"/>
                </a:lnTo>
                <a:lnTo>
                  <a:pt x="3432601" y="1539695"/>
                </a:lnTo>
                <a:lnTo>
                  <a:pt x="3434247" y="1540722"/>
                </a:lnTo>
                <a:lnTo>
                  <a:pt x="3435894" y="1541747"/>
                </a:lnTo>
                <a:lnTo>
                  <a:pt x="3437540" y="1542772"/>
                </a:lnTo>
                <a:lnTo>
                  <a:pt x="3439186" y="1543795"/>
                </a:lnTo>
                <a:lnTo>
                  <a:pt x="3440833" y="1544818"/>
                </a:lnTo>
                <a:lnTo>
                  <a:pt x="3442479" y="1545840"/>
                </a:lnTo>
                <a:lnTo>
                  <a:pt x="3444125" y="1546861"/>
                </a:lnTo>
                <a:lnTo>
                  <a:pt x="3445772" y="1547881"/>
                </a:lnTo>
                <a:lnTo>
                  <a:pt x="3447418" y="1548900"/>
                </a:lnTo>
                <a:lnTo>
                  <a:pt x="3449064" y="1549918"/>
                </a:lnTo>
                <a:lnTo>
                  <a:pt x="3450710" y="1550935"/>
                </a:lnTo>
                <a:lnTo>
                  <a:pt x="3452357" y="1551951"/>
                </a:lnTo>
                <a:lnTo>
                  <a:pt x="3454003" y="1552966"/>
                </a:lnTo>
                <a:lnTo>
                  <a:pt x="3455649" y="1553981"/>
                </a:lnTo>
                <a:lnTo>
                  <a:pt x="3457296" y="1554994"/>
                </a:lnTo>
                <a:lnTo>
                  <a:pt x="3458942" y="1556006"/>
                </a:lnTo>
                <a:lnTo>
                  <a:pt x="3460588" y="1557018"/>
                </a:lnTo>
                <a:lnTo>
                  <a:pt x="3462235" y="1558029"/>
                </a:lnTo>
                <a:lnTo>
                  <a:pt x="3463881" y="1559038"/>
                </a:lnTo>
                <a:lnTo>
                  <a:pt x="3465527" y="1560047"/>
                </a:lnTo>
                <a:lnTo>
                  <a:pt x="3467174" y="1561055"/>
                </a:lnTo>
                <a:lnTo>
                  <a:pt x="3468820" y="1562061"/>
                </a:lnTo>
                <a:lnTo>
                  <a:pt x="3470466" y="1563067"/>
                </a:lnTo>
                <a:lnTo>
                  <a:pt x="3472113" y="1564072"/>
                </a:lnTo>
                <a:lnTo>
                  <a:pt x="3473759" y="1565076"/>
                </a:lnTo>
                <a:lnTo>
                  <a:pt x="3475405" y="1566079"/>
                </a:lnTo>
                <a:lnTo>
                  <a:pt x="3477052" y="1567081"/>
                </a:lnTo>
                <a:lnTo>
                  <a:pt x="3478698" y="1568083"/>
                </a:lnTo>
                <a:lnTo>
                  <a:pt x="3480344" y="1569083"/>
                </a:lnTo>
                <a:lnTo>
                  <a:pt x="3481991" y="1570082"/>
                </a:lnTo>
                <a:lnTo>
                  <a:pt x="3483637" y="1571080"/>
                </a:lnTo>
                <a:lnTo>
                  <a:pt x="3485283" y="1572078"/>
                </a:lnTo>
                <a:lnTo>
                  <a:pt x="3486930" y="1573074"/>
                </a:lnTo>
                <a:lnTo>
                  <a:pt x="3488576" y="1574070"/>
                </a:lnTo>
                <a:lnTo>
                  <a:pt x="3490222" y="1575064"/>
                </a:lnTo>
                <a:lnTo>
                  <a:pt x="3491869" y="1576058"/>
                </a:lnTo>
                <a:lnTo>
                  <a:pt x="3493515" y="1577051"/>
                </a:lnTo>
                <a:lnTo>
                  <a:pt x="3495161" y="1578042"/>
                </a:lnTo>
                <a:lnTo>
                  <a:pt x="3496808" y="1579033"/>
                </a:lnTo>
                <a:lnTo>
                  <a:pt x="3498454" y="1580023"/>
                </a:lnTo>
                <a:lnTo>
                  <a:pt x="3500100" y="1581012"/>
                </a:lnTo>
                <a:lnTo>
                  <a:pt x="3501747" y="1582000"/>
                </a:lnTo>
                <a:lnTo>
                  <a:pt x="3503393" y="1582986"/>
                </a:lnTo>
                <a:lnTo>
                  <a:pt x="3505039" y="1583972"/>
                </a:lnTo>
                <a:lnTo>
                  <a:pt x="3506686" y="1584958"/>
                </a:lnTo>
                <a:lnTo>
                  <a:pt x="3508332" y="1585942"/>
                </a:lnTo>
                <a:lnTo>
                  <a:pt x="3509978" y="1586925"/>
                </a:lnTo>
                <a:lnTo>
                  <a:pt x="3511625" y="1587907"/>
                </a:lnTo>
                <a:lnTo>
                  <a:pt x="3513271" y="1588888"/>
                </a:lnTo>
                <a:lnTo>
                  <a:pt x="3514917" y="1589868"/>
                </a:lnTo>
                <a:lnTo>
                  <a:pt x="3516564" y="1590848"/>
                </a:lnTo>
                <a:lnTo>
                  <a:pt x="3518210" y="1591826"/>
                </a:lnTo>
                <a:lnTo>
                  <a:pt x="3519856" y="1592804"/>
                </a:lnTo>
                <a:lnTo>
                  <a:pt x="3521503" y="1593780"/>
                </a:lnTo>
                <a:lnTo>
                  <a:pt x="3523149" y="1594755"/>
                </a:lnTo>
                <a:lnTo>
                  <a:pt x="3524795" y="1595730"/>
                </a:lnTo>
                <a:lnTo>
                  <a:pt x="3526442" y="1596704"/>
                </a:lnTo>
                <a:lnTo>
                  <a:pt x="3528088" y="1597676"/>
                </a:lnTo>
                <a:lnTo>
                  <a:pt x="3529734" y="1598648"/>
                </a:lnTo>
                <a:lnTo>
                  <a:pt x="3531381" y="1599619"/>
                </a:lnTo>
                <a:lnTo>
                  <a:pt x="3533027" y="1600588"/>
                </a:lnTo>
                <a:lnTo>
                  <a:pt x="3534673" y="1601557"/>
                </a:lnTo>
                <a:lnTo>
                  <a:pt x="3536320" y="1602525"/>
                </a:lnTo>
                <a:lnTo>
                  <a:pt x="3537966" y="1603492"/>
                </a:lnTo>
                <a:lnTo>
                  <a:pt x="3539612" y="1604458"/>
                </a:lnTo>
                <a:lnTo>
                  <a:pt x="3541259" y="1605423"/>
                </a:lnTo>
                <a:lnTo>
                  <a:pt x="3542905" y="1606387"/>
                </a:lnTo>
                <a:lnTo>
                  <a:pt x="3544551" y="1607350"/>
                </a:lnTo>
                <a:lnTo>
                  <a:pt x="3546198" y="1608312"/>
                </a:lnTo>
                <a:lnTo>
                  <a:pt x="3547844" y="1609273"/>
                </a:lnTo>
                <a:lnTo>
                  <a:pt x="3549490" y="1610233"/>
                </a:lnTo>
                <a:lnTo>
                  <a:pt x="3551137" y="1611192"/>
                </a:lnTo>
                <a:lnTo>
                  <a:pt x="3552783" y="1612150"/>
                </a:lnTo>
                <a:lnTo>
                  <a:pt x="3554429" y="1613107"/>
                </a:lnTo>
                <a:lnTo>
                  <a:pt x="3556076" y="1614064"/>
                </a:lnTo>
                <a:lnTo>
                  <a:pt x="3557722" y="1615019"/>
                </a:lnTo>
                <a:lnTo>
                  <a:pt x="3559368" y="1615973"/>
                </a:lnTo>
                <a:lnTo>
                  <a:pt x="3561015" y="1616926"/>
                </a:lnTo>
                <a:lnTo>
                  <a:pt x="3562661" y="1617879"/>
                </a:lnTo>
                <a:lnTo>
                  <a:pt x="3564307" y="1618830"/>
                </a:lnTo>
                <a:lnTo>
                  <a:pt x="3565954" y="1619781"/>
                </a:lnTo>
                <a:lnTo>
                  <a:pt x="3567600" y="1620730"/>
                </a:lnTo>
                <a:lnTo>
                  <a:pt x="3569246" y="1621679"/>
                </a:lnTo>
                <a:lnTo>
                  <a:pt x="3570893" y="1622626"/>
                </a:lnTo>
                <a:lnTo>
                  <a:pt x="3572539" y="1623573"/>
                </a:lnTo>
                <a:lnTo>
                  <a:pt x="3574185" y="1624518"/>
                </a:lnTo>
                <a:lnTo>
                  <a:pt x="3575832" y="1625463"/>
                </a:lnTo>
                <a:lnTo>
                  <a:pt x="3577478" y="1626406"/>
                </a:lnTo>
                <a:lnTo>
                  <a:pt x="3579124" y="1627349"/>
                </a:lnTo>
                <a:lnTo>
                  <a:pt x="3580771" y="1628291"/>
                </a:lnTo>
                <a:lnTo>
                  <a:pt x="3582417" y="1629232"/>
                </a:lnTo>
                <a:lnTo>
                  <a:pt x="3584063" y="1630171"/>
                </a:lnTo>
                <a:lnTo>
                  <a:pt x="3585710" y="1631110"/>
                </a:lnTo>
                <a:lnTo>
                  <a:pt x="3587356" y="1632048"/>
                </a:lnTo>
                <a:lnTo>
                  <a:pt x="3589002" y="1632985"/>
                </a:lnTo>
                <a:lnTo>
                  <a:pt x="3590649" y="1633920"/>
                </a:lnTo>
                <a:lnTo>
                  <a:pt x="3592295" y="1634855"/>
                </a:lnTo>
                <a:lnTo>
                  <a:pt x="3593941" y="1635789"/>
                </a:lnTo>
                <a:lnTo>
                  <a:pt x="3595588" y="1636722"/>
                </a:lnTo>
                <a:lnTo>
                  <a:pt x="3597234" y="1637654"/>
                </a:lnTo>
                <a:lnTo>
                  <a:pt x="3598880" y="1638585"/>
                </a:lnTo>
                <a:lnTo>
                  <a:pt x="3600527" y="1639515"/>
                </a:lnTo>
                <a:lnTo>
                  <a:pt x="3602173" y="1640444"/>
                </a:lnTo>
                <a:lnTo>
                  <a:pt x="3603819" y="1641372"/>
                </a:lnTo>
                <a:lnTo>
                  <a:pt x="3605466" y="1642299"/>
                </a:lnTo>
                <a:lnTo>
                  <a:pt x="3607112" y="1643225"/>
                </a:lnTo>
                <a:lnTo>
                  <a:pt x="3608758" y="1644150"/>
                </a:lnTo>
                <a:lnTo>
                  <a:pt x="3610405" y="1645074"/>
                </a:lnTo>
                <a:lnTo>
                  <a:pt x="3612051" y="1645997"/>
                </a:lnTo>
                <a:lnTo>
                  <a:pt x="3613697" y="1646919"/>
                </a:lnTo>
                <a:lnTo>
                  <a:pt x="3615344" y="1647840"/>
                </a:lnTo>
                <a:lnTo>
                  <a:pt x="3616990" y="1648760"/>
                </a:lnTo>
                <a:lnTo>
                  <a:pt x="3618636" y="1649680"/>
                </a:lnTo>
                <a:lnTo>
                  <a:pt x="3620283" y="1650598"/>
                </a:lnTo>
                <a:lnTo>
                  <a:pt x="3621929" y="1651515"/>
                </a:lnTo>
                <a:lnTo>
                  <a:pt x="3623575" y="1652431"/>
                </a:lnTo>
                <a:lnTo>
                  <a:pt x="3625222" y="1653346"/>
                </a:lnTo>
                <a:lnTo>
                  <a:pt x="3626868" y="1654261"/>
                </a:lnTo>
                <a:lnTo>
                  <a:pt x="3628514" y="1655174"/>
                </a:lnTo>
                <a:lnTo>
                  <a:pt x="3630161" y="1656086"/>
                </a:lnTo>
                <a:lnTo>
                  <a:pt x="3631807" y="1656997"/>
                </a:lnTo>
                <a:lnTo>
                  <a:pt x="3633453" y="1657908"/>
                </a:lnTo>
                <a:lnTo>
                  <a:pt x="3635100" y="1658817"/>
                </a:lnTo>
                <a:lnTo>
                  <a:pt x="3636746" y="1659725"/>
                </a:lnTo>
                <a:lnTo>
                  <a:pt x="3638392" y="1660633"/>
                </a:lnTo>
                <a:lnTo>
                  <a:pt x="3640039" y="1661539"/>
                </a:lnTo>
                <a:lnTo>
                  <a:pt x="3641685" y="1662444"/>
                </a:lnTo>
                <a:lnTo>
                  <a:pt x="3643331" y="1663349"/>
                </a:lnTo>
                <a:lnTo>
                  <a:pt x="3644978" y="1664252"/>
                </a:lnTo>
                <a:lnTo>
                  <a:pt x="3646624" y="1665154"/>
                </a:lnTo>
                <a:lnTo>
                  <a:pt x="3648270" y="1666056"/>
                </a:lnTo>
                <a:lnTo>
                  <a:pt x="3649917" y="1666956"/>
                </a:lnTo>
                <a:lnTo>
                  <a:pt x="3651563" y="1667855"/>
                </a:lnTo>
                <a:lnTo>
                  <a:pt x="3653209" y="1668754"/>
                </a:lnTo>
                <a:lnTo>
                  <a:pt x="3654856" y="1669651"/>
                </a:lnTo>
                <a:lnTo>
                  <a:pt x="3656502" y="1670548"/>
                </a:lnTo>
                <a:lnTo>
                  <a:pt x="3658148" y="1671443"/>
                </a:lnTo>
                <a:lnTo>
                  <a:pt x="3659795" y="1672337"/>
                </a:lnTo>
                <a:lnTo>
                  <a:pt x="3661441" y="1673231"/>
                </a:lnTo>
                <a:lnTo>
                  <a:pt x="3663087" y="1674123"/>
                </a:lnTo>
                <a:lnTo>
                  <a:pt x="3664734" y="1675015"/>
                </a:lnTo>
                <a:lnTo>
                  <a:pt x="3666380" y="1675905"/>
                </a:lnTo>
                <a:lnTo>
                  <a:pt x="3668026" y="1676795"/>
                </a:lnTo>
                <a:lnTo>
                  <a:pt x="3669673" y="1677683"/>
                </a:lnTo>
                <a:lnTo>
                  <a:pt x="3671319" y="1678571"/>
                </a:lnTo>
                <a:lnTo>
                  <a:pt x="3672965" y="1679457"/>
                </a:lnTo>
                <a:lnTo>
                  <a:pt x="3674612" y="1680342"/>
                </a:lnTo>
                <a:lnTo>
                  <a:pt x="3676258" y="1681227"/>
                </a:lnTo>
                <a:lnTo>
                  <a:pt x="3677904" y="1682110"/>
                </a:lnTo>
                <a:lnTo>
                  <a:pt x="3679551" y="1682993"/>
                </a:lnTo>
                <a:lnTo>
                  <a:pt x="3681197" y="1683874"/>
                </a:lnTo>
                <a:lnTo>
                  <a:pt x="3682843" y="1684755"/>
                </a:lnTo>
                <a:lnTo>
                  <a:pt x="3684490" y="1685634"/>
                </a:lnTo>
                <a:lnTo>
                  <a:pt x="3686136" y="1686513"/>
                </a:lnTo>
                <a:lnTo>
                  <a:pt x="3687782" y="1687390"/>
                </a:lnTo>
                <a:lnTo>
                  <a:pt x="3689429" y="1688267"/>
                </a:lnTo>
                <a:lnTo>
                  <a:pt x="3691075" y="1689142"/>
                </a:lnTo>
                <a:lnTo>
                  <a:pt x="3692721" y="1690017"/>
                </a:lnTo>
                <a:lnTo>
                  <a:pt x="3694368" y="1690890"/>
                </a:lnTo>
                <a:lnTo>
                  <a:pt x="3696014" y="1691762"/>
                </a:lnTo>
                <a:lnTo>
                  <a:pt x="3697660" y="1692634"/>
                </a:lnTo>
                <a:lnTo>
                  <a:pt x="3699307" y="1693504"/>
                </a:lnTo>
                <a:lnTo>
                  <a:pt x="3700953" y="1694374"/>
                </a:lnTo>
                <a:lnTo>
                  <a:pt x="3702599" y="1695242"/>
                </a:lnTo>
                <a:lnTo>
                  <a:pt x="3704246" y="1696110"/>
                </a:lnTo>
                <a:lnTo>
                  <a:pt x="3705892" y="1696976"/>
                </a:lnTo>
                <a:lnTo>
                  <a:pt x="3707538" y="1697842"/>
                </a:lnTo>
                <a:lnTo>
                  <a:pt x="3709185" y="1698706"/>
                </a:lnTo>
                <a:lnTo>
                  <a:pt x="3710831" y="1699569"/>
                </a:lnTo>
                <a:lnTo>
                  <a:pt x="3712477" y="1700432"/>
                </a:lnTo>
                <a:lnTo>
                  <a:pt x="3714124" y="1701293"/>
                </a:lnTo>
                <a:lnTo>
                  <a:pt x="3715770" y="1702154"/>
                </a:lnTo>
                <a:lnTo>
                  <a:pt x="3717416" y="1703013"/>
                </a:lnTo>
                <a:lnTo>
                  <a:pt x="3719063" y="1703871"/>
                </a:lnTo>
                <a:lnTo>
                  <a:pt x="3720709" y="1704729"/>
                </a:lnTo>
                <a:lnTo>
                  <a:pt x="3722355" y="1705585"/>
                </a:lnTo>
                <a:lnTo>
                  <a:pt x="3724002" y="1706441"/>
                </a:lnTo>
                <a:lnTo>
                  <a:pt x="3725648" y="1707295"/>
                </a:lnTo>
                <a:lnTo>
                  <a:pt x="3727294" y="1708148"/>
                </a:lnTo>
                <a:lnTo>
                  <a:pt x="3728941" y="1709001"/>
                </a:lnTo>
                <a:lnTo>
                  <a:pt x="3730587" y="1709852"/>
                </a:lnTo>
                <a:lnTo>
                  <a:pt x="3732233" y="1710702"/>
                </a:lnTo>
                <a:lnTo>
                  <a:pt x="3733880" y="1711552"/>
                </a:lnTo>
                <a:lnTo>
                  <a:pt x="3735526" y="1712400"/>
                </a:lnTo>
                <a:lnTo>
                  <a:pt x="3737172" y="1713247"/>
                </a:lnTo>
                <a:lnTo>
                  <a:pt x="3738819" y="1714093"/>
                </a:lnTo>
                <a:lnTo>
                  <a:pt x="3740465" y="1714939"/>
                </a:lnTo>
                <a:lnTo>
                  <a:pt x="3742111" y="1715783"/>
                </a:lnTo>
                <a:lnTo>
                  <a:pt x="3743758" y="1716626"/>
                </a:lnTo>
                <a:lnTo>
                  <a:pt x="3745404" y="1717468"/>
                </a:lnTo>
                <a:lnTo>
                  <a:pt x="3747050" y="1718310"/>
                </a:lnTo>
                <a:lnTo>
                  <a:pt x="3748697" y="1719150"/>
                </a:lnTo>
                <a:lnTo>
                  <a:pt x="3750343" y="1719989"/>
                </a:lnTo>
                <a:lnTo>
                  <a:pt x="3751989" y="1720827"/>
                </a:lnTo>
                <a:lnTo>
                  <a:pt x="3753636" y="1721664"/>
                </a:lnTo>
                <a:lnTo>
                  <a:pt x="3755282" y="1722501"/>
                </a:lnTo>
                <a:lnTo>
                  <a:pt x="3756928" y="1723336"/>
                </a:lnTo>
                <a:lnTo>
                  <a:pt x="3758575" y="1724170"/>
                </a:lnTo>
                <a:lnTo>
                  <a:pt x="3760221" y="1725003"/>
                </a:lnTo>
                <a:lnTo>
                  <a:pt x="3761867" y="1725835"/>
                </a:lnTo>
                <a:lnTo>
                  <a:pt x="3763513" y="1726666"/>
                </a:lnTo>
                <a:lnTo>
                  <a:pt x="3765160" y="1727496"/>
                </a:lnTo>
                <a:lnTo>
                  <a:pt x="3766806" y="1728325"/>
                </a:lnTo>
                <a:lnTo>
                  <a:pt x="3768452" y="1729153"/>
                </a:lnTo>
                <a:lnTo>
                  <a:pt x="3770099" y="1729980"/>
                </a:lnTo>
                <a:lnTo>
                  <a:pt x="3771745" y="1730806"/>
                </a:lnTo>
                <a:lnTo>
                  <a:pt x="3773391" y="1731631"/>
                </a:lnTo>
                <a:lnTo>
                  <a:pt x="3775038" y="1732455"/>
                </a:lnTo>
                <a:lnTo>
                  <a:pt x="3776684" y="1733278"/>
                </a:lnTo>
                <a:lnTo>
                  <a:pt x="3778330" y="1734100"/>
                </a:lnTo>
                <a:lnTo>
                  <a:pt x="3779977" y="1734921"/>
                </a:lnTo>
                <a:lnTo>
                  <a:pt x="3781623" y="1735741"/>
                </a:lnTo>
                <a:lnTo>
                  <a:pt x="3783269" y="1736560"/>
                </a:lnTo>
                <a:lnTo>
                  <a:pt x="3784916" y="1737377"/>
                </a:lnTo>
                <a:lnTo>
                  <a:pt x="3786562" y="1738194"/>
                </a:lnTo>
                <a:lnTo>
                  <a:pt x="3788208" y="1739010"/>
                </a:lnTo>
                <a:lnTo>
                  <a:pt x="3789855" y="1739825"/>
                </a:lnTo>
                <a:lnTo>
                  <a:pt x="3791501" y="1740639"/>
                </a:lnTo>
                <a:lnTo>
                  <a:pt x="3793147" y="1741451"/>
                </a:lnTo>
                <a:lnTo>
                  <a:pt x="3794794" y="1742263"/>
                </a:lnTo>
                <a:lnTo>
                  <a:pt x="3796440" y="1743074"/>
                </a:lnTo>
                <a:lnTo>
                  <a:pt x="3798086" y="1743883"/>
                </a:lnTo>
                <a:lnTo>
                  <a:pt x="3799733" y="1744692"/>
                </a:lnTo>
                <a:lnTo>
                  <a:pt x="3801379" y="1745500"/>
                </a:lnTo>
                <a:lnTo>
                  <a:pt x="3803025" y="1746306"/>
                </a:lnTo>
                <a:lnTo>
                  <a:pt x="3804672" y="1747112"/>
                </a:lnTo>
                <a:lnTo>
                  <a:pt x="3806318" y="1747917"/>
                </a:lnTo>
                <a:lnTo>
                  <a:pt x="3807964" y="1748720"/>
                </a:lnTo>
                <a:lnTo>
                  <a:pt x="3809611" y="1749523"/>
                </a:lnTo>
                <a:lnTo>
                  <a:pt x="3811257" y="1750324"/>
                </a:lnTo>
                <a:lnTo>
                  <a:pt x="3812903" y="1751125"/>
                </a:lnTo>
                <a:lnTo>
                  <a:pt x="3814550" y="1751924"/>
                </a:lnTo>
                <a:lnTo>
                  <a:pt x="3816196" y="1752722"/>
                </a:lnTo>
                <a:lnTo>
                  <a:pt x="3817842" y="1753520"/>
                </a:lnTo>
                <a:lnTo>
                  <a:pt x="3819489" y="1754316"/>
                </a:lnTo>
                <a:lnTo>
                  <a:pt x="3821135" y="1755111"/>
                </a:lnTo>
                <a:lnTo>
                  <a:pt x="3822781" y="1755906"/>
                </a:lnTo>
                <a:lnTo>
                  <a:pt x="3824428" y="1756699"/>
                </a:lnTo>
                <a:lnTo>
                  <a:pt x="3826074" y="1757491"/>
                </a:lnTo>
                <a:lnTo>
                  <a:pt x="3827720" y="1758283"/>
                </a:lnTo>
                <a:lnTo>
                  <a:pt x="3829367" y="1759073"/>
                </a:lnTo>
                <a:lnTo>
                  <a:pt x="3831013" y="1759862"/>
                </a:lnTo>
                <a:lnTo>
                  <a:pt x="3832659" y="1760650"/>
                </a:lnTo>
                <a:lnTo>
                  <a:pt x="3834306" y="1761437"/>
                </a:lnTo>
                <a:lnTo>
                  <a:pt x="3835952" y="1762223"/>
                </a:lnTo>
                <a:lnTo>
                  <a:pt x="3837598" y="1763008"/>
                </a:lnTo>
                <a:lnTo>
                  <a:pt x="3839245" y="1763792"/>
                </a:lnTo>
                <a:lnTo>
                  <a:pt x="3840891" y="1764575"/>
                </a:lnTo>
                <a:lnTo>
                  <a:pt x="3842537" y="1765357"/>
                </a:lnTo>
                <a:lnTo>
                  <a:pt x="3844184" y="1766138"/>
                </a:lnTo>
                <a:lnTo>
                  <a:pt x="3845830" y="1766918"/>
                </a:lnTo>
                <a:lnTo>
                  <a:pt x="3847476" y="1767697"/>
                </a:lnTo>
                <a:lnTo>
                  <a:pt x="3849123" y="1768475"/>
                </a:lnTo>
                <a:lnTo>
                  <a:pt x="3850769" y="1769252"/>
                </a:lnTo>
                <a:lnTo>
                  <a:pt x="3852415" y="1770028"/>
                </a:lnTo>
                <a:lnTo>
                  <a:pt x="3854062" y="1770802"/>
                </a:lnTo>
                <a:lnTo>
                  <a:pt x="3855708" y="1771576"/>
                </a:lnTo>
                <a:lnTo>
                  <a:pt x="3857354" y="1772349"/>
                </a:lnTo>
                <a:lnTo>
                  <a:pt x="3859001" y="1773120"/>
                </a:lnTo>
                <a:lnTo>
                  <a:pt x="3860647" y="1773891"/>
                </a:lnTo>
                <a:lnTo>
                  <a:pt x="3862293" y="1774661"/>
                </a:lnTo>
                <a:lnTo>
                  <a:pt x="3863940" y="1775429"/>
                </a:lnTo>
                <a:lnTo>
                  <a:pt x="3865586" y="1776197"/>
                </a:lnTo>
                <a:lnTo>
                  <a:pt x="3867232" y="1776963"/>
                </a:lnTo>
                <a:lnTo>
                  <a:pt x="3868879" y="1777729"/>
                </a:lnTo>
                <a:lnTo>
                  <a:pt x="3870525" y="1778493"/>
                </a:lnTo>
                <a:lnTo>
                  <a:pt x="3872171" y="1779257"/>
                </a:lnTo>
                <a:lnTo>
                  <a:pt x="3873818" y="1780019"/>
                </a:lnTo>
                <a:lnTo>
                  <a:pt x="3875464" y="1780780"/>
                </a:lnTo>
                <a:lnTo>
                  <a:pt x="3877110" y="1781541"/>
                </a:lnTo>
                <a:lnTo>
                  <a:pt x="3878757" y="1782300"/>
                </a:lnTo>
                <a:lnTo>
                  <a:pt x="3880403" y="1783058"/>
                </a:lnTo>
                <a:lnTo>
                  <a:pt x="3882049" y="1783815"/>
                </a:lnTo>
                <a:lnTo>
                  <a:pt x="3883696" y="1784572"/>
                </a:lnTo>
                <a:lnTo>
                  <a:pt x="3885342" y="1785327"/>
                </a:lnTo>
                <a:lnTo>
                  <a:pt x="3886988" y="1786081"/>
                </a:lnTo>
                <a:lnTo>
                  <a:pt x="3888635" y="1786834"/>
                </a:lnTo>
                <a:lnTo>
                  <a:pt x="3890281" y="1787586"/>
                </a:lnTo>
                <a:lnTo>
                  <a:pt x="3891927" y="1788337"/>
                </a:lnTo>
                <a:lnTo>
                  <a:pt x="3893574" y="1789087"/>
                </a:lnTo>
                <a:lnTo>
                  <a:pt x="3895220" y="1789836"/>
                </a:lnTo>
                <a:lnTo>
                  <a:pt x="3896866" y="1790584"/>
                </a:lnTo>
                <a:lnTo>
                  <a:pt x="3898513" y="1791330"/>
                </a:lnTo>
                <a:lnTo>
                  <a:pt x="3900159" y="1792076"/>
                </a:lnTo>
                <a:lnTo>
                  <a:pt x="3901805" y="1792821"/>
                </a:lnTo>
                <a:lnTo>
                  <a:pt x="3903452" y="1793565"/>
                </a:lnTo>
                <a:lnTo>
                  <a:pt x="3905098" y="1794307"/>
                </a:lnTo>
                <a:lnTo>
                  <a:pt x="3906744" y="1795049"/>
                </a:lnTo>
                <a:lnTo>
                  <a:pt x="3908391" y="1795790"/>
                </a:lnTo>
                <a:lnTo>
                  <a:pt x="3910037" y="1796529"/>
                </a:lnTo>
                <a:lnTo>
                  <a:pt x="3911683" y="1797268"/>
                </a:lnTo>
                <a:lnTo>
                  <a:pt x="3913330" y="1798005"/>
                </a:lnTo>
                <a:lnTo>
                  <a:pt x="3914976" y="1798742"/>
                </a:lnTo>
                <a:lnTo>
                  <a:pt x="3916622" y="1799477"/>
                </a:lnTo>
                <a:lnTo>
                  <a:pt x="3918269" y="1800212"/>
                </a:lnTo>
                <a:lnTo>
                  <a:pt x="3919915" y="1800945"/>
                </a:lnTo>
                <a:lnTo>
                  <a:pt x="3921561" y="1801677"/>
                </a:lnTo>
                <a:lnTo>
                  <a:pt x="3923208" y="1802408"/>
                </a:lnTo>
                <a:lnTo>
                  <a:pt x="3924854" y="1803139"/>
                </a:lnTo>
                <a:lnTo>
                  <a:pt x="3926500" y="1803868"/>
                </a:lnTo>
                <a:lnTo>
                  <a:pt x="3928147" y="1804596"/>
                </a:lnTo>
                <a:lnTo>
                  <a:pt x="3929793" y="1805323"/>
                </a:lnTo>
                <a:lnTo>
                  <a:pt x="3931439" y="1806049"/>
                </a:lnTo>
                <a:lnTo>
                  <a:pt x="3933086" y="1806774"/>
                </a:lnTo>
                <a:lnTo>
                  <a:pt x="3934732" y="1807498"/>
                </a:lnTo>
                <a:lnTo>
                  <a:pt x="3936378" y="1808221"/>
                </a:lnTo>
                <a:lnTo>
                  <a:pt x="3938025" y="1808943"/>
                </a:lnTo>
                <a:lnTo>
                  <a:pt x="3939671" y="1809664"/>
                </a:lnTo>
                <a:lnTo>
                  <a:pt x="3941317" y="1810384"/>
                </a:lnTo>
                <a:lnTo>
                  <a:pt x="3942964" y="1811102"/>
                </a:lnTo>
                <a:lnTo>
                  <a:pt x="3944610" y="1811820"/>
                </a:lnTo>
                <a:lnTo>
                  <a:pt x="3946256" y="1812537"/>
                </a:lnTo>
                <a:lnTo>
                  <a:pt x="3947903" y="1813252"/>
                </a:lnTo>
                <a:lnTo>
                  <a:pt x="3949549" y="1813967"/>
                </a:lnTo>
                <a:lnTo>
                  <a:pt x="3951195" y="1814680"/>
                </a:lnTo>
                <a:lnTo>
                  <a:pt x="3952842" y="1815393"/>
                </a:lnTo>
                <a:lnTo>
                  <a:pt x="3954488" y="1816104"/>
                </a:lnTo>
                <a:lnTo>
                  <a:pt x="3956134" y="1816815"/>
                </a:lnTo>
                <a:lnTo>
                  <a:pt x="3957781" y="1817524"/>
                </a:lnTo>
                <a:lnTo>
                  <a:pt x="3959427" y="1818232"/>
                </a:lnTo>
                <a:lnTo>
                  <a:pt x="3961073" y="1818940"/>
                </a:lnTo>
                <a:lnTo>
                  <a:pt x="3962720" y="1819646"/>
                </a:lnTo>
                <a:lnTo>
                  <a:pt x="3964366" y="1820351"/>
                </a:lnTo>
                <a:lnTo>
                  <a:pt x="3966012" y="1821055"/>
                </a:lnTo>
                <a:lnTo>
                  <a:pt x="3967659" y="1821758"/>
                </a:lnTo>
                <a:lnTo>
                  <a:pt x="3969305" y="1822460"/>
                </a:lnTo>
                <a:lnTo>
                  <a:pt x="3970951" y="1823161"/>
                </a:lnTo>
                <a:lnTo>
                  <a:pt x="3972598" y="1823861"/>
                </a:lnTo>
                <a:lnTo>
                  <a:pt x="3974244" y="1824560"/>
                </a:lnTo>
                <a:lnTo>
                  <a:pt x="3975890" y="1825258"/>
                </a:lnTo>
                <a:lnTo>
                  <a:pt x="3977537" y="1825955"/>
                </a:lnTo>
                <a:lnTo>
                  <a:pt x="3979183" y="1826651"/>
                </a:lnTo>
                <a:lnTo>
                  <a:pt x="3980829" y="1827346"/>
                </a:lnTo>
                <a:lnTo>
                  <a:pt x="3982476" y="1828039"/>
                </a:lnTo>
                <a:lnTo>
                  <a:pt x="3984122" y="1828732"/>
                </a:lnTo>
                <a:lnTo>
                  <a:pt x="3985768" y="1829423"/>
                </a:lnTo>
                <a:lnTo>
                  <a:pt x="3987415" y="1830114"/>
                </a:lnTo>
                <a:lnTo>
                  <a:pt x="3989061" y="1830803"/>
                </a:lnTo>
                <a:lnTo>
                  <a:pt x="3990707" y="1831492"/>
                </a:lnTo>
                <a:lnTo>
                  <a:pt x="3992354" y="1832179"/>
                </a:lnTo>
                <a:lnTo>
                  <a:pt x="3994000" y="1832866"/>
                </a:lnTo>
                <a:lnTo>
                  <a:pt x="3995646" y="1833551"/>
                </a:lnTo>
                <a:lnTo>
                  <a:pt x="3997293" y="1834235"/>
                </a:lnTo>
                <a:lnTo>
                  <a:pt x="3998939" y="1834918"/>
                </a:lnTo>
                <a:lnTo>
                  <a:pt x="4000585" y="1835601"/>
                </a:lnTo>
                <a:lnTo>
                  <a:pt x="4002232" y="1836282"/>
                </a:lnTo>
                <a:lnTo>
                  <a:pt x="4003878" y="1836962"/>
                </a:lnTo>
                <a:lnTo>
                  <a:pt x="4005524" y="1837641"/>
                </a:lnTo>
                <a:lnTo>
                  <a:pt x="4007171" y="1838319"/>
                </a:lnTo>
                <a:lnTo>
                  <a:pt x="4008817" y="1838996"/>
                </a:lnTo>
                <a:lnTo>
                  <a:pt x="4010463" y="1839671"/>
                </a:lnTo>
                <a:lnTo>
                  <a:pt x="4012110" y="1840346"/>
                </a:lnTo>
                <a:lnTo>
                  <a:pt x="4013756" y="1841020"/>
                </a:lnTo>
                <a:lnTo>
                  <a:pt x="4015402" y="1841693"/>
                </a:lnTo>
                <a:lnTo>
                  <a:pt x="4017049" y="1842364"/>
                </a:lnTo>
                <a:lnTo>
                  <a:pt x="4018695" y="1843035"/>
                </a:lnTo>
                <a:lnTo>
                  <a:pt x="4020341" y="1843705"/>
                </a:lnTo>
                <a:lnTo>
                  <a:pt x="4021988" y="1844373"/>
                </a:lnTo>
                <a:lnTo>
                  <a:pt x="4023634" y="1845041"/>
                </a:lnTo>
                <a:lnTo>
                  <a:pt x="4025280" y="1845707"/>
                </a:lnTo>
                <a:lnTo>
                  <a:pt x="4026927" y="1846372"/>
                </a:lnTo>
                <a:lnTo>
                  <a:pt x="4028573" y="1847037"/>
                </a:lnTo>
                <a:lnTo>
                  <a:pt x="4030219" y="1847700"/>
                </a:lnTo>
                <a:lnTo>
                  <a:pt x="4031866" y="1848362"/>
                </a:lnTo>
                <a:lnTo>
                  <a:pt x="4033512" y="1849023"/>
                </a:lnTo>
                <a:lnTo>
                  <a:pt x="4035158" y="1849683"/>
                </a:lnTo>
                <a:lnTo>
                  <a:pt x="4036805" y="1850342"/>
                </a:lnTo>
                <a:lnTo>
                  <a:pt x="4038451" y="1851000"/>
                </a:lnTo>
                <a:lnTo>
                  <a:pt x="4040097" y="1851657"/>
                </a:lnTo>
                <a:lnTo>
                  <a:pt x="4041744" y="1852313"/>
                </a:lnTo>
                <a:lnTo>
                  <a:pt x="4043390" y="1852968"/>
                </a:lnTo>
                <a:lnTo>
                  <a:pt x="4045036" y="1853622"/>
                </a:lnTo>
                <a:lnTo>
                  <a:pt x="4046683" y="1854275"/>
                </a:lnTo>
                <a:lnTo>
                  <a:pt x="4048329" y="1854926"/>
                </a:lnTo>
                <a:lnTo>
                  <a:pt x="4049975" y="1855577"/>
                </a:lnTo>
                <a:lnTo>
                  <a:pt x="4051622" y="1856226"/>
                </a:lnTo>
                <a:lnTo>
                  <a:pt x="4053268" y="1856875"/>
                </a:lnTo>
                <a:lnTo>
                  <a:pt x="4054914" y="1857522"/>
                </a:lnTo>
                <a:lnTo>
                  <a:pt x="4056561" y="1858169"/>
                </a:lnTo>
                <a:lnTo>
                  <a:pt x="4058207" y="1858814"/>
                </a:lnTo>
                <a:lnTo>
                  <a:pt x="4059853" y="1859459"/>
                </a:lnTo>
                <a:lnTo>
                  <a:pt x="4061500" y="1860102"/>
                </a:lnTo>
                <a:lnTo>
                  <a:pt x="4063146" y="1860744"/>
                </a:lnTo>
                <a:lnTo>
                  <a:pt x="4064792" y="1861385"/>
                </a:lnTo>
                <a:lnTo>
                  <a:pt x="4066439" y="1862025"/>
                </a:lnTo>
                <a:lnTo>
                  <a:pt x="4068085" y="1862664"/>
                </a:lnTo>
                <a:lnTo>
                  <a:pt x="4069731" y="1863302"/>
                </a:lnTo>
                <a:lnTo>
                  <a:pt x="4071378" y="1863939"/>
                </a:lnTo>
                <a:lnTo>
                  <a:pt x="4073024" y="1864575"/>
                </a:lnTo>
                <a:lnTo>
                  <a:pt x="4074670" y="1865210"/>
                </a:lnTo>
                <a:lnTo>
                  <a:pt x="4076316" y="1865844"/>
                </a:lnTo>
                <a:lnTo>
                  <a:pt x="4077963" y="1866476"/>
                </a:lnTo>
                <a:lnTo>
                  <a:pt x="4079609" y="1867108"/>
                </a:lnTo>
                <a:lnTo>
                  <a:pt x="4081255" y="1867739"/>
                </a:lnTo>
                <a:lnTo>
                  <a:pt x="4082902" y="1868368"/>
                </a:lnTo>
                <a:lnTo>
                  <a:pt x="4084548" y="1868997"/>
                </a:lnTo>
                <a:lnTo>
                  <a:pt x="4086194" y="1869624"/>
                </a:lnTo>
                <a:lnTo>
                  <a:pt x="4087841" y="1870251"/>
                </a:lnTo>
                <a:lnTo>
                  <a:pt x="4089487" y="1870876"/>
                </a:lnTo>
                <a:lnTo>
                  <a:pt x="4091133" y="1871500"/>
                </a:lnTo>
                <a:lnTo>
                  <a:pt x="4092780" y="1872123"/>
                </a:lnTo>
                <a:lnTo>
                  <a:pt x="4094426" y="1872746"/>
                </a:lnTo>
                <a:lnTo>
                  <a:pt x="4096072" y="1873367"/>
                </a:lnTo>
                <a:lnTo>
                  <a:pt x="4097719" y="1873987"/>
                </a:lnTo>
                <a:lnTo>
                  <a:pt x="4099365" y="1874606"/>
                </a:lnTo>
                <a:lnTo>
                  <a:pt x="4101011" y="1875224"/>
                </a:lnTo>
                <a:lnTo>
                  <a:pt x="4102658" y="1875841"/>
                </a:lnTo>
                <a:lnTo>
                  <a:pt x="4104304" y="1876456"/>
                </a:lnTo>
                <a:lnTo>
                  <a:pt x="4105950" y="1877071"/>
                </a:lnTo>
                <a:lnTo>
                  <a:pt x="4107597" y="1877685"/>
                </a:lnTo>
                <a:lnTo>
                  <a:pt x="4109243" y="1878298"/>
                </a:lnTo>
                <a:lnTo>
                  <a:pt x="4110889" y="1878909"/>
                </a:lnTo>
                <a:lnTo>
                  <a:pt x="4112536" y="1879520"/>
                </a:lnTo>
                <a:lnTo>
                  <a:pt x="4114182" y="1880129"/>
                </a:lnTo>
                <a:lnTo>
                  <a:pt x="4115828" y="1880738"/>
                </a:lnTo>
                <a:lnTo>
                  <a:pt x="4117475" y="1881345"/>
                </a:lnTo>
                <a:lnTo>
                  <a:pt x="4119121" y="1881951"/>
                </a:lnTo>
                <a:lnTo>
                  <a:pt x="4120767" y="1882557"/>
                </a:lnTo>
                <a:lnTo>
                  <a:pt x="4122414" y="1883161"/>
                </a:lnTo>
                <a:lnTo>
                  <a:pt x="4124060" y="1883764"/>
                </a:lnTo>
                <a:lnTo>
                  <a:pt x="4125706" y="1884366"/>
                </a:lnTo>
                <a:lnTo>
                  <a:pt x="4127353" y="1884967"/>
                </a:lnTo>
                <a:lnTo>
                  <a:pt x="4128999" y="1885567"/>
                </a:lnTo>
                <a:lnTo>
                  <a:pt x="4130645" y="1886166"/>
                </a:lnTo>
                <a:lnTo>
                  <a:pt x="4132292" y="1886764"/>
                </a:lnTo>
                <a:lnTo>
                  <a:pt x="4133938" y="1887361"/>
                </a:lnTo>
                <a:lnTo>
                  <a:pt x="4135584" y="1887956"/>
                </a:lnTo>
                <a:lnTo>
                  <a:pt x="4137231" y="1888551"/>
                </a:lnTo>
                <a:lnTo>
                  <a:pt x="4138877" y="1889145"/>
                </a:lnTo>
                <a:lnTo>
                  <a:pt x="4140523" y="1889737"/>
                </a:lnTo>
                <a:lnTo>
                  <a:pt x="4142170" y="1890329"/>
                </a:lnTo>
                <a:lnTo>
                  <a:pt x="4143816" y="1890919"/>
                </a:lnTo>
                <a:lnTo>
                  <a:pt x="4145462" y="1891509"/>
                </a:lnTo>
                <a:lnTo>
                  <a:pt x="4147109" y="1892097"/>
                </a:lnTo>
                <a:lnTo>
                  <a:pt x="4148755" y="1892684"/>
                </a:lnTo>
                <a:lnTo>
                  <a:pt x="4150401" y="1893271"/>
                </a:lnTo>
                <a:lnTo>
                  <a:pt x="4152048" y="1893856"/>
                </a:lnTo>
                <a:lnTo>
                  <a:pt x="4153694" y="1894440"/>
                </a:lnTo>
                <a:lnTo>
                  <a:pt x="4155340" y="1895023"/>
                </a:lnTo>
                <a:lnTo>
                  <a:pt x="4156987" y="1895605"/>
                </a:lnTo>
                <a:lnTo>
                  <a:pt x="4158633" y="1896186"/>
                </a:lnTo>
                <a:lnTo>
                  <a:pt x="4160279" y="1896766"/>
                </a:lnTo>
                <a:lnTo>
                  <a:pt x="4161926" y="1897344"/>
                </a:lnTo>
                <a:lnTo>
                  <a:pt x="4163572" y="1897922"/>
                </a:lnTo>
                <a:lnTo>
                  <a:pt x="4165218" y="1898499"/>
                </a:lnTo>
                <a:lnTo>
                  <a:pt x="4166865" y="1899075"/>
                </a:lnTo>
                <a:lnTo>
                  <a:pt x="4168511" y="1899649"/>
                </a:lnTo>
                <a:lnTo>
                  <a:pt x="4170157" y="1900223"/>
                </a:lnTo>
                <a:lnTo>
                  <a:pt x="4171804" y="1900795"/>
                </a:lnTo>
                <a:lnTo>
                  <a:pt x="4173450" y="1901366"/>
                </a:lnTo>
                <a:lnTo>
                  <a:pt x="4175096" y="1901937"/>
                </a:lnTo>
                <a:lnTo>
                  <a:pt x="4176743" y="1902506"/>
                </a:lnTo>
                <a:lnTo>
                  <a:pt x="4178389" y="1903074"/>
                </a:lnTo>
                <a:lnTo>
                  <a:pt x="4180035" y="1903641"/>
                </a:lnTo>
                <a:lnTo>
                  <a:pt x="4181682" y="1904208"/>
                </a:lnTo>
                <a:lnTo>
                  <a:pt x="4183328" y="1904773"/>
                </a:lnTo>
                <a:lnTo>
                  <a:pt x="4184974" y="1905337"/>
                </a:lnTo>
                <a:lnTo>
                  <a:pt x="4186621" y="1905899"/>
                </a:lnTo>
                <a:lnTo>
                  <a:pt x="4188267" y="1906461"/>
                </a:lnTo>
                <a:lnTo>
                  <a:pt x="4189913" y="1907022"/>
                </a:lnTo>
                <a:lnTo>
                  <a:pt x="4191560" y="1907582"/>
                </a:lnTo>
                <a:lnTo>
                  <a:pt x="4193206" y="1908141"/>
                </a:lnTo>
                <a:lnTo>
                  <a:pt x="4194852" y="1908698"/>
                </a:lnTo>
                <a:lnTo>
                  <a:pt x="4196499" y="1909255"/>
                </a:lnTo>
                <a:lnTo>
                  <a:pt x="4198145" y="1909810"/>
                </a:lnTo>
                <a:lnTo>
                  <a:pt x="4199791" y="1910365"/>
                </a:lnTo>
                <a:lnTo>
                  <a:pt x="4201438" y="1910918"/>
                </a:lnTo>
                <a:lnTo>
                  <a:pt x="4203084" y="1911470"/>
                </a:lnTo>
                <a:lnTo>
                  <a:pt x="4204730" y="1912022"/>
                </a:lnTo>
                <a:lnTo>
                  <a:pt x="4206377" y="1912572"/>
                </a:lnTo>
                <a:lnTo>
                  <a:pt x="4208023" y="1913121"/>
                </a:lnTo>
                <a:lnTo>
                  <a:pt x="4209669" y="1913669"/>
                </a:lnTo>
                <a:lnTo>
                  <a:pt x="4211316" y="1914216"/>
                </a:lnTo>
                <a:lnTo>
                  <a:pt x="4212962" y="1914762"/>
                </a:lnTo>
                <a:lnTo>
                  <a:pt x="4214608" y="1915307"/>
                </a:lnTo>
                <a:lnTo>
                  <a:pt x="4216255" y="1915851"/>
                </a:lnTo>
                <a:lnTo>
                  <a:pt x="4217901" y="1916394"/>
                </a:lnTo>
                <a:lnTo>
                  <a:pt x="4219547" y="1916935"/>
                </a:lnTo>
                <a:lnTo>
                  <a:pt x="4221194" y="1917476"/>
                </a:lnTo>
                <a:lnTo>
                  <a:pt x="4222840" y="1918016"/>
                </a:lnTo>
                <a:lnTo>
                  <a:pt x="4224486" y="1918554"/>
                </a:lnTo>
                <a:lnTo>
                  <a:pt x="4226133" y="1919092"/>
                </a:lnTo>
                <a:lnTo>
                  <a:pt x="4227779" y="1919628"/>
                </a:lnTo>
                <a:lnTo>
                  <a:pt x="4229425" y="1920163"/>
                </a:lnTo>
                <a:lnTo>
                  <a:pt x="4231072" y="1920698"/>
                </a:lnTo>
                <a:lnTo>
                  <a:pt x="4232718" y="1921231"/>
                </a:lnTo>
                <a:lnTo>
                  <a:pt x="4234364" y="1921763"/>
                </a:lnTo>
                <a:lnTo>
                  <a:pt x="4236011" y="1922294"/>
                </a:lnTo>
                <a:lnTo>
                  <a:pt x="4237657" y="1922824"/>
                </a:lnTo>
                <a:lnTo>
                  <a:pt x="4239303" y="1923353"/>
                </a:lnTo>
                <a:lnTo>
                  <a:pt x="4240950" y="1923881"/>
                </a:lnTo>
                <a:lnTo>
                  <a:pt x="4242596" y="1924408"/>
                </a:lnTo>
                <a:lnTo>
                  <a:pt x="4244242" y="1924934"/>
                </a:lnTo>
                <a:lnTo>
                  <a:pt x="4245889" y="1925458"/>
                </a:lnTo>
                <a:lnTo>
                  <a:pt x="4247535" y="1925982"/>
                </a:lnTo>
                <a:lnTo>
                  <a:pt x="4249181" y="1926505"/>
                </a:lnTo>
                <a:lnTo>
                  <a:pt x="4250828" y="1927026"/>
                </a:lnTo>
                <a:lnTo>
                  <a:pt x="4252474" y="1927547"/>
                </a:lnTo>
                <a:lnTo>
                  <a:pt x="4254120" y="1928066"/>
                </a:lnTo>
                <a:lnTo>
                  <a:pt x="4255767" y="1928585"/>
                </a:lnTo>
                <a:lnTo>
                  <a:pt x="4257413" y="1929102"/>
                </a:lnTo>
                <a:lnTo>
                  <a:pt x="4259059" y="1929618"/>
                </a:lnTo>
                <a:lnTo>
                  <a:pt x="4260706" y="1930133"/>
                </a:lnTo>
                <a:lnTo>
                  <a:pt x="4262352" y="1930648"/>
                </a:lnTo>
                <a:lnTo>
                  <a:pt x="4263998" y="1931161"/>
                </a:lnTo>
                <a:lnTo>
                  <a:pt x="4265645" y="1931673"/>
                </a:lnTo>
                <a:lnTo>
                  <a:pt x="4267291" y="1932184"/>
                </a:lnTo>
                <a:lnTo>
                  <a:pt x="4268937" y="1932693"/>
                </a:lnTo>
                <a:lnTo>
                  <a:pt x="4270584" y="1933202"/>
                </a:lnTo>
                <a:lnTo>
                  <a:pt x="4272230" y="1933710"/>
                </a:lnTo>
                <a:lnTo>
                  <a:pt x="4273876" y="1934217"/>
                </a:lnTo>
                <a:lnTo>
                  <a:pt x="4275523" y="1934722"/>
                </a:lnTo>
                <a:lnTo>
                  <a:pt x="4277169" y="1935227"/>
                </a:lnTo>
                <a:lnTo>
                  <a:pt x="4278815" y="1935731"/>
                </a:lnTo>
                <a:lnTo>
                  <a:pt x="4280462" y="1936233"/>
                </a:lnTo>
                <a:lnTo>
                  <a:pt x="4282108" y="1936734"/>
                </a:lnTo>
                <a:lnTo>
                  <a:pt x="4283754" y="1937235"/>
                </a:lnTo>
                <a:lnTo>
                  <a:pt x="4285401" y="1937734"/>
                </a:lnTo>
                <a:lnTo>
                  <a:pt x="4287047" y="1938232"/>
                </a:lnTo>
                <a:lnTo>
                  <a:pt x="4288693" y="1938729"/>
                </a:lnTo>
                <a:lnTo>
                  <a:pt x="4290340" y="1939226"/>
                </a:lnTo>
                <a:lnTo>
                  <a:pt x="4291986" y="1939721"/>
                </a:lnTo>
                <a:lnTo>
                  <a:pt x="4293632" y="1940215"/>
                </a:lnTo>
                <a:lnTo>
                  <a:pt x="4295279" y="1940707"/>
                </a:lnTo>
                <a:lnTo>
                  <a:pt x="4296925" y="1941199"/>
                </a:lnTo>
                <a:lnTo>
                  <a:pt x="4298571" y="1941690"/>
                </a:lnTo>
                <a:lnTo>
                  <a:pt x="4300218" y="1942180"/>
                </a:lnTo>
                <a:lnTo>
                  <a:pt x="4301864" y="1942668"/>
                </a:lnTo>
                <a:lnTo>
                  <a:pt x="4303510" y="1943156"/>
                </a:lnTo>
                <a:lnTo>
                  <a:pt x="4305157" y="1943643"/>
                </a:lnTo>
                <a:lnTo>
                  <a:pt x="4306803" y="1944128"/>
                </a:lnTo>
                <a:lnTo>
                  <a:pt x="4308449" y="1944613"/>
                </a:lnTo>
                <a:lnTo>
                  <a:pt x="4310096" y="1945096"/>
                </a:lnTo>
                <a:lnTo>
                  <a:pt x="4311742" y="1945578"/>
                </a:lnTo>
                <a:lnTo>
                  <a:pt x="4313388" y="1946059"/>
                </a:lnTo>
                <a:lnTo>
                  <a:pt x="4315035" y="1946540"/>
                </a:lnTo>
                <a:lnTo>
                  <a:pt x="4316681" y="1947019"/>
                </a:lnTo>
                <a:lnTo>
                  <a:pt x="4318327" y="1947497"/>
                </a:lnTo>
                <a:lnTo>
                  <a:pt x="4319974" y="1947974"/>
                </a:lnTo>
                <a:lnTo>
                  <a:pt x="4321620" y="1948450"/>
                </a:lnTo>
                <a:lnTo>
                  <a:pt x="4323266" y="1948925"/>
                </a:lnTo>
                <a:lnTo>
                  <a:pt x="4324913" y="1949398"/>
                </a:lnTo>
                <a:lnTo>
                  <a:pt x="4326559" y="1949871"/>
                </a:lnTo>
                <a:lnTo>
                  <a:pt x="4328205" y="1950343"/>
                </a:lnTo>
                <a:lnTo>
                  <a:pt x="4329852" y="1950814"/>
                </a:lnTo>
                <a:lnTo>
                  <a:pt x="4331498" y="1951283"/>
                </a:lnTo>
                <a:lnTo>
                  <a:pt x="4333144" y="1951752"/>
                </a:lnTo>
                <a:lnTo>
                  <a:pt x="4334791" y="1952219"/>
                </a:lnTo>
                <a:lnTo>
                  <a:pt x="4336437" y="1952686"/>
                </a:lnTo>
                <a:lnTo>
                  <a:pt x="4338083" y="1953151"/>
                </a:lnTo>
                <a:lnTo>
                  <a:pt x="4339730" y="1953615"/>
                </a:lnTo>
                <a:lnTo>
                  <a:pt x="4341376" y="1954078"/>
                </a:lnTo>
                <a:lnTo>
                  <a:pt x="4343022" y="1954540"/>
                </a:lnTo>
                <a:lnTo>
                  <a:pt x="4344669" y="1955002"/>
                </a:lnTo>
                <a:lnTo>
                  <a:pt x="4346315" y="1955462"/>
                </a:lnTo>
                <a:lnTo>
                  <a:pt x="4347961" y="1955921"/>
                </a:lnTo>
                <a:lnTo>
                  <a:pt x="4349608" y="1956378"/>
                </a:lnTo>
                <a:lnTo>
                  <a:pt x="4351254" y="1956835"/>
                </a:lnTo>
                <a:lnTo>
                  <a:pt x="4352900" y="1957291"/>
                </a:lnTo>
                <a:lnTo>
                  <a:pt x="4354547" y="1957746"/>
                </a:lnTo>
                <a:lnTo>
                  <a:pt x="4356193" y="1958200"/>
                </a:lnTo>
                <a:lnTo>
                  <a:pt x="4357839" y="1958652"/>
                </a:lnTo>
                <a:lnTo>
                  <a:pt x="4359486" y="1959104"/>
                </a:lnTo>
                <a:lnTo>
                  <a:pt x="4361132" y="1959554"/>
                </a:lnTo>
                <a:lnTo>
                  <a:pt x="4362778" y="1960004"/>
                </a:lnTo>
                <a:lnTo>
                  <a:pt x="4364425" y="1960452"/>
                </a:lnTo>
                <a:lnTo>
                  <a:pt x="4366071" y="1960899"/>
                </a:lnTo>
                <a:lnTo>
                  <a:pt x="4367717" y="1961346"/>
                </a:lnTo>
                <a:lnTo>
                  <a:pt x="4369364" y="1961791"/>
                </a:lnTo>
                <a:lnTo>
                  <a:pt x="4371010" y="1962235"/>
                </a:lnTo>
                <a:lnTo>
                  <a:pt x="4372656" y="1962678"/>
                </a:lnTo>
                <a:lnTo>
                  <a:pt x="4374303" y="1963120"/>
                </a:lnTo>
                <a:lnTo>
                  <a:pt x="4375949" y="1963561"/>
                </a:lnTo>
                <a:lnTo>
                  <a:pt x="4377595" y="1964001"/>
                </a:lnTo>
                <a:lnTo>
                  <a:pt x="4379242" y="1964440"/>
                </a:lnTo>
                <a:lnTo>
                  <a:pt x="4380888" y="1964877"/>
                </a:lnTo>
                <a:lnTo>
                  <a:pt x="4382534" y="1965314"/>
                </a:lnTo>
                <a:lnTo>
                  <a:pt x="4384181" y="1965750"/>
                </a:lnTo>
                <a:lnTo>
                  <a:pt x="4385827" y="1966184"/>
                </a:lnTo>
                <a:lnTo>
                  <a:pt x="4387473" y="1966618"/>
                </a:lnTo>
                <a:lnTo>
                  <a:pt x="4389120" y="1967050"/>
                </a:lnTo>
                <a:lnTo>
                  <a:pt x="4390766" y="1967482"/>
                </a:lnTo>
                <a:lnTo>
                  <a:pt x="4392412" y="1967912"/>
                </a:lnTo>
                <a:lnTo>
                  <a:pt x="4394058" y="1968341"/>
                </a:lnTo>
                <a:lnTo>
                  <a:pt x="4395705" y="1968770"/>
                </a:lnTo>
                <a:lnTo>
                  <a:pt x="4397351" y="1969197"/>
                </a:lnTo>
                <a:lnTo>
                  <a:pt x="4398997" y="1969623"/>
                </a:lnTo>
                <a:lnTo>
                  <a:pt x="4400644" y="1970048"/>
                </a:lnTo>
                <a:lnTo>
                  <a:pt x="4402290" y="1970472"/>
                </a:lnTo>
                <a:lnTo>
                  <a:pt x="4403936" y="1970895"/>
                </a:lnTo>
                <a:lnTo>
                  <a:pt x="4405583" y="1971317"/>
                </a:lnTo>
                <a:lnTo>
                  <a:pt x="4407229" y="1971738"/>
                </a:lnTo>
                <a:lnTo>
                  <a:pt x="4408875" y="1972158"/>
                </a:lnTo>
                <a:lnTo>
                  <a:pt x="4410522" y="1972576"/>
                </a:lnTo>
                <a:lnTo>
                  <a:pt x="4412168" y="1972994"/>
                </a:lnTo>
                <a:lnTo>
                  <a:pt x="4413814" y="1973410"/>
                </a:lnTo>
                <a:lnTo>
                  <a:pt x="4415461" y="1973826"/>
                </a:lnTo>
                <a:lnTo>
                  <a:pt x="4417107" y="1974241"/>
                </a:lnTo>
                <a:lnTo>
                  <a:pt x="4418753" y="1974654"/>
                </a:lnTo>
                <a:lnTo>
                  <a:pt x="4420400" y="1975066"/>
                </a:lnTo>
                <a:lnTo>
                  <a:pt x="4422046" y="1975478"/>
                </a:lnTo>
                <a:lnTo>
                  <a:pt x="4423692" y="1975888"/>
                </a:lnTo>
                <a:lnTo>
                  <a:pt x="4425339" y="1976297"/>
                </a:lnTo>
                <a:lnTo>
                  <a:pt x="4426985" y="1976705"/>
                </a:lnTo>
                <a:lnTo>
                  <a:pt x="4428631" y="1977112"/>
                </a:lnTo>
                <a:lnTo>
                  <a:pt x="4430278" y="1977518"/>
                </a:lnTo>
                <a:lnTo>
                  <a:pt x="4431924" y="1977923"/>
                </a:lnTo>
                <a:lnTo>
                  <a:pt x="4433570" y="1978327"/>
                </a:lnTo>
                <a:lnTo>
                  <a:pt x="4435217" y="1978730"/>
                </a:lnTo>
                <a:lnTo>
                  <a:pt x="4436863" y="1979132"/>
                </a:lnTo>
                <a:lnTo>
                  <a:pt x="4438509" y="1979532"/>
                </a:lnTo>
                <a:lnTo>
                  <a:pt x="4440156" y="1979932"/>
                </a:lnTo>
                <a:lnTo>
                  <a:pt x="4441802" y="1980331"/>
                </a:lnTo>
                <a:lnTo>
                  <a:pt x="4443448" y="1980728"/>
                </a:lnTo>
                <a:lnTo>
                  <a:pt x="4445095" y="1981125"/>
                </a:lnTo>
                <a:lnTo>
                  <a:pt x="4446741" y="1981520"/>
                </a:lnTo>
                <a:lnTo>
                  <a:pt x="4448387" y="1981915"/>
                </a:lnTo>
                <a:lnTo>
                  <a:pt x="4450034" y="1982308"/>
                </a:lnTo>
                <a:lnTo>
                  <a:pt x="4451680" y="1982700"/>
                </a:lnTo>
                <a:lnTo>
                  <a:pt x="4453326" y="1983092"/>
                </a:lnTo>
                <a:lnTo>
                  <a:pt x="4454973" y="1983482"/>
                </a:lnTo>
                <a:lnTo>
                  <a:pt x="4456619" y="1983871"/>
                </a:lnTo>
                <a:lnTo>
                  <a:pt x="4458265" y="1984259"/>
                </a:lnTo>
                <a:lnTo>
                  <a:pt x="4459912" y="1984646"/>
                </a:lnTo>
                <a:lnTo>
                  <a:pt x="4461558" y="1985032"/>
                </a:lnTo>
                <a:lnTo>
                  <a:pt x="4463204" y="1985417"/>
                </a:lnTo>
                <a:lnTo>
                  <a:pt x="4464851" y="1985800"/>
                </a:lnTo>
                <a:lnTo>
                  <a:pt x="4466497" y="1986183"/>
                </a:lnTo>
                <a:lnTo>
                  <a:pt x="4468143" y="1986565"/>
                </a:lnTo>
                <a:lnTo>
                  <a:pt x="4469790" y="1986946"/>
                </a:lnTo>
                <a:lnTo>
                  <a:pt x="4471436" y="1987325"/>
                </a:lnTo>
                <a:lnTo>
                  <a:pt x="4473082" y="1987704"/>
                </a:lnTo>
                <a:lnTo>
                  <a:pt x="4474729" y="1988081"/>
                </a:lnTo>
                <a:lnTo>
                  <a:pt x="4476375" y="1988458"/>
                </a:lnTo>
                <a:lnTo>
                  <a:pt x="4478021" y="1988833"/>
                </a:lnTo>
                <a:lnTo>
                  <a:pt x="4479668" y="1989207"/>
                </a:lnTo>
                <a:lnTo>
                  <a:pt x="4481314" y="1989581"/>
                </a:lnTo>
                <a:lnTo>
                  <a:pt x="4482960" y="1989953"/>
                </a:lnTo>
                <a:lnTo>
                  <a:pt x="4484607" y="1990324"/>
                </a:lnTo>
                <a:lnTo>
                  <a:pt x="4486253" y="1990694"/>
                </a:lnTo>
                <a:lnTo>
                  <a:pt x="4487899" y="1991063"/>
                </a:lnTo>
                <a:lnTo>
                  <a:pt x="4489546" y="1991431"/>
                </a:lnTo>
                <a:lnTo>
                  <a:pt x="4491192" y="1991798"/>
                </a:lnTo>
                <a:lnTo>
                  <a:pt x="4492838" y="1992164"/>
                </a:lnTo>
                <a:lnTo>
                  <a:pt x="4494485" y="1992529"/>
                </a:lnTo>
                <a:lnTo>
                  <a:pt x="4496131" y="1992893"/>
                </a:lnTo>
                <a:lnTo>
                  <a:pt x="4497777" y="1993255"/>
                </a:lnTo>
                <a:lnTo>
                  <a:pt x="4499424" y="1993617"/>
                </a:lnTo>
                <a:lnTo>
                  <a:pt x="4501070" y="1993978"/>
                </a:lnTo>
                <a:lnTo>
                  <a:pt x="4502716" y="1994337"/>
                </a:lnTo>
                <a:lnTo>
                  <a:pt x="4504363" y="1994696"/>
                </a:lnTo>
                <a:lnTo>
                  <a:pt x="4506009" y="1995053"/>
                </a:lnTo>
                <a:lnTo>
                  <a:pt x="4507655" y="1995410"/>
                </a:lnTo>
                <a:lnTo>
                  <a:pt x="4509302" y="1995765"/>
                </a:lnTo>
                <a:lnTo>
                  <a:pt x="4510948" y="1996119"/>
                </a:lnTo>
                <a:lnTo>
                  <a:pt x="4512594" y="1996473"/>
                </a:lnTo>
                <a:lnTo>
                  <a:pt x="4514241" y="1996825"/>
                </a:lnTo>
                <a:lnTo>
                  <a:pt x="4515887" y="1997176"/>
                </a:lnTo>
                <a:lnTo>
                  <a:pt x="4517533" y="1997526"/>
                </a:lnTo>
                <a:lnTo>
                  <a:pt x="4519180" y="1997875"/>
                </a:lnTo>
                <a:lnTo>
                  <a:pt x="4520826" y="1998223"/>
                </a:lnTo>
                <a:lnTo>
                  <a:pt x="4522472" y="1998570"/>
                </a:lnTo>
                <a:lnTo>
                  <a:pt x="4524119" y="1998916"/>
                </a:lnTo>
                <a:lnTo>
                  <a:pt x="4525765" y="1999261"/>
                </a:lnTo>
                <a:lnTo>
                  <a:pt x="4527411" y="1999604"/>
                </a:lnTo>
                <a:lnTo>
                  <a:pt x="4529058" y="1999947"/>
                </a:lnTo>
                <a:lnTo>
                  <a:pt x="4530704" y="2000289"/>
                </a:lnTo>
                <a:lnTo>
                  <a:pt x="4532350" y="2000629"/>
                </a:lnTo>
                <a:lnTo>
                  <a:pt x="4533997" y="2000969"/>
                </a:lnTo>
                <a:lnTo>
                  <a:pt x="4535643" y="2001308"/>
                </a:lnTo>
                <a:lnTo>
                  <a:pt x="4537289" y="2001645"/>
                </a:lnTo>
                <a:lnTo>
                  <a:pt x="4538936" y="2001981"/>
                </a:lnTo>
                <a:lnTo>
                  <a:pt x="4540582" y="2002317"/>
                </a:lnTo>
                <a:lnTo>
                  <a:pt x="4542228" y="2002651"/>
                </a:lnTo>
                <a:lnTo>
                  <a:pt x="4543875" y="2002984"/>
                </a:lnTo>
                <a:lnTo>
                  <a:pt x="4545521" y="2003317"/>
                </a:lnTo>
                <a:lnTo>
                  <a:pt x="4547167" y="2003648"/>
                </a:lnTo>
                <a:lnTo>
                  <a:pt x="4548814" y="2003978"/>
                </a:lnTo>
                <a:lnTo>
                  <a:pt x="4550460" y="2004307"/>
                </a:lnTo>
                <a:lnTo>
                  <a:pt x="4552106" y="2004635"/>
                </a:lnTo>
                <a:lnTo>
                  <a:pt x="4553753" y="2004962"/>
                </a:lnTo>
                <a:lnTo>
                  <a:pt x="4555399" y="2005288"/>
                </a:lnTo>
                <a:lnTo>
                  <a:pt x="4557045" y="2005613"/>
                </a:lnTo>
                <a:lnTo>
                  <a:pt x="4558692" y="2005937"/>
                </a:lnTo>
                <a:lnTo>
                  <a:pt x="4560338" y="2006259"/>
                </a:lnTo>
                <a:lnTo>
                  <a:pt x="4561984" y="2006581"/>
                </a:lnTo>
                <a:lnTo>
                  <a:pt x="4563631" y="2006902"/>
                </a:lnTo>
                <a:lnTo>
                  <a:pt x="4565277" y="2007221"/>
                </a:lnTo>
                <a:lnTo>
                  <a:pt x="4566923" y="2007540"/>
                </a:lnTo>
                <a:lnTo>
                  <a:pt x="4568570" y="2007857"/>
                </a:lnTo>
                <a:lnTo>
                  <a:pt x="4570216" y="2008174"/>
                </a:lnTo>
                <a:lnTo>
                  <a:pt x="4571862" y="2008489"/>
                </a:lnTo>
                <a:lnTo>
                  <a:pt x="4573509" y="2008804"/>
                </a:lnTo>
                <a:lnTo>
                  <a:pt x="4575155" y="2009117"/>
                </a:lnTo>
                <a:lnTo>
                  <a:pt x="4576801" y="2009429"/>
                </a:lnTo>
                <a:lnTo>
                  <a:pt x="4578448" y="2009740"/>
                </a:lnTo>
                <a:lnTo>
                  <a:pt x="4580094" y="2010051"/>
                </a:lnTo>
                <a:lnTo>
                  <a:pt x="4581740" y="2010360"/>
                </a:lnTo>
                <a:lnTo>
                  <a:pt x="4583387" y="2010668"/>
                </a:lnTo>
                <a:lnTo>
                  <a:pt x="4585033" y="2010975"/>
                </a:lnTo>
                <a:lnTo>
                  <a:pt x="4586679" y="2011281"/>
                </a:lnTo>
                <a:lnTo>
                  <a:pt x="4588326" y="2011586"/>
                </a:lnTo>
                <a:lnTo>
                  <a:pt x="4589972" y="2011890"/>
                </a:lnTo>
                <a:lnTo>
                  <a:pt x="4591618" y="2012193"/>
                </a:lnTo>
                <a:lnTo>
                  <a:pt x="4593265" y="2012494"/>
                </a:lnTo>
                <a:lnTo>
                  <a:pt x="4594911" y="2012795"/>
                </a:lnTo>
                <a:lnTo>
                  <a:pt x="4596557" y="2013095"/>
                </a:lnTo>
                <a:lnTo>
                  <a:pt x="4598204" y="2013394"/>
                </a:lnTo>
                <a:lnTo>
                  <a:pt x="4599850" y="2013691"/>
                </a:lnTo>
                <a:lnTo>
                  <a:pt x="4601496" y="2013988"/>
                </a:lnTo>
                <a:lnTo>
                  <a:pt x="4603143" y="2014283"/>
                </a:lnTo>
                <a:lnTo>
                  <a:pt x="4604789" y="2014578"/>
                </a:lnTo>
                <a:lnTo>
                  <a:pt x="4606435" y="2014871"/>
                </a:lnTo>
                <a:lnTo>
                  <a:pt x="4608082" y="2015164"/>
                </a:lnTo>
                <a:lnTo>
                  <a:pt x="4609728" y="2015455"/>
                </a:lnTo>
                <a:lnTo>
                  <a:pt x="4611374" y="2015745"/>
                </a:lnTo>
                <a:lnTo>
                  <a:pt x="4613021" y="2016035"/>
                </a:lnTo>
                <a:lnTo>
                  <a:pt x="4614667" y="2016323"/>
                </a:lnTo>
                <a:lnTo>
                  <a:pt x="4616313" y="2016610"/>
                </a:lnTo>
                <a:lnTo>
                  <a:pt x="4617960" y="2016896"/>
                </a:lnTo>
                <a:lnTo>
                  <a:pt x="4619606" y="2017181"/>
                </a:lnTo>
                <a:lnTo>
                  <a:pt x="4621252" y="2017465"/>
                </a:lnTo>
                <a:lnTo>
                  <a:pt x="4622899" y="2017748"/>
                </a:lnTo>
                <a:lnTo>
                  <a:pt x="4624545" y="2018030"/>
                </a:lnTo>
                <a:lnTo>
                  <a:pt x="4626191" y="2018311"/>
                </a:lnTo>
                <a:lnTo>
                  <a:pt x="4627838" y="2018591"/>
                </a:lnTo>
                <a:lnTo>
                  <a:pt x="4629484" y="2018870"/>
                </a:lnTo>
                <a:lnTo>
                  <a:pt x="4631130" y="2019148"/>
                </a:lnTo>
                <a:lnTo>
                  <a:pt x="4632777" y="2019424"/>
                </a:lnTo>
                <a:lnTo>
                  <a:pt x="4634423" y="2019700"/>
                </a:lnTo>
                <a:lnTo>
                  <a:pt x="4636069" y="2019975"/>
                </a:lnTo>
                <a:lnTo>
                  <a:pt x="4637716" y="2020248"/>
                </a:lnTo>
                <a:lnTo>
                  <a:pt x="4639362" y="2020521"/>
                </a:lnTo>
                <a:lnTo>
                  <a:pt x="4641008" y="2020792"/>
                </a:lnTo>
                <a:lnTo>
                  <a:pt x="4642655" y="2021063"/>
                </a:lnTo>
                <a:lnTo>
                  <a:pt x="4644301" y="2021332"/>
                </a:lnTo>
                <a:lnTo>
                  <a:pt x="4645947" y="2021601"/>
                </a:lnTo>
                <a:lnTo>
                  <a:pt x="4647594" y="2021868"/>
                </a:lnTo>
                <a:lnTo>
                  <a:pt x="4649240" y="2022134"/>
                </a:lnTo>
                <a:lnTo>
                  <a:pt x="4650886" y="2022400"/>
                </a:lnTo>
                <a:lnTo>
                  <a:pt x="4652533" y="2022664"/>
                </a:lnTo>
                <a:lnTo>
                  <a:pt x="4654179" y="2022927"/>
                </a:lnTo>
                <a:lnTo>
                  <a:pt x="4655825" y="2023189"/>
                </a:lnTo>
                <a:lnTo>
                  <a:pt x="4657472" y="2023450"/>
                </a:lnTo>
                <a:lnTo>
                  <a:pt x="4659118" y="2023710"/>
                </a:lnTo>
                <a:lnTo>
                  <a:pt x="4660764" y="2023969"/>
                </a:lnTo>
                <a:lnTo>
                  <a:pt x="4662411" y="2024227"/>
                </a:lnTo>
                <a:lnTo>
                  <a:pt x="4664057" y="2024484"/>
                </a:lnTo>
                <a:lnTo>
                  <a:pt x="4665703" y="2024740"/>
                </a:lnTo>
                <a:lnTo>
                  <a:pt x="4667350" y="2024995"/>
                </a:lnTo>
                <a:lnTo>
                  <a:pt x="4668996" y="2025249"/>
                </a:lnTo>
                <a:lnTo>
                  <a:pt x="4670642" y="2025502"/>
                </a:lnTo>
                <a:lnTo>
                  <a:pt x="4672289" y="2025754"/>
                </a:lnTo>
                <a:lnTo>
                  <a:pt x="4673935" y="2026004"/>
                </a:lnTo>
                <a:lnTo>
                  <a:pt x="4675581" y="2026254"/>
                </a:lnTo>
                <a:lnTo>
                  <a:pt x="4677228" y="2026503"/>
                </a:lnTo>
                <a:lnTo>
                  <a:pt x="4678874" y="2026750"/>
                </a:lnTo>
                <a:lnTo>
                  <a:pt x="4680520" y="2026997"/>
                </a:lnTo>
                <a:lnTo>
                  <a:pt x="4682167" y="2027242"/>
                </a:lnTo>
                <a:lnTo>
                  <a:pt x="4683813" y="2027487"/>
                </a:lnTo>
                <a:lnTo>
                  <a:pt x="4685459" y="2027730"/>
                </a:lnTo>
                <a:lnTo>
                  <a:pt x="4687106" y="2027973"/>
                </a:lnTo>
                <a:lnTo>
                  <a:pt x="4688752" y="2028214"/>
                </a:lnTo>
                <a:lnTo>
                  <a:pt x="4690398" y="2028454"/>
                </a:lnTo>
                <a:lnTo>
                  <a:pt x="4692045" y="2028694"/>
                </a:lnTo>
                <a:lnTo>
                  <a:pt x="4693691" y="2028932"/>
                </a:lnTo>
                <a:lnTo>
                  <a:pt x="4695337" y="2029169"/>
                </a:lnTo>
                <a:lnTo>
                  <a:pt x="4696984" y="2029405"/>
                </a:lnTo>
                <a:lnTo>
                  <a:pt x="4698630" y="2029641"/>
                </a:lnTo>
                <a:lnTo>
                  <a:pt x="4700276" y="2029875"/>
                </a:lnTo>
                <a:lnTo>
                  <a:pt x="4701923" y="2030108"/>
                </a:lnTo>
                <a:lnTo>
                  <a:pt x="4703569" y="2030340"/>
                </a:lnTo>
                <a:lnTo>
                  <a:pt x="4705215" y="2030571"/>
                </a:lnTo>
                <a:lnTo>
                  <a:pt x="4706861" y="2030801"/>
                </a:lnTo>
                <a:lnTo>
                  <a:pt x="4708508" y="2031030"/>
                </a:lnTo>
                <a:lnTo>
                  <a:pt x="4710154" y="2031258"/>
                </a:lnTo>
                <a:lnTo>
                  <a:pt x="4711800" y="2031485"/>
                </a:lnTo>
                <a:lnTo>
                  <a:pt x="4713447" y="2031711"/>
                </a:lnTo>
                <a:lnTo>
                  <a:pt x="4715093" y="2031935"/>
                </a:lnTo>
                <a:lnTo>
                  <a:pt x="4716739" y="2032159"/>
                </a:lnTo>
                <a:lnTo>
                  <a:pt x="4718386" y="2032382"/>
                </a:lnTo>
                <a:lnTo>
                  <a:pt x="4720032" y="2032604"/>
                </a:lnTo>
                <a:lnTo>
                  <a:pt x="4721678" y="2032824"/>
                </a:lnTo>
                <a:lnTo>
                  <a:pt x="4723325" y="2033044"/>
                </a:lnTo>
                <a:lnTo>
                  <a:pt x="4724971" y="2033263"/>
                </a:lnTo>
                <a:lnTo>
                  <a:pt x="4726617" y="2033480"/>
                </a:lnTo>
                <a:lnTo>
                  <a:pt x="4728264" y="2033697"/>
                </a:lnTo>
                <a:lnTo>
                  <a:pt x="4729910" y="2033912"/>
                </a:lnTo>
                <a:lnTo>
                  <a:pt x="4731556" y="2034127"/>
                </a:lnTo>
                <a:lnTo>
                  <a:pt x="4733203" y="2034340"/>
                </a:lnTo>
                <a:lnTo>
                  <a:pt x="4734849" y="2034553"/>
                </a:lnTo>
                <a:lnTo>
                  <a:pt x="4736495" y="2034764"/>
                </a:lnTo>
                <a:lnTo>
                  <a:pt x="4738142" y="2034974"/>
                </a:lnTo>
                <a:lnTo>
                  <a:pt x="4739788" y="2035184"/>
                </a:lnTo>
                <a:lnTo>
                  <a:pt x="4741434" y="2035392"/>
                </a:lnTo>
                <a:lnTo>
                  <a:pt x="4743081" y="2035599"/>
                </a:lnTo>
                <a:lnTo>
                  <a:pt x="4744727" y="2035806"/>
                </a:lnTo>
                <a:lnTo>
                  <a:pt x="4746373" y="2036011"/>
                </a:lnTo>
                <a:lnTo>
                  <a:pt x="4748020" y="2036215"/>
                </a:lnTo>
                <a:lnTo>
                  <a:pt x="4749666" y="2036418"/>
                </a:lnTo>
                <a:lnTo>
                  <a:pt x="4751312" y="2036620"/>
                </a:lnTo>
                <a:lnTo>
                  <a:pt x="4752959" y="2036821"/>
                </a:lnTo>
                <a:lnTo>
                  <a:pt x="4754605" y="2037022"/>
                </a:lnTo>
                <a:lnTo>
                  <a:pt x="4756251" y="2037221"/>
                </a:lnTo>
                <a:lnTo>
                  <a:pt x="4757898" y="2037419"/>
                </a:lnTo>
                <a:lnTo>
                  <a:pt x="4759544" y="2037616"/>
                </a:lnTo>
                <a:lnTo>
                  <a:pt x="4761190" y="2037812"/>
                </a:lnTo>
                <a:lnTo>
                  <a:pt x="4762837" y="2038006"/>
                </a:lnTo>
                <a:lnTo>
                  <a:pt x="4764483" y="2038200"/>
                </a:lnTo>
                <a:lnTo>
                  <a:pt x="4766129" y="2038393"/>
                </a:lnTo>
                <a:lnTo>
                  <a:pt x="4767776" y="2038585"/>
                </a:lnTo>
                <a:lnTo>
                  <a:pt x="4769422" y="2038776"/>
                </a:lnTo>
                <a:lnTo>
                  <a:pt x="4771068" y="2038966"/>
                </a:lnTo>
                <a:lnTo>
                  <a:pt x="4772715" y="2039155"/>
                </a:lnTo>
                <a:lnTo>
                  <a:pt x="4774361" y="2039342"/>
                </a:lnTo>
                <a:lnTo>
                  <a:pt x="4776007" y="2039529"/>
                </a:lnTo>
                <a:lnTo>
                  <a:pt x="4777654" y="2039715"/>
                </a:lnTo>
                <a:lnTo>
                  <a:pt x="4779300" y="2039899"/>
                </a:lnTo>
                <a:lnTo>
                  <a:pt x="4780946" y="2040083"/>
                </a:lnTo>
                <a:lnTo>
                  <a:pt x="4782593" y="2040266"/>
                </a:lnTo>
                <a:lnTo>
                  <a:pt x="4784239" y="2040447"/>
                </a:lnTo>
                <a:lnTo>
                  <a:pt x="4785885" y="2040628"/>
                </a:lnTo>
                <a:lnTo>
                  <a:pt x="4787532" y="2040807"/>
                </a:lnTo>
                <a:lnTo>
                  <a:pt x="4789178" y="2040986"/>
                </a:lnTo>
                <a:lnTo>
                  <a:pt x="4790824" y="2041163"/>
                </a:lnTo>
                <a:lnTo>
                  <a:pt x="4792471" y="2041340"/>
                </a:lnTo>
                <a:lnTo>
                  <a:pt x="4794117" y="2041515"/>
                </a:lnTo>
                <a:lnTo>
                  <a:pt x="4795763" y="2041690"/>
                </a:lnTo>
                <a:lnTo>
                  <a:pt x="4797410" y="2041863"/>
                </a:lnTo>
                <a:lnTo>
                  <a:pt x="4799056" y="2042036"/>
                </a:lnTo>
                <a:lnTo>
                  <a:pt x="4800702" y="2042207"/>
                </a:lnTo>
                <a:lnTo>
                  <a:pt x="4802349" y="2042377"/>
                </a:lnTo>
                <a:lnTo>
                  <a:pt x="4803995" y="2042547"/>
                </a:lnTo>
                <a:lnTo>
                  <a:pt x="4805641" y="2042715"/>
                </a:lnTo>
                <a:lnTo>
                  <a:pt x="4807288" y="2042882"/>
                </a:lnTo>
                <a:lnTo>
                  <a:pt x="4808934" y="2043048"/>
                </a:lnTo>
                <a:lnTo>
                  <a:pt x="4810580" y="2043214"/>
                </a:lnTo>
                <a:lnTo>
                  <a:pt x="4812227" y="2043378"/>
                </a:lnTo>
                <a:lnTo>
                  <a:pt x="4813873" y="2043541"/>
                </a:lnTo>
                <a:lnTo>
                  <a:pt x="4815519" y="2043703"/>
                </a:lnTo>
                <a:lnTo>
                  <a:pt x="4817166" y="2043864"/>
                </a:lnTo>
                <a:lnTo>
                  <a:pt x="4818812" y="2044025"/>
                </a:lnTo>
                <a:lnTo>
                  <a:pt x="4820458" y="2044184"/>
                </a:lnTo>
                <a:lnTo>
                  <a:pt x="4822105" y="2044342"/>
                </a:lnTo>
                <a:lnTo>
                  <a:pt x="4823751" y="2044499"/>
                </a:lnTo>
                <a:lnTo>
                  <a:pt x="4825397" y="2044655"/>
                </a:lnTo>
                <a:lnTo>
                  <a:pt x="4827044" y="2044810"/>
                </a:lnTo>
                <a:lnTo>
                  <a:pt x="4828690" y="2044964"/>
                </a:lnTo>
                <a:lnTo>
                  <a:pt x="4830336" y="2045117"/>
                </a:lnTo>
                <a:lnTo>
                  <a:pt x="4831983" y="2045269"/>
                </a:lnTo>
                <a:lnTo>
                  <a:pt x="4833629" y="2045420"/>
                </a:lnTo>
                <a:lnTo>
                  <a:pt x="4835275" y="2045570"/>
                </a:lnTo>
                <a:lnTo>
                  <a:pt x="4836922" y="2045719"/>
                </a:lnTo>
                <a:lnTo>
                  <a:pt x="4838568" y="2045867"/>
                </a:lnTo>
                <a:lnTo>
                  <a:pt x="4840214" y="2046014"/>
                </a:lnTo>
                <a:lnTo>
                  <a:pt x="4841861" y="2046159"/>
                </a:lnTo>
                <a:lnTo>
                  <a:pt x="4843507" y="2046304"/>
                </a:lnTo>
                <a:lnTo>
                  <a:pt x="4845153" y="2046448"/>
                </a:lnTo>
                <a:lnTo>
                  <a:pt x="4846800" y="2046591"/>
                </a:lnTo>
                <a:lnTo>
                  <a:pt x="4848446" y="2046733"/>
                </a:lnTo>
                <a:lnTo>
                  <a:pt x="4850092" y="2046874"/>
                </a:lnTo>
                <a:lnTo>
                  <a:pt x="4851739" y="2047013"/>
                </a:lnTo>
                <a:lnTo>
                  <a:pt x="4853385" y="2047152"/>
                </a:lnTo>
                <a:lnTo>
                  <a:pt x="4855031" y="2047290"/>
                </a:lnTo>
                <a:lnTo>
                  <a:pt x="4856678" y="2047427"/>
                </a:lnTo>
                <a:lnTo>
                  <a:pt x="4858324" y="2047563"/>
                </a:lnTo>
                <a:lnTo>
                  <a:pt x="4859970" y="2047697"/>
                </a:lnTo>
                <a:lnTo>
                  <a:pt x="4861617" y="2047831"/>
                </a:lnTo>
                <a:lnTo>
                  <a:pt x="4863263" y="2047964"/>
                </a:lnTo>
                <a:lnTo>
                  <a:pt x="4864909" y="2048095"/>
                </a:lnTo>
                <a:lnTo>
                  <a:pt x="4866556" y="2048226"/>
                </a:lnTo>
                <a:lnTo>
                  <a:pt x="4868202" y="2048356"/>
                </a:lnTo>
                <a:lnTo>
                  <a:pt x="4869848" y="2048484"/>
                </a:lnTo>
                <a:lnTo>
                  <a:pt x="4871495" y="2048612"/>
                </a:lnTo>
                <a:lnTo>
                  <a:pt x="4873141" y="2048739"/>
                </a:lnTo>
                <a:lnTo>
                  <a:pt x="4874787" y="2048864"/>
                </a:lnTo>
                <a:lnTo>
                  <a:pt x="4876434" y="2048989"/>
                </a:lnTo>
                <a:lnTo>
                  <a:pt x="4878080" y="2049112"/>
                </a:lnTo>
                <a:lnTo>
                  <a:pt x="4879726" y="2049235"/>
                </a:lnTo>
                <a:lnTo>
                  <a:pt x="4881373" y="2049357"/>
                </a:lnTo>
                <a:lnTo>
                  <a:pt x="4883019" y="2049477"/>
                </a:lnTo>
                <a:lnTo>
                  <a:pt x="4884665" y="2049597"/>
                </a:lnTo>
                <a:lnTo>
                  <a:pt x="4886312" y="2049715"/>
                </a:lnTo>
                <a:lnTo>
                  <a:pt x="4887958" y="2049833"/>
                </a:lnTo>
                <a:lnTo>
                  <a:pt x="4889604" y="2049949"/>
                </a:lnTo>
                <a:lnTo>
                  <a:pt x="4891251" y="2050065"/>
                </a:lnTo>
                <a:lnTo>
                  <a:pt x="4892897" y="2050179"/>
                </a:lnTo>
                <a:lnTo>
                  <a:pt x="4894543" y="2050293"/>
                </a:lnTo>
                <a:lnTo>
                  <a:pt x="4896190" y="2050405"/>
                </a:lnTo>
                <a:lnTo>
                  <a:pt x="4897836" y="2050517"/>
                </a:lnTo>
                <a:lnTo>
                  <a:pt x="4899482" y="2050627"/>
                </a:lnTo>
                <a:lnTo>
                  <a:pt x="4901129" y="2050737"/>
                </a:lnTo>
                <a:lnTo>
                  <a:pt x="4902775" y="2050845"/>
                </a:lnTo>
                <a:lnTo>
                  <a:pt x="4904421" y="2050953"/>
                </a:lnTo>
                <a:lnTo>
                  <a:pt x="4906068" y="2051059"/>
                </a:lnTo>
                <a:lnTo>
                  <a:pt x="4907714" y="2051165"/>
                </a:lnTo>
                <a:lnTo>
                  <a:pt x="4909360" y="2051269"/>
                </a:lnTo>
                <a:lnTo>
                  <a:pt x="4911007" y="2051373"/>
                </a:lnTo>
                <a:lnTo>
                  <a:pt x="4912653" y="2051475"/>
                </a:lnTo>
                <a:lnTo>
                  <a:pt x="4914299" y="2051576"/>
                </a:lnTo>
                <a:lnTo>
                  <a:pt x="4915946" y="2051677"/>
                </a:lnTo>
                <a:lnTo>
                  <a:pt x="4917592" y="2051776"/>
                </a:lnTo>
                <a:lnTo>
                  <a:pt x="4919238" y="2051875"/>
                </a:lnTo>
                <a:lnTo>
                  <a:pt x="4920885" y="2051972"/>
                </a:lnTo>
                <a:lnTo>
                  <a:pt x="4922531" y="2052069"/>
                </a:lnTo>
                <a:lnTo>
                  <a:pt x="4924177" y="2052164"/>
                </a:lnTo>
                <a:lnTo>
                  <a:pt x="4925824" y="2052258"/>
                </a:lnTo>
                <a:lnTo>
                  <a:pt x="4927470" y="2052352"/>
                </a:lnTo>
                <a:lnTo>
                  <a:pt x="4929116" y="2052444"/>
                </a:lnTo>
                <a:lnTo>
                  <a:pt x="4930763" y="2052536"/>
                </a:lnTo>
                <a:lnTo>
                  <a:pt x="4932409" y="2052626"/>
                </a:lnTo>
                <a:lnTo>
                  <a:pt x="4934055" y="2052715"/>
                </a:lnTo>
                <a:lnTo>
                  <a:pt x="4935702" y="2052804"/>
                </a:lnTo>
                <a:lnTo>
                  <a:pt x="4937348" y="2052891"/>
                </a:lnTo>
                <a:lnTo>
                  <a:pt x="4938994" y="2052978"/>
                </a:lnTo>
                <a:lnTo>
                  <a:pt x="4940641" y="2053063"/>
                </a:lnTo>
                <a:lnTo>
                  <a:pt x="4942287" y="2053147"/>
                </a:lnTo>
                <a:lnTo>
                  <a:pt x="4943933" y="2053231"/>
                </a:lnTo>
                <a:lnTo>
                  <a:pt x="4945580" y="2053313"/>
                </a:lnTo>
                <a:lnTo>
                  <a:pt x="4947226" y="2053395"/>
                </a:lnTo>
                <a:lnTo>
                  <a:pt x="4948872" y="2053475"/>
                </a:lnTo>
                <a:lnTo>
                  <a:pt x="4950519" y="2053555"/>
                </a:lnTo>
                <a:lnTo>
                  <a:pt x="4952165" y="2053633"/>
                </a:lnTo>
                <a:lnTo>
                  <a:pt x="4953811" y="2053710"/>
                </a:lnTo>
                <a:lnTo>
                  <a:pt x="4955458" y="2053787"/>
                </a:lnTo>
                <a:lnTo>
                  <a:pt x="4957104" y="2053862"/>
                </a:lnTo>
                <a:lnTo>
                  <a:pt x="4958750" y="2053937"/>
                </a:lnTo>
                <a:lnTo>
                  <a:pt x="4960397" y="2054010"/>
                </a:lnTo>
                <a:lnTo>
                  <a:pt x="4962043" y="2054082"/>
                </a:lnTo>
                <a:lnTo>
                  <a:pt x="4963689" y="2054154"/>
                </a:lnTo>
                <a:lnTo>
                  <a:pt x="4965336" y="2054224"/>
                </a:lnTo>
                <a:lnTo>
                  <a:pt x="4966982" y="2054294"/>
                </a:lnTo>
                <a:lnTo>
                  <a:pt x="4968628" y="2054362"/>
                </a:lnTo>
                <a:lnTo>
                  <a:pt x="4970275" y="2054430"/>
                </a:lnTo>
                <a:lnTo>
                  <a:pt x="4971921" y="2054496"/>
                </a:lnTo>
                <a:lnTo>
                  <a:pt x="4973567" y="2054562"/>
                </a:lnTo>
                <a:lnTo>
                  <a:pt x="4975214" y="2054626"/>
                </a:lnTo>
                <a:lnTo>
                  <a:pt x="4976860" y="2054690"/>
                </a:lnTo>
                <a:lnTo>
                  <a:pt x="4978506" y="2054752"/>
                </a:lnTo>
                <a:lnTo>
                  <a:pt x="4980153" y="2054814"/>
                </a:lnTo>
                <a:lnTo>
                  <a:pt x="4981799" y="2054874"/>
                </a:lnTo>
                <a:lnTo>
                  <a:pt x="4983445" y="2054934"/>
                </a:lnTo>
                <a:lnTo>
                  <a:pt x="4985092" y="2054992"/>
                </a:lnTo>
                <a:lnTo>
                  <a:pt x="4986738" y="2055050"/>
                </a:lnTo>
                <a:lnTo>
                  <a:pt x="4988384" y="2055106"/>
                </a:lnTo>
                <a:lnTo>
                  <a:pt x="4990031" y="2055162"/>
                </a:lnTo>
                <a:lnTo>
                  <a:pt x="4991677" y="2055216"/>
                </a:lnTo>
                <a:lnTo>
                  <a:pt x="4993323" y="2055270"/>
                </a:lnTo>
                <a:lnTo>
                  <a:pt x="4994970" y="2055322"/>
                </a:lnTo>
                <a:lnTo>
                  <a:pt x="4996616" y="2055374"/>
                </a:lnTo>
                <a:lnTo>
                  <a:pt x="4998262" y="2055425"/>
                </a:lnTo>
                <a:lnTo>
                  <a:pt x="4999909" y="2055474"/>
                </a:lnTo>
                <a:lnTo>
                  <a:pt x="5001555" y="2055523"/>
                </a:lnTo>
                <a:lnTo>
                  <a:pt x="5003201" y="2055571"/>
                </a:lnTo>
                <a:lnTo>
                  <a:pt x="5004848" y="2055617"/>
                </a:lnTo>
                <a:lnTo>
                  <a:pt x="5006494" y="2055663"/>
                </a:lnTo>
                <a:lnTo>
                  <a:pt x="5008140" y="2055708"/>
                </a:lnTo>
                <a:lnTo>
                  <a:pt x="5009787" y="2055751"/>
                </a:lnTo>
                <a:lnTo>
                  <a:pt x="5011433" y="2055794"/>
                </a:lnTo>
                <a:lnTo>
                  <a:pt x="5013079" y="2055836"/>
                </a:lnTo>
                <a:lnTo>
                  <a:pt x="5014726" y="2055876"/>
                </a:lnTo>
                <a:lnTo>
                  <a:pt x="5016372" y="2055916"/>
                </a:lnTo>
                <a:lnTo>
                  <a:pt x="5018018" y="2055955"/>
                </a:lnTo>
                <a:lnTo>
                  <a:pt x="5019664" y="2055993"/>
                </a:lnTo>
                <a:lnTo>
                  <a:pt x="5021311" y="2056029"/>
                </a:lnTo>
                <a:lnTo>
                  <a:pt x="5022957" y="2056065"/>
                </a:lnTo>
                <a:lnTo>
                  <a:pt x="5024603" y="2056100"/>
                </a:lnTo>
                <a:lnTo>
                  <a:pt x="5026250" y="2056134"/>
                </a:lnTo>
                <a:lnTo>
                  <a:pt x="5027896" y="2056167"/>
                </a:lnTo>
                <a:lnTo>
                  <a:pt x="5029542" y="2056199"/>
                </a:lnTo>
                <a:lnTo>
                  <a:pt x="5031189" y="2056230"/>
                </a:lnTo>
                <a:lnTo>
                  <a:pt x="5032835" y="2056259"/>
                </a:lnTo>
                <a:lnTo>
                  <a:pt x="5034481" y="2056288"/>
                </a:lnTo>
                <a:lnTo>
                  <a:pt x="5036128" y="2056316"/>
                </a:lnTo>
                <a:lnTo>
                  <a:pt x="5037774" y="2056343"/>
                </a:lnTo>
                <a:lnTo>
                  <a:pt x="5039420" y="2056369"/>
                </a:lnTo>
                <a:lnTo>
                  <a:pt x="5041067" y="2056394"/>
                </a:lnTo>
                <a:lnTo>
                  <a:pt x="5042713" y="2056418"/>
                </a:lnTo>
                <a:lnTo>
                  <a:pt x="5044359" y="2056441"/>
                </a:lnTo>
                <a:lnTo>
                  <a:pt x="5046006" y="2056463"/>
                </a:lnTo>
                <a:lnTo>
                  <a:pt x="5047652" y="2056484"/>
                </a:lnTo>
                <a:lnTo>
                  <a:pt x="5049298" y="2056505"/>
                </a:lnTo>
                <a:lnTo>
                  <a:pt x="5050945" y="2056524"/>
                </a:lnTo>
                <a:lnTo>
                  <a:pt x="5052591" y="2056542"/>
                </a:lnTo>
                <a:lnTo>
                  <a:pt x="5054237" y="2056559"/>
                </a:lnTo>
                <a:lnTo>
                  <a:pt x="5055884" y="2056575"/>
                </a:lnTo>
                <a:lnTo>
                  <a:pt x="5057530" y="2056590"/>
                </a:lnTo>
                <a:lnTo>
                  <a:pt x="5059176" y="2056605"/>
                </a:lnTo>
                <a:lnTo>
                  <a:pt x="5060823" y="2056618"/>
                </a:lnTo>
                <a:lnTo>
                  <a:pt x="5062469" y="2056630"/>
                </a:lnTo>
                <a:lnTo>
                  <a:pt x="5064115" y="2056641"/>
                </a:lnTo>
                <a:lnTo>
                  <a:pt x="5065762" y="2056652"/>
                </a:lnTo>
                <a:lnTo>
                  <a:pt x="5067408" y="2056661"/>
                </a:lnTo>
                <a:lnTo>
                  <a:pt x="5069054" y="2056670"/>
                </a:lnTo>
                <a:lnTo>
                  <a:pt x="5070701" y="2056677"/>
                </a:lnTo>
                <a:lnTo>
                  <a:pt x="5072347" y="2056683"/>
                </a:lnTo>
                <a:lnTo>
                  <a:pt x="5073993" y="2056689"/>
                </a:lnTo>
                <a:lnTo>
                  <a:pt x="5075640" y="2056693"/>
                </a:lnTo>
                <a:lnTo>
                  <a:pt x="5077286" y="2056697"/>
                </a:lnTo>
                <a:lnTo>
                  <a:pt x="5078932" y="2056699"/>
                </a:lnTo>
                <a:lnTo>
                  <a:pt x="5080579" y="2056701"/>
                </a:lnTo>
                <a:lnTo>
                  <a:pt x="5082225" y="2056701"/>
                </a:lnTo>
                <a:lnTo>
                  <a:pt x="5083871" y="2056701"/>
                </a:lnTo>
                <a:lnTo>
                  <a:pt x="5085518" y="2056700"/>
                </a:lnTo>
                <a:lnTo>
                  <a:pt x="5087164" y="2056697"/>
                </a:lnTo>
                <a:lnTo>
                  <a:pt x="5088810" y="2056694"/>
                </a:lnTo>
                <a:lnTo>
                  <a:pt x="5090457" y="2056690"/>
                </a:lnTo>
                <a:lnTo>
                  <a:pt x="5092103" y="2056685"/>
                </a:lnTo>
                <a:lnTo>
                  <a:pt x="5093749" y="2056678"/>
                </a:lnTo>
                <a:lnTo>
                  <a:pt x="5095396" y="2056671"/>
                </a:lnTo>
                <a:lnTo>
                  <a:pt x="5097042" y="2056663"/>
                </a:lnTo>
                <a:lnTo>
                  <a:pt x="5098688" y="2056654"/>
                </a:lnTo>
                <a:lnTo>
                  <a:pt x="5100335" y="2056644"/>
                </a:lnTo>
                <a:lnTo>
                  <a:pt x="5101981" y="2056633"/>
                </a:lnTo>
                <a:lnTo>
                  <a:pt x="5103627" y="2056621"/>
                </a:lnTo>
                <a:lnTo>
                  <a:pt x="5105274" y="2056608"/>
                </a:lnTo>
                <a:lnTo>
                  <a:pt x="5106920" y="2056594"/>
                </a:lnTo>
                <a:lnTo>
                  <a:pt x="5108566" y="2056579"/>
                </a:lnTo>
                <a:lnTo>
                  <a:pt x="5110213" y="2056563"/>
                </a:lnTo>
                <a:lnTo>
                  <a:pt x="5111859" y="2056546"/>
                </a:lnTo>
                <a:lnTo>
                  <a:pt x="5113505" y="2056529"/>
                </a:lnTo>
                <a:lnTo>
                  <a:pt x="5115152" y="2056510"/>
                </a:lnTo>
                <a:lnTo>
                  <a:pt x="5116798" y="2056490"/>
                </a:lnTo>
                <a:lnTo>
                  <a:pt x="5118444" y="2056469"/>
                </a:lnTo>
                <a:lnTo>
                  <a:pt x="5120091" y="2056448"/>
                </a:lnTo>
                <a:lnTo>
                  <a:pt x="5121737" y="2056425"/>
                </a:lnTo>
                <a:lnTo>
                  <a:pt x="5123383" y="2056401"/>
                </a:lnTo>
                <a:lnTo>
                  <a:pt x="5125030" y="2056377"/>
                </a:lnTo>
                <a:lnTo>
                  <a:pt x="5126676" y="2056351"/>
                </a:lnTo>
                <a:lnTo>
                  <a:pt x="5128322" y="2056325"/>
                </a:lnTo>
                <a:lnTo>
                  <a:pt x="5129969" y="2056297"/>
                </a:lnTo>
                <a:lnTo>
                  <a:pt x="5131615" y="2056269"/>
                </a:lnTo>
                <a:lnTo>
                  <a:pt x="5133261" y="2056240"/>
                </a:lnTo>
                <a:lnTo>
                  <a:pt x="5134908" y="2056209"/>
                </a:lnTo>
                <a:lnTo>
                  <a:pt x="5136554" y="2056178"/>
                </a:lnTo>
                <a:lnTo>
                  <a:pt x="5138200" y="2056146"/>
                </a:lnTo>
                <a:lnTo>
                  <a:pt x="5139847" y="2056113"/>
                </a:lnTo>
                <a:lnTo>
                  <a:pt x="5141493" y="2056078"/>
                </a:lnTo>
                <a:lnTo>
                  <a:pt x="5143139" y="2056043"/>
                </a:lnTo>
                <a:lnTo>
                  <a:pt x="5144786" y="2056007"/>
                </a:lnTo>
                <a:lnTo>
                  <a:pt x="5146432" y="2055970"/>
                </a:lnTo>
                <a:lnTo>
                  <a:pt x="5148078" y="2055932"/>
                </a:lnTo>
                <a:lnTo>
                  <a:pt x="5149725" y="2055893"/>
                </a:lnTo>
                <a:lnTo>
                  <a:pt x="5151371" y="2055853"/>
                </a:lnTo>
                <a:lnTo>
                  <a:pt x="5153017" y="2055812"/>
                </a:lnTo>
                <a:lnTo>
                  <a:pt x="5154664" y="2055771"/>
                </a:lnTo>
                <a:lnTo>
                  <a:pt x="5156310" y="2055728"/>
                </a:lnTo>
                <a:lnTo>
                  <a:pt x="5157956" y="2055684"/>
                </a:lnTo>
                <a:lnTo>
                  <a:pt x="5159603" y="2055639"/>
                </a:lnTo>
                <a:lnTo>
                  <a:pt x="5161249" y="2055594"/>
                </a:lnTo>
                <a:lnTo>
                  <a:pt x="5162895" y="2055547"/>
                </a:lnTo>
                <a:lnTo>
                  <a:pt x="5164542" y="2055500"/>
                </a:lnTo>
                <a:lnTo>
                  <a:pt x="5166188" y="2055451"/>
                </a:lnTo>
                <a:lnTo>
                  <a:pt x="5167834" y="2055402"/>
                </a:lnTo>
                <a:lnTo>
                  <a:pt x="5169481" y="2055351"/>
                </a:lnTo>
                <a:lnTo>
                  <a:pt x="5171127" y="2055300"/>
                </a:lnTo>
                <a:lnTo>
                  <a:pt x="5172773" y="2055248"/>
                </a:lnTo>
                <a:lnTo>
                  <a:pt x="5174420" y="2055194"/>
                </a:lnTo>
                <a:lnTo>
                  <a:pt x="5176066" y="2055140"/>
                </a:lnTo>
                <a:lnTo>
                  <a:pt x="5177712" y="2055085"/>
                </a:lnTo>
                <a:lnTo>
                  <a:pt x="5179359" y="2055029"/>
                </a:lnTo>
                <a:lnTo>
                  <a:pt x="5181005" y="2054972"/>
                </a:lnTo>
                <a:lnTo>
                  <a:pt x="5182651" y="2054914"/>
                </a:lnTo>
                <a:lnTo>
                  <a:pt x="5184298" y="2054855"/>
                </a:lnTo>
                <a:lnTo>
                  <a:pt x="5185944" y="2054795"/>
                </a:lnTo>
                <a:lnTo>
                  <a:pt x="5187590" y="2054734"/>
                </a:lnTo>
                <a:lnTo>
                  <a:pt x="5189237" y="2054672"/>
                </a:lnTo>
                <a:lnTo>
                  <a:pt x="5190883" y="2054609"/>
                </a:lnTo>
                <a:lnTo>
                  <a:pt x="5192529" y="2054546"/>
                </a:lnTo>
                <a:lnTo>
                  <a:pt x="5194176" y="2054481"/>
                </a:lnTo>
                <a:lnTo>
                  <a:pt x="5195822" y="2054415"/>
                </a:lnTo>
                <a:lnTo>
                  <a:pt x="5197468" y="2054349"/>
                </a:lnTo>
                <a:lnTo>
                  <a:pt x="5199115" y="2054281"/>
                </a:lnTo>
                <a:lnTo>
                  <a:pt x="5200761" y="2054213"/>
                </a:lnTo>
                <a:lnTo>
                  <a:pt x="5202407" y="2054144"/>
                </a:lnTo>
                <a:lnTo>
                  <a:pt x="5204054" y="2054073"/>
                </a:lnTo>
                <a:lnTo>
                  <a:pt x="5205700" y="2054002"/>
                </a:lnTo>
                <a:lnTo>
                  <a:pt x="5207346" y="2053930"/>
                </a:lnTo>
                <a:lnTo>
                  <a:pt x="5208993" y="2053857"/>
                </a:lnTo>
                <a:lnTo>
                  <a:pt x="5210639" y="2053783"/>
                </a:lnTo>
                <a:lnTo>
                  <a:pt x="5212285" y="2053708"/>
                </a:lnTo>
                <a:lnTo>
                  <a:pt x="5213932" y="2053632"/>
                </a:lnTo>
                <a:lnTo>
                  <a:pt x="5215578" y="2053555"/>
                </a:lnTo>
                <a:lnTo>
                  <a:pt x="5217224" y="2053477"/>
                </a:lnTo>
                <a:lnTo>
                  <a:pt x="5218871" y="2053398"/>
                </a:lnTo>
                <a:lnTo>
                  <a:pt x="5220517" y="2053318"/>
                </a:lnTo>
                <a:lnTo>
                  <a:pt x="5222163" y="2053237"/>
                </a:lnTo>
                <a:lnTo>
                  <a:pt x="5223810" y="2053156"/>
                </a:lnTo>
                <a:lnTo>
                  <a:pt x="5225456" y="2053073"/>
                </a:lnTo>
                <a:lnTo>
                  <a:pt x="5227102" y="2052990"/>
                </a:lnTo>
                <a:lnTo>
                  <a:pt x="5228749" y="2052905"/>
                </a:lnTo>
                <a:lnTo>
                  <a:pt x="5230395" y="2052820"/>
                </a:lnTo>
                <a:lnTo>
                  <a:pt x="5232041" y="2052734"/>
                </a:lnTo>
                <a:lnTo>
                  <a:pt x="5233688" y="2052646"/>
                </a:lnTo>
                <a:lnTo>
                  <a:pt x="5235334" y="2052558"/>
                </a:lnTo>
                <a:lnTo>
                  <a:pt x="5236980" y="2052469"/>
                </a:lnTo>
                <a:lnTo>
                  <a:pt x="5238627" y="2052379"/>
                </a:lnTo>
                <a:lnTo>
                  <a:pt x="5240273" y="2052288"/>
                </a:lnTo>
                <a:lnTo>
                  <a:pt x="5241919" y="2052196"/>
                </a:lnTo>
                <a:lnTo>
                  <a:pt x="5243566" y="2052103"/>
                </a:lnTo>
                <a:lnTo>
                  <a:pt x="5245212" y="2052009"/>
                </a:lnTo>
                <a:lnTo>
                  <a:pt x="5246858" y="2051915"/>
                </a:lnTo>
                <a:lnTo>
                  <a:pt x="5248505" y="2051819"/>
                </a:lnTo>
                <a:lnTo>
                  <a:pt x="5250151" y="2051722"/>
                </a:lnTo>
                <a:lnTo>
                  <a:pt x="5251797" y="2051625"/>
                </a:lnTo>
                <a:lnTo>
                  <a:pt x="5253444" y="2051526"/>
                </a:lnTo>
                <a:lnTo>
                  <a:pt x="5255090" y="2051427"/>
                </a:lnTo>
                <a:lnTo>
                  <a:pt x="5256736" y="2051327"/>
                </a:lnTo>
                <a:lnTo>
                  <a:pt x="5258383" y="2051225"/>
                </a:lnTo>
                <a:lnTo>
                  <a:pt x="5260029" y="2051123"/>
                </a:lnTo>
                <a:lnTo>
                  <a:pt x="5261675" y="2051020"/>
                </a:lnTo>
                <a:lnTo>
                  <a:pt x="5263322" y="2050916"/>
                </a:lnTo>
                <a:lnTo>
                  <a:pt x="5264968" y="2050811"/>
                </a:lnTo>
                <a:lnTo>
                  <a:pt x="5266614" y="2050705"/>
                </a:lnTo>
                <a:lnTo>
                  <a:pt x="5268261" y="2050598"/>
                </a:lnTo>
                <a:lnTo>
                  <a:pt x="5269907" y="2050490"/>
                </a:lnTo>
                <a:lnTo>
                  <a:pt x="5271553" y="2050382"/>
                </a:lnTo>
                <a:lnTo>
                  <a:pt x="5273200" y="2050272"/>
                </a:lnTo>
                <a:lnTo>
                  <a:pt x="5274846" y="2050162"/>
                </a:lnTo>
                <a:lnTo>
                  <a:pt x="5276492" y="2050050"/>
                </a:lnTo>
                <a:lnTo>
                  <a:pt x="5278139" y="2049938"/>
                </a:lnTo>
                <a:lnTo>
                  <a:pt x="5279785" y="2049824"/>
                </a:lnTo>
                <a:lnTo>
                  <a:pt x="5281431" y="2049710"/>
                </a:lnTo>
                <a:lnTo>
                  <a:pt x="5283078" y="2049595"/>
                </a:lnTo>
                <a:lnTo>
                  <a:pt x="5284724" y="2049479"/>
                </a:lnTo>
                <a:lnTo>
                  <a:pt x="5286370" y="2049362"/>
                </a:lnTo>
                <a:lnTo>
                  <a:pt x="5288017" y="2049244"/>
                </a:lnTo>
                <a:lnTo>
                  <a:pt x="5289663" y="2049125"/>
                </a:lnTo>
                <a:lnTo>
                  <a:pt x="5291309" y="2049005"/>
                </a:lnTo>
                <a:lnTo>
                  <a:pt x="5292956" y="2048884"/>
                </a:lnTo>
                <a:lnTo>
                  <a:pt x="5294602" y="2048763"/>
                </a:lnTo>
                <a:lnTo>
                  <a:pt x="5296248" y="2048640"/>
                </a:lnTo>
                <a:lnTo>
                  <a:pt x="5297895" y="2048517"/>
                </a:lnTo>
                <a:lnTo>
                  <a:pt x="5299541" y="2048392"/>
                </a:lnTo>
                <a:lnTo>
                  <a:pt x="5301187" y="2048267"/>
                </a:lnTo>
                <a:lnTo>
                  <a:pt x="5302834" y="2048141"/>
                </a:lnTo>
                <a:lnTo>
                  <a:pt x="5304480" y="2048014"/>
                </a:lnTo>
                <a:lnTo>
                  <a:pt x="5306126" y="2047886"/>
                </a:lnTo>
                <a:lnTo>
                  <a:pt x="5307773" y="2047757"/>
                </a:lnTo>
                <a:lnTo>
                  <a:pt x="5309419" y="2047627"/>
                </a:lnTo>
                <a:lnTo>
                  <a:pt x="5311065" y="2047496"/>
                </a:lnTo>
                <a:lnTo>
                  <a:pt x="5312712" y="2047364"/>
                </a:lnTo>
                <a:lnTo>
                  <a:pt x="5314358" y="2047231"/>
                </a:lnTo>
                <a:lnTo>
                  <a:pt x="5316004" y="2047098"/>
                </a:lnTo>
                <a:lnTo>
                  <a:pt x="5317651" y="2046963"/>
                </a:lnTo>
                <a:lnTo>
                  <a:pt x="5319297" y="2046828"/>
                </a:lnTo>
                <a:lnTo>
                  <a:pt x="5320943" y="2046692"/>
                </a:lnTo>
                <a:lnTo>
                  <a:pt x="5322590" y="2046554"/>
                </a:lnTo>
                <a:lnTo>
                  <a:pt x="5324236" y="2046416"/>
                </a:lnTo>
                <a:lnTo>
                  <a:pt x="5325882" y="2046277"/>
                </a:lnTo>
                <a:lnTo>
                  <a:pt x="5327529" y="2046137"/>
                </a:lnTo>
                <a:lnTo>
                  <a:pt x="5329175" y="2045996"/>
                </a:lnTo>
                <a:lnTo>
                  <a:pt x="5330821" y="2045854"/>
                </a:lnTo>
                <a:lnTo>
                  <a:pt x="5332467" y="2045712"/>
                </a:lnTo>
                <a:lnTo>
                  <a:pt x="5334114" y="2045568"/>
                </a:lnTo>
                <a:lnTo>
                  <a:pt x="5335760" y="2045424"/>
                </a:lnTo>
                <a:lnTo>
                  <a:pt x="5337406" y="2045278"/>
                </a:lnTo>
                <a:lnTo>
                  <a:pt x="5339053" y="2045132"/>
                </a:lnTo>
                <a:lnTo>
                  <a:pt x="5340699" y="2044984"/>
                </a:lnTo>
                <a:lnTo>
                  <a:pt x="5342345" y="2044836"/>
                </a:lnTo>
                <a:lnTo>
                  <a:pt x="5343992" y="2044687"/>
                </a:lnTo>
                <a:lnTo>
                  <a:pt x="5345638" y="2044537"/>
                </a:lnTo>
                <a:lnTo>
                  <a:pt x="5347284" y="2044386"/>
                </a:lnTo>
                <a:lnTo>
                  <a:pt x="5348931" y="2044235"/>
                </a:lnTo>
                <a:lnTo>
                  <a:pt x="5350577" y="2044082"/>
                </a:lnTo>
                <a:lnTo>
                  <a:pt x="5352223" y="2043928"/>
                </a:lnTo>
                <a:lnTo>
                  <a:pt x="5353870" y="2043774"/>
                </a:lnTo>
                <a:lnTo>
                  <a:pt x="5355516" y="2043618"/>
                </a:lnTo>
                <a:lnTo>
                  <a:pt x="5357162" y="2043462"/>
                </a:lnTo>
                <a:lnTo>
                  <a:pt x="5358809" y="2043305"/>
                </a:lnTo>
                <a:lnTo>
                  <a:pt x="5360455" y="2043147"/>
                </a:lnTo>
                <a:lnTo>
                  <a:pt x="5362101" y="2042987"/>
                </a:lnTo>
                <a:lnTo>
                  <a:pt x="5363748" y="2042828"/>
                </a:lnTo>
                <a:lnTo>
                  <a:pt x="5365394" y="2042667"/>
                </a:lnTo>
                <a:lnTo>
                  <a:pt x="5367040" y="2042505"/>
                </a:lnTo>
                <a:lnTo>
                  <a:pt x="5368687" y="2042342"/>
                </a:lnTo>
                <a:lnTo>
                  <a:pt x="5370333" y="2042179"/>
                </a:lnTo>
                <a:lnTo>
                  <a:pt x="5371979" y="2042014"/>
                </a:lnTo>
                <a:lnTo>
                  <a:pt x="5373626" y="2041849"/>
                </a:lnTo>
                <a:lnTo>
                  <a:pt x="5375272" y="2041683"/>
                </a:lnTo>
                <a:lnTo>
                  <a:pt x="5376918" y="2041516"/>
                </a:lnTo>
                <a:lnTo>
                  <a:pt x="5378565" y="2041347"/>
                </a:lnTo>
                <a:lnTo>
                  <a:pt x="5380211" y="2041179"/>
                </a:lnTo>
                <a:lnTo>
                  <a:pt x="5381857" y="2041009"/>
                </a:lnTo>
                <a:lnTo>
                  <a:pt x="5383504" y="2040838"/>
                </a:lnTo>
                <a:lnTo>
                  <a:pt x="5385150" y="2040666"/>
                </a:lnTo>
                <a:lnTo>
                  <a:pt x="5386796" y="2040494"/>
                </a:lnTo>
                <a:lnTo>
                  <a:pt x="5388443" y="2040320"/>
                </a:lnTo>
                <a:lnTo>
                  <a:pt x="5390089" y="2040146"/>
                </a:lnTo>
                <a:lnTo>
                  <a:pt x="5391735" y="2039971"/>
                </a:lnTo>
                <a:lnTo>
                  <a:pt x="5393382" y="2039795"/>
                </a:lnTo>
                <a:lnTo>
                  <a:pt x="5395028" y="2039618"/>
                </a:lnTo>
                <a:lnTo>
                  <a:pt x="5396674" y="2039440"/>
                </a:lnTo>
                <a:lnTo>
                  <a:pt x="5398321" y="2039261"/>
                </a:lnTo>
                <a:lnTo>
                  <a:pt x="5399967" y="2039081"/>
                </a:lnTo>
                <a:lnTo>
                  <a:pt x="5401613" y="2038901"/>
                </a:lnTo>
                <a:lnTo>
                  <a:pt x="5403260" y="2038719"/>
                </a:lnTo>
                <a:lnTo>
                  <a:pt x="5404906" y="2038537"/>
                </a:lnTo>
                <a:lnTo>
                  <a:pt x="5406552" y="2038354"/>
                </a:lnTo>
                <a:lnTo>
                  <a:pt x="5408199" y="2038169"/>
                </a:lnTo>
                <a:lnTo>
                  <a:pt x="5409845" y="2037984"/>
                </a:lnTo>
                <a:lnTo>
                  <a:pt x="5411491" y="2037798"/>
                </a:lnTo>
                <a:lnTo>
                  <a:pt x="5413138" y="2037612"/>
                </a:lnTo>
                <a:lnTo>
                  <a:pt x="5414784" y="2037424"/>
                </a:lnTo>
                <a:lnTo>
                  <a:pt x="5416430" y="2037235"/>
                </a:lnTo>
                <a:lnTo>
                  <a:pt x="5418077" y="2037046"/>
                </a:lnTo>
                <a:lnTo>
                  <a:pt x="5419723" y="2036855"/>
                </a:lnTo>
                <a:lnTo>
                  <a:pt x="5421369" y="2036664"/>
                </a:lnTo>
                <a:lnTo>
                  <a:pt x="5423016" y="2036472"/>
                </a:lnTo>
                <a:lnTo>
                  <a:pt x="5424662" y="2036279"/>
                </a:lnTo>
                <a:lnTo>
                  <a:pt x="5426308" y="2036085"/>
                </a:lnTo>
                <a:lnTo>
                  <a:pt x="5427955" y="2035890"/>
                </a:lnTo>
                <a:lnTo>
                  <a:pt x="5429601" y="2035695"/>
                </a:lnTo>
                <a:lnTo>
                  <a:pt x="5431247" y="2035498"/>
                </a:lnTo>
                <a:lnTo>
                  <a:pt x="5432894" y="2035301"/>
                </a:lnTo>
                <a:lnTo>
                  <a:pt x="5434540" y="2035102"/>
                </a:lnTo>
                <a:lnTo>
                  <a:pt x="5436186" y="2034903"/>
                </a:lnTo>
                <a:lnTo>
                  <a:pt x="5437833" y="2034703"/>
                </a:lnTo>
                <a:lnTo>
                  <a:pt x="5439479" y="2034502"/>
                </a:lnTo>
                <a:lnTo>
                  <a:pt x="5441125" y="2034300"/>
                </a:lnTo>
                <a:lnTo>
                  <a:pt x="5442772" y="2034097"/>
                </a:lnTo>
                <a:lnTo>
                  <a:pt x="5444418" y="2033894"/>
                </a:lnTo>
                <a:lnTo>
                  <a:pt x="5446064" y="2033689"/>
                </a:lnTo>
                <a:lnTo>
                  <a:pt x="5447711" y="2033484"/>
                </a:lnTo>
                <a:lnTo>
                  <a:pt x="5449357" y="2033278"/>
                </a:lnTo>
                <a:lnTo>
                  <a:pt x="5451003" y="2033071"/>
                </a:lnTo>
                <a:lnTo>
                  <a:pt x="5452650" y="2032863"/>
                </a:lnTo>
                <a:lnTo>
                  <a:pt x="5454296" y="2032654"/>
                </a:lnTo>
                <a:lnTo>
                  <a:pt x="5455942" y="2032444"/>
                </a:lnTo>
                <a:lnTo>
                  <a:pt x="5457589" y="2032233"/>
                </a:lnTo>
                <a:lnTo>
                  <a:pt x="5459235" y="2032022"/>
                </a:lnTo>
                <a:lnTo>
                  <a:pt x="5460881" y="2031810"/>
                </a:lnTo>
                <a:lnTo>
                  <a:pt x="5462528" y="2031596"/>
                </a:lnTo>
                <a:lnTo>
                  <a:pt x="5464174" y="2031382"/>
                </a:lnTo>
                <a:lnTo>
                  <a:pt x="5465820" y="2031167"/>
                </a:lnTo>
                <a:lnTo>
                  <a:pt x="5467467" y="2030951"/>
                </a:lnTo>
                <a:lnTo>
                  <a:pt x="5469113" y="2030735"/>
                </a:lnTo>
                <a:lnTo>
                  <a:pt x="5470759" y="2030517"/>
                </a:lnTo>
                <a:lnTo>
                  <a:pt x="5472406" y="2030298"/>
                </a:lnTo>
                <a:lnTo>
                  <a:pt x="5474052" y="2030079"/>
                </a:lnTo>
                <a:lnTo>
                  <a:pt x="5475698" y="2029859"/>
                </a:lnTo>
                <a:lnTo>
                  <a:pt x="5477345" y="2029638"/>
                </a:lnTo>
                <a:lnTo>
                  <a:pt x="5478991" y="2029416"/>
                </a:lnTo>
                <a:lnTo>
                  <a:pt x="5480637" y="2029193"/>
                </a:lnTo>
                <a:lnTo>
                  <a:pt x="5482284" y="2028969"/>
                </a:lnTo>
                <a:lnTo>
                  <a:pt x="5483930" y="2028745"/>
                </a:lnTo>
                <a:lnTo>
                  <a:pt x="5485576" y="2028519"/>
                </a:lnTo>
                <a:lnTo>
                  <a:pt x="5487223" y="2028293"/>
                </a:lnTo>
                <a:lnTo>
                  <a:pt x="5488869" y="2028066"/>
                </a:lnTo>
                <a:lnTo>
                  <a:pt x="5490515" y="2027838"/>
                </a:lnTo>
                <a:lnTo>
                  <a:pt x="5492162" y="2027609"/>
                </a:lnTo>
                <a:lnTo>
                  <a:pt x="5493808" y="2027379"/>
                </a:lnTo>
                <a:lnTo>
                  <a:pt x="5495454" y="2027148"/>
                </a:lnTo>
                <a:lnTo>
                  <a:pt x="5497101" y="2026917"/>
                </a:lnTo>
                <a:lnTo>
                  <a:pt x="5498747" y="2026685"/>
                </a:lnTo>
                <a:lnTo>
                  <a:pt x="5500393" y="2026451"/>
                </a:lnTo>
                <a:lnTo>
                  <a:pt x="5502040" y="2026217"/>
                </a:lnTo>
                <a:lnTo>
                  <a:pt x="5503686" y="2025982"/>
                </a:lnTo>
                <a:lnTo>
                  <a:pt x="5505332" y="2025747"/>
                </a:lnTo>
                <a:lnTo>
                  <a:pt x="5506979" y="2025510"/>
                </a:lnTo>
                <a:lnTo>
                  <a:pt x="5508625" y="2025272"/>
                </a:lnTo>
                <a:lnTo>
                  <a:pt x="5510271" y="2025034"/>
                </a:lnTo>
                <a:lnTo>
                  <a:pt x="5511918" y="2024795"/>
                </a:lnTo>
                <a:lnTo>
                  <a:pt x="5513564" y="2024555"/>
                </a:lnTo>
                <a:lnTo>
                  <a:pt x="5515210" y="2024314"/>
                </a:lnTo>
                <a:lnTo>
                  <a:pt x="5516857" y="2024072"/>
                </a:lnTo>
                <a:lnTo>
                  <a:pt x="5518503" y="2023829"/>
                </a:lnTo>
                <a:lnTo>
                  <a:pt x="5520149" y="2023586"/>
                </a:lnTo>
                <a:lnTo>
                  <a:pt x="5521796" y="2023341"/>
                </a:lnTo>
                <a:lnTo>
                  <a:pt x="5523442" y="2023096"/>
                </a:lnTo>
                <a:lnTo>
                  <a:pt x="5525088" y="2022850"/>
                </a:lnTo>
                <a:lnTo>
                  <a:pt x="5526735" y="2022603"/>
                </a:lnTo>
                <a:lnTo>
                  <a:pt x="5528381" y="2022355"/>
                </a:lnTo>
                <a:lnTo>
                  <a:pt x="5530027" y="2022107"/>
                </a:lnTo>
                <a:lnTo>
                  <a:pt x="5531674" y="2021857"/>
                </a:lnTo>
                <a:lnTo>
                  <a:pt x="5533320" y="2021607"/>
                </a:lnTo>
                <a:lnTo>
                  <a:pt x="5534966" y="2021355"/>
                </a:lnTo>
                <a:lnTo>
                  <a:pt x="5536613" y="2021103"/>
                </a:lnTo>
                <a:lnTo>
                  <a:pt x="5538259" y="2020850"/>
                </a:lnTo>
                <a:lnTo>
                  <a:pt x="5539905" y="2020597"/>
                </a:lnTo>
                <a:lnTo>
                  <a:pt x="5541552" y="2020342"/>
                </a:lnTo>
                <a:lnTo>
                  <a:pt x="5543198" y="2020087"/>
                </a:lnTo>
                <a:lnTo>
                  <a:pt x="5544844" y="2019830"/>
                </a:lnTo>
                <a:lnTo>
                  <a:pt x="5546491" y="2019573"/>
                </a:lnTo>
                <a:lnTo>
                  <a:pt x="5548137" y="2019315"/>
                </a:lnTo>
                <a:lnTo>
                  <a:pt x="5549783" y="2019056"/>
                </a:lnTo>
                <a:lnTo>
                  <a:pt x="5551430" y="2018797"/>
                </a:lnTo>
                <a:lnTo>
                  <a:pt x="5553076" y="2018536"/>
                </a:lnTo>
                <a:lnTo>
                  <a:pt x="5554722" y="2018275"/>
                </a:lnTo>
                <a:lnTo>
                  <a:pt x="5556369" y="2018012"/>
                </a:lnTo>
                <a:lnTo>
                  <a:pt x="5558015" y="2017749"/>
                </a:lnTo>
                <a:lnTo>
                  <a:pt x="5559661" y="2017486"/>
                </a:lnTo>
                <a:lnTo>
                  <a:pt x="5561308" y="2017221"/>
                </a:lnTo>
                <a:lnTo>
                  <a:pt x="5562954" y="2016955"/>
                </a:lnTo>
                <a:lnTo>
                  <a:pt x="5564600" y="2016689"/>
                </a:lnTo>
                <a:lnTo>
                  <a:pt x="5566247" y="2016421"/>
                </a:lnTo>
                <a:lnTo>
                  <a:pt x="5567893" y="2016153"/>
                </a:lnTo>
                <a:lnTo>
                  <a:pt x="5569539" y="2015884"/>
                </a:lnTo>
                <a:lnTo>
                  <a:pt x="5571186" y="2015614"/>
                </a:lnTo>
                <a:lnTo>
                  <a:pt x="5572832" y="2015344"/>
                </a:lnTo>
                <a:lnTo>
                  <a:pt x="5574478" y="2015072"/>
                </a:lnTo>
                <a:lnTo>
                  <a:pt x="5576125" y="2014800"/>
                </a:lnTo>
                <a:lnTo>
                  <a:pt x="5577771" y="2014527"/>
                </a:lnTo>
                <a:lnTo>
                  <a:pt x="5579417" y="2014253"/>
                </a:lnTo>
                <a:lnTo>
                  <a:pt x="5581064" y="2013978"/>
                </a:lnTo>
                <a:lnTo>
                  <a:pt x="5582710" y="2013702"/>
                </a:lnTo>
                <a:lnTo>
                  <a:pt x="5584356" y="2013426"/>
                </a:lnTo>
                <a:lnTo>
                  <a:pt x="5586003" y="2013149"/>
                </a:lnTo>
                <a:lnTo>
                  <a:pt x="5587649" y="2012870"/>
                </a:lnTo>
                <a:lnTo>
                  <a:pt x="5589295" y="2012591"/>
                </a:lnTo>
                <a:lnTo>
                  <a:pt x="5590942" y="2012311"/>
                </a:lnTo>
                <a:lnTo>
                  <a:pt x="5592588" y="2012031"/>
                </a:lnTo>
                <a:lnTo>
                  <a:pt x="5594234" y="2011749"/>
                </a:lnTo>
                <a:lnTo>
                  <a:pt x="5595881" y="2011467"/>
                </a:lnTo>
                <a:lnTo>
                  <a:pt x="5597527" y="2011184"/>
                </a:lnTo>
                <a:lnTo>
                  <a:pt x="5599173" y="2010900"/>
                </a:lnTo>
                <a:lnTo>
                  <a:pt x="5600820" y="2010615"/>
                </a:lnTo>
                <a:lnTo>
                  <a:pt x="5602466" y="2010329"/>
                </a:lnTo>
                <a:lnTo>
                  <a:pt x="5604112" y="2010043"/>
                </a:lnTo>
                <a:lnTo>
                  <a:pt x="5605759" y="2009756"/>
                </a:lnTo>
                <a:lnTo>
                  <a:pt x="5607405" y="2009467"/>
                </a:lnTo>
                <a:lnTo>
                  <a:pt x="5609051" y="2009178"/>
                </a:lnTo>
                <a:lnTo>
                  <a:pt x="5610698" y="2008889"/>
                </a:lnTo>
                <a:lnTo>
                  <a:pt x="5612344" y="2008598"/>
                </a:lnTo>
                <a:lnTo>
                  <a:pt x="5613990" y="2008307"/>
                </a:lnTo>
                <a:lnTo>
                  <a:pt x="5615637" y="2008014"/>
                </a:lnTo>
                <a:lnTo>
                  <a:pt x="5617283" y="2007721"/>
                </a:lnTo>
                <a:lnTo>
                  <a:pt x="5618929" y="2007427"/>
                </a:lnTo>
                <a:lnTo>
                  <a:pt x="5620576" y="2007132"/>
                </a:lnTo>
                <a:lnTo>
                  <a:pt x="5622222" y="2006837"/>
                </a:lnTo>
                <a:lnTo>
                  <a:pt x="5623868" y="2006541"/>
                </a:lnTo>
                <a:lnTo>
                  <a:pt x="5625515" y="2006243"/>
                </a:lnTo>
                <a:lnTo>
                  <a:pt x="5627161" y="2005945"/>
                </a:lnTo>
                <a:lnTo>
                  <a:pt x="5628807" y="2005646"/>
                </a:lnTo>
                <a:lnTo>
                  <a:pt x="5630454" y="2005347"/>
                </a:lnTo>
                <a:lnTo>
                  <a:pt x="5632100" y="2005046"/>
                </a:lnTo>
                <a:lnTo>
                  <a:pt x="5633746" y="2004745"/>
                </a:lnTo>
                <a:lnTo>
                  <a:pt x="5635393" y="2004443"/>
                </a:lnTo>
                <a:lnTo>
                  <a:pt x="5637039" y="2004140"/>
                </a:lnTo>
                <a:lnTo>
                  <a:pt x="5638685" y="2003836"/>
                </a:lnTo>
                <a:lnTo>
                  <a:pt x="5640332" y="2003532"/>
                </a:lnTo>
                <a:lnTo>
                  <a:pt x="5641978" y="2003226"/>
                </a:lnTo>
                <a:lnTo>
                  <a:pt x="5643624" y="2002920"/>
                </a:lnTo>
                <a:lnTo>
                  <a:pt x="5645270" y="2002613"/>
                </a:lnTo>
                <a:lnTo>
                  <a:pt x="5646917" y="2002305"/>
                </a:lnTo>
                <a:lnTo>
                  <a:pt x="5648563" y="2001996"/>
                </a:lnTo>
                <a:lnTo>
                  <a:pt x="5650209" y="2001687"/>
                </a:lnTo>
                <a:lnTo>
                  <a:pt x="5651856" y="2001377"/>
                </a:lnTo>
                <a:lnTo>
                  <a:pt x="5653502" y="2001066"/>
                </a:lnTo>
                <a:lnTo>
                  <a:pt x="5655148" y="2000754"/>
                </a:lnTo>
                <a:lnTo>
                  <a:pt x="5656795" y="2000441"/>
                </a:lnTo>
                <a:lnTo>
                  <a:pt x="5658441" y="2000127"/>
                </a:lnTo>
                <a:lnTo>
                  <a:pt x="5660087" y="1999813"/>
                </a:lnTo>
                <a:lnTo>
                  <a:pt x="5661734" y="1999498"/>
                </a:lnTo>
                <a:lnTo>
                  <a:pt x="5663380" y="1999182"/>
                </a:lnTo>
                <a:lnTo>
                  <a:pt x="5665026" y="1998865"/>
                </a:lnTo>
                <a:lnTo>
                  <a:pt x="5666673" y="1998548"/>
                </a:lnTo>
                <a:lnTo>
                  <a:pt x="5668319" y="1998229"/>
                </a:lnTo>
                <a:lnTo>
                  <a:pt x="5669965" y="1997910"/>
                </a:lnTo>
                <a:lnTo>
                  <a:pt x="5671612" y="1997590"/>
                </a:lnTo>
                <a:lnTo>
                  <a:pt x="5673258" y="1997269"/>
                </a:lnTo>
                <a:lnTo>
                  <a:pt x="5674904" y="1996948"/>
                </a:lnTo>
                <a:lnTo>
                  <a:pt x="5676551" y="1996625"/>
                </a:lnTo>
                <a:lnTo>
                  <a:pt x="5678197" y="1996302"/>
                </a:lnTo>
                <a:lnTo>
                  <a:pt x="5679843" y="1995978"/>
                </a:lnTo>
                <a:lnTo>
                  <a:pt x="5681490" y="1995653"/>
                </a:lnTo>
                <a:lnTo>
                  <a:pt x="5683136" y="1995328"/>
                </a:lnTo>
                <a:lnTo>
                  <a:pt x="5684782" y="1995001"/>
                </a:lnTo>
                <a:lnTo>
                  <a:pt x="5686429" y="1994674"/>
                </a:lnTo>
                <a:lnTo>
                  <a:pt x="5688075" y="1994346"/>
                </a:lnTo>
                <a:lnTo>
                  <a:pt x="5689721" y="1994017"/>
                </a:lnTo>
                <a:lnTo>
                  <a:pt x="5691368" y="1993688"/>
                </a:lnTo>
                <a:lnTo>
                  <a:pt x="5693014" y="1993357"/>
                </a:lnTo>
                <a:lnTo>
                  <a:pt x="5694660" y="1993026"/>
                </a:lnTo>
                <a:lnTo>
                  <a:pt x="5696307" y="1992694"/>
                </a:lnTo>
                <a:lnTo>
                  <a:pt x="5697953" y="1992361"/>
                </a:lnTo>
                <a:lnTo>
                  <a:pt x="5699599" y="1992028"/>
                </a:lnTo>
                <a:lnTo>
                  <a:pt x="5701246" y="1991693"/>
                </a:lnTo>
                <a:lnTo>
                  <a:pt x="5702892" y="1991358"/>
                </a:lnTo>
                <a:lnTo>
                  <a:pt x="5704538" y="1991022"/>
                </a:lnTo>
                <a:lnTo>
                  <a:pt x="5706185" y="1990685"/>
                </a:lnTo>
                <a:lnTo>
                  <a:pt x="5707831" y="1990348"/>
                </a:lnTo>
                <a:lnTo>
                  <a:pt x="5709477" y="1990009"/>
                </a:lnTo>
                <a:lnTo>
                  <a:pt x="5711124" y="1989670"/>
                </a:lnTo>
                <a:lnTo>
                  <a:pt x="5712770" y="1989330"/>
                </a:lnTo>
                <a:lnTo>
                  <a:pt x="5714416" y="1988990"/>
                </a:lnTo>
                <a:lnTo>
                  <a:pt x="5716063" y="1988648"/>
                </a:lnTo>
                <a:lnTo>
                  <a:pt x="5717709" y="1988306"/>
                </a:lnTo>
                <a:lnTo>
                  <a:pt x="5719355" y="1987963"/>
                </a:lnTo>
                <a:lnTo>
                  <a:pt x="5721002" y="1987619"/>
                </a:lnTo>
                <a:lnTo>
                  <a:pt x="5722648" y="1987274"/>
                </a:lnTo>
                <a:lnTo>
                  <a:pt x="5724294" y="1986929"/>
                </a:lnTo>
                <a:lnTo>
                  <a:pt x="5725941" y="1986583"/>
                </a:lnTo>
                <a:lnTo>
                  <a:pt x="5727587" y="1986235"/>
                </a:lnTo>
                <a:lnTo>
                  <a:pt x="5729233" y="1985888"/>
                </a:lnTo>
                <a:lnTo>
                  <a:pt x="5730880" y="1985539"/>
                </a:lnTo>
                <a:lnTo>
                  <a:pt x="5732526" y="1985190"/>
                </a:lnTo>
                <a:lnTo>
                  <a:pt x="5734172" y="1984840"/>
                </a:lnTo>
                <a:lnTo>
                  <a:pt x="5735819" y="1984489"/>
                </a:lnTo>
                <a:lnTo>
                  <a:pt x="5737465" y="1984137"/>
                </a:lnTo>
                <a:lnTo>
                  <a:pt x="5739111" y="1983784"/>
                </a:lnTo>
                <a:lnTo>
                  <a:pt x="5740758" y="1983431"/>
                </a:lnTo>
                <a:lnTo>
                  <a:pt x="5742404" y="1983077"/>
                </a:lnTo>
                <a:lnTo>
                  <a:pt x="5744050" y="1982722"/>
                </a:lnTo>
                <a:lnTo>
                  <a:pt x="5745697" y="1982367"/>
                </a:lnTo>
                <a:lnTo>
                  <a:pt x="5747343" y="1982010"/>
                </a:lnTo>
                <a:lnTo>
                  <a:pt x="5748989" y="1981653"/>
                </a:lnTo>
                <a:lnTo>
                  <a:pt x="5750636" y="1981295"/>
                </a:lnTo>
                <a:lnTo>
                  <a:pt x="5752282" y="1980936"/>
                </a:lnTo>
                <a:lnTo>
                  <a:pt x="5753928" y="1980577"/>
                </a:lnTo>
                <a:lnTo>
                  <a:pt x="5755575" y="1980217"/>
                </a:lnTo>
                <a:lnTo>
                  <a:pt x="5757221" y="1979855"/>
                </a:lnTo>
                <a:lnTo>
                  <a:pt x="5758867" y="1979494"/>
                </a:lnTo>
                <a:lnTo>
                  <a:pt x="5760514" y="1979131"/>
                </a:lnTo>
                <a:lnTo>
                  <a:pt x="5762160" y="1978768"/>
                </a:lnTo>
                <a:lnTo>
                  <a:pt x="5763806" y="1978404"/>
                </a:lnTo>
                <a:lnTo>
                  <a:pt x="5765453" y="1978039"/>
                </a:lnTo>
                <a:lnTo>
                  <a:pt x="5767099" y="1977673"/>
                </a:lnTo>
                <a:lnTo>
                  <a:pt x="5768745" y="1977306"/>
                </a:lnTo>
                <a:lnTo>
                  <a:pt x="5770392" y="1976939"/>
                </a:lnTo>
                <a:lnTo>
                  <a:pt x="5772038" y="1976571"/>
                </a:lnTo>
                <a:lnTo>
                  <a:pt x="5773684" y="1976202"/>
                </a:lnTo>
                <a:lnTo>
                  <a:pt x="5775331" y="1975833"/>
                </a:lnTo>
                <a:lnTo>
                  <a:pt x="5776977" y="1975463"/>
                </a:lnTo>
                <a:lnTo>
                  <a:pt x="5778623" y="1975092"/>
                </a:lnTo>
                <a:lnTo>
                  <a:pt x="5780270" y="1974720"/>
                </a:lnTo>
                <a:lnTo>
                  <a:pt x="5781916" y="1974347"/>
                </a:lnTo>
                <a:lnTo>
                  <a:pt x="5783562" y="1973974"/>
                </a:lnTo>
                <a:lnTo>
                  <a:pt x="5785209" y="1973600"/>
                </a:lnTo>
                <a:lnTo>
                  <a:pt x="5786855" y="1973225"/>
                </a:lnTo>
                <a:lnTo>
                  <a:pt x="5788501" y="1972849"/>
                </a:lnTo>
                <a:lnTo>
                  <a:pt x="5790148" y="1972473"/>
                </a:lnTo>
                <a:lnTo>
                  <a:pt x="5791794" y="1972096"/>
                </a:lnTo>
                <a:lnTo>
                  <a:pt x="5793440" y="1971718"/>
                </a:lnTo>
                <a:lnTo>
                  <a:pt x="5795087" y="1971339"/>
                </a:lnTo>
                <a:lnTo>
                  <a:pt x="5796733" y="1970959"/>
                </a:lnTo>
                <a:lnTo>
                  <a:pt x="5798379" y="1970579"/>
                </a:lnTo>
                <a:lnTo>
                  <a:pt x="5800026" y="1970198"/>
                </a:lnTo>
                <a:lnTo>
                  <a:pt x="5801672" y="1969817"/>
                </a:lnTo>
                <a:lnTo>
                  <a:pt x="5803318" y="1969434"/>
                </a:lnTo>
                <a:lnTo>
                  <a:pt x="5804965" y="1969051"/>
                </a:lnTo>
                <a:lnTo>
                  <a:pt x="5806611" y="1968667"/>
                </a:lnTo>
                <a:lnTo>
                  <a:pt x="5808257" y="1968282"/>
                </a:lnTo>
                <a:lnTo>
                  <a:pt x="5809904" y="1967897"/>
                </a:lnTo>
                <a:lnTo>
                  <a:pt x="5811550" y="1967510"/>
                </a:lnTo>
                <a:lnTo>
                  <a:pt x="5813196" y="1967123"/>
                </a:lnTo>
                <a:lnTo>
                  <a:pt x="5814843" y="1966735"/>
                </a:lnTo>
                <a:lnTo>
                  <a:pt x="5816489" y="1966347"/>
                </a:lnTo>
                <a:lnTo>
                  <a:pt x="5818135" y="1965958"/>
                </a:lnTo>
                <a:lnTo>
                  <a:pt x="5819782" y="1965568"/>
                </a:lnTo>
                <a:lnTo>
                  <a:pt x="5821428" y="1965177"/>
                </a:lnTo>
                <a:lnTo>
                  <a:pt x="5823074" y="1964785"/>
                </a:lnTo>
                <a:lnTo>
                  <a:pt x="5824721" y="1964393"/>
                </a:lnTo>
                <a:lnTo>
                  <a:pt x="5826367" y="1964000"/>
                </a:lnTo>
                <a:lnTo>
                  <a:pt x="5828013" y="1963606"/>
                </a:lnTo>
                <a:lnTo>
                  <a:pt x="5829660" y="1963212"/>
                </a:lnTo>
                <a:lnTo>
                  <a:pt x="5831306" y="1962817"/>
                </a:lnTo>
                <a:lnTo>
                  <a:pt x="5832952" y="1962421"/>
                </a:lnTo>
                <a:lnTo>
                  <a:pt x="5834599" y="1962024"/>
                </a:lnTo>
                <a:lnTo>
                  <a:pt x="5836245" y="1961626"/>
                </a:lnTo>
                <a:lnTo>
                  <a:pt x="5837891" y="1961228"/>
                </a:lnTo>
                <a:lnTo>
                  <a:pt x="5839538" y="1960829"/>
                </a:lnTo>
                <a:lnTo>
                  <a:pt x="5841184" y="1960429"/>
                </a:lnTo>
                <a:lnTo>
                  <a:pt x="5842830" y="1960029"/>
                </a:lnTo>
                <a:lnTo>
                  <a:pt x="5844477" y="1959628"/>
                </a:lnTo>
                <a:lnTo>
                  <a:pt x="5846123" y="1959226"/>
                </a:lnTo>
                <a:lnTo>
                  <a:pt x="5847769" y="1958823"/>
                </a:lnTo>
                <a:lnTo>
                  <a:pt x="5849416" y="1958420"/>
                </a:lnTo>
                <a:lnTo>
                  <a:pt x="5851062" y="1958016"/>
                </a:lnTo>
                <a:lnTo>
                  <a:pt x="5852708" y="1957611"/>
                </a:lnTo>
                <a:lnTo>
                  <a:pt x="5854355" y="1957205"/>
                </a:lnTo>
                <a:lnTo>
                  <a:pt x="5856001" y="1956799"/>
                </a:lnTo>
                <a:lnTo>
                  <a:pt x="5857647" y="1956392"/>
                </a:lnTo>
                <a:lnTo>
                  <a:pt x="5859294" y="1955984"/>
                </a:lnTo>
                <a:lnTo>
                  <a:pt x="5860940" y="1955575"/>
                </a:lnTo>
                <a:lnTo>
                  <a:pt x="5862586" y="1955166"/>
                </a:lnTo>
                <a:lnTo>
                  <a:pt x="5864233" y="1954756"/>
                </a:lnTo>
                <a:lnTo>
                  <a:pt x="5865879" y="1954345"/>
                </a:lnTo>
                <a:lnTo>
                  <a:pt x="5867525" y="1953933"/>
                </a:lnTo>
                <a:lnTo>
                  <a:pt x="5869172" y="1953521"/>
                </a:lnTo>
                <a:lnTo>
                  <a:pt x="5870818" y="1953108"/>
                </a:lnTo>
                <a:lnTo>
                  <a:pt x="5872464" y="1952695"/>
                </a:lnTo>
                <a:lnTo>
                  <a:pt x="5874111" y="1952280"/>
                </a:lnTo>
                <a:lnTo>
                  <a:pt x="5875757" y="1951865"/>
                </a:lnTo>
                <a:lnTo>
                  <a:pt x="5877403" y="1951449"/>
                </a:lnTo>
                <a:lnTo>
                  <a:pt x="5879050" y="1951033"/>
                </a:lnTo>
                <a:lnTo>
                  <a:pt x="5880696" y="1950615"/>
                </a:lnTo>
                <a:lnTo>
                  <a:pt x="5882342" y="1950197"/>
                </a:lnTo>
                <a:lnTo>
                  <a:pt x="5883989" y="1949778"/>
                </a:lnTo>
                <a:lnTo>
                  <a:pt x="5885635" y="1949359"/>
                </a:lnTo>
                <a:lnTo>
                  <a:pt x="5887281" y="1948939"/>
                </a:lnTo>
                <a:lnTo>
                  <a:pt x="5888928" y="1948518"/>
                </a:lnTo>
                <a:lnTo>
                  <a:pt x="5890574" y="1948096"/>
                </a:lnTo>
                <a:lnTo>
                  <a:pt x="5892220" y="1947674"/>
                </a:lnTo>
                <a:lnTo>
                  <a:pt x="5893867" y="1947250"/>
                </a:lnTo>
                <a:lnTo>
                  <a:pt x="5895513" y="1946827"/>
                </a:lnTo>
                <a:lnTo>
                  <a:pt x="5897159" y="1946402"/>
                </a:lnTo>
                <a:lnTo>
                  <a:pt x="5898806" y="1945977"/>
                </a:lnTo>
                <a:lnTo>
                  <a:pt x="5900452" y="1945551"/>
                </a:lnTo>
                <a:lnTo>
                  <a:pt x="5902098" y="1945124"/>
                </a:lnTo>
                <a:lnTo>
                  <a:pt x="5903745" y="1944697"/>
                </a:lnTo>
                <a:lnTo>
                  <a:pt x="5905391" y="1944268"/>
                </a:lnTo>
                <a:lnTo>
                  <a:pt x="5907037" y="1943840"/>
                </a:lnTo>
                <a:lnTo>
                  <a:pt x="5908684" y="1943410"/>
                </a:lnTo>
                <a:lnTo>
                  <a:pt x="5910330" y="1942980"/>
                </a:lnTo>
                <a:lnTo>
                  <a:pt x="5911976" y="1942549"/>
                </a:lnTo>
                <a:lnTo>
                  <a:pt x="5913623" y="1942117"/>
                </a:lnTo>
                <a:lnTo>
                  <a:pt x="5915269" y="1941685"/>
                </a:lnTo>
                <a:lnTo>
                  <a:pt x="5916915" y="1941251"/>
                </a:lnTo>
                <a:lnTo>
                  <a:pt x="5918562" y="1940818"/>
                </a:lnTo>
                <a:lnTo>
                  <a:pt x="5920208" y="1940383"/>
                </a:lnTo>
                <a:lnTo>
                  <a:pt x="5921854" y="1939948"/>
                </a:lnTo>
                <a:lnTo>
                  <a:pt x="5923501" y="1939512"/>
                </a:lnTo>
                <a:lnTo>
                  <a:pt x="5925147" y="1939075"/>
                </a:lnTo>
                <a:lnTo>
                  <a:pt x="5926793" y="1938638"/>
                </a:lnTo>
                <a:lnTo>
                  <a:pt x="5928440" y="1938200"/>
                </a:lnTo>
                <a:lnTo>
                  <a:pt x="5930086" y="1937761"/>
                </a:lnTo>
                <a:lnTo>
                  <a:pt x="5931732" y="1937321"/>
                </a:lnTo>
                <a:lnTo>
                  <a:pt x="5933379" y="1936881"/>
                </a:lnTo>
                <a:lnTo>
                  <a:pt x="5935025" y="1936440"/>
                </a:lnTo>
                <a:lnTo>
                  <a:pt x="5936671" y="1935998"/>
                </a:lnTo>
                <a:lnTo>
                  <a:pt x="5938318" y="1935556"/>
                </a:lnTo>
                <a:lnTo>
                  <a:pt x="5939964" y="1935113"/>
                </a:lnTo>
                <a:lnTo>
                  <a:pt x="5941610" y="1934669"/>
                </a:lnTo>
                <a:lnTo>
                  <a:pt x="5943257" y="1934225"/>
                </a:lnTo>
                <a:lnTo>
                  <a:pt x="5944903" y="1933780"/>
                </a:lnTo>
                <a:lnTo>
                  <a:pt x="5946549" y="1933334"/>
                </a:lnTo>
                <a:lnTo>
                  <a:pt x="5948196" y="1932887"/>
                </a:lnTo>
                <a:lnTo>
                  <a:pt x="5949842" y="1932440"/>
                </a:lnTo>
                <a:lnTo>
                  <a:pt x="5951488" y="1931992"/>
                </a:lnTo>
                <a:lnTo>
                  <a:pt x="5953135" y="1931544"/>
                </a:lnTo>
                <a:lnTo>
                  <a:pt x="5954781" y="1931094"/>
                </a:lnTo>
                <a:lnTo>
                  <a:pt x="5956427" y="1930644"/>
                </a:lnTo>
                <a:lnTo>
                  <a:pt x="5958073" y="1930194"/>
                </a:lnTo>
                <a:lnTo>
                  <a:pt x="5959720" y="1929742"/>
                </a:lnTo>
                <a:lnTo>
                  <a:pt x="5961366" y="1929290"/>
                </a:lnTo>
                <a:lnTo>
                  <a:pt x="5963012" y="1928837"/>
                </a:lnTo>
                <a:lnTo>
                  <a:pt x="5964659" y="1928384"/>
                </a:lnTo>
                <a:lnTo>
                  <a:pt x="5966305" y="1927930"/>
                </a:lnTo>
                <a:lnTo>
                  <a:pt x="5967951" y="1927475"/>
                </a:lnTo>
                <a:lnTo>
                  <a:pt x="5969598" y="1927019"/>
                </a:lnTo>
                <a:lnTo>
                  <a:pt x="5971244" y="1926563"/>
                </a:lnTo>
                <a:lnTo>
                  <a:pt x="5972890" y="1926106"/>
                </a:lnTo>
                <a:lnTo>
                  <a:pt x="5974537" y="1925648"/>
                </a:lnTo>
                <a:lnTo>
                  <a:pt x="5976183" y="1925190"/>
                </a:lnTo>
                <a:lnTo>
                  <a:pt x="5977829" y="1924731"/>
                </a:lnTo>
                <a:lnTo>
                  <a:pt x="5979476" y="1924272"/>
                </a:lnTo>
                <a:lnTo>
                  <a:pt x="5981122" y="1923811"/>
                </a:lnTo>
                <a:lnTo>
                  <a:pt x="5982768" y="1923350"/>
                </a:lnTo>
                <a:lnTo>
                  <a:pt x="5984415" y="1922888"/>
                </a:lnTo>
                <a:lnTo>
                  <a:pt x="5986061" y="1922426"/>
                </a:lnTo>
                <a:lnTo>
                  <a:pt x="5987707" y="1921963"/>
                </a:lnTo>
                <a:lnTo>
                  <a:pt x="5989354" y="1921499"/>
                </a:lnTo>
                <a:lnTo>
                  <a:pt x="5991000" y="1921035"/>
                </a:lnTo>
                <a:lnTo>
                  <a:pt x="5992646" y="1920570"/>
                </a:lnTo>
                <a:lnTo>
                  <a:pt x="5994293" y="1920104"/>
                </a:lnTo>
                <a:lnTo>
                  <a:pt x="5995939" y="1919637"/>
                </a:lnTo>
                <a:lnTo>
                  <a:pt x="5997585" y="1919170"/>
                </a:lnTo>
                <a:lnTo>
                  <a:pt x="5999232" y="1918702"/>
                </a:lnTo>
                <a:lnTo>
                  <a:pt x="6000878" y="1918234"/>
                </a:lnTo>
                <a:lnTo>
                  <a:pt x="6002524" y="1917765"/>
                </a:lnTo>
                <a:lnTo>
                  <a:pt x="6004171" y="1917295"/>
                </a:lnTo>
                <a:lnTo>
                  <a:pt x="6005817" y="1916824"/>
                </a:lnTo>
                <a:lnTo>
                  <a:pt x="6007463" y="1916353"/>
                </a:lnTo>
                <a:lnTo>
                  <a:pt x="6009110" y="1915881"/>
                </a:lnTo>
                <a:lnTo>
                  <a:pt x="6010756" y="1915409"/>
                </a:lnTo>
                <a:lnTo>
                  <a:pt x="6012402" y="1914935"/>
                </a:lnTo>
                <a:lnTo>
                  <a:pt x="6014049" y="1914461"/>
                </a:lnTo>
                <a:lnTo>
                  <a:pt x="6015695" y="1913987"/>
                </a:lnTo>
                <a:lnTo>
                  <a:pt x="6017341" y="1913512"/>
                </a:lnTo>
                <a:lnTo>
                  <a:pt x="6018988" y="1913036"/>
                </a:lnTo>
                <a:lnTo>
                  <a:pt x="6020634" y="1912559"/>
                </a:lnTo>
                <a:lnTo>
                  <a:pt x="6022280" y="1912082"/>
                </a:lnTo>
                <a:lnTo>
                  <a:pt x="6023927" y="1911604"/>
                </a:lnTo>
                <a:lnTo>
                  <a:pt x="6025573" y="1911125"/>
                </a:lnTo>
                <a:lnTo>
                  <a:pt x="6027219" y="1910646"/>
                </a:lnTo>
                <a:lnTo>
                  <a:pt x="6028866" y="1910166"/>
                </a:lnTo>
                <a:lnTo>
                  <a:pt x="6030512" y="1909686"/>
                </a:lnTo>
                <a:lnTo>
                  <a:pt x="6032158" y="1909205"/>
                </a:lnTo>
                <a:lnTo>
                  <a:pt x="6033805" y="1908723"/>
                </a:lnTo>
                <a:lnTo>
                  <a:pt x="6035451" y="1908240"/>
                </a:lnTo>
                <a:lnTo>
                  <a:pt x="6037097" y="1907757"/>
                </a:lnTo>
                <a:lnTo>
                  <a:pt x="6038744" y="1907273"/>
                </a:lnTo>
                <a:lnTo>
                  <a:pt x="6040390" y="1906789"/>
                </a:lnTo>
                <a:lnTo>
                  <a:pt x="6042036" y="1906303"/>
                </a:lnTo>
                <a:lnTo>
                  <a:pt x="6043683" y="1905818"/>
                </a:lnTo>
                <a:lnTo>
                  <a:pt x="6045329" y="1905331"/>
                </a:lnTo>
                <a:lnTo>
                  <a:pt x="6046975" y="1904844"/>
                </a:lnTo>
                <a:lnTo>
                  <a:pt x="6048622" y="1904356"/>
                </a:lnTo>
                <a:lnTo>
                  <a:pt x="6050268" y="1903868"/>
                </a:lnTo>
                <a:lnTo>
                  <a:pt x="6051914" y="1903379"/>
                </a:lnTo>
                <a:lnTo>
                  <a:pt x="6053561" y="1902889"/>
                </a:lnTo>
                <a:lnTo>
                  <a:pt x="6055207" y="1902398"/>
                </a:lnTo>
                <a:lnTo>
                  <a:pt x="6056853" y="1901907"/>
                </a:lnTo>
                <a:lnTo>
                  <a:pt x="6058500" y="1901416"/>
                </a:lnTo>
                <a:lnTo>
                  <a:pt x="6060146" y="1900923"/>
                </a:lnTo>
                <a:lnTo>
                  <a:pt x="6061792" y="1900430"/>
                </a:lnTo>
                <a:lnTo>
                  <a:pt x="6063439" y="1899937"/>
                </a:lnTo>
                <a:lnTo>
                  <a:pt x="6065085" y="1899442"/>
                </a:lnTo>
                <a:lnTo>
                  <a:pt x="6066731" y="1898947"/>
                </a:lnTo>
                <a:lnTo>
                  <a:pt x="6068378" y="1898452"/>
                </a:lnTo>
                <a:lnTo>
                  <a:pt x="6070024" y="1897956"/>
                </a:lnTo>
                <a:lnTo>
                  <a:pt x="6071670" y="1897459"/>
                </a:lnTo>
                <a:lnTo>
                  <a:pt x="6073317" y="1896961"/>
                </a:lnTo>
                <a:lnTo>
                  <a:pt x="6074963" y="1896463"/>
                </a:lnTo>
                <a:lnTo>
                  <a:pt x="6076609" y="1895964"/>
                </a:lnTo>
                <a:lnTo>
                  <a:pt x="6078256" y="1895465"/>
                </a:lnTo>
                <a:lnTo>
                  <a:pt x="6079902" y="1894965"/>
                </a:lnTo>
                <a:lnTo>
                  <a:pt x="6081548" y="1894464"/>
                </a:lnTo>
                <a:lnTo>
                  <a:pt x="6083195" y="1893962"/>
                </a:lnTo>
                <a:lnTo>
                  <a:pt x="6084841" y="1893460"/>
                </a:lnTo>
                <a:lnTo>
                  <a:pt x="6086487" y="1892958"/>
                </a:lnTo>
                <a:lnTo>
                  <a:pt x="6088134" y="1892455"/>
                </a:lnTo>
                <a:lnTo>
                  <a:pt x="6089780" y="1891951"/>
                </a:lnTo>
                <a:lnTo>
                  <a:pt x="6091426" y="1891446"/>
                </a:lnTo>
                <a:lnTo>
                  <a:pt x="6093073" y="1890941"/>
                </a:lnTo>
                <a:lnTo>
                  <a:pt x="6094719" y="1890435"/>
                </a:lnTo>
                <a:lnTo>
                  <a:pt x="6096365" y="1889929"/>
                </a:lnTo>
                <a:lnTo>
                  <a:pt x="6098012" y="1889421"/>
                </a:lnTo>
                <a:lnTo>
                  <a:pt x="6099658" y="1888914"/>
                </a:lnTo>
                <a:lnTo>
                  <a:pt x="6101304" y="1888405"/>
                </a:lnTo>
                <a:lnTo>
                  <a:pt x="6102951" y="1887896"/>
                </a:lnTo>
                <a:lnTo>
                  <a:pt x="6104597" y="1887387"/>
                </a:lnTo>
                <a:lnTo>
                  <a:pt x="6106243" y="1886876"/>
                </a:lnTo>
                <a:lnTo>
                  <a:pt x="6107890" y="1886366"/>
                </a:lnTo>
                <a:lnTo>
                  <a:pt x="6109536" y="1885854"/>
                </a:lnTo>
                <a:lnTo>
                  <a:pt x="6111182" y="1885342"/>
                </a:lnTo>
                <a:lnTo>
                  <a:pt x="6112829" y="1884829"/>
                </a:lnTo>
                <a:lnTo>
                  <a:pt x="6114475" y="1884316"/>
                </a:lnTo>
                <a:lnTo>
                  <a:pt x="6116121" y="1883802"/>
                </a:lnTo>
                <a:lnTo>
                  <a:pt x="6117768" y="1883287"/>
                </a:lnTo>
                <a:lnTo>
                  <a:pt x="6119414" y="1882772"/>
                </a:lnTo>
                <a:lnTo>
                  <a:pt x="6121060" y="1882256"/>
                </a:lnTo>
                <a:lnTo>
                  <a:pt x="6122707" y="1881740"/>
                </a:lnTo>
                <a:lnTo>
                  <a:pt x="6124353" y="1881223"/>
                </a:lnTo>
                <a:lnTo>
                  <a:pt x="6125999" y="1880705"/>
                </a:lnTo>
                <a:lnTo>
                  <a:pt x="6127646" y="1880186"/>
                </a:lnTo>
                <a:lnTo>
                  <a:pt x="6129292" y="1879667"/>
                </a:lnTo>
                <a:lnTo>
                  <a:pt x="6130938" y="1879148"/>
                </a:lnTo>
                <a:lnTo>
                  <a:pt x="6132585" y="1878628"/>
                </a:lnTo>
                <a:lnTo>
                  <a:pt x="6134231" y="1878107"/>
                </a:lnTo>
                <a:lnTo>
                  <a:pt x="6135877" y="1877585"/>
                </a:lnTo>
                <a:lnTo>
                  <a:pt x="6137524" y="1877063"/>
                </a:lnTo>
                <a:lnTo>
                  <a:pt x="6139170" y="1876541"/>
                </a:lnTo>
                <a:lnTo>
                  <a:pt x="6140816" y="1876017"/>
                </a:lnTo>
                <a:lnTo>
                  <a:pt x="6142463" y="1875494"/>
                </a:lnTo>
                <a:lnTo>
                  <a:pt x="6144109" y="1874969"/>
                </a:lnTo>
                <a:lnTo>
                  <a:pt x="6145755" y="1874444"/>
                </a:lnTo>
                <a:lnTo>
                  <a:pt x="6147402" y="1873918"/>
                </a:lnTo>
                <a:lnTo>
                  <a:pt x="6149048" y="1873392"/>
                </a:lnTo>
                <a:lnTo>
                  <a:pt x="6150694" y="1872865"/>
                </a:lnTo>
                <a:lnTo>
                  <a:pt x="6152341" y="1872337"/>
                </a:lnTo>
                <a:lnTo>
                  <a:pt x="6153987" y="1871809"/>
                </a:lnTo>
                <a:lnTo>
                  <a:pt x="6155633" y="1871281"/>
                </a:lnTo>
                <a:lnTo>
                  <a:pt x="6157280" y="1870751"/>
                </a:lnTo>
                <a:lnTo>
                  <a:pt x="6158926" y="1870221"/>
                </a:lnTo>
                <a:lnTo>
                  <a:pt x="6160572" y="1869691"/>
                </a:lnTo>
                <a:lnTo>
                  <a:pt x="6162219" y="1869160"/>
                </a:lnTo>
                <a:lnTo>
                  <a:pt x="6163865" y="1868628"/>
                </a:lnTo>
                <a:lnTo>
                  <a:pt x="6165511" y="1868095"/>
                </a:lnTo>
                <a:lnTo>
                  <a:pt x="6167158" y="1867562"/>
                </a:lnTo>
                <a:lnTo>
                  <a:pt x="6168804" y="1867029"/>
                </a:lnTo>
                <a:lnTo>
                  <a:pt x="6170450" y="1866495"/>
                </a:lnTo>
                <a:lnTo>
                  <a:pt x="6172097" y="1865960"/>
                </a:lnTo>
                <a:lnTo>
                  <a:pt x="6173743" y="1865425"/>
                </a:lnTo>
                <a:lnTo>
                  <a:pt x="6175389" y="1864889"/>
                </a:lnTo>
                <a:lnTo>
                  <a:pt x="6177036" y="1864352"/>
                </a:lnTo>
                <a:lnTo>
                  <a:pt x="6178682" y="1863815"/>
                </a:lnTo>
                <a:lnTo>
                  <a:pt x="6180328" y="1863277"/>
                </a:lnTo>
                <a:lnTo>
                  <a:pt x="6181975" y="1862739"/>
                </a:lnTo>
                <a:lnTo>
                  <a:pt x="6183621" y="1862200"/>
                </a:lnTo>
                <a:lnTo>
                  <a:pt x="6185267" y="1861661"/>
                </a:lnTo>
                <a:lnTo>
                  <a:pt x="6186914" y="1861120"/>
                </a:lnTo>
                <a:lnTo>
                  <a:pt x="6188560" y="1860580"/>
                </a:lnTo>
                <a:lnTo>
                  <a:pt x="6190206" y="1860038"/>
                </a:lnTo>
                <a:lnTo>
                  <a:pt x="6191853" y="1859497"/>
                </a:lnTo>
                <a:lnTo>
                  <a:pt x="6193499" y="1858954"/>
                </a:lnTo>
                <a:lnTo>
                  <a:pt x="6195145" y="1858411"/>
                </a:lnTo>
                <a:lnTo>
                  <a:pt x="6196792" y="1857867"/>
                </a:lnTo>
                <a:lnTo>
                  <a:pt x="6198438" y="1857323"/>
                </a:lnTo>
                <a:lnTo>
                  <a:pt x="6200084" y="1856778"/>
                </a:lnTo>
                <a:lnTo>
                  <a:pt x="6201731" y="1856233"/>
                </a:lnTo>
                <a:lnTo>
                  <a:pt x="6203377" y="1855687"/>
                </a:lnTo>
                <a:lnTo>
                  <a:pt x="6205023" y="1855141"/>
                </a:lnTo>
                <a:lnTo>
                  <a:pt x="6206670" y="1854593"/>
                </a:lnTo>
                <a:lnTo>
                  <a:pt x="6208316" y="1854046"/>
                </a:lnTo>
                <a:lnTo>
                  <a:pt x="6209962" y="1853498"/>
                </a:lnTo>
                <a:lnTo>
                  <a:pt x="6211609" y="1852949"/>
                </a:lnTo>
                <a:lnTo>
                  <a:pt x="6213255" y="1852399"/>
                </a:lnTo>
                <a:lnTo>
                  <a:pt x="6214901" y="1851849"/>
                </a:lnTo>
                <a:lnTo>
                  <a:pt x="6216548" y="1851299"/>
                </a:lnTo>
                <a:lnTo>
                  <a:pt x="6218194" y="1850747"/>
                </a:lnTo>
                <a:lnTo>
                  <a:pt x="6219840" y="1850196"/>
                </a:lnTo>
                <a:lnTo>
                  <a:pt x="6221487" y="1849643"/>
                </a:lnTo>
                <a:lnTo>
                  <a:pt x="6223133" y="1849091"/>
                </a:lnTo>
                <a:lnTo>
                  <a:pt x="6224779" y="1848537"/>
                </a:lnTo>
                <a:lnTo>
                  <a:pt x="6226426" y="1847983"/>
                </a:lnTo>
                <a:lnTo>
                  <a:pt x="6228072" y="1847428"/>
                </a:lnTo>
                <a:lnTo>
                  <a:pt x="6229718" y="1846873"/>
                </a:lnTo>
                <a:lnTo>
                  <a:pt x="6231365" y="1846318"/>
                </a:lnTo>
                <a:lnTo>
                  <a:pt x="6233011" y="1845761"/>
                </a:lnTo>
                <a:lnTo>
                  <a:pt x="6234657" y="1845204"/>
                </a:lnTo>
                <a:lnTo>
                  <a:pt x="6236304" y="1844647"/>
                </a:lnTo>
                <a:lnTo>
                  <a:pt x="6237950" y="1844089"/>
                </a:lnTo>
                <a:lnTo>
                  <a:pt x="6239596" y="1843530"/>
                </a:lnTo>
                <a:lnTo>
                  <a:pt x="6241243" y="1842971"/>
                </a:lnTo>
                <a:lnTo>
                  <a:pt x="6242889" y="1842412"/>
                </a:lnTo>
                <a:lnTo>
                  <a:pt x="6244535" y="1841851"/>
                </a:lnTo>
                <a:lnTo>
                  <a:pt x="6246182" y="1841290"/>
                </a:lnTo>
                <a:lnTo>
                  <a:pt x="6247828" y="1840729"/>
                </a:lnTo>
                <a:lnTo>
                  <a:pt x="6249474" y="1840167"/>
                </a:lnTo>
                <a:lnTo>
                  <a:pt x="6251121" y="1839605"/>
                </a:lnTo>
                <a:lnTo>
                  <a:pt x="6252767" y="1839042"/>
                </a:lnTo>
                <a:lnTo>
                  <a:pt x="6254413" y="1838478"/>
                </a:lnTo>
                <a:lnTo>
                  <a:pt x="6256060" y="1837914"/>
                </a:lnTo>
                <a:lnTo>
                  <a:pt x="6257706" y="1837349"/>
                </a:lnTo>
                <a:lnTo>
                  <a:pt x="6259352" y="1836784"/>
                </a:lnTo>
                <a:lnTo>
                  <a:pt x="6260999" y="1836218"/>
                </a:lnTo>
                <a:lnTo>
                  <a:pt x="6262645" y="1835652"/>
                </a:lnTo>
                <a:lnTo>
                  <a:pt x="6264291" y="1835085"/>
                </a:lnTo>
                <a:lnTo>
                  <a:pt x="6265938" y="1834517"/>
                </a:lnTo>
                <a:lnTo>
                  <a:pt x="6267584" y="1833949"/>
                </a:lnTo>
                <a:lnTo>
                  <a:pt x="6269230" y="1833381"/>
                </a:lnTo>
                <a:lnTo>
                  <a:pt x="6270876" y="1832811"/>
                </a:lnTo>
                <a:lnTo>
                  <a:pt x="6272523" y="1832242"/>
                </a:lnTo>
                <a:lnTo>
                  <a:pt x="6274169" y="1831672"/>
                </a:lnTo>
                <a:lnTo>
                  <a:pt x="6275815" y="1831101"/>
                </a:lnTo>
                <a:lnTo>
                  <a:pt x="6277462" y="1830529"/>
                </a:lnTo>
                <a:lnTo>
                  <a:pt x="6279108" y="1829958"/>
                </a:lnTo>
                <a:lnTo>
                  <a:pt x="6280754" y="1829385"/>
                </a:lnTo>
                <a:lnTo>
                  <a:pt x="6282401" y="1828812"/>
                </a:lnTo>
                <a:lnTo>
                  <a:pt x="6284047" y="1828239"/>
                </a:lnTo>
                <a:lnTo>
                  <a:pt x="6285693" y="1827665"/>
                </a:lnTo>
                <a:lnTo>
                  <a:pt x="6287340" y="1827090"/>
                </a:lnTo>
                <a:lnTo>
                  <a:pt x="6288986" y="1826515"/>
                </a:lnTo>
                <a:lnTo>
                  <a:pt x="6290632" y="1825939"/>
                </a:lnTo>
                <a:lnTo>
                  <a:pt x="6292279" y="1825363"/>
                </a:lnTo>
                <a:lnTo>
                  <a:pt x="6293925" y="1824786"/>
                </a:lnTo>
                <a:lnTo>
                  <a:pt x="6295571" y="1824209"/>
                </a:lnTo>
                <a:lnTo>
                  <a:pt x="6297218" y="1823631"/>
                </a:lnTo>
                <a:lnTo>
                  <a:pt x="6298864" y="1823053"/>
                </a:lnTo>
                <a:lnTo>
                  <a:pt x="6300510" y="1822474"/>
                </a:lnTo>
                <a:lnTo>
                  <a:pt x="6302157" y="1821895"/>
                </a:lnTo>
                <a:lnTo>
                  <a:pt x="6303803" y="1821315"/>
                </a:lnTo>
                <a:lnTo>
                  <a:pt x="6305449" y="1820734"/>
                </a:lnTo>
                <a:lnTo>
                  <a:pt x="6307096" y="1820153"/>
                </a:lnTo>
                <a:lnTo>
                  <a:pt x="6308742" y="1819572"/>
                </a:lnTo>
                <a:lnTo>
                  <a:pt x="6310388" y="1818990"/>
                </a:lnTo>
                <a:lnTo>
                  <a:pt x="6312035" y="1818407"/>
                </a:lnTo>
                <a:lnTo>
                  <a:pt x="6313681" y="1817824"/>
                </a:lnTo>
                <a:lnTo>
                  <a:pt x="6315327" y="1817240"/>
                </a:lnTo>
                <a:lnTo>
                  <a:pt x="6316974" y="1816656"/>
                </a:lnTo>
                <a:lnTo>
                  <a:pt x="6318620" y="1816072"/>
                </a:lnTo>
                <a:lnTo>
                  <a:pt x="6320266" y="1815486"/>
                </a:lnTo>
                <a:lnTo>
                  <a:pt x="6321913" y="1814901"/>
                </a:lnTo>
                <a:lnTo>
                  <a:pt x="6323559" y="1814314"/>
                </a:lnTo>
                <a:lnTo>
                  <a:pt x="6325205" y="1813728"/>
                </a:lnTo>
                <a:lnTo>
                  <a:pt x="6326852" y="1813140"/>
                </a:lnTo>
                <a:lnTo>
                  <a:pt x="6328498" y="1812553"/>
                </a:lnTo>
                <a:lnTo>
                  <a:pt x="6330144" y="1811964"/>
                </a:lnTo>
                <a:lnTo>
                  <a:pt x="6331791" y="1811375"/>
                </a:lnTo>
                <a:lnTo>
                  <a:pt x="6333437" y="1810786"/>
                </a:lnTo>
                <a:lnTo>
                  <a:pt x="6335083" y="1810196"/>
                </a:lnTo>
                <a:lnTo>
                  <a:pt x="6336730" y="1809606"/>
                </a:lnTo>
                <a:lnTo>
                  <a:pt x="6338376" y="1809015"/>
                </a:lnTo>
                <a:lnTo>
                  <a:pt x="6340022" y="1808423"/>
                </a:lnTo>
                <a:lnTo>
                  <a:pt x="6341669" y="1807832"/>
                </a:lnTo>
                <a:lnTo>
                  <a:pt x="6343315" y="1807239"/>
                </a:lnTo>
                <a:lnTo>
                  <a:pt x="6344961" y="1806646"/>
                </a:lnTo>
                <a:lnTo>
                  <a:pt x="6346608" y="1806053"/>
                </a:lnTo>
                <a:lnTo>
                  <a:pt x="6348254" y="1805459"/>
                </a:lnTo>
                <a:lnTo>
                  <a:pt x="6349900" y="1804864"/>
                </a:lnTo>
                <a:lnTo>
                  <a:pt x="6351547" y="1804269"/>
                </a:lnTo>
                <a:lnTo>
                  <a:pt x="6353193" y="1803674"/>
                </a:lnTo>
                <a:lnTo>
                  <a:pt x="6354839" y="1803078"/>
                </a:lnTo>
                <a:lnTo>
                  <a:pt x="6356486" y="1802481"/>
                </a:lnTo>
                <a:lnTo>
                  <a:pt x="6358132" y="1801884"/>
                </a:lnTo>
                <a:lnTo>
                  <a:pt x="6359778" y="1801287"/>
                </a:lnTo>
                <a:lnTo>
                  <a:pt x="6361425" y="1800689"/>
                </a:lnTo>
                <a:lnTo>
                  <a:pt x="6363071" y="1800090"/>
                </a:lnTo>
                <a:lnTo>
                  <a:pt x="6364717" y="1799491"/>
                </a:lnTo>
                <a:lnTo>
                  <a:pt x="6366364" y="1798892"/>
                </a:lnTo>
                <a:lnTo>
                  <a:pt x="6368010" y="1798292"/>
                </a:lnTo>
                <a:lnTo>
                  <a:pt x="6369656" y="1797691"/>
                </a:lnTo>
                <a:lnTo>
                  <a:pt x="6371303" y="1797090"/>
                </a:lnTo>
                <a:lnTo>
                  <a:pt x="6372949" y="1796489"/>
                </a:lnTo>
                <a:lnTo>
                  <a:pt x="6374595" y="1795887"/>
                </a:lnTo>
                <a:lnTo>
                  <a:pt x="6376242" y="1795284"/>
                </a:lnTo>
                <a:lnTo>
                  <a:pt x="6377888" y="1794681"/>
                </a:lnTo>
                <a:lnTo>
                  <a:pt x="6379534" y="1794078"/>
                </a:lnTo>
                <a:lnTo>
                  <a:pt x="6381181" y="1793474"/>
                </a:lnTo>
                <a:lnTo>
                  <a:pt x="6382827" y="1792869"/>
                </a:lnTo>
                <a:lnTo>
                  <a:pt x="6384473" y="1792264"/>
                </a:lnTo>
                <a:lnTo>
                  <a:pt x="6386120" y="1791659"/>
                </a:lnTo>
                <a:lnTo>
                  <a:pt x="6387766" y="1791053"/>
                </a:lnTo>
                <a:lnTo>
                  <a:pt x="6389412" y="1790447"/>
                </a:lnTo>
                <a:lnTo>
                  <a:pt x="6391059" y="1789840"/>
                </a:lnTo>
                <a:lnTo>
                  <a:pt x="6392705" y="1789232"/>
                </a:lnTo>
                <a:lnTo>
                  <a:pt x="6394351" y="1788625"/>
                </a:lnTo>
                <a:lnTo>
                  <a:pt x="6395998" y="1788016"/>
                </a:lnTo>
                <a:lnTo>
                  <a:pt x="6397644" y="1787407"/>
                </a:lnTo>
                <a:lnTo>
                  <a:pt x="6399290" y="1786798"/>
                </a:lnTo>
                <a:lnTo>
                  <a:pt x="6400937" y="1786188"/>
                </a:lnTo>
                <a:lnTo>
                  <a:pt x="6402583" y="1785578"/>
                </a:lnTo>
                <a:lnTo>
                  <a:pt x="6404229" y="1784967"/>
                </a:lnTo>
                <a:lnTo>
                  <a:pt x="6405876" y="1784356"/>
                </a:lnTo>
                <a:lnTo>
                  <a:pt x="6407522" y="1783744"/>
                </a:lnTo>
                <a:lnTo>
                  <a:pt x="6409168" y="1783132"/>
                </a:lnTo>
                <a:lnTo>
                  <a:pt x="6410815" y="1782520"/>
                </a:lnTo>
                <a:lnTo>
                  <a:pt x="6412461" y="1781906"/>
                </a:lnTo>
                <a:lnTo>
                  <a:pt x="6414107" y="1781293"/>
                </a:lnTo>
                <a:lnTo>
                  <a:pt x="6415754" y="1780679"/>
                </a:lnTo>
                <a:lnTo>
                  <a:pt x="6417400" y="1780064"/>
                </a:lnTo>
                <a:lnTo>
                  <a:pt x="6419046" y="1779449"/>
                </a:lnTo>
                <a:lnTo>
                  <a:pt x="6420693" y="1778834"/>
                </a:lnTo>
                <a:lnTo>
                  <a:pt x="6422339" y="1778218"/>
                </a:lnTo>
                <a:lnTo>
                  <a:pt x="6423985" y="1777601"/>
                </a:lnTo>
                <a:lnTo>
                  <a:pt x="6425632" y="1776985"/>
                </a:lnTo>
                <a:lnTo>
                  <a:pt x="6427278" y="1776367"/>
                </a:lnTo>
                <a:lnTo>
                  <a:pt x="6428924" y="1775749"/>
                </a:lnTo>
                <a:lnTo>
                  <a:pt x="6430571" y="1775131"/>
                </a:lnTo>
                <a:lnTo>
                  <a:pt x="6432217" y="1774512"/>
                </a:lnTo>
                <a:lnTo>
                  <a:pt x="6433863" y="1773893"/>
                </a:lnTo>
                <a:lnTo>
                  <a:pt x="6435510" y="1773273"/>
                </a:lnTo>
                <a:lnTo>
                  <a:pt x="6437156" y="1772653"/>
                </a:lnTo>
                <a:lnTo>
                  <a:pt x="6438802" y="1772033"/>
                </a:lnTo>
                <a:lnTo>
                  <a:pt x="6440449" y="1771412"/>
                </a:lnTo>
                <a:lnTo>
                  <a:pt x="6442095" y="1770790"/>
                </a:lnTo>
                <a:lnTo>
                  <a:pt x="6443741" y="1770168"/>
                </a:lnTo>
                <a:lnTo>
                  <a:pt x="6445388" y="1769546"/>
                </a:lnTo>
                <a:lnTo>
                  <a:pt x="6447034" y="1768923"/>
                </a:lnTo>
                <a:lnTo>
                  <a:pt x="6448680" y="1768300"/>
                </a:lnTo>
                <a:lnTo>
                  <a:pt x="6450327" y="1767676"/>
                </a:lnTo>
                <a:lnTo>
                  <a:pt x="6451973" y="1767052"/>
                </a:lnTo>
                <a:lnTo>
                  <a:pt x="6453619" y="1766427"/>
                </a:lnTo>
                <a:lnTo>
                  <a:pt x="6455266" y="1765802"/>
                </a:lnTo>
                <a:lnTo>
                  <a:pt x="6456912" y="1765176"/>
                </a:lnTo>
                <a:lnTo>
                  <a:pt x="6458558" y="1764550"/>
                </a:lnTo>
                <a:lnTo>
                  <a:pt x="6460205" y="1763924"/>
                </a:lnTo>
                <a:lnTo>
                  <a:pt x="6461851" y="1763297"/>
                </a:lnTo>
                <a:lnTo>
                  <a:pt x="6463497" y="1762669"/>
                </a:lnTo>
                <a:lnTo>
                  <a:pt x="6465144" y="1762042"/>
                </a:lnTo>
                <a:lnTo>
                  <a:pt x="6466790" y="1761413"/>
                </a:lnTo>
                <a:lnTo>
                  <a:pt x="6468436" y="1760785"/>
                </a:lnTo>
                <a:lnTo>
                  <a:pt x="6470083" y="1760156"/>
                </a:lnTo>
                <a:lnTo>
                  <a:pt x="6471729" y="1759526"/>
                </a:lnTo>
                <a:lnTo>
                  <a:pt x="6473375" y="1758896"/>
                </a:lnTo>
                <a:lnTo>
                  <a:pt x="6475022" y="1758265"/>
                </a:lnTo>
                <a:lnTo>
                  <a:pt x="6476668" y="1757635"/>
                </a:lnTo>
                <a:lnTo>
                  <a:pt x="6478314" y="1757003"/>
                </a:lnTo>
                <a:lnTo>
                  <a:pt x="6479961" y="1756371"/>
                </a:lnTo>
                <a:lnTo>
                  <a:pt x="6481607" y="1755739"/>
                </a:lnTo>
                <a:lnTo>
                  <a:pt x="6483253" y="1755107"/>
                </a:lnTo>
                <a:lnTo>
                  <a:pt x="6484900" y="1754474"/>
                </a:lnTo>
                <a:lnTo>
                  <a:pt x="6486546" y="1753840"/>
                </a:lnTo>
                <a:lnTo>
                  <a:pt x="6488192" y="1753206"/>
                </a:lnTo>
                <a:lnTo>
                  <a:pt x="6489839" y="1752572"/>
                </a:lnTo>
                <a:lnTo>
                  <a:pt x="6491485" y="1751937"/>
                </a:lnTo>
                <a:lnTo>
                  <a:pt x="6493131" y="1751302"/>
                </a:lnTo>
                <a:lnTo>
                  <a:pt x="6494778" y="1750666"/>
                </a:lnTo>
                <a:lnTo>
                  <a:pt x="6496424" y="1750030"/>
                </a:lnTo>
                <a:lnTo>
                  <a:pt x="6498070" y="1749393"/>
                </a:lnTo>
                <a:lnTo>
                  <a:pt x="6499717" y="1748756"/>
                </a:lnTo>
                <a:lnTo>
                  <a:pt x="6501363" y="1748119"/>
                </a:lnTo>
                <a:lnTo>
                  <a:pt x="6503009" y="1747481"/>
                </a:lnTo>
                <a:lnTo>
                  <a:pt x="6504656" y="1746843"/>
                </a:lnTo>
                <a:lnTo>
                  <a:pt x="6506302" y="1746204"/>
                </a:lnTo>
                <a:lnTo>
                  <a:pt x="6507948" y="1745565"/>
                </a:lnTo>
                <a:lnTo>
                  <a:pt x="6509595" y="1744926"/>
                </a:lnTo>
                <a:lnTo>
                  <a:pt x="6511241" y="1744286"/>
                </a:lnTo>
                <a:lnTo>
                  <a:pt x="6512887" y="1743646"/>
                </a:lnTo>
                <a:lnTo>
                  <a:pt x="6514534" y="1743005"/>
                </a:lnTo>
                <a:lnTo>
                  <a:pt x="6516180" y="1742364"/>
                </a:lnTo>
                <a:lnTo>
                  <a:pt x="6517826" y="1741722"/>
                </a:lnTo>
                <a:lnTo>
                  <a:pt x="6519473" y="1741080"/>
                </a:lnTo>
                <a:lnTo>
                  <a:pt x="6521119" y="1740438"/>
                </a:lnTo>
                <a:lnTo>
                  <a:pt x="6522765" y="1739795"/>
                </a:lnTo>
                <a:lnTo>
                  <a:pt x="6524412" y="1739152"/>
                </a:lnTo>
                <a:lnTo>
                  <a:pt x="6526058" y="1738508"/>
                </a:lnTo>
                <a:lnTo>
                  <a:pt x="6527704" y="1737864"/>
                </a:lnTo>
                <a:lnTo>
                  <a:pt x="6529351" y="1737220"/>
                </a:lnTo>
                <a:lnTo>
                  <a:pt x="6530997" y="1736575"/>
                </a:lnTo>
                <a:lnTo>
                  <a:pt x="6532643" y="1735930"/>
                </a:lnTo>
                <a:lnTo>
                  <a:pt x="6534290" y="1735284"/>
                </a:lnTo>
                <a:lnTo>
                  <a:pt x="6535936" y="1734638"/>
                </a:lnTo>
                <a:lnTo>
                  <a:pt x="6537582" y="1733992"/>
                </a:lnTo>
                <a:lnTo>
                  <a:pt x="6539229" y="1733345"/>
                </a:lnTo>
                <a:lnTo>
                  <a:pt x="6540875" y="1732698"/>
                </a:lnTo>
                <a:lnTo>
                  <a:pt x="6542521" y="1732050"/>
                </a:lnTo>
                <a:lnTo>
                  <a:pt x="6544168" y="1731402"/>
                </a:lnTo>
                <a:lnTo>
                  <a:pt x="6545814" y="1730753"/>
                </a:lnTo>
                <a:lnTo>
                  <a:pt x="6547460" y="1730104"/>
                </a:lnTo>
                <a:lnTo>
                  <a:pt x="6549107" y="1729455"/>
                </a:lnTo>
                <a:lnTo>
                  <a:pt x="6550753" y="1728806"/>
                </a:lnTo>
                <a:lnTo>
                  <a:pt x="6552399" y="1728156"/>
                </a:lnTo>
                <a:lnTo>
                  <a:pt x="6554046" y="1727505"/>
                </a:lnTo>
                <a:lnTo>
                  <a:pt x="6555692" y="1726854"/>
                </a:lnTo>
                <a:lnTo>
                  <a:pt x="6557338" y="1726203"/>
                </a:lnTo>
                <a:lnTo>
                  <a:pt x="6558985" y="1725551"/>
                </a:lnTo>
                <a:lnTo>
                  <a:pt x="6560631" y="1724899"/>
                </a:lnTo>
                <a:lnTo>
                  <a:pt x="6562277" y="1724247"/>
                </a:lnTo>
                <a:lnTo>
                  <a:pt x="6563924" y="1723594"/>
                </a:lnTo>
                <a:lnTo>
                  <a:pt x="6565570" y="1722941"/>
                </a:lnTo>
                <a:lnTo>
                  <a:pt x="6567216" y="1722288"/>
                </a:lnTo>
                <a:lnTo>
                  <a:pt x="6568863" y="1721634"/>
                </a:lnTo>
                <a:lnTo>
                  <a:pt x="6570509" y="1720979"/>
                </a:lnTo>
                <a:lnTo>
                  <a:pt x="6572155" y="1720325"/>
                </a:lnTo>
                <a:lnTo>
                  <a:pt x="6573802" y="1719669"/>
                </a:lnTo>
                <a:lnTo>
                  <a:pt x="6575448" y="1719014"/>
                </a:lnTo>
                <a:lnTo>
                  <a:pt x="6577094" y="1718358"/>
                </a:lnTo>
                <a:lnTo>
                  <a:pt x="6578741" y="1717702"/>
                </a:lnTo>
                <a:lnTo>
                  <a:pt x="6580387" y="1717045"/>
                </a:lnTo>
                <a:lnTo>
                  <a:pt x="6582033" y="1716388"/>
                </a:lnTo>
                <a:lnTo>
                  <a:pt x="6583679" y="1715731"/>
                </a:lnTo>
                <a:lnTo>
                  <a:pt x="6583679" y="2056702"/>
                </a:lnTo>
                <a:lnTo>
                  <a:pt x="6582033" y="2056702"/>
                </a:lnTo>
                <a:lnTo>
                  <a:pt x="6580387" y="2056702"/>
                </a:lnTo>
                <a:lnTo>
                  <a:pt x="6578741" y="2056702"/>
                </a:lnTo>
                <a:lnTo>
                  <a:pt x="6577094" y="2056702"/>
                </a:lnTo>
                <a:lnTo>
                  <a:pt x="6575448" y="2056702"/>
                </a:lnTo>
                <a:lnTo>
                  <a:pt x="6573802" y="2056702"/>
                </a:lnTo>
                <a:lnTo>
                  <a:pt x="6572155" y="2056702"/>
                </a:lnTo>
                <a:lnTo>
                  <a:pt x="6570509" y="2056702"/>
                </a:lnTo>
                <a:lnTo>
                  <a:pt x="6568863" y="2056702"/>
                </a:lnTo>
                <a:lnTo>
                  <a:pt x="6567216" y="2056702"/>
                </a:lnTo>
                <a:lnTo>
                  <a:pt x="6565570" y="2056702"/>
                </a:lnTo>
                <a:lnTo>
                  <a:pt x="6563924" y="2056702"/>
                </a:lnTo>
                <a:lnTo>
                  <a:pt x="6562277" y="2056702"/>
                </a:lnTo>
                <a:lnTo>
                  <a:pt x="6560631" y="2056702"/>
                </a:lnTo>
                <a:lnTo>
                  <a:pt x="6558985" y="2056702"/>
                </a:lnTo>
                <a:lnTo>
                  <a:pt x="6557338" y="2056702"/>
                </a:lnTo>
                <a:lnTo>
                  <a:pt x="6555692" y="2056702"/>
                </a:lnTo>
                <a:lnTo>
                  <a:pt x="6554046" y="2056702"/>
                </a:lnTo>
                <a:lnTo>
                  <a:pt x="6552399" y="2056702"/>
                </a:lnTo>
                <a:lnTo>
                  <a:pt x="6550753" y="2056702"/>
                </a:lnTo>
                <a:lnTo>
                  <a:pt x="6549107" y="2056702"/>
                </a:lnTo>
                <a:lnTo>
                  <a:pt x="6547460" y="2056702"/>
                </a:lnTo>
                <a:lnTo>
                  <a:pt x="6545814" y="2056702"/>
                </a:lnTo>
                <a:lnTo>
                  <a:pt x="6544168" y="2056702"/>
                </a:lnTo>
                <a:lnTo>
                  <a:pt x="6542521" y="2056702"/>
                </a:lnTo>
                <a:lnTo>
                  <a:pt x="6540875" y="2056702"/>
                </a:lnTo>
                <a:lnTo>
                  <a:pt x="6539229" y="2056702"/>
                </a:lnTo>
                <a:lnTo>
                  <a:pt x="6537582" y="2056702"/>
                </a:lnTo>
                <a:lnTo>
                  <a:pt x="6535936" y="2056702"/>
                </a:lnTo>
                <a:lnTo>
                  <a:pt x="6534290" y="2056702"/>
                </a:lnTo>
                <a:lnTo>
                  <a:pt x="6532643" y="2056702"/>
                </a:lnTo>
                <a:lnTo>
                  <a:pt x="6530997" y="2056702"/>
                </a:lnTo>
                <a:lnTo>
                  <a:pt x="6529351" y="2056702"/>
                </a:lnTo>
                <a:lnTo>
                  <a:pt x="6527704" y="2056702"/>
                </a:lnTo>
                <a:lnTo>
                  <a:pt x="6526058" y="2056702"/>
                </a:lnTo>
                <a:lnTo>
                  <a:pt x="6524412" y="2056702"/>
                </a:lnTo>
                <a:lnTo>
                  <a:pt x="6522765" y="2056702"/>
                </a:lnTo>
                <a:lnTo>
                  <a:pt x="6521119" y="2056702"/>
                </a:lnTo>
                <a:lnTo>
                  <a:pt x="6519473" y="2056702"/>
                </a:lnTo>
                <a:lnTo>
                  <a:pt x="6517826" y="2056702"/>
                </a:lnTo>
                <a:lnTo>
                  <a:pt x="6516180" y="2056702"/>
                </a:lnTo>
                <a:lnTo>
                  <a:pt x="6514534" y="2056702"/>
                </a:lnTo>
                <a:lnTo>
                  <a:pt x="6512887" y="2056702"/>
                </a:lnTo>
                <a:lnTo>
                  <a:pt x="6511241" y="2056702"/>
                </a:lnTo>
                <a:lnTo>
                  <a:pt x="6509595" y="2056702"/>
                </a:lnTo>
                <a:lnTo>
                  <a:pt x="6507948" y="2056702"/>
                </a:lnTo>
                <a:lnTo>
                  <a:pt x="6506302" y="2056702"/>
                </a:lnTo>
                <a:lnTo>
                  <a:pt x="6504656" y="2056702"/>
                </a:lnTo>
                <a:lnTo>
                  <a:pt x="6503009" y="2056702"/>
                </a:lnTo>
                <a:lnTo>
                  <a:pt x="6501363" y="2056702"/>
                </a:lnTo>
                <a:lnTo>
                  <a:pt x="6499717" y="2056702"/>
                </a:lnTo>
                <a:lnTo>
                  <a:pt x="6498070" y="2056702"/>
                </a:lnTo>
                <a:lnTo>
                  <a:pt x="6496424" y="2056702"/>
                </a:lnTo>
                <a:lnTo>
                  <a:pt x="6494778" y="2056702"/>
                </a:lnTo>
                <a:lnTo>
                  <a:pt x="6493131" y="2056702"/>
                </a:lnTo>
                <a:lnTo>
                  <a:pt x="6491485" y="2056702"/>
                </a:lnTo>
                <a:lnTo>
                  <a:pt x="6489839" y="2056702"/>
                </a:lnTo>
                <a:lnTo>
                  <a:pt x="6488192" y="2056702"/>
                </a:lnTo>
                <a:lnTo>
                  <a:pt x="6486546" y="2056702"/>
                </a:lnTo>
                <a:lnTo>
                  <a:pt x="6484900" y="2056702"/>
                </a:lnTo>
                <a:lnTo>
                  <a:pt x="6483253" y="2056702"/>
                </a:lnTo>
                <a:lnTo>
                  <a:pt x="6481607" y="2056702"/>
                </a:lnTo>
                <a:lnTo>
                  <a:pt x="6479961" y="2056702"/>
                </a:lnTo>
                <a:lnTo>
                  <a:pt x="6478314" y="2056702"/>
                </a:lnTo>
                <a:lnTo>
                  <a:pt x="6476668" y="2056702"/>
                </a:lnTo>
                <a:lnTo>
                  <a:pt x="6475022" y="2056702"/>
                </a:lnTo>
                <a:lnTo>
                  <a:pt x="6473375" y="2056702"/>
                </a:lnTo>
                <a:lnTo>
                  <a:pt x="6471729" y="2056702"/>
                </a:lnTo>
                <a:lnTo>
                  <a:pt x="6470083" y="2056702"/>
                </a:lnTo>
                <a:lnTo>
                  <a:pt x="6468436" y="2056702"/>
                </a:lnTo>
                <a:lnTo>
                  <a:pt x="6466790" y="2056702"/>
                </a:lnTo>
                <a:lnTo>
                  <a:pt x="6465144" y="2056702"/>
                </a:lnTo>
                <a:lnTo>
                  <a:pt x="6463497" y="2056702"/>
                </a:lnTo>
                <a:lnTo>
                  <a:pt x="6461851" y="2056702"/>
                </a:lnTo>
                <a:lnTo>
                  <a:pt x="6460205" y="2056702"/>
                </a:lnTo>
                <a:lnTo>
                  <a:pt x="6458558" y="2056702"/>
                </a:lnTo>
                <a:lnTo>
                  <a:pt x="6456912" y="2056702"/>
                </a:lnTo>
                <a:lnTo>
                  <a:pt x="6455266" y="2056702"/>
                </a:lnTo>
                <a:lnTo>
                  <a:pt x="6453619" y="2056702"/>
                </a:lnTo>
                <a:lnTo>
                  <a:pt x="6451973" y="2056702"/>
                </a:lnTo>
                <a:lnTo>
                  <a:pt x="6450327" y="2056702"/>
                </a:lnTo>
                <a:lnTo>
                  <a:pt x="6448680" y="2056702"/>
                </a:lnTo>
                <a:lnTo>
                  <a:pt x="6447034" y="2056702"/>
                </a:lnTo>
                <a:lnTo>
                  <a:pt x="6445388" y="2056702"/>
                </a:lnTo>
                <a:lnTo>
                  <a:pt x="6443741" y="2056702"/>
                </a:lnTo>
                <a:lnTo>
                  <a:pt x="6442095" y="2056702"/>
                </a:lnTo>
                <a:lnTo>
                  <a:pt x="6440449" y="2056702"/>
                </a:lnTo>
                <a:lnTo>
                  <a:pt x="6438802" y="2056702"/>
                </a:lnTo>
                <a:lnTo>
                  <a:pt x="6437156" y="2056702"/>
                </a:lnTo>
                <a:lnTo>
                  <a:pt x="6435510" y="2056702"/>
                </a:lnTo>
                <a:lnTo>
                  <a:pt x="6433863" y="2056702"/>
                </a:lnTo>
                <a:lnTo>
                  <a:pt x="6432217" y="2056702"/>
                </a:lnTo>
                <a:lnTo>
                  <a:pt x="6430571" y="2056702"/>
                </a:lnTo>
                <a:lnTo>
                  <a:pt x="6428924" y="2056702"/>
                </a:lnTo>
                <a:lnTo>
                  <a:pt x="6427278" y="2056702"/>
                </a:lnTo>
                <a:lnTo>
                  <a:pt x="6425632" y="2056702"/>
                </a:lnTo>
                <a:lnTo>
                  <a:pt x="6423985" y="2056702"/>
                </a:lnTo>
                <a:lnTo>
                  <a:pt x="6422339" y="2056702"/>
                </a:lnTo>
                <a:lnTo>
                  <a:pt x="6420693" y="2056702"/>
                </a:lnTo>
                <a:lnTo>
                  <a:pt x="6419046" y="2056702"/>
                </a:lnTo>
                <a:lnTo>
                  <a:pt x="6417400" y="2056702"/>
                </a:lnTo>
                <a:lnTo>
                  <a:pt x="6415754" y="2056702"/>
                </a:lnTo>
                <a:lnTo>
                  <a:pt x="6414107" y="2056702"/>
                </a:lnTo>
                <a:lnTo>
                  <a:pt x="6412461" y="2056702"/>
                </a:lnTo>
                <a:lnTo>
                  <a:pt x="6410815" y="2056702"/>
                </a:lnTo>
                <a:lnTo>
                  <a:pt x="6409168" y="2056702"/>
                </a:lnTo>
                <a:lnTo>
                  <a:pt x="6407522" y="2056702"/>
                </a:lnTo>
                <a:lnTo>
                  <a:pt x="6405876" y="2056702"/>
                </a:lnTo>
                <a:lnTo>
                  <a:pt x="6404229" y="2056702"/>
                </a:lnTo>
                <a:lnTo>
                  <a:pt x="6402583" y="2056702"/>
                </a:lnTo>
                <a:lnTo>
                  <a:pt x="6400937" y="2056702"/>
                </a:lnTo>
                <a:lnTo>
                  <a:pt x="6399290" y="2056702"/>
                </a:lnTo>
                <a:lnTo>
                  <a:pt x="6397644" y="2056702"/>
                </a:lnTo>
                <a:lnTo>
                  <a:pt x="6395998" y="2056702"/>
                </a:lnTo>
                <a:lnTo>
                  <a:pt x="6394351" y="2056702"/>
                </a:lnTo>
                <a:lnTo>
                  <a:pt x="6392705" y="2056702"/>
                </a:lnTo>
                <a:lnTo>
                  <a:pt x="6391059" y="2056702"/>
                </a:lnTo>
                <a:lnTo>
                  <a:pt x="6389412" y="2056702"/>
                </a:lnTo>
                <a:lnTo>
                  <a:pt x="6387766" y="2056702"/>
                </a:lnTo>
                <a:lnTo>
                  <a:pt x="6386120" y="2056702"/>
                </a:lnTo>
                <a:lnTo>
                  <a:pt x="6384473" y="2056702"/>
                </a:lnTo>
                <a:lnTo>
                  <a:pt x="6382827" y="2056702"/>
                </a:lnTo>
                <a:lnTo>
                  <a:pt x="6381181" y="2056702"/>
                </a:lnTo>
                <a:lnTo>
                  <a:pt x="6379534" y="2056702"/>
                </a:lnTo>
                <a:lnTo>
                  <a:pt x="6377888" y="2056702"/>
                </a:lnTo>
                <a:lnTo>
                  <a:pt x="6376242" y="2056702"/>
                </a:lnTo>
                <a:lnTo>
                  <a:pt x="6374595" y="2056702"/>
                </a:lnTo>
                <a:lnTo>
                  <a:pt x="6372949" y="2056702"/>
                </a:lnTo>
                <a:lnTo>
                  <a:pt x="6371303" y="2056702"/>
                </a:lnTo>
                <a:lnTo>
                  <a:pt x="6369656" y="2056702"/>
                </a:lnTo>
                <a:lnTo>
                  <a:pt x="6368010" y="2056702"/>
                </a:lnTo>
                <a:lnTo>
                  <a:pt x="6366364" y="2056702"/>
                </a:lnTo>
                <a:lnTo>
                  <a:pt x="6364717" y="2056702"/>
                </a:lnTo>
                <a:lnTo>
                  <a:pt x="6363071" y="2056702"/>
                </a:lnTo>
                <a:lnTo>
                  <a:pt x="6361425" y="2056702"/>
                </a:lnTo>
                <a:lnTo>
                  <a:pt x="6359778" y="2056702"/>
                </a:lnTo>
                <a:lnTo>
                  <a:pt x="6358132" y="2056702"/>
                </a:lnTo>
                <a:lnTo>
                  <a:pt x="6356486" y="2056702"/>
                </a:lnTo>
                <a:lnTo>
                  <a:pt x="6354839" y="2056702"/>
                </a:lnTo>
                <a:lnTo>
                  <a:pt x="6353193" y="2056702"/>
                </a:lnTo>
                <a:lnTo>
                  <a:pt x="6351547" y="2056702"/>
                </a:lnTo>
                <a:lnTo>
                  <a:pt x="6349900" y="2056702"/>
                </a:lnTo>
                <a:lnTo>
                  <a:pt x="6348254" y="2056702"/>
                </a:lnTo>
                <a:lnTo>
                  <a:pt x="6346608" y="2056702"/>
                </a:lnTo>
                <a:lnTo>
                  <a:pt x="6344961" y="2056702"/>
                </a:lnTo>
                <a:lnTo>
                  <a:pt x="6343315" y="2056702"/>
                </a:lnTo>
                <a:lnTo>
                  <a:pt x="6341669" y="2056702"/>
                </a:lnTo>
                <a:lnTo>
                  <a:pt x="6340022" y="2056702"/>
                </a:lnTo>
                <a:lnTo>
                  <a:pt x="6338376" y="2056702"/>
                </a:lnTo>
                <a:lnTo>
                  <a:pt x="6336730" y="2056702"/>
                </a:lnTo>
                <a:lnTo>
                  <a:pt x="6335083" y="2056702"/>
                </a:lnTo>
                <a:lnTo>
                  <a:pt x="6333437" y="2056702"/>
                </a:lnTo>
                <a:lnTo>
                  <a:pt x="6331791" y="2056702"/>
                </a:lnTo>
                <a:lnTo>
                  <a:pt x="6330144" y="2056702"/>
                </a:lnTo>
                <a:lnTo>
                  <a:pt x="6328498" y="2056702"/>
                </a:lnTo>
                <a:lnTo>
                  <a:pt x="6326852" y="2056702"/>
                </a:lnTo>
                <a:lnTo>
                  <a:pt x="6325205" y="2056702"/>
                </a:lnTo>
                <a:lnTo>
                  <a:pt x="6323559" y="2056702"/>
                </a:lnTo>
                <a:lnTo>
                  <a:pt x="6321913" y="2056702"/>
                </a:lnTo>
                <a:lnTo>
                  <a:pt x="6320266" y="2056702"/>
                </a:lnTo>
                <a:lnTo>
                  <a:pt x="6318620" y="2056702"/>
                </a:lnTo>
                <a:lnTo>
                  <a:pt x="6316974" y="2056702"/>
                </a:lnTo>
                <a:lnTo>
                  <a:pt x="6315327" y="2056702"/>
                </a:lnTo>
                <a:lnTo>
                  <a:pt x="6313681" y="2056702"/>
                </a:lnTo>
                <a:lnTo>
                  <a:pt x="6312035" y="2056702"/>
                </a:lnTo>
                <a:lnTo>
                  <a:pt x="6310388" y="2056702"/>
                </a:lnTo>
                <a:lnTo>
                  <a:pt x="6308742" y="2056702"/>
                </a:lnTo>
                <a:lnTo>
                  <a:pt x="6307096" y="2056702"/>
                </a:lnTo>
                <a:lnTo>
                  <a:pt x="6305449" y="2056702"/>
                </a:lnTo>
                <a:lnTo>
                  <a:pt x="6303803" y="2056702"/>
                </a:lnTo>
                <a:lnTo>
                  <a:pt x="6302157" y="2056702"/>
                </a:lnTo>
                <a:lnTo>
                  <a:pt x="6300510" y="2056702"/>
                </a:lnTo>
                <a:lnTo>
                  <a:pt x="6298864" y="2056702"/>
                </a:lnTo>
                <a:lnTo>
                  <a:pt x="6297218" y="2056702"/>
                </a:lnTo>
                <a:lnTo>
                  <a:pt x="6295571" y="2056702"/>
                </a:lnTo>
                <a:lnTo>
                  <a:pt x="6293925" y="2056702"/>
                </a:lnTo>
                <a:lnTo>
                  <a:pt x="6292279" y="2056702"/>
                </a:lnTo>
                <a:lnTo>
                  <a:pt x="6290632" y="2056702"/>
                </a:lnTo>
                <a:lnTo>
                  <a:pt x="6288986" y="2056702"/>
                </a:lnTo>
                <a:lnTo>
                  <a:pt x="6287340" y="2056702"/>
                </a:lnTo>
                <a:lnTo>
                  <a:pt x="6285693" y="2056702"/>
                </a:lnTo>
                <a:lnTo>
                  <a:pt x="6284047" y="2056702"/>
                </a:lnTo>
                <a:lnTo>
                  <a:pt x="6282401" y="2056702"/>
                </a:lnTo>
                <a:lnTo>
                  <a:pt x="6280754" y="2056702"/>
                </a:lnTo>
                <a:lnTo>
                  <a:pt x="6279108" y="2056702"/>
                </a:lnTo>
                <a:lnTo>
                  <a:pt x="6277462" y="2056702"/>
                </a:lnTo>
                <a:lnTo>
                  <a:pt x="6275815" y="2056702"/>
                </a:lnTo>
                <a:lnTo>
                  <a:pt x="6274169" y="2056702"/>
                </a:lnTo>
                <a:lnTo>
                  <a:pt x="6272523" y="2056702"/>
                </a:lnTo>
                <a:lnTo>
                  <a:pt x="6270876" y="2056702"/>
                </a:lnTo>
                <a:lnTo>
                  <a:pt x="6269230" y="2056702"/>
                </a:lnTo>
                <a:lnTo>
                  <a:pt x="6267584" y="2056702"/>
                </a:lnTo>
                <a:lnTo>
                  <a:pt x="6265938" y="2056702"/>
                </a:lnTo>
                <a:lnTo>
                  <a:pt x="6264291" y="2056702"/>
                </a:lnTo>
                <a:lnTo>
                  <a:pt x="6262645" y="2056702"/>
                </a:lnTo>
                <a:lnTo>
                  <a:pt x="6260999" y="2056702"/>
                </a:lnTo>
                <a:lnTo>
                  <a:pt x="6259352" y="2056702"/>
                </a:lnTo>
                <a:lnTo>
                  <a:pt x="6257706" y="2056702"/>
                </a:lnTo>
                <a:lnTo>
                  <a:pt x="6256060" y="2056702"/>
                </a:lnTo>
                <a:lnTo>
                  <a:pt x="6254413" y="2056702"/>
                </a:lnTo>
                <a:lnTo>
                  <a:pt x="6252767" y="2056702"/>
                </a:lnTo>
                <a:lnTo>
                  <a:pt x="6251121" y="2056702"/>
                </a:lnTo>
                <a:lnTo>
                  <a:pt x="6249474" y="2056702"/>
                </a:lnTo>
                <a:lnTo>
                  <a:pt x="6247828" y="2056702"/>
                </a:lnTo>
                <a:lnTo>
                  <a:pt x="6246182" y="2056702"/>
                </a:lnTo>
                <a:lnTo>
                  <a:pt x="6244535" y="2056702"/>
                </a:lnTo>
                <a:lnTo>
                  <a:pt x="6242889" y="2056702"/>
                </a:lnTo>
                <a:lnTo>
                  <a:pt x="6241243" y="2056702"/>
                </a:lnTo>
                <a:lnTo>
                  <a:pt x="6239596" y="2056702"/>
                </a:lnTo>
                <a:lnTo>
                  <a:pt x="6237950" y="2056702"/>
                </a:lnTo>
                <a:lnTo>
                  <a:pt x="6236304" y="2056702"/>
                </a:lnTo>
                <a:lnTo>
                  <a:pt x="6234657" y="2056702"/>
                </a:lnTo>
                <a:lnTo>
                  <a:pt x="6233011" y="2056702"/>
                </a:lnTo>
                <a:lnTo>
                  <a:pt x="6231365" y="2056702"/>
                </a:lnTo>
                <a:lnTo>
                  <a:pt x="6229718" y="2056702"/>
                </a:lnTo>
                <a:lnTo>
                  <a:pt x="6228072" y="2056702"/>
                </a:lnTo>
                <a:lnTo>
                  <a:pt x="6226426" y="2056702"/>
                </a:lnTo>
                <a:lnTo>
                  <a:pt x="6224779" y="2056702"/>
                </a:lnTo>
                <a:lnTo>
                  <a:pt x="6223133" y="2056702"/>
                </a:lnTo>
                <a:lnTo>
                  <a:pt x="6221487" y="2056702"/>
                </a:lnTo>
                <a:lnTo>
                  <a:pt x="6219840" y="2056702"/>
                </a:lnTo>
                <a:lnTo>
                  <a:pt x="6218194" y="2056702"/>
                </a:lnTo>
                <a:lnTo>
                  <a:pt x="6216548" y="2056702"/>
                </a:lnTo>
                <a:lnTo>
                  <a:pt x="6214901" y="2056702"/>
                </a:lnTo>
                <a:lnTo>
                  <a:pt x="6213255" y="2056702"/>
                </a:lnTo>
                <a:lnTo>
                  <a:pt x="6211609" y="2056702"/>
                </a:lnTo>
                <a:lnTo>
                  <a:pt x="6209962" y="2056702"/>
                </a:lnTo>
                <a:lnTo>
                  <a:pt x="6208316" y="2056702"/>
                </a:lnTo>
                <a:lnTo>
                  <a:pt x="6206670" y="2056702"/>
                </a:lnTo>
                <a:lnTo>
                  <a:pt x="6205023" y="2056702"/>
                </a:lnTo>
                <a:lnTo>
                  <a:pt x="6203377" y="2056702"/>
                </a:lnTo>
                <a:lnTo>
                  <a:pt x="6201731" y="2056702"/>
                </a:lnTo>
                <a:lnTo>
                  <a:pt x="6200084" y="2056702"/>
                </a:lnTo>
                <a:lnTo>
                  <a:pt x="6198438" y="2056702"/>
                </a:lnTo>
                <a:lnTo>
                  <a:pt x="6196792" y="2056702"/>
                </a:lnTo>
                <a:lnTo>
                  <a:pt x="6195145" y="2056702"/>
                </a:lnTo>
                <a:lnTo>
                  <a:pt x="6193499" y="2056702"/>
                </a:lnTo>
                <a:lnTo>
                  <a:pt x="6191853" y="2056702"/>
                </a:lnTo>
                <a:lnTo>
                  <a:pt x="6190206" y="2056702"/>
                </a:lnTo>
                <a:lnTo>
                  <a:pt x="6188560" y="2056702"/>
                </a:lnTo>
                <a:lnTo>
                  <a:pt x="6186914" y="2056702"/>
                </a:lnTo>
                <a:lnTo>
                  <a:pt x="6185267" y="2056702"/>
                </a:lnTo>
                <a:lnTo>
                  <a:pt x="6183621" y="2056702"/>
                </a:lnTo>
                <a:lnTo>
                  <a:pt x="6181975" y="2056702"/>
                </a:lnTo>
                <a:lnTo>
                  <a:pt x="6180328" y="2056702"/>
                </a:lnTo>
                <a:lnTo>
                  <a:pt x="6178682" y="2056702"/>
                </a:lnTo>
                <a:lnTo>
                  <a:pt x="6177036" y="2056702"/>
                </a:lnTo>
                <a:lnTo>
                  <a:pt x="6175389" y="2056702"/>
                </a:lnTo>
                <a:lnTo>
                  <a:pt x="6173743" y="2056702"/>
                </a:lnTo>
                <a:lnTo>
                  <a:pt x="6172097" y="2056702"/>
                </a:lnTo>
                <a:lnTo>
                  <a:pt x="6170450" y="2056702"/>
                </a:lnTo>
                <a:lnTo>
                  <a:pt x="6168804" y="2056702"/>
                </a:lnTo>
                <a:lnTo>
                  <a:pt x="6167158" y="2056702"/>
                </a:lnTo>
                <a:lnTo>
                  <a:pt x="6165511" y="2056702"/>
                </a:lnTo>
                <a:lnTo>
                  <a:pt x="6163865" y="2056702"/>
                </a:lnTo>
                <a:lnTo>
                  <a:pt x="6162219" y="2056702"/>
                </a:lnTo>
                <a:lnTo>
                  <a:pt x="6160572" y="2056702"/>
                </a:lnTo>
                <a:lnTo>
                  <a:pt x="6158926" y="2056702"/>
                </a:lnTo>
                <a:lnTo>
                  <a:pt x="6157280" y="2056702"/>
                </a:lnTo>
                <a:lnTo>
                  <a:pt x="6155633" y="2056702"/>
                </a:lnTo>
                <a:lnTo>
                  <a:pt x="6153987" y="2056702"/>
                </a:lnTo>
                <a:lnTo>
                  <a:pt x="6152341" y="2056702"/>
                </a:lnTo>
                <a:lnTo>
                  <a:pt x="6150694" y="2056702"/>
                </a:lnTo>
                <a:lnTo>
                  <a:pt x="6149048" y="2056702"/>
                </a:lnTo>
                <a:lnTo>
                  <a:pt x="6147402" y="2056702"/>
                </a:lnTo>
                <a:lnTo>
                  <a:pt x="6145755" y="2056702"/>
                </a:lnTo>
                <a:lnTo>
                  <a:pt x="6144109" y="2056702"/>
                </a:lnTo>
                <a:lnTo>
                  <a:pt x="6142463" y="2056702"/>
                </a:lnTo>
                <a:lnTo>
                  <a:pt x="6140816" y="2056702"/>
                </a:lnTo>
                <a:lnTo>
                  <a:pt x="6139170" y="2056702"/>
                </a:lnTo>
                <a:lnTo>
                  <a:pt x="6137524" y="2056702"/>
                </a:lnTo>
                <a:lnTo>
                  <a:pt x="6135877" y="2056702"/>
                </a:lnTo>
                <a:lnTo>
                  <a:pt x="6134231" y="2056702"/>
                </a:lnTo>
                <a:lnTo>
                  <a:pt x="6132585" y="2056702"/>
                </a:lnTo>
                <a:lnTo>
                  <a:pt x="6130938" y="2056702"/>
                </a:lnTo>
                <a:lnTo>
                  <a:pt x="6129292" y="2056702"/>
                </a:lnTo>
                <a:lnTo>
                  <a:pt x="6127646" y="2056702"/>
                </a:lnTo>
                <a:lnTo>
                  <a:pt x="6125999" y="2056702"/>
                </a:lnTo>
                <a:lnTo>
                  <a:pt x="6124353" y="2056702"/>
                </a:lnTo>
                <a:lnTo>
                  <a:pt x="6122707" y="2056702"/>
                </a:lnTo>
                <a:lnTo>
                  <a:pt x="6121060" y="2056702"/>
                </a:lnTo>
                <a:lnTo>
                  <a:pt x="6119414" y="2056702"/>
                </a:lnTo>
                <a:lnTo>
                  <a:pt x="6117768" y="2056702"/>
                </a:lnTo>
                <a:lnTo>
                  <a:pt x="6116121" y="2056702"/>
                </a:lnTo>
                <a:lnTo>
                  <a:pt x="6114475" y="2056702"/>
                </a:lnTo>
                <a:lnTo>
                  <a:pt x="6112829" y="2056702"/>
                </a:lnTo>
                <a:lnTo>
                  <a:pt x="6111182" y="2056702"/>
                </a:lnTo>
                <a:lnTo>
                  <a:pt x="6109536" y="2056702"/>
                </a:lnTo>
                <a:lnTo>
                  <a:pt x="6107890" y="2056702"/>
                </a:lnTo>
                <a:lnTo>
                  <a:pt x="6106243" y="2056702"/>
                </a:lnTo>
                <a:lnTo>
                  <a:pt x="6104597" y="2056702"/>
                </a:lnTo>
                <a:lnTo>
                  <a:pt x="6102951" y="2056702"/>
                </a:lnTo>
                <a:lnTo>
                  <a:pt x="6101304" y="2056702"/>
                </a:lnTo>
                <a:lnTo>
                  <a:pt x="6099658" y="2056702"/>
                </a:lnTo>
                <a:lnTo>
                  <a:pt x="6098012" y="2056702"/>
                </a:lnTo>
                <a:lnTo>
                  <a:pt x="6096365" y="2056702"/>
                </a:lnTo>
                <a:lnTo>
                  <a:pt x="6094719" y="2056702"/>
                </a:lnTo>
                <a:lnTo>
                  <a:pt x="6093073" y="2056702"/>
                </a:lnTo>
                <a:lnTo>
                  <a:pt x="6091426" y="2056702"/>
                </a:lnTo>
                <a:lnTo>
                  <a:pt x="6089780" y="2056702"/>
                </a:lnTo>
                <a:lnTo>
                  <a:pt x="6088134" y="2056702"/>
                </a:lnTo>
                <a:lnTo>
                  <a:pt x="6086487" y="2056702"/>
                </a:lnTo>
                <a:lnTo>
                  <a:pt x="6084841" y="2056702"/>
                </a:lnTo>
                <a:lnTo>
                  <a:pt x="6083195" y="2056702"/>
                </a:lnTo>
                <a:lnTo>
                  <a:pt x="6081548" y="2056702"/>
                </a:lnTo>
                <a:lnTo>
                  <a:pt x="6079902" y="2056702"/>
                </a:lnTo>
                <a:lnTo>
                  <a:pt x="6078256" y="2056702"/>
                </a:lnTo>
                <a:lnTo>
                  <a:pt x="6076609" y="2056702"/>
                </a:lnTo>
                <a:lnTo>
                  <a:pt x="6074963" y="2056702"/>
                </a:lnTo>
                <a:lnTo>
                  <a:pt x="6073317" y="2056702"/>
                </a:lnTo>
                <a:lnTo>
                  <a:pt x="6071670" y="2056702"/>
                </a:lnTo>
                <a:lnTo>
                  <a:pt x="6070024" y="2056702"/>
                </a:lnTo>
                <a:lnTo>
                  <a:pt x="6068378" y="2056702"/>
                </a:lnTo>
                <a:lnTo>
                  <a:pt x="6066731" y="2056702"/>
                </a:lnTo>
                <a:lnTo>
                  <a:pt x="6065085" y="2056702"/>
                </a:lnTo>
                <a:lnTo>
                  <a:pt x="6063439" y="2056702"/>
                </a:lnTo>
                <a:lnTo>
                  <a:pt x="6061792" y="2056702"/>
                </a:lnTo>
                <a:lnTo>
                  <a:pt x="6060146" y="2056702"/>
                </a:lnTo>
                <a:lnTo>
                  <a:pt x="6058500" y="2056702"/>
                </a:lnTo>
                <a:lnTo>
                  <a:pt x="6056853" y="2056702"/>
                </a:lnTo>
                <a:lnTo>
                  <a:pt x="6055207" y="2056702"/>
                </a:lnTo>
                <a:lnTo>
                  <a:pt x="6053561" y="2056702"/>
                </a:lnTo>
                <a:lnTo>
                  <a:pt x="6051914" y="2056702"/>
                </a:lnTo>
                <a:lnTo>
                  <a:pt x="6050268" y="2056702"/>
                </a:lnTo>
                <a:lnTo>
                  <a:pt x="6048622" y="2056702"/>
                </a:lnTo>
                <a:lnTo>
                  <a:pt x="6046975" y="2056702"/>
                </a:lnTo>
                <a:lnTo>
                  <a:pt x="6045329" y="2056702"/>
                </a:lnTo>
                <a:lnTo>
                  <a:pt x="6043683" y="2056702"/>
                </a:lnTo>
                <a:lnTo>
                  <a:pt x="6042036" y="2056702"/>
                </a:lnTo>
                <a:lnTo>
                  <a:pt x="6040390" y="2056702"/>
                </a:lnTo>
                <a:lnTo>
                  <a:pt x="6038744" y="2056702"/>
                </a:lnTo>
                <a:lnTo>
                  <a:pt x="6037097" y="2056702"/>
                </a:lnTo>
                <a:lnTo>
                  <a:pt x="6035451" y="2056702"/>
                </a:lnTo>
                <a:lnTo>
                  <a:pt x="6033805" y="2056702"/>
                </a:lnTo>
                <a:lnTo>
                  <a:pt x="6032158" y="2056702"/>
                </a:lnTo>
                <a:lnTo>
                  <a:pt x="6030512" y="2056702"/>
                </a:lnTo>
                <a:lnTo>
                  <a:pt x="6028866" y="2056702"/>
                </a:lnTo>
                <a:lnTo>
                  <a:pt x="6027219" y="2056702"/>
                </a:lnTo>
                <a:lnTo>
                  <a:pt x="6025573" y="2056702"/>
                </a:lnTo>
                <a:lnTo>
                  <a:pt x="6023927" y="2056702"/>
                </a:lnTo>
                <a:lnTo>
                  <a:pt x="6022280" y="2056702"/>
                </a:lnTo>
                <a:lnTo>
                  <a:pt x="6020634" y="2056702"/>
                </a:lnTo>
                <a:lnTo>
                  <a:pt x="6018988" y="2056702"/>
                </a:lnTo>
                <a:lnTo>
                  <a:pt x="6017341" y="2056702"/>
                </a:lnTo>
                <a:lnTo>
                  <a:pt x="6015695" y="2056702"/>
                </a:lnTo>
                <a:lnTo>
                  <a:pt x="6014049" y="2056702"/>
                </a:lnTo>
                <a:lnTo>
                  <a:pt x="6012402" y="2056702"/>
                </a:lnTo>
                <a:lnTo>
                  <a:pt x="6010756" y="2056702"/>
                </a:lnTo>
                <a:lnTo>
                  <a:pt x="6009110" y="2056702"/>
                </a:lnTo>
                <a:lnTo>
                  <a:pt x="6007463" y="2056702"/>
                </a:lnTo>
                <a:lnTo>
                  <a:pt x="6005817" y="2056702"/>
                </a:lnTo>
                <a:lnTo>
                  <a:pt x="6004171" y="2056702"/>
                </a:lnTo>
                <a:lnTo>
                  <a:pt x="6002524" y="2056702"/>
                </a:lnTo>
                <a:lnTo>
                  <a:pt x="6000878" y="2056702"/>
                </a:lnTo>
                <a:lnTo>
                  <a:pt x="5999232" y="2056702"/>
                </a:lnTo>
                <a:lnTo>
                  <a:pt x="5997585" y="2056702"/>
                </a:lnTo>
                <a:lnTo>
                  <a:pt x="5995939" y="2056702"/>
                </a:lnTo>
                <a:lnTo>
                  <a:pt x="5994293" y="2056702"/>
                </a:lnTo>
                <a:lnTo>
                  <a:pt x="5992646" y="2056702"/>
                </a:lnTo>
                <a:lnTo>
                  <a:pt x="5991000" y="2056702"/>
                </a:lnTo>
                <a:lnTo>
                  <a:pt x="5989354" y="2056702"/>
                </a:lnTo>
                <a:lnTo>
                  <a:pt x="5987707" y="2056702"/>
                </a:lnTo>
                <a:lnTo>
                  <a:pt x="5986061" y="2056702"/>
                </a:lnTo>
                <a:lnTo>
                  <a:pt x="5984415" y="2056702"/>
                </a:lnTo>
                <a:lnTo>
                  <a:pt x="5982768" y="2056702"/>
                </a:lnTo>
                <a:lnTo>
                  <a:pt x="5981122" y="2056702"/>
                </a:lnTo>
                <a:lnTo>
                  <a:pt x="5979476" y="2056702"/>
                </a:lnTo>
                <a:lnTo>
                  <a:pt x="5977829" y="2056702"/>
                </a:lnTo>
                <a:lnTo>
                  <a:pt x="5976183" y="2056702"/>
                </a:lnTo>
                <a:lnTo>
                  <a:pt x="5974537" y="2056702"/>
                </a:lnTo>
                <a:lnTo>
                  <a:pt x="5972890" y="2056702"/>
                </a:lnTo>
                <a:lnTo>
                  <a:pt x="5971244" y="2056702"/>
                </a:lnTo>
                <a:lnTo>
                  <a:pt x="5969598" y="2056702"/>
                </a:lnTo>
                <a:lnTo>
                  <a:pt x="5967951" y="2056702"/>
                </a:lnTo>
                <a:lnTo>
                  <a:pt x="5966305" y="2056702"/>
                </a:lnTo>
                <a:lnTo>
                  <a:pt x="5964659" y="2056702"/>
                </a:lnTo>
                <a:lnTo>
                  <a:pt x="5963012" y="2056702"/>
                </a:lnTo>
                <a:lnTo>
                  <a:pt x="5961366" y="2056702"/>
                </a:lnTo>
                <a:lnTo>
                  <a:pt x="5959720" y="2056702"/>
                </a:lnTo>
                <a:lnTo>
                  <a:pt x="5958073" y="2056702"/>
                </a:lnTo>
                <a:lnTo>
                  <a:pt x="5956427" y="2056702"/>
                </a:lnTo>
                <a:lnTo>
                  <a:pt x="5954781" y="2056702"/>
                </a:lnTo>
                <a:lnTo>
                  <a:pt x="5953135" y="2056702"/>
                </a:lnTo>
                <a:lnTo>
                  <a:pt x="5951488" y="2056702"/>
                </a:lnTo>
                <a:lnTo>
                  <a:pt x="5949842" y="2056702"/>
                </a:lnTo>
                <a:lnTo>
                  <a:pt x="5948196" y="2056702"/>
                </a:lnTo>
                <a:lnTo>
                  <a:pt x="5946549" y="2056702"/>
                </a:lnTo>
                <a:lnTo>
                  <a:pt x="5944903" y="2056702"/>
                </a:lnTo>
                <a:lnTo>
                  <a:pt x="5943257" y="2056702"/>
                </a:lnTo>
                <a:lnTo>
                  <a:pt x="5941610" y="2056702"/>
                </a:lnTo>
                <a:lnTo>
                  <a:pt x="5939964" y="2056702"/>
                </a:lnTo>
                <a:lnTo>
                  <a:pt x="5938318" y="2056702"/>
                </a:lnTo>
                <a:lnTo>
                  <a:pt x="5936671" y="2056702"/>
                </a:lnTo>
                <a:lnTo>
                  <a:pt x="5935025" y="2056702"/>
                </a:lnTo>
                <a:lnTo>
                  <a:pt x="5933379" y="2056702"/>
                </a:lnTo>
                <a:lnTo>
                  <a:pt x="5931732" y="2056702"/>
                </a:lnTo>
                <a:lnTo>
                  <a:pt x="5930086" y="2056702"/>
                </a:lnTo>
                <a:lnTo>
                  <a:pt x="5928440" y="2056702"/>
                </a:lnTo>
                <a:lnTo>
                  <a:pt x="5926793" y="2056702"/>
                </a:lnTo>
                <a:lnTo>
                  <a:pt x="5925147" y="2056702"/>
                </a:lnTo>
                <a:lnTo>
                  <a:pt x="5923501" y="2056702"/>
                </a:lnTo>
                <a:lnTo>
                  <a:pt x="5921854" y="2056702"/>
                </a:lnTo>
                <a:lnTo>
                  <a:pt x="5920208" y="2056702"/>
                </a:lnTo>
                <a:lnTo>
                  <a:pt x="5918562" y="2056702"/>
                </a:lnTo>
                <a:lnTo>
                  <a:pt x="5916915" y="2056702"/>
                </a:lnTo>
                <a:lnTo>
                  <a:pt x="5915269" y="2056702"/>
                </a:lnTo>
                <a:lnTo>
                  <a:pt x="5913623" y="2056702"/>
                </a:lnTo>
                <a:lnTo>
                  <a:pt x="5911976" y="2056702"/>
                </a:lnTo>
                <a:lnTo>
                  <a:pt x="5910330" y="2056702"/>
                </a:lnTo>
                <a:lnTo>
                  <a:pt x="5908684" y="2056702"/>
                </a:lnTo>
                <a:lnTo>
                  <a:pt x="5907037" y="2056702"/>
                </a:lnTo>
                <a:lnTo>
                  <a:pt x="5905391" y="2056702"/>
                </a:lnTo>
                <a:lnTo>
                  <a:pt x="5903745" y="2056702"/>
                </a:lnTo>
                <a:lnTo>
                  <a:pt x="5902098" y="2056702"/>
                </a:lnTo>
                <a:lnTo>
                  <a:pt x="5900452" y="2056702"/>
                </a:lnTo>
                <a:lnTo>
                  <a:pt x="5898806" y="2056702"/>
                </a:lnTo>
                <a:lnTo>
                  <a:pt x="5897159" y="2056702"/>
                </a:lnTo>
                <a:lnTo>
                  <a:pt x="5895513" y="2056702"/>
                </a:lnTo>
                <a:lnTo>
                  <a:pt x="5893867" y="2056702"/>
                </a:lnTo>
                <a:lnTo>
                  <a:pt x="5892220" y="2056702"/>
                </a:lnTo>
                <a:lnTo>
                  <a:pt x="5890574" y="2056702"/>
                </a:lnTo>
                <a:lnTo>
                  <a:pt x="5888928" y="2056702"/>
                </a:lnTo>
                <a:lnTo>
                  <a:pt x="5887281" y="2056702"/>
                </a:lnTo>
                <a:lnTo>
                  <a:pt x="5885635" y="2056702"/>
                </a:lnTo>
                <a:lnTo>
                  <a:pt x="5883989" y="2056702"/>
                </a:lnTo>
                <a:lnTo>
                  <a:pt x="5882342" y="2056702"/>
                </a:lnTo>
                <a:lnTo>
                  <a:pt x="5880696" y="2056702"/>
                </a:lnTo>
                <a:lnTo>
                  <a:pt x="5879050" y="2056702"/>
                </a:lnTo>
                <a:lnTo>
                  <a:pt x="5877403" y="2056702"/>
                </a:lnTo>
                <a:lnTo>
                  <a:pt x="5875757" y="2056702"/>
                </a:lnTo>
                <a:lnTo>
                  <a:pt x="5874111" y="2056702"/>
                </a:lnTo>
                <a:lnTo>
                  <a:pt x="5872464" y="2056702"/>
                </a:lnTo>
                <a:lnTo>
                  <a:pt x="5870818" y="2056702"/>
                </a:lnTo>
                <a:lnTo>
                  <a:pt x="5869172" y="2056702"/>
                </a:lnTo>
                <a:lnTo>
                  <a:pt x="5867525" y="2056702"/>
                </a:lnTo>
                <a:lnTo>
                  <a:pt x="5865879" y="2056702"/>
                </a:lnTo>
                <a:lnTo>
                  <a:pt x="5864233" y="2056702"/>
                </a:lnTo>
                <a:lnTo>
                  <a:pt x="5862586" y="2056702"/>
                </a:lnTo>
                <a:lnTo>
                  <a:pt x="5860940" y="2056702"/>
                </a:lnTo>
                <a:lnTo>
                  <a:pt x="5859294" y="2056702"/>
                </a:lnTo>
                <a:lnTo>
                  <a:pt x="5857647" y="2056702"/>
                </a:lnTo>
                <a:lnTo>
                  <a:pt x="5856001" y="2056702"/>
                </a:lnTo>
                <a:lnTo>
                  <a:pt x="5854355" y="2056702"/>
                </a:lnTo>
                <a:lnTo>
                  <a:pt x="5852708" y="2056702"/>
                </a:lnTo>
                <a:lnTo>
                  <a:pt x="5851062" y="2056702"/>
                </a:lnTo>
                <a:lnTo>
                  <a:pt x="5849416" y="2056702"/>
                </a:lnTo>
                <a:lnTo>
                  <a:pt x="5847769" y="2056702"/>
                </a:lnTo>
                <a:lnTo>
                  <a:pt x="5846123" y="2056702"/>
                </a:lnTo>
                <a:lnTo>
                  <a:pt x="5844477" y="2056702"/>
                </a:lnTo>
                <a:lnTo>
                  <a:pt x="5842830" y="2056702"/>
                </a:lnTo>
                <a:lnTo>
                  <a:pt x="5841184" y="2056702"/>
                </a:lnTo>
                <a:lnTo>
                  <a:pt x="5839538" y="2056702"/>
                </a:lnTo>
                <a:lnTo>
                  <a:pt x="5837891" y="2056702"/>
                </a:lnTo>
                <a:lnTo>
                  <a:pt x="5836245" y="2056702"/>
                </a:lnTo>
                <a:lnTo>
                  <a:pt x="5834599" y="2056702"/>
                </a:lnTo>
                <a:lnTo>
                  <a:pt x="5832952" y="2056702"/>
                </a:lnTo>
                <a:lnTo>
                  <a:pt x="5831306" y="2056702"/>
                </a:lnTo>
                <a:lnTo>
                  <a:pt x="5829660" y="2056702"/>
                </a:lnTo>
                <a:lnTo>
                  <a:pt x="5828013" y="2056702"/>
                </a:lnTo>
                <a:lnTo>
                  <a:pt x="5826367" y="2056702"/>
                </a:lnTo>
                <a:lnTo>
                  <a:pt x="5824721" y="2056702"/>
                </a:lnTo>
                <a:lnTo>
                  <a:pt x="5823074" y="2056702"/>
                </a:lnTo>
                <a:lnTo>
                  <a:pt x="5821428" y="2056702"/>
                </a:lnTo>
                <a:lnTo>
                  <a:pt x="5819782" y="2056702"/>
                </a:lnTo>
                <a:lnTo>
                  <a:pt x="5818135" y="2056702"/>
                </a:lnTo>
                <a:lnTo>
                  <a:pt x="5816489" y="2056702"/>
                </a:lnTo>
                <a:lnTo>
                  <a:pt x="5814843" y="2056702"/>
                </a:lnTo>
                <a:lnTo>
                  <a:pt x="5813196" y="2056702"/>
                </a:lnTo>
                <a:lnTo>
                  <a:pt x="5811550" y="2056702"/>
                </a:lnTo>
                <a:lnTo>
                  <a:pt x="5809904" y="2056702"/>
                </a:lnTo>
                <a:lnTo>
                  <a:pt x="5808257" y="2056702"/>
                </a:lnTo>
                <a:lnTo>
                  <a:pt x="5806611" y="2056702"/>
                </a:lnTo>
                <a:lnTo>
                  <a:pt x="5804965" y="2056702"/>
                </a:lnTo>
                <a:lnTo>
                  <a:pt x="5803318" y="2056702"/>
                </a:lnTo>
                <a:lnTo>
                  <a:pt x="5801672" y="2056702"/>
                </a:lnTo>
                <a:lnTo>
                  <a:pt x="5800026" y="2056702"/>
                </a:lnTo>
                <a:lnTo>
                  <a:pt x="5798379" y="2056702"/>
                </a:lnTo>
                <a:lnTo>
                  <a:pt x="5796733" y="2056702"/>
                </a:lnTo>
                <a:lnTo>
                  <a:pt x="5795087" y="2056702"/>
                </a:lnTo>
                <a:lnTo>
                  <a:pt x="5793440" y="2056702"/>
                </a:lnTo>
                <a:lnTo>
                  <a:pt x="5791794" y="2056702"/>
                </a:lnTo>
                <a:lnTo>
                  <a:pt x="5790148" y="2056702"/>
                </a:lnTo>
                <a:lnTo>
                  <a:pt x="5788501" y="2056702"/>
                </a:lnTo>
                <a:lnTo>
                  <a:pt x="5786855" y="2056702"/>
                </a:lnTo>
                <a:lnTo>
                  <a:pt x="5785209" y="2056702"/>
                </a:lnTo>
                <a:lnTo>
                  <a:pt x="5783562" y="2056702"/>
                </a:lnTo>
                <a:lnTo>
                  <a:pt x="5781916" y="2056702"/>
                </a:lnTo>
                <a:lnTo>
                  <a:pt x="5780270" y="2056702"/>
                </a:lnTo>
                <a:lnTo>
                  <a:pt x="5778623" y="2056702"/>
                </a:lnTo>
                <a:lnTo>
                  <a:pt x="5776977" y="2056702"/>
                </a:lnTo>
                <a:lnTo>
                  <a:pt x="5775331" y="2056702"/>
                </a:lnTo>
                <a:lnTo>
                  <a:pt x="5773684" y="2056702"/>
                </a:lnTo>
                <a:lnTo>
                  <a:pt x="5772038" y="2056702"/>
                </a:lnTo>
                <a:lnTo>
                  <a:pt x="5770392" y="2056702"/>
                </a:lnTo>
                <a:lnTo>
                  <a:pt x="5768745" y="2056702"/>
                </a:lnTo>
                <a:lnTo>
                  <a:pt x="5767099" y="2056702"/>
                </a:lnTo>
                <a:lnTo>
                  <a:pt x="5765453" y="2056702"/>
                </a:lnTo>
                <a:lnTo>
                  <a:pt x="5763806" y="2056702"/>
                </a:lnTo>
                <a:lnTo>
                  <a:pt x="5762160" y="2056702"/>
                </a:lnTo>
                <a:lnTo>
                  <a:pt x="5760514" y="2056702"/>
                </a:lnTo>
                <a:lnTo>
                  <a:pt x="5758867" y="2056702"/>
                </a:lnTo>
                <a:lnTo>
                  <a:pt x="5757221" y="2056702"/>
                </a:lnTo>
                <a:lnTo>
                  <a:pt x="5755575" y="2056702"/>
                </a:lnTo>
                <a:lnTo>
                  <a:pt x="5753928" y="2056702"/>
                </a:lnTo>
                <a:lnTo>
                  <a:pt x="5752282" y="2056702"/>
                </a:lnTo>
                <a:lnTo>
                  <a:pt x="5750636" y="2056702"/>
                </a:lnTo>
                <a:lnTo>
                  <a:pt x="5748989" y="2056702"/>
                </a:lnTo>
                <a:lnTo>
                  <a:pt x="5747343" y="2056702"/>
                </a:lnTo>
                <a:lnTo>
                  <a:pt x="5745697" y="2056702"/>
                </a:lnTo>
                <a:lnTo>
                  <a:pt x="5744050" y="2056702"/>
                </a:lnTo>
                <a:lnTo>
                  <a:pt x="5742404" y="2056702"/>
                </a:lnTo>
                <a:lnTo>
                  <a:pt x="5740758" y="2056702"/>
                </a:lnTo>
                <a:lnTo>
                  <a:pt x="5739111" y="2056702"/>
                </a:lnTo>
                <a:lnTo>
                  <a:pt x="5737465" y="2056702"/>
                </a:lnTo>
                <a:lnTo>
                  <a:pt x="5735819" y="2056702"/>
                </a:lnTo>
                <a:lnTo>
                  <a:pt x="5734172" y="2056702"/>
                </a:lnTo>
                <a:lnTo>
                  <a:pt x="5732526" y="2056702"/>
                </a:lnTo>
                <a:lnTo>
                  <a:pt x="5730880" y="2056702"/>
                </a:lnTo>
                <a:lnTo>
                  <a:pt x="5729233" y="2056702"/>
                </a:lnTo>
                <a:lnTo>
                  <a:pt x="5727587" y="2056702"/>
                </a:lnTo>
                <a:lnTo>
                  <a:pt x="5725941" y="2056702"/>
                </a:lnTo>
                <a:lnTo>
                  <a:pt x="5724294" y="2056702"/>
                </a:lnTo>
                <a:lnTo>
                  <a:pt x="5722648" y="2056702"/>
                </a:lnTo>
                <a:lnTo>
                  <a:pt x="5721002" y="2056702"/>
                </a:lnTo>
                <a:lnTo>
                  <a:pt x="5719355" y="2056702"/>
                </a:lnTo>
                <a:lnTo>
                  <a:pt x="5717709" y="2056702"/>
                </a:lnTo>
                <a:lnTo>
                  <a:pt x="5716063" y="2056702"/>
                </a:lnTo>
                <a:lnTo>
                  <a:pt x="5714416" y="2056702"/>
                </a:lnTo>
                <a:lnTo>
                  <a:pt x="5712770" y="2056702"/>
                </a:lnTo>
                <a:lnTo>
                  <a:pt x="5711124" y="2056702"/>
                </a:lnTo>
                <a:lnTo>
                  <a:pt x="5709477" y="2056702"/>
                </a:lnTo>
                <a:lnTo>
                  <a:pt x="5707831" y="2056702"/>
                </a:lnTo>
                <a:lnTo>
                  <a:pt x="5706185" y="2056702"/>
                </a:lnTo>
                <a:lnTo>
                  <a:pt x="5704538" y="2056702"/>
                </a:lnTo>
                <a:lnTo>
                  <a:pt x="5702892" y="2056702"/>
                </a:lnTo>
                <a:lnTo>
                  <a:pt x="5701246" y="2056702"/>
                </a:lnTo>
                <a:lnTo>
                  <a:pt x="5699599" y="2056702"/>
                </a:lnTo>
                <a:lnTo>
                  <a:pt x="5697953" y="2056702"/>
                </a:lnTo>
                <a:lnTo>
                  <a:pt x="5696307" y="2056702"/>
                </a:lnTo>
                <a:lnTo>
                  <a:pt x="5694660" y="2056702"/>
                </a:lnTo>
                <a:lnTo>
                  <a:pt x="5693014" y="2056702"/>
                </a:lnTo>
                <a:lnTo>
                  <a:pt x="5691368" y="2056702"/>
                </a:lnTo>
                <a:lnTo>
                  <a:pt x="5689721" y="2056702"/>
                </a:lnTo>
                <a:lnTo>
                  <a:pt x="5688075" y="2056702"/>
                </a:lnTo>
                <a:lnTo>
                  <a:pt x="5686429" y="2056702"/>
                </a:lnTo>
                <a:lnTo>
                  <a:pt x="5684782" y="2056702"/>
                </a:lnTo>
                <a:lnTo>
                  <a:pt x="5683136" y="2056702"/>
                </a:lnTo>
                <a:lnTo>
                  <a:pt x="5681490" y="2056702"/>
                </a:lnTo>
                <a:lnTo>
                  <a:pt x="5679843" y="2056702"/>
                </a:lnTo>
                <a:lnTo>
                  <a:pt x="5678197" y="2056702"/>
                </a:lnTo>
                <a:lnTo>
                  <a:pt x="5676551" y="2056702"/>
                </a:lnTo>
                <a:lnTo>
                  <a:pt x="5674904" y="2056702"/>
                </a:lnTo>
                <a:lnTo>
                  <a:pt x="5673258" y="2056702"/>
                </a:lnTo>
                <a:lnTo>
                  <a:pt x="5671612" y="2056702"/>
                </a:lnTo>
                <a:lnTo>
                  <a:pt x="5669965" y="2056702"/>
                </a:lnTo>
                <a:lnTo>
                  <a:pt x="5668319" y="2056702"/>
                </a:lnTo>
                <a:lnTo>
                  <a:pt x="5666673" y="2056702"/>
                </a:lnTo>
                <a:lnTo>
                  <a:pt x="5665026" y="2056702"/>
                </a:lnTo>
                <a:lnTo>
                  <a:pt x="5663380" y="2056702"/>
                </a:lnTo>
                <a:lnTo>
                  <a:pt x="5661734" y="2056702"/>
                </a:lnTo>
                <a:lnTo>
                  <a:pt x="5660087" y="2056702"/>
                </a:lnTo>
                <a:lnTo>
                  <a:pt x="5658441" y="2056702"/>
                </a:lnTo>
                <a:lnTo>
                  <a:pt x="5656795" y="2056702"/>
                </a:lnTo>
                <a:lnTo>
                  <a:pt x="5655148" y="2056702"/>
                </a:lnTo>
                <a:lnTo>
                  <a:pt x="5653502" y="2056702"/>
                </a:lnTo>
                <a:lnTo>
                  <a:pt x="5651856" y="2056702"/>
                </a:lnTo>
                <a:lnTo>
                  <a:pt x="5650209" y="2056702"/>
                </a:lnTo>
                <a:lnTo>
                  <a:pt x="5648563" y="2056702"/>
                </a:lnTo>
                <a:lnTo>
                  <a:pt x="5646917" y="2056702"/>
                </a:lnTo>
                <a:lnTo>
                  <a:pt x="5645270" y="2056702"/>
                </a:lnTo>
                <a:lnTo>
                  <a:pt x="5643624" y="2056702"/>
                </a:lnTo>
                <a:lnTo>
                  <a:pt x="5641978" y="2056702"/>
                </a:lnTo>
                <a:lnTo>
                  <a:pt x="5640332" y="2056702"/>
                </a:lnTo>
                <a:lnTo>
                  <a:pt x="5638685" y="2056702"/>
                </a:lnTo>
                <a:lnTo>
                  <a:pt x="5637039" y="2056702"/>
                </a:lnTo>
                <a:lnTo>
                  <a:pt x="5635393" y="2056702"/>
                </a:lnTo>
                <a:lnTo>
                  <a:pt x="5633746" y="2056702"/>
                </a:lnTo>
                <a:lnTo>
                  <a:pt x="5632100" y="2056702"/>
                </a:lnTo>
                <a:lnTo>
                  <a:pt x="5630454" y="2056702"/>
                </a:lnTo>
                <a:lnTo>
                  <a:pt x="5628807" y="2056702"/>
                </a:lnTo>
                <a:lnTo>
                  <a:pt x="5627161" y="2056702"/>
                </a:lnTo>
                <a:lnTo>
                  <a:pt x="5625515" y="2056702"/>
                </a:lnTo>
                <a:lnTo>
                  <a:pt x="5623868" y="2056702"/>
                </a:lnTo>
                <a:lnTo>
                  <a:pt x="5622222" y="2056702"/>
                </a:lnTo>
                <a:lnTo>
                  <a:pt x="5620576" y="2056702"/>
                </a:lnTo>
                <a:lnTo>
                  <a:pt x="5618929" y="2056702"/>
                </a:lnTo>
                <a:lnTo>
                  <a:pt x="5617283" y="2056702"/>
                </a:lnTo>
                <a:lnTo>
                  <a:pt x="5615637" y="2056702"/>
                </a:lnTo>
                <a:lnTo>
                  <a:pt x="5613990" y="2056702"/>
                </a:lnTo>
                <a:lnTo>
                  <a:pt x="5612344" y="2056702"/>
                </a:lnTo>
                <a:lnTo>
                  <a:pt x="5610698" y="2056702"/>
                </a:lnTo>
                <a:lnTo>
                  <a:pt x="5609051" y="2056702"/>
                </a:lnTo>
                <a:lnTo>
                  <a:pt x="5607405" y="2056702"/>
                </a:lnTo>
                <a:lnTo>
                  <a:pt x="5605759" y="2056702"/>
                </a:lnTo>
                <a:lnTo>
                  <a:pt x="5604112" y="2056702"/>
                </a:lnTo>
                <a:lnTo>
                  <a:pt x="5602466" y="2056702"/>
                </a:lnTo>
                <a:lnTo>
                  <a:pt x="5600820" y="2056702"/>
                </a:lnTo>
                <a:lnTo>
                  <a:pt x="5599173" y="2056702"/>
                </a:lnTo>
                <a:lnTo>
                  <a:pt x="5597527" y="2056702"/>
                </a:lnTo>
                <a:lnTo>
                  <a:pt x="5595881" y="2056702"/>
                </a:lnTo>
                <a:lnTo>
                  <a:pt x="5594234" y="2056702"/>
                </a:lnTo>
                <a:lnTo>
                  <a:pt x="5592588" y="2056702"/>
                </a:lnTo>
                <a:lnTo>
                  <a:pt x="5590942" y="2056702"/>
                </a:lnTo>
                <a:lnTo>
                  <a:pt x="5589295" y="2056702"/>
                </a:lnTo>
                <a:lnTo>
                  <a:pt x="5587649" y="2056702"/>
                </a:lnTo>
                <a:lnTo>
                  <a:pt x="5586003" y="2056702"/>
                </a:lnTo>
                <a:lnTo>
                  <a:pt x="5584356" y="2056702"/>
                </a:lnTo>
                <a:lnTo>
                  <a:pt x="5582710" y="2056702"/>
                </a:lnTo>
                <a:lnTo>
                  <a:pt x="5581064" y="2056702"/>
                </a:lnTo>
                <a:lnTo>
                  <a:pt x="5579417" y="2056702"/>
                </a:lnTo>
                <a:lnTo>
                  <a:pt x="5577771" y="2056702"/>
                </a:lnTo>
                <a:lnTo>
                  <a:pt x="5576125" y="2056702"/>
                </a:lnTo>
                <a:lnTo>
                  <a:pt x="5574478" y="2056702"/>
                </a:lnTo>
                <a:lnTo>
                  <a:pt x="5572832" y="2056702"/>
                </a:lnTo>
                <a:lnTo>
                  <a:pt x="5571186" y="2056702"/>
                </a:lnTo>
                <a:lnTo>
                  <a:pt x="5569539" y="2056702"/>
                </a:lnTo>
                <a:lnTo>
                  <a:pt x="5567893" y="2056702"/>
                </a:lnTo>
                <a:lnTo>
                  <a:pt x="5566247" y="2056702"/>
                </a:lnTo>
                <a:lnTo>
                  <a:pt x="5564600" y="2056702"/>
                </a:lnTo>
                <a:lnTo>
                  <a:pt x="5562954" y="2056702"/>
                </a:lnTo>
                <a:lnTo>
                  <a:pt x="5561308" y="2056702"/>
                </a:lnTo>
                <a:lnTo>
                  <a:pt x="5559661" y="2056702"/>
                </a:lnTo>
                <a:lnTo>
                  <a:pt x="5558015" y="2056702"/>
                </a:lnTo>
                <a:lnTo>
                  <a:pt x="5556369" y="2056702"/>
                </a:lnTo>
                <a:lnTo>
                  <a:pt x="5554722" y="2056702"/>
                </a:lnTo>
                <a:lnTo>
                  <a:pt x="5553076" y="2056702"/>
                </a:lnTo>
                <a:lnTo>
                  <a:pt x="5551430" y="2056702"/>
                </a:lnTo>
                <a:lnTo>
                  <a:pt x="5549783" y="2056702"/>
                </a:lnTo>
                <a:lnTo>
                  <a:pt x="5548137" y="2056702"/>
                </a:lnTo>
                <a:lnTo>
                  <a:pt x="5546491" y="2056702"/>
                </a:lnTo>
                <a:lnTo>
                  <a:pt x="5544844" y="2056702"/>
                </a:lnTo>
                <a:lnTo>
                  <a:pt x="5543198" y="2056702"/>
                </a:lnTo>
                <a:lnTo>
                  <a:pt x="5541552" y="2056702"/>
                </a:lnTo>
                <a:lnTo>
                  <a:pt x="5539905" y="2056702"/>
                </a:lnTo>
                <a:lnTo>
                  <a:pt x="5538259" y="2056702"/>
                </a:lnTo>
                <a:lnTo>
                  <a:pt x="5536613" y="2056702"/>
                </a:lnTo>
                <a:lnTo>
                  <a:pt x="5534966" y="2056702"/>
                </a:lnTo>
                <a:lnTo>
                  <a:pt x="5533320" y="2056702"/>
                </a:lnTo>
                <a:lnTo>
                  <a:pt x="5531674" y="2056702"/>
                </a:lnTo>
                <a:lnTo>
                  <a:pt x="5530027" y="2056702"/>
                </a:lnTo>
                <a:lnTo>
                  <a:pt x="5528381" y="2056702"/>
                </a:lnTo>
                <a:lnTo>
                  <a:pt x="5526735" y="2056702"/>
                </a:lnTo>
                <a:lnTo>
                  <a:pt x="5525088" y="2056702"/>
                </a:lnTo>
                <a:lnTo>
                  <a:pt x="5523442" y="2056702"/>
                </a:lnTo>
                <a:lnTo>
                  <a:pt x="5521796" y="2056702"/>
                </a:lnTo>
                <a:lnTo>
                  <a:pt x="5520149" y="2056702"/>
                </a:lnTo>
                <a:lnTo>
                  <a:pt x="5518503" y="2056702"/>
                </a:lnTo>
                <a:lnTo>
                  <a:pt x="5516857" y="2056702"/>
                </a:lnTo>
                <a:lnTo>
                  <a:pt x="5515210" y="2056702"/>
                </a:lnTo>
                <a:lnTo>
                  <a:pt x="5513564" y="2056702"/>
                </a:lnTo>
                <a:lnTo>
                  <a:pt x="5511918" y="2056702"/>
                </a:lnTo>
                <a:lnTo>
                  <a:pt x="5510271" y="2056702"/>
                </a:lnTo>
                <a:lnTo>
                  <a:pt x="5508625" y="2056702"/>
                </a:lnTo>
                <a:lnTo>
                  <a:pt x="5506979" y="2056702"/>
                </a:lnTo>
                <a:lnTo>
                  <a:pt x="5505332" y="2056702"/>
                </a:lnTo>
                <a:lnTo>
                  <a:pt x="5503686" y="2056702"/>
                </a:lnTo>
                <a:lnTo>
                  <a:pt x="5502040" y="2056702"/>
                </a:lnTo>
                <a:lnTo>
                  <a:pt x="5500393" y="2056702"/>
                </a:lnTo>
                <a:lnTo>
                  <a:pt x="5498747" y="2056702"/>
                </a:lnTo>
                <a:lnTo>
                  <a:pt x="5497101" y="2056702"/>
                </a:lnTo>
                <a:lnTo>
                  <a:pt x="5495454" y="2056702"/>
                </a:lnTo>
                <a:lnTo>
                  <a:pt x="5493808" y="2056702"/>
                </a:lnTo>
                <a:lnTo>
                  <a:pt x="5492162" y="2056702"/>
                </a:lnTo>
                <a:lnTo>
                  <a:pt x="5490515" y="2056702"/>
                </a:lnTo>
                <a:lnTo>
                  <a:pt x="5488869" y="2056702"/>
                </a:lnTo>
                <a:lnTo>
                  <a:pt x="5487223" y="2056702"/>
                </a:lnTo>
                <a:lnTo>
                  <a:pt x="5485576" y="2056702"/>
                </a:lnTo>
                <a:lnTo>
                  <a:pt x="5483930" y="2056702"/>
                </a:lnTo>
                <a:lnTo>
                  <a:pt x="5482284" y="2056702"/>
                </a:lnTo>
                <a:lnTo>
                  <a:pt x="5480637" y="2056702"/>
                </a:lnTo>
                <a:lnTo>
                  <a:pt x="5478991" y="2056702"/>
                </a:lnTo>
                <a:lnTo>
                  <a:pt x="5477345" y="2056702"/>
                </a:lnTo>
                <a:lnTo>
                  <a:pt x="5475698" y="2056702"/>
                </a:lnTo>
                <a:lnTo>
                  <a:pt x="5474052" y="2056702"/>
                </a:lnTo>
                <a:lnTo>
                  <a:pt x="5472406" y="2056702"/>
                </a:lnTo>
                <a:lnTo>
                  <a:pt x="5470759" y="2056702"/>
                </a:lnTo>
                <a:lnTo>
                  <a:pt x="5469113" y="2056702"/>
                </a:lnTo>
                <a:lnTo>
                  <a:pt x="5467467" y="2056702"/>
                </a:lnTo>
                <a:lnTo>
                  <a:pt x="5465820" y="2056702"/>
                </a:lnTo>
                <a:lnTo>
                  <a:pt x="5464174" y="2056702"/>
                </a:lnTo>
                <a:lnTo>
                  <a:pt x="5462528" y="2056702"/>
                </a:lnTo>
                <a:lnTo>
                  <a:pt x="5460881" y="2056702"/>
                </a:lnTo>
                <a:lnTo>
                  <a:pt x="5459235" y="2056702"/>
                </a:lnTo>
                <a:lnTo>
                  <a:pt x="5457589" y="2056702"/>
                </a:lnTo>
                <a:lnTo>
                  <a:pt x="5455942" y="2056702"/>
                </a:lnTo>
                <a:lnTo>
                  <a:pt x="5454296" y="2056702"/>
                </a:lnTo>
                <a:lnTo>
                  <a:pt x="5452650" y="2056702"/>
                </a:lnTo>
                <a:lnTo>
                  <a:pt x="5451003" y="2056702"/>
                </a:lnTo>
                <a:lnTo>
                  <a:pt x="5449357" y="2056702"/>
                </a:lnTo>
                <a:lnTo>
                  <a:pt x="5447711" y="2056702"/>
                </a:lnTo>
                <a:lnTo>
                  <a:pt x="5446064" y="2056702"/>
                </a:lnTo>
                <a:lnTo>
                  <a:pt x="5444418" y="2056702"/>
                </a:lnTo>
                <a:lnTo>
                  <a:pt x="5442772" y="2056702"/>
                </a:lnTo>
                <a:lnTo>
                  <a:pt x="5441125" y="2056702"/>
                </a:lnTo>
                <a:lnTo>
                  <a:pt x="5439479" y="2056702"/>
                </a:lnTo>
                <a:lnTo>
                  <a:pt x="5437833" y="2056702"/>
                </a:lnTo>
                <a:lnTo>
                  <a:pt x="5436186" y="2056702"/>
                </a:lnTo>
                <a:lnTo>
                  <a:pt x="5434540" y="2056702"/>
                </a:lnTo>
                <a:lnTo>
                  <a:pt x="5432894" y="2056702"/>
                </a:lnTo>
                <a:lnTo>
                  <a:pt x="5431247" y="2056702"/>
                </a:lnTo>
                <a:lnTo>
                  <a:pt x="5429601" y="2056702"/>
                </a:lnTo>
                <a:lnTo>
                  <a:pt x="5427955" y="2056702"/>
                </a:lnTo>
                <a:lnTo>
                  <a:pt x="5426308" y="2056702"/>
                </a:lnTo>
                <a:lnTo>
                  <a:pt x="5424662" y="2056702"/>
                </a:lnTo>
                <a:lnTo>
                  <a:pt x="5423016" y="2056702"/>
                </a:lnTo>
                <a:lnTo>
                  <a:pt x="5421369" y="2056702"/>
                </a:lnTo>
                <a:lnTo>
                  <a:pt x="5419723" y="2056702"/>
                </a:lnTo>
                <a:lnTo>
                  <a:pt x="5418077" y="2056702"/>
                </a:lnTo>
                <a:lnTo>
                  <a:pt x="5416430" y="2056702"/>
                </a:lnTo>
                <a:lnTo>
                  <a:pt x="5414784" y="2056702"/>
                </a:lnTo>
                <a:lnTo>
                  <a:pt x="5413138" y="2056702"/>
                </a:lnTo>
                <a:lnTo>
                  <a:pt x="5411491" y="2056702"/>
                </a:lnTo>
                <a:lnTo>
                  <a:pt x="5409845" y="2056702"/>
                </a:lnTo>
                <a:lnTo>
                  <a:pt x="5408199" y="2056702"/>
                </a:lnTo>
                <a:lnTo>
                  <a:pt x="5406552" y="2056702"/>
                </a:lnTo>
                <a:lnTo>
                  <a:pt x="5404906" y="2056702"/>
                </a:lnTo>
                <a:lnTo>
                  <a:pt x="5403260" y="2056702"/>
                </a:lnTo>
                <a:lnTo>
                  <a:pt x="5401613" y="2056702"/>
                </a:lnTo>
                <a:lnTo>
                  <a:pt x="5399967" y="2056702"/>
                </a:lnTo>
                <a:lnTo>
                  <a:pt x="5398321" y="2056702"/>
                </a:lnTo>
                <a:lnTo>
                  <a:pt x="5396674" y="2056702"/>
                </a:lnTo>
                <a:lnTo>
                  <a:pt x="5395028" y="2056702"/>
                </a:lnTo>
                <a:lnTo>
                  <a:pt x="5393382" y="2056702"/>
                </a:lnTo>
                <a:lnTo>
                  <a:pt x="5391735" y="2056702"/>
                </a:lnTo>
                <a:lnTo>
                  <a:pt x="5390089" y="2056702"/>
                </a:lnTo>
                <a:lnTo>
                  <a:pt x="5388443" y="2056702"/>
                </a:lnTo>
                <a:lnTo>
                  <a:pt x="5386796" y="2056702"/>
                </a:lnTo>
                <a:lnTo>
                  <a:pt x="5385150" y="2056702"/>
                </a:lnTo>
                <a:lnTo>
                  <a:pt x="5383504" y="2056702"/>
                </a:lnTo>
                <a:lnTo>
                  <a:pt x="5381857" y="2056702"/>
                </a:lnTo>
                <a:lnTo>
                  <a:pt x="5380211" y="2056702"/>
                </a:lnTo>
                <a:lnTo>
                  <a:pt x="5378565" y="2056702"/>
                </a:lnTo>
                <a:lnTo>
                  <a:pt x="5376918" y="2056702"/>
                </a:lnTo>
                <a:lnTo>
                  <a:pt x="5375272" y="2056702"/>
                </a:lnTo>
                <a:lnTo>
                  <a:pt x="5373626" y="2056702"/>
                </a:lnTo>
                <a:lnTo>
                  <a:pt x="5371979" y="2056702"/>
                </a:lnTo>
                <a:lnTo>
                  <a:pt x="5370333" y="2056702"/>
                </a:lnTo>
                <a:lnTo>
                  <a:pt x="5368687" y="2056702"/>
                </a:lnTo>
                <a:lnTo>
                  <a:pt x="5367040" y="2056702"/>
                </a:lnTo>
                <a:lnTo>
                  <a:pt x="5365394" y="2056702"/>
                </a:lnTo>
                <a:lnTo>
                  <a:pt x="5363748" y="2056702"/>
                </a:lnTo>
                <a:lnTo>
                  <a:pt x="5362101" y="2056702"/>
                </a:lnTo>
                <a:lnTo>
                  <a:pt x="5360455" y="2056702"/>
                </a:lnTo>
                <a:lnTo>
                  <a:pt x="5358809" y="2056702"/>
                </a:lnTo>
                <a:lnTo>
                  <a:pt x="5357162" y="2056702"/>
                </a:lnTo>
                <a:lnTo>
                  <a:pt x="5355516" y="2056702"/>
                </a:lnTo>
                <a:lnTo>
                  <a:pt x="5353870" y="2056702"/>
                </a:lnTo>
                <a:lnTo>
                  <a:pt x="5352223" y="2056702"/>
                </a:lnTo>
                <a:lnTo>
                  <a:pt x="5350577" y="2056702"/>
                </a:lnTo>
                <a:lnTo>
                  <a:pt x="5348931" y="2056702"/>
                </a:lnTo>
                <a:lnTo>
                  <a:pt x="5347284" y="2056702"/>
                </a:lnTo>
                <a:lnTo>
                  <a:pt x="5345638" y="2056702"/>
                </a:lnTo>
                <a:lnTo>
                  <a:pt x="5343992" y="2056702"/>
                </a:lnTo>
                <a:lnTo>
                  <a:pt x="5342345" y="2056702"/>
                </a:lnTo>
                <a:lnTo>
                  <a:pt x="5340699" y="2056702"/>
                </a:lnTo>
                <a:lnTo>
                  <a:pt x="5339053" y="2056702"/>
                </a:lnTo>
                <a:lnTo>
                  <a:pt x="5337406" y="2056702"/>
                </a:lnTo>
                <a:lnTo>
                  <a:pt x="5335760" y="2056702"/>
                </a:lnTo>
                <a:lnTo>
                  <a:pt x="5334114" y="2056702"/>
                </a:lnTo>
                <a:lnTo>
                  <a:pt x="5332467" y="2056702"/>
                </a:lnTo>
                <a:lnTo>
                  <a:pt x="5330821" y="2056702"/>
                </a:lnTo>
                <a:lnTo>
                  <a:pt x="5329175" y="2056702"/>
                </a:lnTo>
                <a:lnTo>
                  <a:pt x="5327529" y="2056702"/>
                </a:lnTo>
                <a:lnTo>
                  <a:pt x="5325882" y="2056702"/>
                </a:lnTo>
                <a:lnTo>
                  <a:pt x="5324236" y="2056702"/>
                </a:lnTo>
                <a:lnTo>
                  <a:pt x="5322590" y="2056702"/>
                </a:lnTo>
                <a:lnTo>
                  <a:pt x="5320943" y="2056702"/>
                </a:lnTo>
                <a:lnTo>
                  <a:pt x="5319297" y="2056702"/>
                </a:lnTo>
                <a:lnTo>
                  <a:pt x="5317651" y="2056702"/>
                </a:lnTo>
                <a:lnTo>
                  <a:pt x="5316004" y="2056702"/>
                </a:lnTo>
                <a:lnTo>
                  <a:pt x="5314358" y="2056702"/>
                </a:lnTo>
                <a:lnTo>
                  <a:pt x="5312712" y="2056702"/>
                </a:lnTo>
                <a:lnTo>
                  <a:pt x="5311065" y="2056702"/>
                </a:lnTo>
                <a:lnTo>
                  <a:pt x="5309419" y="2056702"/>
                </a:lnTo>
                <a:lnTo>
                  <a:pt x="5307773" y="2056702"/>
                </a:lnTo>
                <a:lnTo>
                  <a:pt x="5306126" y="2056702"/>
                </a:lnTo>
                <a:lnTo>
                  <a:pt x="5304480" y="2056702"/>
                </a:lnTo>
                <a:lnTo>
                  <a:pt x="5302834" y="2056702"/>
                </a:lnTo>
                <a:lnTo>
                  <a:pt x="5301187" y="2056702"/>
                </a:lnTo>
                <a:lnTo>
                  <a:pt x="5299541" y="2056702"/>
                </a:lnTo>
                <a:lnTo>
                  <a:pt x="5297895" y="2056702"/>
                </a:lnTo>
                <a:lnTo>
                  <a:pt x="5296248" y="2056702"/>
                </a:lnTo>
                <a:lnTo>
                  <a:pt x="5294602" y="2056702"/>
                </a:lnTo>
                <a:lnTo>
                  <a:pt x="5292956" y="2056702"/>
                </a:lnTo>
                <a:lnTo>
                  <a:pt x="5291309" y="2056702"/>
                </a:lnTo>
                <a:lnTo>
                  <a:pt x="5289663" y="2056702"/>
                </a:lnTo>
                <a:lnTo>
                  <a:pt x="5288017" y="2056702"/>
                </a:lnTo>
                <a:lnTo>
                  <a:pt x="5286370" y="2056702"/>
                </a:lnTo>
                <a:lnTo>
                  <a:pt x="5284724" y="2056702"/>
                </a:lnTo>
                <a:lnTo>
                  <a:pt x="5283078" y="2056702"/>
                </a:lnTo>
                <a:lnTo>
                  <a:pt x="5281431" y="2056702"/>
                </a:lnTo>
                <a:lnTo>
                  <a:pt x="5279785" y="2056702"/>
                </a:lnTo>
                <a:lnTo>
                  <a:pt x="5278139" y="2056702"/>
                </a:lnTo>
                <a:lnTo>
                  <a:pt x="5276492" y="2056702"/>
                </a:lnTo>
                <a:lnTo>
                  <a:pt x="5274846" y="2056702"/>
                </a:lnTo>
                <a:lnTo>
                  <a:pt x="5273200" y="2056702"/>
                </a:lnTo>
                <a:lnTo>
                  <a:pt x="5271553" y="2056702"/>
                </a:lnTo>
                <a:lnTo>
                  <a:pt x="5269907" y="2056702"/>
                </a:lnTo>
                <a:lnTo>
                  <a:pt x="5268261" y="2056702"/>
                </a:lnTo>
                <a:lnTo>
                  <a:pt x="5266614" y="2056702"/>
                </a:lnTo>
                <a:lnTo>
                  <a:pt x="5264968" y="2056702"/>
                </a:lnTo>
                <a:lnTo>
                  <a:pt x="5263322" y="2056702"/>
                </a:lnTo>
                <a:lnTo>
                  <a:pt x="5261675" y="2056702"/>
                </a:lnTo>
                <a:lnTo>
                  <a:pt x="5260029" y="2056702"/>
                </a:lnTo>
                <a:lnTo>
                  <a:pt x="5258383" y="2056702"/>
                </a:lnTo>
                <a:lnTo>
                  <a:pt x="5256736" y="2056702"/>
                </a:lnTo>
                <a:lnTo>
                  <a:pt x="5255090" y="2056702"/>
                </a:lnTo>
                <a:lnTo>
                  <a:pt x="5253444" y="2056702"/>
                </a:lnTo>
                <a:lnTo>
                  <a:pt x="5251797" y="2056702"/>
                </a:lnTo>
                <a:lnTo>
                  <a:pt x="5250151" y="2056702"/>
                </a:lnTo>
                <a:lnTo>
                  <a:pt x="5248505" y="2056702"/>
                </a:lnTo>
                <a:lnTo>
                  <a:pt x="5246858" y="2056702"/>
                </a:lnTo>
                <a:lnTo>
                  <a:pt x="5245212" y="2056702"/>
                </a:lnTo>
                <a:lnTo>
                  <a:pt x="5243566" y="2056702"/>
                </a:lnTo>
                <a:lnTo>
                  <a:pt x="5241919" y="2056702"/>
                </a:lnTo>
                <a:lnTo>
                  <a:pt x="5240273" y="2056702"/>
                </a:lnTo>
                <a:lnTo>
                  <a:pt x="5238627" y="2056702"/>
                </a:lnTo>
                <a:lnTo>
                  <a:pt x="5236980" y="2056702"/>
                </a:lnTo>
                <a:lnTo>
                  <a:pt x="5235334" y="2056702"/>
                </a:lnTo>
                <a:lnTo>
                  <a:pt x="5233688" y="2056702"/>
                </a:lnTo>
                <a:lnTo>
                  <a:pt x="5232041" y="2056702"/>
                </a:lnTo>
                <a:lnTo>
                  <a:pt x="5230395" y="2056702"/>
                </a:lnTo>
                <a:lnTo>
                  <a:pt x="5228749" y="2056702"/>
                </a:lnTo>
                <a:lnTo>
                  <a:pt x="5227102" y="2056702"/>
                </a:lnTo>
                <a:lnTo>
                  <a:pt x="5225456" y="2056702"/>
                </a:lnTo>
                <a:lnTo>
                  <a:pt x="5223810" y="2056702"/>
                </a:lnTo>
                <a:lnTo>
                  <a:pt x="5222163" y="2056702"/>
                </a:lnTo>
                <a:lnTo>
                  <a:pt x="5220517" y="2056702"/>
                </a:lnTo>
                <a:lnTo>
                  <a:pt x="5218871" y="2056702"/>
                </a:lnTo>
                <a:lnTo>
                  <a:pt x="5217224" y="2056702"/>
                </a:lnTo>
                <a:lnTo>
                  <a:pt x="5215578" y="2056702"/>
                </a:lnTo>
                <a:lnTo>
                  <a:pt x="5213932" y="2056702"/>
                </a:lnTo>
                <a:lnTo>
                  <a:pt x="5212285" y="2056702"/>
                </a:lnTo>
                <a:lnTo>
                  <a:pt x="5210639" y="2056702"/>
                </a:lnTo>
                <a:lnTo>
                  <a:pt x="5208993" y="2056702"/>
                </a:lnTo>
                <a:lnTo>
                  <a:pt x="5207346" y="2056702"/>
                </a:lnTo>
                <a:lnTo>
                  <a:pt x="5205700" y="2056702"/>
                </a:lnTo>
                <a:lnTo>
                  <a:pt x="5204054" y="2056702"/>
                </a:lnTo>
                <a:lnTo>
                  <a:pt x="5202407" y="2056702"/>
                </a:lnTo>
                <a:lnTo>
                  <a:pt x="5200761" y="2056702"/>
                </a:lnTo>
                <a:lnTo>
                  <a:pt x="5199115" y="2056702"/>
                </a:lnTo>
                <a:lnTo>
                  <a:pt x="5197468" y="2056702"/>
                </a:lnTo>
                <a:lnTo>
                  <a:pt x="5195822" y="2056702"/>
                </a:lnTo>
                <a:lnTo>
                  <a:pt x="5194176" y="2056702"/>
                </a:lnTo>
                <a:lnTo>
                  <a:pt x="5192529" y="2056702"/>
                </a:lnTo>
                <a:lnTo>
                  <a:pt x="5190883" y="2056702"/>
                </a:lnTo>
                <a:lnTo>
                  <a:pt x="5189237" y="2056702"/>
                </a:lnTo>
                <a:lnTo>
                  <a:pt x="5187590" y="2056702"/>
                </a:lnTo>
                <a:lnTo>
                  <a:pt x="5185944" y="2056702"/>
                </a:lnTo>
                <a:lnTo>
                  <a:pt x="5184298" y="2056702"/>
                </a:lnTo>
                <a:lnTo>
                  <a:pt x="5182651" y="2056702"/>
                </a:lnTo>
                <a:lnTo>
                  <a:pt x="5181005" y="2056702"/>
                </a:lnTo>
                <a:lnTo>
                  <a:pt x="5179359" y="2056702"/>
                </a:lnTo>
                <a:lnTo>
                  <a:pt x="5177712" y="2056702"/>
                </a:lnTo>
                <a:lnTo>
                  <a:pt x="5176066" y="2056702"/>
                </a:lnTo>
                <a:lnTo>
                  <a:pt x="5174420" y="2056702"/>
                </a:lnTo>
                <a:lnTo>
                  <a:pt x="5172773" y="2056702"/>
                </a:lnTo>
                <a:lnTo>
                  <a:pt x="5171127" y="2056702"/>
                </a:lnTo>
                <a:lnTo>
                  <a:pt x="5169481" y="2056702"/>
                </a:lnTo>
                <a:lnTo>
                  <a:pt x="5167834" y="2056702"/>
                </a:lnTo>
                <a:lnTo>
                  <a:pt x="5166188" y="2056702"/>
                </a:lnTo>
                <a:lnTo>
                  <a:pt x="5164542" y="2056702"/>
                </a:lnTo>
                <a:lnTo>
                  <a:pt x="5162895" y="2056702"/>
                </a:lnTo>
                <a:lnTo>
                  <a:pt x="5161249" y="2056702"/>
                </a:lnTo>
                <a:lnTo>
                  <a:pt x="5159603" y="2056702"/>
                </a:lnTo>
                <a:lnTo>
                  <a:pt x="5157956" y="2056702"/>
                </a:lnTo>
                <a:lnTo>
                  <a:pt x="5156310" y="2056702"/>
                </a:lnTo>
                <a:lnTo>
                  <a:pt x="5154664" y="2056702"/>
                </a:lnTo>
                <a:lnTo>
                  <a:pt x="5153017" y="2056702"/>
                </a:lnTo>
                <a:lnTo>
                  <a:pt x="5151371" y="2056702"/>
                </a:lnTo>
                <a:lnTo>
                  <a:pt x="5149725" y="2056702"/>
                </a:lnTo>
                <a:lnTo>
                  <a:pt x="5148078" y="2056702"/>
                </a:lnTo>
                <a:lnTo>
                  <a:pt x="5146432" y="2056702"/>
                </a:lnTo>
                <a:lnTo>
                  <a:pt x="5144786" y="2056702"/>
                </a:lnTo>
                <a:lnTo>
                  <a:pt x="5143139" y="2056702"/>
                </a:lnTo>
                <a:lnTo>
                  <a:pt x="5141493" y="2056702"/>
                </a:lnTo>
                <a:lnTo>
                  <a:pt x="5139847" y="2056702"/>
                </a:lnTo>
                <a:lnTo>
                  <a:pt x="5138200" y="2056702"/>
                </a:lnTo>
                <a:lnTo>
                  <a:pt x="5136554" y="2056702"/>
                </a:lnTo>
                <a:lnTo>
                  <a:pt x="5134908" y="2056702"/>
                </a:lnTo>
                <a:lnTo>
                  <a:pt x="5133261" y="2056702"/>
                </a:lnTo>
                <a:lnTo>
                  <a:pt x="5131615" y="2056702"/>
                </a:lnTo>
                <a:lnTo>
                  <a:pt x="5129969" y="2056702"/>
                </a:lnTo>
                <a:lnTo>
                  <a:pt x="5128322" y="2056702"/>
                </a:lnTo>
                <a:lnTo>
                  <a:pt x="5126676" y="2056702"/>
                </a:lnTo>
                <a:lnTo>
                  <a:pt x="5125030" y="2056702"/>
                </a:lnTo>
                <a:lnTo>
                  <a:pt x="5123383" y="2056702"/>
                </a:lnTo>
                <a:lnTo>
                  <a:pt x="5121737" y="2056702"/>
                </a:lnTo>
                <a:lnTo>
                  <a:pt x="5120091" y="2056702"/>
                </a:lnTo>
                <a:lnTo>
                  <a:pt x="5118444" y="2056702"/>
                </a:lnTo>
                <a:lnTo>
                  <a:pt x="5116798" y="2056702"/>
                </a:lnTo>
                <a:lnTo>
                  <a:pt x="5115152" y="2056702"/>
                </a:lnTo>
                <a:lnTo>
                  <a:pt x="5113505" y="2056702"/>
                </a:lnTo>
                <a:lnTo>
                  <a:pt x="5111859" y="2056702"/>
                </a:lnTo>
                <a:lnTo>
                  <a:pt x="5110213" y="2056702"/>
                </a:lnTo>
                <a:lnTo>
                  <a:pt x="5108566" y="2056702"/>
                </a:lnTo>
                <a:lnTo>
                  <a:pt x="5106920" y="2056702"/>
                </a:lnTo>
                <a:lnTo>
                  <a:pt x="5105274" y="2056702"/>
                </a:lnTo>
                <a:lnTo>
                  <a:pt x="5103627" y="2056702"/>
                </a:lnTo>
                <a:lnTo>
                  <a:pt x="5101981" y="2056702"/>
                </a:lnTo>
                <a:lnTo>
                  <a:pt x="5100335" y="2056702"/>
                </a:lnTo>
                <a:lnTo>
                  <a:pt x="5098688" y="2056702"/>
                </a:lnTo>
                <a:lnTo>
                  <a:pt x="5097042" y="2056702"/>
                </a:lnTo>
                <a:lnTo>
                  <a:pt x="5095396" y="2056702"/>
                </a:lnTo>
                <a:lnTo>
                  <a:pt x="5093749" y="2056702"/>
                </a:lnTo>
                <a:lnTo>
                  <a:pt x="5092103" y="2056702"/>
                </a:lnTo>
                <a:lnTo>
                  <a:pt x="5090457" y="2056702"/>
                </a:lnTo>
                <a:lnTo>
                  <a:pt x="5088810" y="2056702"/>
                </a:lnTo>
                <a:lnTo>
                  <a:pt x="5087164" y="2056702"/>
                </a:lnTo>
                <a:lnTo>
                  <a:pt x="5085518" y="2056702"/>
                </a:lnTo>
                <a:lnTo>
                  <a:pt x="5083871" y="2056702"/>
                </a:lnTo>
                <a:lnTo>
                  <a:pt x="5082225" y="2056702"/>
                </a:lnTo>
                <a:lnTo>
                  <a:pt x="5080579" y="2056702"/>
                </a:lnTo>
                <a:lnTo>
                  <a:pt x="5078932" y="2056702"/>
                </a:lnTo>
                <a:lnTo>
                  <a:pt x="5077286" y="2056702"/>
                </a:lnTo>
                <a:lnTo>
                  <a:pt x="5075640" y="2056702"/>
                </a:lnTo>
                <a:lnTo>
                  <a:pt x="5073993" y="2056702"/>
                </a:lnTo>
                <a:lnTo>
                  <a:pt x="5072347" y="2056702"/>
                </a:lnTo>
                <a:lnTo>
                  <a:pt x="5070701" y="2056702"/>
                </a:lnTo>
                <a:lnTo>
                  <a:pt x="5069054" y="2056702"/>
                </a:lnTo>
                <a:lnTo>
                  <a:pt x="5067408" y="2056702"/>
                </a:lnTo>
                <a:lnTo>
                  <a:pt x="5065762" y="2056702"/>
                </a:lnTo>
                <a:lnTo>
                  <a:pt x="5064115" y="2056702"/>
                </a:lnTo>
                <a:lnTo>
                  <a:pt x="5062469" y="2056702"/>
                </a:lnTo>
                <a:lnTo>
                  <a:pt x="5060823" y="2056702"/>
                </a:lnTo>
                <a:lnTo>
                  <a:pt x="5059176" y="2056702"/>
                </a:lnTo>
                <a:lnTo>
                  <a:pt x="5057530" y="2056702"/>
                </a:lnTo>
                <a:lnTo>
                  <a:pt x="5055884" y="2056702"/>
                </a:lnTo>
                <a:lnTo>
                  <a:pt x="5054237" y="2056702"/>
                </a:lnTo>
                <a:lnTo>
                  <a:pt x="5052591" y="2056702"/>
                </a:lnTo>
                <a:lnTo>
                  <a:pt x="5050945" y="2056702"/>
                </a:lnTo>
                <a:lnTo>
                  <a:pt x="5049298" y="2056702"/>
                </a:lnTo>
                <a:lnTo>
                  <a:pt x="5047652" y="2056702"/>
                </a:lnTo>
                <a:lnTo>
                  <a:pt x="5046006" y="2056702"/>
                </a:lnTo>
                <a:lnTo>
                  <a:pt x="5044359" y="2056702"/>
                </a:lnTo>
                <a:lnTo>
                  <a:pt x="5042713" y="2056702"/>
                </a:lnTo>
                <a:lnTo>
                  <a:pt x="5041067" y="2056702"/>
                </a:lnTo>
                <a:lnTo>
                  <a:pt x="5039420" y="2056702"/>
                </a:lnTo>
                <a:lnTo>
                  <a:pt x="5037774" y="2056702"/>
                </a:lnTo>
                <a:lnTo>
                  <a:pt x="5036128" y="2056702"/>
                </a:lnTo>
                <a:lnTo>
                  <a:pt x="5034481" y="2056702"/>
                </a:lnTo>
                <a:lnTo>
                  <a:pt x="5032835" y="2056702"/>
                </a:lnTo>
                <a:lnTo>
                  <a:pt x="5031189" y="2056702"/>
                </a:lnTo>
                <a:lnTo>
                  <a:pt x="5029542" y="2056702"/>
                </a:lnTo>
                <a:lnTo>
                  <a:pt x="5027896" y="2056702"/>
                </a:lnTo>
                <a:lnTo>
                  <a:pt x="5026250" y="2056702"/>
                </a:lnTo>
                <a:lnTo>
                  <a:pt x="5024603" y="2056702"/>
                </a:lnTo>
                <a:lnTo>
                  <a:pt x="5022957" y="2056702"/>
                </a:lnTo>
                <a:lnTo>
                  <a:pt x="5021311" y="2056702"/>
                </a:lnTo>
                <a:lnTo>
                  <a:pt x="5019664" y="2056702"/>
                </a:lnTo>
                <a:lnTo>
                  <a:pt x="5018018" y="2056702"/>
                </a:lnTo>
                <a:lnTo>
                  <a:pt x="5016372" y="2056702"/>
                </a:lnTo>
                <a:lnTo>
                  <a:pt x="5014726" y="2056702"/>
                </a:lnTo>
                <a:lnTo>
                  <a:pt x="5013079" y="2056702"/>
                </a:lnTo>
                <a:lnTo>
                  <a:pt x="5011433" y="2056702"/>
                </a:lnTo>
                <a:lnTo>
                  <a:pt x="5009787" y="2056702"/>
                </a:lnTo>
                <a:lnTo>
                  <a:pt x="5008140" y="2056702"/>
                </a:lnTo>
                <a:lnTo>
                  <a:pt x="5006494" y="2056702"/>
                </a:lnTo>
                <a:lnTo>
                  <a:pt x="5004848" y="2056702"/>
                </a:lnTo>
                <a:lnTo>
                  <a:pt x="5003201" y="2056702"/>
                </a:lnTo>
                <a:lnTo>
                  <a:pt x="5001555" y="2056702"/>
                </a:lnTo>
                <a:lnTo>
                  <a:pt x="4999909" y="2056702"/>
                </a:lnTo>
                <a:lnTo>
                  <a:pt x="4998262" y="2056702"/>
                </a:lnTo>
                <a:lnTo>
                  <a:pt x="4996616" y="2056702"/>
                </a:lnTo>
                <a:lnTo>
                  <a:pt x="4994970" y="2056702"/>
                </a:lnTo>
                <a:lnTo>
                  <a:pt x="4993323" y="2056702"/>
                </a:lnTo>
                <a:lnTo>
                  <a:pt x="4991677" y="2056702"/>
                </a:lnTo>
                <a:lnTo>
                  <a:pt x="4990031" y="2056702"/>
                </a:lnTo>
                <a:lnTo>
                  <a:pt x="4988384" y="2056702"/>
                </a:lnTo>
                <a:lnTo>
                  <a:pt x="4986738" y="2056702"/>
                </a:lnTo>
                <a:lnTo>
                  <a:pt x="4985092" y="2056702"/>
                </a:lnTo>
                <a:lnTo>
                  <a:pt x="4983445" y="2056702"/>
                </a:lnTo>
                <a:lnTo>
                  <a:pt x="4981799" y="2056702"/>
                </a:lnTo>
                <a:lnTo>
                  <a:pt x="4980153" y="2056702"/>
                </a:lnTo>
                <a:lnTo>
                  <a:pt x="4978506" y="2056702"/>
                </a:lnTo>
                <a:lnTo>
                  <a:pt x="4976860" y="2056702"/>
                </a:lnTo>
                <a:lnTo>
                  <a:pt x="4975214" y="2056702"/>
                </a:lnTo>
                <a:lnTo>
                  <a:pt x="4973567" y="2056702"/>
                </a:lnTo>
                <a:lnTo>
                  <a:pt x="4971921" y="2056702"/>
                </a:lnTo>
                <a:lnTo>
                  <a:pt x="4970275" y="2056702"/>
                </a:lnTo>
                <a:lnTo>
                  <a:pt x="4968628" y="2056702"/>
                </a:lnTo>
                <a:lnTo>
                  <a:pt x="4966982" y="2056702"/>
                </a:lnTo>
                <a:lnTo>
                  <a:pt x="4965336" y="2056702"/>
                </a:lnTo>
                <a:lnTo>
                  <a:pt x="4963689" y="2056702"/>
                </a:lnTo>
                <a:lnTo>
                  <a:pt x="4962043" y="2056702"/>
                </a:lnTo>
                <a:lnTo>
                  <a:pt x="4960397" y="2056702"/>
                </a:lnTo>
                <a:lnTo>
                  <a:pt x="4958750" y="2056702"/>
                </a:lnTo>
                <a:lnTo>
                  <a:pt x="4957104" y="2056702"/>
                </a:lnTo>
                <a:lnTo>
                  <a:pt x="4955458" y="2056702"/>
                </a:lnTo>
                <a:lnTo>
                  <a:pt x="4953811" y="2056702"/>
                </a:lnTo>
                <a:lnTo>
                  <a:pt x="4952165" y="2056702"/>
                </a:lnTo>
                <a:lnTo>
                  <a:pt x="4950519" y="2056702"/>
                </a:lnTo>
                <a:lnTo>
                  <a:pt x="4948872" y="2056702"/>
                </a:lnTo>
                <a:lnTo>
                  <a:pt x="4947226" y="2056702"/>
                </a:lnTo>
                <a:lnTo>
                  <a:pt x="4945580" y="2056702"/>
                </a:lnTo>
                <a:lnTo>
                  <a:pt x="4943933" y="2056702"/>
                </a:lnTo>
                <a:lnTo>
                  <a:pt x="4942287" y="2056702"/>
                </a:lnTo>
                <a:lnTo>
                  <a:pt x="4940641" y="2056702"/>
                </a:lnTo>
                <a:lnTo>
                  <a:pt x="4938994" y="2056702"/>
                </a:lnTo>
                <a:lnTo>
                  <a:pt x="4937348" y="2056702"/>
                </a:lnTo>
                <a:lnTo>
                  <a:pt x="4935702" y="2056702"/>
                </a:lnTo>
                <a:lnTo>
                  <a:pt x="4934055" y="2056702"/>
                </a:lnTo>
                <a:lnTo>
                  <a:pt x="4932409" y="2056702"/>
                </a:lnTo>
                <a:lnTo>
                  <a:pt x="4930763" y="2056702"/>
                </a:lnTo>
                <a:lnTo>
                  <a:pt x="4929116" y="2056702"/>
                </a:lnTo>
                <a:lnTo>
                  <a:pt x="4927470" y="2056702"/>
                </a:lnTo>
                <a:lnTo>
                  <a:pt x="4925824" y="2056702"/>
                </a:lnTo>
                <a:lnTo>
                  <a:pt x="4924177" y="2056702"/>
                </a:lnTo>
                <a:lnTo>
                  <a:pt x="4922531" y="2056702"/>
                </a:lnTo>
                <a:lnTo>
                  <a:pt x="4920885" y="2056702"/>
                </a:lnTo>
                <a:lnTo>
                  <a:pt x="4919238" y="2056702"/>
                </a:lnTo>
                <a:lnTo>
                  <a:pt x="4917592" y="2056702"/>
                </a:lnTo>
                <a:lnTo>
                  <a:pt x="4915946" y="2056702"/>
                </a:lnTo>
                <a:lnTo>
                  <a:pt x="4914299" y="2056702"/>
                </a:lnTo>
                <a:lnTo>
                  <a:pt x="4912653" y="2056702"/>
                </a:lnTo>
                <a:lnTo>
                  <a:pt x="4911007" y="2056702"/>
                </a:lnTo>
                <a:lnTo>
                  <a:pt x="4909360" y="2056702"/>
                </a:lnTo>
                <a:lnTo>
                  <a:pt x="4907714" y="2056702"/>
                </a:lnTo>
                <a:lnTo>
                  <a:pt x="4906068" y="2056702"/>
                </a:lnTo>
                <a:lnTo>
                  <a:pt x="4904421" y="2056702"/>
                </a:lnTo>
                <a:lnTo>
                  <a:pt x="4902775" y="2056702"/>
                </a:lnTo>
                <a:lnTo>
                  <a:pt x="4901129" y="2056702"/>
                </a:lnTo>
                <a:lnTo>
                  <a:pt x="4899482" y="2056702"/>
                </a:lnTo>
                <a:lnTo>
                  <a:pt x="4897836" y="2056702"/>
                </a:lnTo>
                <a:lnTo>
                  <a:pt x="4896190" y="2056702"/>
                </a:lnTo>
                <a:lnTo>
                  <a:pt x="4894543" y="2056702"/>
                </a:lnTo>
                <a:lnTo>
                  <a:pt x="4892897" y="2056702"/>
                </a:lnTo>
                <a:lnTo>
                  <a:pt x="4891251" y="2056702"/>
                </a:lnTo>
                <a:lnTo>
                  <a:pt x="4889604" y="2056702"/>
                </a:lnTo>
                <a:lnTo>
                  <a:pt x="4887958" y="2056702"/>
                </a:lnTo>
                <a:lnTo>
                  <a:pt x="4886312" y="2056702"/>
                </a:lnTo>
                <a:lnTo>
                  <a:pt x="4884665" y="2056702"/>
                </a:lnTo>
                <a:lnTo>
                  <a:pt x="4883019" y="2056702"/>
                </a:lnTo>
                <a:lnTo>
                  <a:pt x="4881373" y="2056702"/>
                </a:lnTo>
                <a:lnTo>
                  <a:pt x="4879726" y="2056702"/>
                </a:lnTo>
                <a:lnTo>
                  <a:pt x="4878080" y="2056702"/>
                </a:lnTo>
                <a:lnTo>
                  <a:pt x="4876434" y="2056702"/>
                </a:lnTo>
                <a:lnTo>
                  <a:pt x="4874787" y="2056702"/>
                </a:lnTo>
                <a:lnTo>
                  <a:pt x="4873141" y="2056702"/>
                </a:lnTo>
                <a:lnTo>
                  <a:pt x="4871495" y="2056702"/>
                </a:lnTo>
                <a:lnTo>
                  <a:pt x="4869848" y="2056702"/>
                </a:lnTo>
                <a:lnTo>
                  <a:pt x="4868202" y="2056702"/>
                </a:lnTo>
                <a:lnTo>
                  <a:pt x="4866556" y="2056702"/>
                </a:lnTo>
                <a:lnTo>
                  <a:pt x="4864909" y="2056702"/>
                </a:lnTo>
                <a:lnTo>
                  <a:pt x="4863263" y="2056702"/>
                </a:lnTo>
                <a:lnTo>
                  <a:pt x="4861617" y="2056702"/>
                </a:lnTo>
                <a:lnTo>
                  <a:pt x="4859970" y="2056702"/>
                </a:lnTo>
                <a:lnTo>
                  <a:pt x="4858324" y="2056702"/>
                </a:lnTo>
                <a:lnTo>
                  <a:pt x="4856678" y="2056702"/>
                </a:lnTo>
                <a:lnTo>
                  <a:pt x="4855031" y="2056702"/>
                </a:lnTo>
                <a:lnTo>
                  <a:pt x="4853385" y="2056702"/>
                </a:lnTo>
                <a:lnTo>
                  <a:pt x="4851739" y="2056702"/>
                </a:lnTo>
                <a:lnTo>
                  <a:pt x="4850092" y="2056702"/>
                </a:lnTo>
                <a:lnTo>
                  <a:pt x="4848446" y="2056702"/>
                </a:lnTo>
                <a:lnTo>
                  <a:pt x="4846800" y="2056702"/>
                </a:lnTo>
                <a:lnTo>
                  <a:pt x="4845153" y="2056702"/>
                </a:lnTo>
                <a:lnTo>
                  <a:pt x="4843507" y="2056702"/>
                </a:lnTo>
                <a:lnTo>
                  <a:pt x="4841861" y="2056702"/>
                </a:lnTo>
                <a:lnTo>
                  <a:pt x="4840214" y="2056702"/>
                </a:lnTo>
                <a:lnTo>
                  <a:pt x="4838568" y="2056702"/>
                </a:lnTo>
                <a:lnTo>
                  <a:pt x="4836922" y="2056702"/>
                </a:lnTo>
                <a:lnTo>
                  <a:pt x="4835275" y="2056702"/>
                </a:lnTo>
                <a:lnTo>
                  <a:pt x="4833629" y="2056702"/>
                </a:lnTo>
                <a:lnTo>
                  <a:pt x="4831983" y="2056702"/>
                </a:lnTo>
                <a:lnTo>
                  <a:pt x="4830336" y="2056702"/>
                </a:lnTo>
                <a:lnTo>
                  <a:pt x="4828690" y="2056702"/>
                </a:lnTo>
                <a:lnTo>
                  <a:pt x="4827044" y="2056702"/>
                </a:lnTo>
                <a:lnTo>
                  <a:pt x="4825397" y="2056702"/>
                </a:lnTo>
                <a:lnTo>
                  <a:pt x="4823751" y="2056702"/>
                </a:lnTo>
                <a:lnTo>
                  <a:pt x="4822105" y="2056702"/>
                </a:lnTo>
                <a:lnTo>
                  <a:pt x="4820458" y="2056702"/>
                </a:lnTo>
                <a:lnTo>
                  <a:pt x="4818812" y="2056702"/>
                </a:lnTo>
                <a:lnTo>
                  <a:pt x="4817166" y="2056702"/>
                </a:lnTo>
                <a:lnTo>
                  <a:pt x="4815519" y="2056702"/>
                </a:lnTo>
                <a:lnTo>
                  <a:pt x="4813873" y="2056702"/>
                </a:lnTo>
                <a:lnTo>
                  <a:pt x="4812227" y="2056702"/>
                </a:lnTo>
                <a:lnTo>
                  <a:pt x="4810580" y="2056702"/>
                </a:lnTo>
                <a:lnTo>
                  <a:pt x="4808934" y="2056702"/>
                </a:lnTo>
                <a:lnTo>
                  <a:pt x="4807288" y="2056702"/>
                </a:lnTo>
                <a:lnTo>
                  <a:pt x="4805641" y="2056702"/>
                </a:lnTo>
                <a:lnTo>
                  <a:pt x="4803995" y="2056702"/>
                </a:lnTo>
                <a:lnTo>
                  <a:pt x="4802349" y="2056702"/>
                </a:lnTo>
                <a:lnTo>
                  <a:pt x="4800702" y="2056702"/>
                </a:lnTo>
                <a:lnTo>
                  <a:pt x="4799056" y="2056702"/>
                </a:lnTo>
                <a:lnTo>
                  <a:pt x="4797410" y="2056702"/>
                </a:lnTo>
                <a:lnTo>
                  <a:pt x="4795763" y="2056702"/>
                </a:lnTo>
                <a:lnTo>
                  <a:pt x="4794117" y="2056702"/>
                </a:lnTo>
                <a:lnTo>
                  <a:pt x="4792471" y="2056702"/>
                </a:lnTo>
                <a:lnTo>
                  <a:pt x="4790824" y="2056702"/>
                </a:lnTo>
                <a:lnTo>
                  <a:pt x="4789178" y="2056702"/>
                </a:lnTo>
                <a:lnTo>
                  <a:pt x="4787532" y="2056702"/>
                </a:lnTo>
                <a:lnTo>
                  <a:pt x="4785885" y="2056702"/>
                </a:lnTo>
                <a:lnTo>
                  <a:pt x="4784239" y="2056702"/>
                </a:lnTo>
                <a:lnTo>
                  <a:pt x="4782593" y="2056702"/>
                </a:lnTo>
                <a:lnTo>
                  <a:pt x="4780946" y="2056702"/>
                </a:lnTo>
                <a:lnTo>
                  <a:pt x="4779300" y="2056702"/>
                </a:lnTo>
                <a:lnTo>
                  <a:pt x="4777654" y="2056702"/>
                </a:lnTo>
                <a:lnTo>
                  <a:pt x="4776007" y="2056702"/>
                </a:lnTo>
                <a:lnTo>
                  <a:pt x="4774361" y="2056702"/>
                </a:lnTo>
                <a:lnTo>
                  <a:pt x="4772715" y="2056702"/>
                </a:lnTo>
                <a:lnTo>
                  <a:pt x="4771068" y="2056702"/>
                </a:lnTo>
                <a:lnTo>
                  <a:pt x="4769422" y="2056702"/>
                </a:lnTo>
                <a:lnTo>
                  <a:pt x="4767776" y="2056702"/>
                </a:lnTo>
                <a:lnTo>
                  <a:pt x="4766129" y="2056702"/>
                </a:lnTo>
                <a:lnTo>
                  <a:pt x="4764483" y="2056702"/>
                </a:lnTo>
                <a:lnTo>
                  <a:pt x="4762837" y="2056702"/>
                </a:lnTo>
                <a:lnTo>
                  <a:pt x="4761190" y="2056702"/>
                </a:lnTo>
                <a:lnTo>
                  <a:pt x="4759544" y="2056702"/>
                </a:lnTo>
                <a:lnTo>
                  <a:pt x="4757898" y="2056702"/>
                </a:lnTo>
                <a:lnTo>
                  <a:pt x="4756251" y="2056702"/>
                </a:lnTo>
                <a:lnTo>
                  <a:pt x="4754605" y="2056702"/>
                </a:lnTo>
                <a:lnTo>
                  <a:pt x="4752959" y="2056702"/>
                </a:lnTo>
                <a:lnTo>
                  <a:pt x="4751312" y="2056702"/>
                </a:lnTo>
                <a:lnTo>
                  <a:pt x="4749666" y="2056702"/>
                </a:lnTo>
                <a:lnTo>
                  <a:pt x="4748020" y="2056702"/>
                </a:lnTo>
                <a:lnTo>
                  <a:pt x="4746373" y="2056702"/>
                </a:lnTo>
                <a:lnTo>
                  <a:pt x="4744727" y="2056702"/>
                </a:lnTo>
                <a:lnTo>
                  <a:pt x="4743081" y="2056702"/>
                </a:lnTo>
                <a:lnTo>
                  <a:pt x="4741434" y="2056702"/>
                </a:lnTo>
                <a:lnTo>
                  <a:pt x="4739788" y="2056702"/>
                </a:lnTo>
                <a:lnTo>
                  <a:pt x="4738142" y="2056702"/>
                </a:lnTo>
                <a:lnTo>
                  <a:pt x="4736495" y="2056702"/>
                </a:lnTo>
                <a:lnTo>
                  <a:pt x="4734849" y="2056702"/>
                </a:lnTo>
                <a:lnTo>
                  <a:pt x="4733203" y="2056702"/>
                </a:lnTo>
                <a:lnTo>
                  <a:pt x="4731556" y="2056702"/>
                </a:lnTo>
                <a:lnTo>
                  <a:pt x="4729910" y="2056702"/>
                </a:lnTo>
                <a:lnTo>
                  <a:pt x="4728264" y="2056702"/>
                </a:lnTo>
                <a:lnTo>
                  <a:pt x="4726617" y="2056702"/>
                </a:lnTo>
                <a:lnTo>
                  <a:pt x="4724971" y="2056702"/>
                </a:lnTo>
                <a:lnTo>
                  <a:pt x="4723325" y="2056702"/>
                </a:lnTo>
                <a:lnTo>
                  <a:pt x="4721678" y="2056702"/>
                </a:lnTo>
                <a:lnTo>
                  <a:pt x="4720032" y="2056702"/>
                </a:lnTo>
                <a:lnTo>
                  <a:pt x="4718386" y="2056702"/>
                </a:lnTo>
                <a:lnTo>
                  <a:pt x="4716739" y="2056702"/>
                </a:lnTo>
                <a:lnTo>
                  <a:pt x="4715093" y="2056702"/>
                </a:lnTo>
                <a:lnTo>
                  <a:pt x="4713447" y="2056702"/>
                </a:lnTo>
                <a:lnTo>
                  <a:pt x="4711800" y="2056702"/>
                </a:lnTo>
                <a:lnTo>
                  <a:pt x="4710154" y="2056702"/>
                </a:lnTo>
                <a:lnTo>
                  <a:pt x="4708508" y="2056702"/>
                </a:lnTo>
                <a:lnTo>
                  <a:pt x="4706861" y="2056702"/>
                </a:lnTo>
                <a:lnTo>
                  <a:pt x="4705215" y="2056702"/>
                </a:lnTo>
                <a:lnTo>
                  <a:pt x="4703569" y="2056702"/>
                </a:lnTo>
                <a:lnTo>
                  <a:pt x="4701923" y="2056702"/>
                </a:lnTo>
                <a:lnTo>
                  <a:pt x="4700276" y="2056702"/>
                </a:lnTo>
                <a:lnTo>
                  <a:pt x="4698630" y="2056702"/>
                </a:lnTo>
                <a:lnTo>
                  <a:pt x="4696984" y="2056702"/>
                </a:lnTo>
                <a:lnTo>
                  <a:pt x="4695337" y="2056702"/>
                </a:lnTo>
                <a:lnTo>
                  <a:pt x="4693691" y="2056702"/>
                </a:lnTo>
                <a:lnTo>
                  <a:pt x="4692045" y="2056702"/>
                </a:lnTo>
                <a:lnTo>
                  <a:pt x="4690398" y="2056702"/>
                </a:lnTo>
                <a:lnTo>
                  <a:pt x="4688752" y="2056702"/>
                </a:lnTo>
                <a:lnTo>
                  <a:pt x="4687106" y="2056702"/>
                </a:lnTo>
                <a:lnTo>
                  <a:pt x="4685459" y="2056702"/>
                </a:lnTo>
                <a:lnTo>
                  <a:pt x="4683813" y="2056702"/>
                </a:lnTo>
                <a:lnTo>
                  <a:pt x="4682167" y="2056702"/>
                </a:lnTo>
                <a:lnTo>
                  <a:pt x="4680520" y="2056702"/>
                </a:lnTo>
                <a:lnTo>
                  <a:pt x="4678874" y="2056702"/>
                </a:lnTo>
                <a:lnTo>
                  <a:pt x="4677228" y="2056702"/>
                </a:lnTo>
                <a:lnTo>
                  <a:pt x="4675581" y="2056702"/>
                </a:lnTo>
                <a:lnTo>
                  <a:pt x="4673935" y="2056702"/>
                </a:lnTo>
                <a:lnTo>
                  <a:pt x="4672289" y="2056702"/>
                </a:lnTo>
                <a:lnTo>
                  <a:pt x="4670642" y="2056702"/>
                </a:lnTo>
                <a:lnTo>
                  <a:pt x="4668996" y="2056702"/>
                </a:lnTo>
                <a:lnTo>
                  <a:pt x="4667350" y="2056702"/>
                </a:lnTo>
                <a:lnTo>
                  <a:pt x="4665703" y="2056702"/>
                </a:lnTo>
                <a:lnTo>
                  <a:pt x="4664057" y="2056702"/>
                </a:lnTo>
                <a:lnTo>
                  <a:pt x="4662411" y="2056702"/>
                </a:lnTo>
                <a:lnTo>
                  <a:pt x="4660764" y="2056702"/>
                </a:lnTo>
                <a:lnTo>
                  <a:pt x="4659118" y="2056702"/>
                </a:lnTo>
                <a:lnTo>
                  <a:pt x="4657472" y="2056702"/>
                </a:lnTo>
                <a:lnTo>
                  <a:pt x="4655825" y="2056702"/>
                </a:lnTo>
                <a:lnTo>
                  <a:pt x="4654179" y="2056702"/>
                </a:lnTo>
                <a:lnTo>
                  <a:pt x="4652533" y="2056702"/>
                </a:lnTo>
                <a:lnTo>
                  <a:pt x="4650886" y="2056702"/>
                </a:lnTo>
                <a:lnTo>
                  <a:pt x="4649240" y="2056702"/>
                </a:lnTo>
                <a:lnTo>
                  <a:pt x="4647594" y="2056702"/>
                </a:lnTo>
                <a:lnTo>
                  <a:pt x="4645947" y="2056702"/>
                </a:lnTo>
                <a:lnTo>
                  <a:pt x="4644301" y="2056702"/>
                </a:lnTo>
                <a:lnTo>
                  <a:pt x="4642655" y="2056702"/>
                </a:lnTo>
                <a:lnTo>
                  <a:pt x="4641008" y="2056702"/>
                </a:lnTo>
                <a:lnTo>
                  <a:pt x="4639362" y="2056702"/>
                </a:lnTo>
                <a:lnTo>
                  <a:pt x="4637716" y="2056702"/>
                </a:lnTo>
                <a:lnTo>
                  <a:pt x="4636069" y="2056702"/>
                </a:lnTo>
                <a:lnTo>
                  <a:pt x="4634423" y="2056702"/>
                </a:lnTo>
                <a:lnTo>
                  <a:pt x="4632777" y="2056702"/>
                </a:lnTo>
                <a:lnTo>
                  <a:pt x="4631130" y="2056702"/>
                </a:lnTo>
                <a:lnTo>
                  <a:pt x="4629484" y="2056702"/>
                </a:lnTo>
                <a:lnTo>
                  <a:pt x="4627838" y="2056702"/>
                </a:lnTo>
                <a:lnTo>
                  <a:pt x="4626191" y="2056702"/>
                </a:lnTo>
                <a:lnTo>
                  <a:pt x="4624545" y="2056702"/>
                </a:lnTo>
                <a:lnTo>
                  <a:pt x="4622899" y="2056702"/>
                </a:lnTo>
                <a:lnTo>
                  <a:pt x="4621252" y="2056702"/>
                </a:lnTo>
                <a:lnTo>
                  <a:pt x="4619606" y="2056702"/>
                </a:lnTo>
                <a:lnTo>
                  <a:pt x="4617960" y="2056702"/>
                </a:lnTo>
                <a:lnTo>
                  <a:pt x="4616313" y="2056702"/>
                </a:lnTo>
                <a:lnTo>
                  <a:pt x="4614667" y="2056702"/>
                </a:lnTo>
                <a:lnTo>
                  <a:pt x="4613021" y="2056702"/>
                </a:lnTo>
                <a:lnTo>
                  <a:pt x="4611374" y="2056702"/>
                </a:lnTo>
                <a:lnTo>
                  <a:pt x="4609728" y="2056702"/>
                </a:lnTo>
                <a:lnTo>
                  <a:pt x="4608082" y="2056702"/>
                </a:lnTo>
                <a:lnTo>
                  <a:pt x="4606435" y="2056702"/>
                </a:lnTo>
                <a:lnTo>
                  <a:pt x="4604789" y="2056702"/>
                </a:lnTo>
                <a:lnTo>
                  <a:pt x="4603143" y="2056702"/>
                </a:lnTo>
                <a:lnTo>
                  <a:pt x="4601496" y="2056702"/>
                </a:lnTo>
                <a:lnTo>
                  <a:pt x="4599850" y="2056702"/>
                </a:lnTo>
                <a:lnTo>
                  <a:pt x="4598204" y="2056702"/>
                </a:lnTo>
                <a:lnTo>
                  <a:pt x="4596557" y="2056702"/>
                </a:lnTo>
                <a:lnTo>
                  <a:pt x="4594911" y="2056702"/>
                </a:lnTo>
                <a:lnTo>
                  <a:pt x="4593265" y="2056702"/>
                </a:lnTo>
                <a:lnTo>
                  <a:pt x="4591618" y="2056702"/>
                </a:lnTo>
                <a:lnTo>
                  <a:pt x="4589972" y="2056702"/>
                </a:lnTo>
                <a:lnTo>
                  <a:pt x="4588326" y="2056702"/>
                </a:lnTo>
                <a:lnTo>
                  <a:pt x="4586679" y="2056702"/>
                </a:lnTo>
                <a:lnTo>
                  <a:pt x="4585033" y="2056702"/>
                </a:lnTo>
                <a:lnTo>
                  <a:pt x="4583387" y="2056702"/>
                </a:lnTo>
                <a:lnTo>
                  <a:pt x="4581740" y="2056702"/>
                </a:lnTo>
                <a:lnTo>
                  <a:pt x="4580094" y="2056702"/>
                </a:lnTo>
                <a:lnTo>
                  <a:pt x="4578448" y="2056702"/>
                </a:lnTo>
                <a:lnTo>
                  <a:pt x="4576801" y="2056702"/>
                </a:lnTo>
                <a:lnTo>
                  <a:pt x="4575155" y="2056702"/>
                </a:lnTo>
                <a:lnTo>
                  <a:pt x="4573509" y="2056702"/>
                </a:lnTo>
                <a:lnTo>
                  <a:pt x="4571862" y="2056702"/>
                </a:lnTo>
                <a:lnTo>
                  <a:pt x="4570216" y="2056702"/>
                </a:lnTo>
                <a:lnTo>
                  <a:pt x="4568570" y="2056702"/>
                </a:lnTo>
                <a:lnTo>
                  <a:pt x="4566923" y="2056702"/>
                </a:lnTo>
                <a:lnTo>
                  <a:pt x="4565277" y="2056702"/>
                </a:lnTo>
                <a:lnTo>
                  <a:pt x="4563631" y="2056702"/>
                </a:lnTo>
                <a:lnTo>
                  <a:pt x="4561984" y="2056702"/>
                </a:lnTo>
                <a:lnTo>
                  <a:pt x="4560338" y="2056702"/>
                </a:lnTo>
                <a:lnTo>
                  <a:pt x="4558692" y="2056702"/>
                </a:lnTo>
                <a:lnTo>
                  <a:pt x="4557045" y="2056702"/>
                </a:lnTo>
                <a:lnTo>
                  <a:pt x="4555399" y="2056702"/>
                </a:lnTo>
                <a:lnTo>
                  <a:pt x="4553753" y="2056702"/>
                </a:lnTo>
                <a:lnTo>
                  <a:pt x="4552106" y="2056702"/>
                </a:lnTo>
                <a:lnTo>
                  <a:pt x="4550460" y="2056702"/>
                </a:lnTo>
                <a:lnTo>
                  <a:pt x="4548814" y="2056702"/>
                </a:lnTo>
                <a:lnTo>
                  <a:pt x="4547167" y="2056702"/>
                </a:lnTo>
                <a:lnTo>
                  <a:pt x="4545521" y="2056702"/>
                </a:lnTo>
                <a:lnTo>
                  <a:pt x="4543875" y="2056702"/>
                </a:lnTo>
                <a:lnTo>
                  <a:pt x="4542228" y="2056702"/>
                </a:lnTo>
                <a:lnTo>
                  <a:pt x="4540582" y="2056702"/>
                </a:lnTo>
                <a:lnTo>
                  <a:pt x="4538936" y="2056702"/>
                </a:lnTo>
                <a:lnTo>
                  <a:pt x="4537289" y="2056702"/>
                </a:lnTo>
                <a:lnTo>
                  <a:pt x="4535643" y="2056702"/>
                </a:lnTo>
                <a:lnTo>
                  <a:pt x="4533997" y="2056702"/>
                </a:lnTo>
                <a:lnTo>
                  <a:pt x="4532350" y="2056702"/>
                </a:lnTo>
                <a:lnTo>
                  <a:pt x="4530704" y="2056702"/>
                </a:lnTo>
                <a:lnTo>
                  <a:pt x="4529058" y="2056702"/>
                </a:lnTo>
                <a:lnTo>
                  <a:pt x="4527411" y="2056702"/>
                </a:lnTo>
                <a:lnTo>
                  <a:pt x="4525765" y="2056702"/>
                </a:lnTo>
                <a:lnTo>
                  <a:pt x="4524119" y="2056702"/>
                </a:lnTo>
                <a:lnTo>
                  <a:pt x="4522472" y="2056702"/>
                </a:lnTo>
                <a:lnTo>
                  <a:pt x="4520826" y="2056702"/>
                </a:lnTo>
                <a:lnTo>
                  <a:pt x="4519180" y="2056702"/>
                </a:lnTo>
                <a:lnTo>
                  <a:pt x="4517533" y="2056702"/>
                </a:lnTo>
                <a:lnTo>
                  <a:pt x="4515887" y="2056702"/>
                </a:lnTo>
                <a:lnTo>
                  <a:pt x="4514241" y="2056702"/>
                </a:lnTo>
                <a:lnTo>
                  <a:pt x="4512594" y="2056702"/>
                </a:lnTo>
                <a:lnTo>
                  <a:pt x="4510948" y="2056702"/>
                </a:lnTo>
                <a:lnTo>
                  <a:pt x="4509302" y="2056702"/>
                </a:lnTo>
                <a:lnTo>
                  <a:pt x="4507655" y="2056702"/>
                </a:lnTo>
                <a:lnTo>
                  <a:pt x="4506009" y="2056702"/>
                </a:lnTo>
                <a:lnTo>
                  <a:pt x="4504363" y="2056702"/>
                </a:lnTo>
                <a:lnTo>
                  <a:pt x="4502716" y="2056702"/>
                </a:lnTo>
                <a:lnTo>
                  <a:pt x="4501070" y="2056702"/>
                </a:lnTo>
                <a:lnTo>
                  <a:pt x="4499424" y="2056702"/>
                </a:lnTo>
                <a:lnTo>
                  <a:pt x="4497777" y="2056702"/>
                </a:lnTo>
                <a:lnTo>
                  <a:pt x="4496131" y="2056702"/>
                </a:lnTo>
                <a:lnTo>
                  <a:pt x="4494485" y="2056702"/>
                </a:lnTo>
                <a:lnTo>
                  <a:pt x="4492838" y="2056702"/>
                </a:lnTo>
                <a:lnTo>
                  <a:pt x="4491192" y="2056702"/>
                </a:lnTo>
                <a:lnTo>
                  <a:pt x="4489546" y="2056702"/>
                </a:lnTo>
                <a:lnTo>
                  <a:pt x="4487899" y="2056702"/>
                </a:lnTo>
                <a:lnTo>
                  <a:pt x="4486253" y="2056702"/>
                </a:lnTo>
                <a:lnTo>
                  <a:pt x="4484607" y="2056702"/>
                </a:lnTo>
                <a:lnTo>
                  <a:pt x="4482960" y="2056702"/>
                </a:lnTo>
                <a:lnTo>
                  <a:pt x="4481314" y="2056702"/>
                </a:lnTo>
                <a:lnTo>
                  <a:pt x="4479668" y="2056702"/>
                </a:lnTo>
                <a:lnTo>
                  <a:pt x="4478021" y="2056702"/>
                </a:lnTo>
                <a:lnTo>
                  <a:pt x="4476375" y="2056702"/>
                </a:lnTo>
                <a:lnTo>
                  <a:pt x="4474729" y="2056702"/>
                </a:lnTo>
                <a:lnTo>
                  <a:pt x="4473082" y="2056702"/>
                </a:lnTo>
                <a:lnTo>
                  <a:pt x="4471436" y="2056702"/>
                </a:lnTo>
                <a:lnTo>
                  <a:pt x="4469790" y="2056702"/>
                </a:lnTo>
                <a:lnTo>
                  <a:pt x="4468143" y="2056702"/>
                </a:lnTo>
                <a:lnTo>
                  <a:pt x="4466497" y="2056702"/>
                </a:lnTo>
                <a:lnTo>
                  <a:pt x="4464851" y="2056702"/>
                </a:lnTo>
                <a:lnTo>
                  <a:pt x="4463204" y="2056702"/>
                </a:lnTo>
                <a:lnTo>
                  <a:pt x="4461558" y="2056702"/>
                </a:lnTo>
                <a:lnTo>
                  <a:pt x="4459912" y="2056702"/>
                </a:lnTo>
                <a:lnTo>
                  <a:pt x="4458265" y="2056702"/>
                </a:lnTo>
                <a:lnTo>
                  <a:pt x="4456619" y="2056702"/>
                </a:lnTo>
                <a:lnTo>
                  <a:pt x="4454973" y="2056702"/>
                </a:lnTo>
                <a:lnTo>
                  <a:pt x="4453326" y="2056702"/>
                </a:lnTo>
                <a:lnTo>
                  <a:pt x="4451680" y="2056702"/>
                </a:lnTo>
                <a:lnTo>
                  <a:pt x="4450034" y="2056702"/>
                </a:lnTo>
                <a:lnTo>
                  <a:pt x="4448387" y="2056702"/>
                </a:lnTo>
                <a:lnTo>
                  <a:pt x="4446741" y="2056702"/>
                </a:lnTo>
                <a:lnTo>
                  <a:pt x="4445095" y="2056702"/>
                </a:lnTo>
                <a:lnTo>
                  <a:pt x="4443448" y="2056702"/>
                </a:lnTo>
                <a:lnTo>
                  <a:pt x="4441802" y="2056702"/>
                </a:lnTo>
                <a:lnTo>
                  <a:pt x="4440156" y="2056702"/>
                </a:lnTo>
                <a:lnTo>
                  <a:pt x="4438509" y="2056702"/>
                </a:lnTo>
                <a:lnTo>
                  <a:pt x="4436863" y="2056702"/>
                </a:lnTo>
                <a:lnTo>
                  <a:pt x="4435217" y="2056702"/>
                </a:lnTo>
                <a:lnTo>
                  <a:pt x="4433570" y="2056702"/>
                </a:lnTo>
                <a:lnTo>
                  <a:pt x="4431924" y="2056702"/>
                </a:lnTo>
                <a:lnTo>
                  <a:pt x="4430278" y="2056702"/>
                </a:lnTo>
                <a:lnTo>
                  <a:pt x="4428631" y="2056702"/>
                </a:lnTo>
                <a:lnTo>
                  <a:pt x="4426985" y="2056702"/>
                </a:lnTo>
                <a:lnTo>
                  <a:pt x="4425339" y="2056702"/>
                </a:lnTo>
                <a:lnTo>
                  <a:pt x="4423692" y="2056702"/>
                </a:lnTo>
                <a:lnTo>
                  <a:pt x="4422046" y="2056702"/>
                </a:lnTo>
                <a:lnTo>
                  <a:pt x="4420400" y="2056702"/>
                </a:lnTo>
                <a:lnTo>
                  <a:pt x="4418753" y="2056702"/>
                </a:lnTo>
                <a:lnTo>
                  <a:pt x="4417107" y="2056702"/>
                </a:lnTo>
                <a:lnTo>
                  <a:pt x="4415461" y="2056702"/>
                </a:lnTo>
                <a:lnTo>
                  <a:pt x="4413814" y="2056702"/>
                </a:lnTo>
                <a:lnTo>
                  <a:pt x="4412168" y="2056702"/>
                </a:lnTo>
                <a:lnTo>
                  <a:pt x="4410522" y="2056702"/>
                </a:lnTo>
                <a:lnTo>
                  <a:pt x="4408875" y="2056702"/>
                </a:lnTo>
                <a:lnTo>
                  <a:pt x="4407229" y="2056702"/>
                </a:lnTo>
                <a:lnTo>
                  <a:pt x="4405583" y="2056702"/>
                </a:lnTo>
                <a:lnTo>
                  <a:pt x="4403936" y="2056702"/>
                </a:lnTo>
                <a:lnTo>
                  <a:pt x="4402290" y="2056702"/>
                </a:lnTo>
                <a:lnTo>
                  <a:pt x="4400644" y="2056702"/>
                </a:lnTo>
                <a:lnTo>
                  <a:pt x="4398997" y="2056702"/>
                </a:lnTo>
                <a:lnTo>
                  <a:pt x="4397351" y="2056702"/>
                </a:lnTo>
                <a:lnTo>
                  <a:pt x="4395705" y="2056702"/>
                </a:lnTo>
                <a:lnTo>
                  <a:pt x="4394058" y="2056702"/>
                </a:lnTo>
                <a:lnTo>
                  <a:pt x="4392412" y="2056702"/>
                </a:lnTo>
                <a:lnTo>
                  <a:pt x="4390766" y="2056702"/>
                </a:lnTo>
                <a:lnTo>
                  <a:pt x="4389120" y="2056702"/>
                </a:lnTo>
                <a:lnTo>
                  <a:pt x="4387473" y="2056702"/>
                </a:lnTo>
                <a:lnTo>
                  <a:pt x="4385827" y="2056702"/>
                </a:lnTo>
                <a:lnTo>
                  <a:pt x="4384181" y="2056702"/>
                </a:lnTo>
                <a:lnTo>
                  <a:pt x="4382534" y="2056702"/>
                </a:lnTo>
                <a:lnTo>
                  <a:pt x="4380888" y="2056702"/>
                </a:lnTo>
                <a:lnTo>
                  <a:pt x="4379242" y="2056702"/>
                </a:lnTo>
                <a:lnTo>
                  <a:pt x="4377595" y="2056702"/>
                </a:lnTo>
                <a:lnTo>
                  <a:pt x="4375949" y="2056702"/>
                </a:lnTo>
                <a:lnTo>
                  <a:pt x="4374303" y="2056702"/>
                </a:lnTo>
                <a:lnTo>
                  <a:pt x="4372656" y="2056702"/>
                </a:lnTo>
                <a:lnTo>
                  <a:pt x="4371010" y="2056702"/>
                </a:lnTo>
                <a:lnTo>
                  <a:pt x="4369364" y="2056702"/>
                </a:lnTo>
                <a:lnTo>
                  <a:pt x="4367717" y="2056702"/>
                </a:lnTo>
                <a:lnTo>
                  <a:pt x="4366071" y="2056702"/>
                </a:lnTo>
                <a:lnTo>
                  <a:pt x="4364425" y="2056702"/>
                </a:lnTo>
                <a:lnTo>
                  <a:pt x="4362778" y="2056702"/>
                </a:lnTo>
                <a:lnTo>
                  <a:pt x="4361132" y="2056702"/>
                </a:lnTo>
                <a:lnTo>
                  <a:pt x="4359486" y="2056702"/>
                </a:lnTo>
                <a:lnTo>
                  <a:pt x="4357839" y="2056702"/>
                </a:lnTo>
                <a:lnTo>
                  <a:pt x="4356193" y="2056702"/>
                </a:lnTo>
                <a:lnTo>
                  <a:pt x="4354547" y="2056702"/>
                </a:lnTo>
                <a:lnTo>
                  <a:pt x="4352900" y="2056702"/>
                </a:lnTo>
                <a:lnTo>
                  <a:pt x="4351254" y="2056702"/>
                </a:lnTo>
                <a:lnTo>
                  <a:pt x="4349608" y="2056702"/>
                </a:lnTo>
                <a:lnTo>
                  <a:pt x="4347961" y="2056702"/>
                </a:lnTo>
                <a:lnTo>
                  <a:pt x="4346315" y="2056702"/>
                </a:lnTo>
                <a:lnTo>
                  <a:pt x="4344669" y="2056702"/>
                </a:lnTo>
                <a:lnTo>
                  <a:pt x="4343022" y="2056702"/>
                </a:lnTo>
                <a:lnTo>
                  <a:pt x="4341376" y="2056702"/>
                </a:lnTo>
                <a:lnTo>
                  <a:pt x="4339730" y="2056702"/>
                </a:lnTo>
                <a:lnTo>
                  <a:pt x="4338083" y="2056702"/>
                </a:lnTo>
                <a:lnTo>
                  <a:pt x="4336437" y="2056702"/>
                </a:lnTo>
                <a:lnTo>
                  <a:pt x="4334791" y="2056702"/>
                </a:lnTo>
                <a:lnTo>
                  <a:pt x="4333144" y="2056702"/>
                </a:lnTo>
                <a:lnTo>
                  <a:pt x="4331498" y="2056702"/>
                </a:lnTo>
                <a:lnTo>
                  <a:pt x="4329852" y="2056702"/>
                </a:lnTo>
                <a:lnTo>
                  <a:pt x="4328205" y="2056702"/>
                </a:lnTo>
                <a:lnTo>
                  <a:pt x="4326559" y="2056702"/>
                </a:lnTo>
                <a:lnTo>
                  <a:pt x="4324913" y="2056702"/>
                </a:lnTo>
                <a:lnTo>
                  <a:pt x="4323266" y="2056702"/>
                </a:lnTo>
                <a:lnTo>
                  <a:pt x="4321620" y="2056702"/>
                </a:lnTo>
                <a:lnTo>
                  <a:pt x="4319974" y="2056702"/>
                </a:lnTo>
                <a:lnTo>
                  <a:pt x="4318327" y="2056702"/>
                </a:lnTo>
                <a:lnTo>
                  <a:pt x="4316681" y="2056702"/>
                </a:lnTo>
                <a:lnTo>
                  <a:pt x="4315035" y="2056702"/>
                </a:lnTo>
                <a:lnTo>
                  <a:pt x="4313388" y="2056702"/>
                </a:lnTo>
                <a:lnTo>
                  <a:pt x="4311742" y="2056702"/>
                </a:lnTo>
                <a:lnTo>
                  <a:pt x="4310096" y="2056702"/>
                </a:lnTo>
                <a:lnTo>
                  <a:pt x="4308449" y="2056702"/>
                </a:lnTo>
                <a:lnTo>
                  <a:pt x="4306803" y="2056702"/>
                </a:lnTo>
                <a:lnTo>
                  <a:pt x="4305157" y="2056702"/>
                </a:lnTo>
                <a:lnTo>
                  <a:pt x="4303510" y="2056702"/>
                </a:lnTo>
                <a:lnTo>
                  <a:pt x="4301864" y="2056702"/>
                </a:lnTo>
                <a:lnTo>
                  <a:pt x="4300218" y="2056702"/>
                </a:lnTo>
                <a:lnTo>
                  <a:pt x="4298571" y="2056702"/>
                </a:lnTo>
                <a:lnTo>
                  <a:pt x="4296925" y="2056702"/>
                </a:lnTo>
                <a:lnTo>
                  <a:pt x="4295279" y="2056702"/>
                </a:lnTo>
                <a:lnTo>
                  <a:pt x="4293632" y="2056702"/>
                </a:lnTo>
                <a:lnTo>
                  <a:pt x="4291986" y="2056702"/>
                </a:lnTo>
                <a:lnTo>
                  <a:pt x="4290340" y="2056702"/>
                </a:lnTo>
                <a:lnTo>
                  <a:pt x="4288693" y="2056702"/>
                </a:lnTo>
                <a:lnTo>
                  <a:pt x="4287047" y="2056702"/>
                </a:lnTo>
                <a:lnTo>
                  <a:pt x="4285401" y="2056702"/>
                </a:lnTo>
                <a:lnTo>
                  <a:pt x="4283754" y="2056702"/>
                </a:lnTo>
                <a:lnTo>
                  <a:pt x="4282108" y="2056702"/>
                </a:lnTo>
                <a:lnTo>
                  <a:pt x="4280462" y="2056702"/>
                </a:lnTo>
                <a:lnTo>
                  <a:pt x="4278815" y="2056702"/>
                </a:lnTo>
                <a:lnTo>
                  <a:pt x="4277169" y="2056702"/>
                </a:lnTo>
                <a:lnTo>
                  <a:pt x="4275523" y="2056702"/>
                </a:lnTo>
                <a:lnTo>
                  <a:pt x="4273876" y="2056702"/>
                </a:lnTo>
                <a:lnTo>
                  <a:pt x="4272230" y="2056702"/>
                </a:lnTo>
                <a:lnTo>
                  <a:pt x="4270584" y="2056702"/>
                </a:lnTo>
                <a:lnTo>
                  <a:pt x="4268937" y="2056702"/>
                </a:lnTo>
                <a:lnTo>
                  <a:pt x="4267291" y="2056702"/>
                </a:lnTo>
                <a:lnTo>
                  <a:pt x="4265645" y="2056702"/>
                </a:lnTo>
                <a:lnTo>
                  <a:pt x="4263998" y="2056702"/>
                </a:lnTo>
                <a:lnTo>
                  <a:pt x="4262352" y="2056702"/>
                </a:lnTo>
                <a:lnTo>
                  <a:pt x="4260706" y="2056702"/>
                </a:lnTo>
                <a:lnTo>
                  <a:pt x="4259059" y="2056702"/>
                </a:lnTo>
                <a:lnTo>
                  <a:pt x="4257413" y="2056702"/>
                </a:lnTo>
                <a:lnTo>
                  <a:pt x="4255767" y="2056702"/>
                </a:lnTo>
                <a:lnTo>
                  <a:pt x="4254120" y="2056702"/>
                </a:lnTo>
                <a:lnTo>
                  <a:pt x="4252474" y="2056702"/>
                </a:lnTo>
                <a:lnTo>
                  <a:pt x="4250828" y="2056702"/>
                </a:lnTo>
                <a:lnTo>
                  <a:pt x="4249181" y="2056702"/>
                </a:lnTo>
                <a:lnTo>
                  <a:pt x="4247535" y="2056702"/>
                </a:lnTo>
                <a:lnTo>
                  <a:pt x="4245889" y="2056702"/>
                </a:lnTo>
                <a:lnTo>
                  <a:pt x="4244242" y="2056702"/>
                </a:lnTo>
                <a:lnTo>
                  <a:pt x="4242596" y="2056702"/>
                </a:lnTo>
                <a:lnTo>
                  <a:pt x="4240950" y="2056702"/>
                </a:lnTo>
                <a:lnTo>
                  <a:pt x="4239303" y="2056702"/>
                </a:lnTo>
                <a:lnTo>
                  <a:pt x="4237657" y="2056702"/>
                </a:lnTo>
                <a:lnTo>
                  <a:pt x="4236011" y="2056702"/>
                </a:lnTo>
                <a:lnTo>
                  <a:pt x="4234364" y="2056702"/>
                </a:lnTo>
                <a:lnTo>
                  <a:pt x="4232718" y="2056702"/>
                </a:lnTo>
                <a:lnTo>
                  <a:pt x="4231072" y="2056702"/>
                </a:lnTo>
                <a:lnTo>
                  <a:pt x="4229425" y="2056702"/>
                </a:lnTo>
                <a:lnTo>
                  <a:pt x="4227779" y="2056702"/>
                </a:lnTo>
                <a:lnTo>
                  <a:pt x="4226133" y="2056702"/>
                </a:lnTo>
                <a:lnTo>
                  <a:pt x="4224486" y="2056702"/>
                </a:lnTo>
                <a:lnTo>
                  <a:pt x="4222840" y="2056702"/>
                </a:lnTo>
                <a:lnTo>
                  <a:pt x="4221194" y="2056702"/>
                </a:lnTo>
                <a:lnTo>
                  <a:pt x="4219547" y="2056702"/>
                </a:lnTo>
                <a:lnTo>
                  <a:pt x="4217901" y="2056702"/>
                </a:lnTo>
                <a:lnTo>
                  <a:pt x="4216255" y="2056702"/>
                </a:lnTo>
                <a:lnTo>
                  <a:pt x="4214608" y="2056702"/>
                </a:lnTo>
                <a:lnTo>
                  <a:pt x="4212962" y="2056702"/>
                </a:lnTo>
                <a:lnTo>
                  <a:pt x="4211316" y="2056702"/>
                </a:lnTo>
                <a:lnTo>
                  <a:pt x="4209669" y="2056702"/>
                </a:lnTo>
                <a:lnTo>
                  <a:pt x="4208023" y="2056702"/>
                </a:lnTo>
                <a:lnTo>
                  <a:pt x="4206377" y="2056702"/>
                </a:lnTo>
                <a:lnTo>
                  <a:pt x="4204730" y="2056702"/>
                </a:lnTo>
                <a:lnTo>
                  <a:pt x="4203084" y="2056702"/>
                </a:lnTo>
                <a:lnTo>
                  <a:pt x="4201438" y="2056702"/>
                </a:lnTo>
                <a:lnTo>
                  <a:pt x="4199791" y="2056702"/>
                </a:lnTo>
                <a:lnTo>
                  <a:pt x="4198145" y="2056702"/>
                </a:lnTo>
                <a:lnTo>
                  <a:pt x="4196499" y="2056702"/>
                </a:lnTo>
                <a:lnTo>
                  <a:pt x="4194852" y="2056702"/>
                </a:lnTo>
                <a:lnTo>
                  <a:pt x="4193206" y="2056702"/>
                </a:lnTo>
                <a:lnTo>
                  <a:pt x="4191560" y="2056702"/>
                </a:lnTo>
                <a:lnTo>
                  <a:pt x="4189913" y="2056702"/>
                </a:lnTo>
                <a:lnTo>
                  <a:pt x="4188267" y="2056702"/>
                </a:lnTo>
                <a:lnTo>
                  <a:pt x="4186621" y="2056702"/>
                </a:lnTo>
                <a:lnTo>
                  <a:pt x="4184974" y="2056702"/>
                </a:lnTo>
                <a:lnTo>
                  <a:pt x="4183328" y="2056702"/>
                </a:lnTo>
                <a:lnTo>
                  <a:pt x="4181682" y="2056702"/>
                </a:lnTo>
                <a:lnTo>
                  <a:pt x="4180035" y="2056702"/>
                </a:lnTo>
                <a:lnTo>
                  <a:pt x="4178389" y="2056702"/>
                </a:lnTo>
                <a:lnTo>
                  <a:pt x="4176743" y="2056702"/>
                </a:lnTo>
                <a:lnTo>
                  <a:pt x="4175096" y="2056702"/>
                </a:lnTo>
                <a:lnTo>
                  <a:pt x="4173450" y="2056702"/>
                </a:lnTo>
                <a:lnTo>
                  <a:pt x="4171804" y="2056702"/>
                </a:lnTo>
                <a:lnTo>
                  <a:pt x="4170157" y="2056702"/>
                </a:lnTo>
                <a:lnTo>
                  <a:pt x="4168511" y="2056702"/>
                </a:lnTo>
                <a:lnTo>
                  <a:pt x="4166865" y="2056702"/>
                </a:lnTo>
                <a:lnTo>
                  <a:pt x="4165218" y="2056702"/>
                </a:lnTo>
                <a:lnTo>
                  <a:pt x="4163572" y="2056702"/>
                </a:lnTo>
                <a:lnTo>
                  <a:pt x="4161926" y="2056702"/>
                </a:lnTo>
                <a:lnTo>
                  <a:pt x="4160279" y="2056702"/>
                </a:lnTo>
                <a:lnTo>
                  <a:pt x="4158633" y="2056702"/>
                </a:lnTo>
                <a:lnTo>
                  <a:pt x="4156987" y="2056702"/>
                </a:lnTo>
                <a:lnTo>
                  <a:pt x="4155340" y="2056702"/>
                </a:lnTo>
                <a:lnTo>
                  <a:pt x="4153694" y="2056702"/>
                </a:lnTo>
                <a:lnTo>
                  <a:pt x="4152048" y="2056702"/>
                </a:lnTo>
                <a:lnTo>
                  <a:pt x="4150401" y="2056702"/>
                </a:lnTo>
                <a:lnTo>
                  <a:pt x="4148755" y="2056702"/>
                </a:lnTo>
                <a:lnTo>
                  <a:pt x="4147109" y="2056702"/>
                </a:lnTo>
                <a:lnTo>
                  <a:pt x="4145462" y="2056702"/>
                </a:lnTo>
                <a:lnTo>
                  <a:pt x="4143816" y="2056702"/>
                </a:lnTo>
                <a:lnTo>
                  <a:pt x="4142170" y="2056702"/>
                </a:lnTo>
                <a:lnTo>
                  <a:pt x="4140523" y="2056702"/>
                </a:lnTo>
                <a:lnTo>
                  <a:pt x="4138877" y="2056702"/>
                </a:lnTo>
                <a:lnTo>
                  <a:pt x="4137231" y="2056702"/>
                </a:lnTo>
                <a:lnTo>
                  <a:pt x="4135584" y="2056702"/>
                </a:lnTo>
                <a:lnTo>
                  <a:pt x="4133938" y="2056702"/>
                </a:lnTo>
                <a:lnTo>
                  <a:pt x="4132292" y="2056702"/>
                </a:lnTo>
                <a:lnTo>
                  <a:pt x="4130645" y="2056702"/>
                </a:lnTo>
                <a:lnTo>
                  <a:pt x="4128999" y="2056702"/>
                </a:lnTo>
                <a:lnTo>
                  <a:pt x="4127353" y="2056702"/>
                </a:lnTo>
                <a:lnTo>
                  <a:pt x="4125706" y="2056702"/>
                </a:lnTo>
                <a:lnTo>
                  <a:pt x="4124060" y="2056702"/>
                </a:lnTo>
                <a:lnTo>
                  <a:pt x="4122414" y="2056702"/>
                </a:lnTo>
                <a:lnTo>
                  <a:pt x="4120767" y="2056702"/>
                </a:lnTo>
                <a:lnTo>
                  <a:pt x="4119121" y="2056702"/>
                </a:lnTo>
                <a:lnTo>
                  <a:pt x="4117475" y="2056702"/>
                </a:lnTo>
                <a:lnTo>
                  <a:pt x="4115828" y="2056702"/>
                </a:lnTo>
                <a:lnTo>
                  <a:pt x="4114182" y="2056702"/>
                </a:lnTo>
                <a:lnTo>
                  <a:pt x="4112536" y="2056702"/>
                </a:lnTo>
                <a:lnTo>
                  <a:pt x="4110889" y="2056702"/>
                </a:lnTo>
                <a:lnTo>
                  <a:pt x="4109243" y="2056702"/>
                </a:lnTo>
                <a:lnTo>
                  <a:pt x="4107597" y="2056702"/>
                </a:lnTo>
                <a:lnTo>
                  <a:pt x="4105950" y="2056702"/>
                </a:lnTo>
                <a:lnTo>
                  <a:pt x="4104304" y="2056702"/>
                </a:lnTo>
                <a:lnTo>
                  <a:pt x="4102658" y="2056702"/>
                </a:lnTo>
                <a:lnTo>
                  <a:pt x="4101011" y="2056702"/>
                </a:lnTo>
                <a:lnTo>
                  <a:pt x="4099365" y="2056702"/>
                </a:lnTo>
                <a:lnTo>
                  <a:pt x="4097719" y="2056702"/>
                </a:lnTo>
                <a:lnTo>
                  <a:pt x="4096072" y="2056702"/>
                </a:lnTo>
                <a:lnTo>
                  <a:pt x="4094426" y="2056702"/>
                </a:lnTo>
                <a:lnTo>
                  <a:pt x="4092780" y="2056702"/>
                </a:lnTo>
                <a:lnTo>
                  <a:pt x="4091133" y="2056702"/>
                </a:lnTo>
                <a:lnTo>
                  <a:pt x="4089487" y="2056702"/>
                </a:lnTo>
                <a:lnTo>
                  <a:pt x="4087841" y="2056702"/>
                </a:lnTo>
                <a:lnTo>
                  <a:pt x="4086194" y="2056702"/>
                </a:lnTo>
                <a:lnTo>
                  <a:pt x="4084548" y="2056702"/>
                </a:lnTo>
                <a:lnTo>
                  <a:pt x="4082902" y="2056702"/>
                </a:lnTo>
                <a:lnTo>
                  <a:pt x="4081255" y="2056702"/>
                </a:lnTo>
                <a:lnTo>
                  <a:pt x="4079609" y="2056702"/>
                </a:lnTo>
                <a:lnTo>
                  <a:pt x="4077963" y="2056702"/>
                </a:lnTo>
                <a:lnTo>
                  <a:pt x="4076316" y="2056702"/>
                </a:lnTo>
                <a:lnTo>
                  <a:pt x="4074670" y="2056702"/>
                </a:lnTo>
                <a:lnTo>
                  <a:pt x="4073024" y="2056702"/>
                </a:lnTo>
                <a:lnTo>
                  <a:pt x="4071378" y="2056702"/>
                </a:lnTo>
                <a:lnTo>
                  <a:pt x="4069731" y="2056702"/>
                </a:lnTo>
                <a:lnTo>
                  <a:pt x="4068085" y="2056702"/>
                </a:lnTo>
                <a:lnTo>
                  <a:pt x="4066439" y="2056702"/>
                </a:lnTo>
                <a:lnTo>
                  <a:pt x="4064792" y="2056702"/>
                </a:lnTo>
                <a:lnTo>
                  <a:pt x="4063146" y="2056702"/>
                </a:lnTo>
                <a:lnTo>
                  <a:pt x="4061500" y="2056702"/>
                </a:lnTo>
                <a:lnTo>
                  <a:pt x="4059853" y="2056702"/>
                </a:lnTo>
                <a:lnTo>
                  <a:pt x="4058207" y="2056702"/>
                </a:lnTo>
                <a:lnTo>
                  <a:pt x="4056561" y="2056702"/>
                </a:lnTo>
                <a:lnTo>
                  <a:pt x="4054914" y="2056702"/>
                </a:lnTo>
                <a:lnTo>
                  <a:pt x="4053268" y="2056702"/>
                </a:lnTo>
                <a:lnTo>
                  <a:pt x="4051622" y="2056702"/>
                </a:lnTo>
                <a:lnTo>
                  <a:pt x="4049975" y="2056702"/>
                </a:lnTo>
                <a:lnTo>
                  <a:pt x="4048329" y="2056702"/>
                </a:lnTo>
                <a:lnTo>
                  <a:pt x="4046683" y="2056702"/>
                </a:lnTo>
                <a:lnTo>
                  <a:pt x="4045036" y="2056702"/>
                </a:lnTo>
                <a:lnTo>
                  <a:pt x="4043390" y="2056702"/>
                </a:lnTo>
                <a:lnTo>
                  <a:pt x="4041744" y="2056702"/>
                </a:lnTo>
                <a:lnTo>
                  <a:pt x="4040097" y="2056702"/>
                </a:lnTo>
                <a:lnTo>
                  <a:pt x="4038451" y="2056702"/>
                </a:lnTo>
                <a:lnTo>
                  <a:pt x="4036805" y="2056702"/>
                </a:lnTo>
                <a:lnTo>
                  <a:pt x="4035158" y="2056702"/>
                </a:lnTo>
                <a:lnTo>
                  <a:pt x="4033512" y="2056702"/>
                </a:lnTo>
                <a:lnTo>
                  <a:pt x="4031866" y="2056702"/>
                </a:lnTo>
                <a:lnTo>
                  <a:pt x="4030219" y="2056702"/>
                </a:lnTo>
                <a:lnTo>
                  <a:pt x="4028573" y="2056702"/>
                </a:lnTo>
                <a:lnTo>
                  <a:pt x="4026927" y="2056702"/>
                </a:lnTo>
                <a:lnTo>
                  <a:pt x="4025280" y="2056702"/>
                </a:lnTo>
                <a:lnTo>
                  <a:pt x="4023634" y="2056702"/>
                </a:lnTo>
                <a:lnTo>
                  <a:pt x="4021988" y="2056702"/>
                </a:lnTo>
                <a:lnTo>
                  <a:pt x="4020341" y="2056702"/>
                </a:lnTo>
                <a:lnTo>
                  <a:pt x="4018695" y="2056702"/>
                </a:lnTo>
                <a:lnTo>
                  <a:pt x="4017049" y="2056702"/>
                </a:lnTo>
                <a:lnTo>
                  <a:pt x="4015402" y="2056702"/>
                </a:lnTo>
                <a:lnTo>
                  <a:pt x="4013756" y="2056702"/>
                </a:lnTo>
                <a:lnTo>
                  <a:pt x="4012110" y="2056702"/>
                </a:lnTo>
                <a:lnTo>
                  <a:pt x="4010463" y="2056702"/>
                </a:lnTo>
                <a:lnTo>
                  <a:pt x="4008817" y="2056702"/>
                </a:lnTo>
                <a:lnTo>
                  <a:pt x="4007171" y="2056702"/>
                </a:lnTo>
                <a:lnTo>
                  <a:pt x="4005524" y="2056702"/>
                </a:lnTo>
                <a:lnTo>
                  <a:pt x="4003878" y="2056702"/>
                </a:lnTo>
                <a:lnTo>
                  <a:pt x="4002232" y="2056702"/>
                </a:lnTo>
                <a:lnTo>
                  <a:pt x="4000585" y="2056702"/>
                </a:lnTo>
                <a:lnTo>
                  <a:pt x="3998939" y="2056702"/>
                </a:lnTo>
                <a:lnTo>
                  <a:pt x="3997293" y="2056702"/>
                </a:lnTo>
                <a:lnTo>
                  <a:pt x="3995646" y="2056702"/>
                </a:lnTo>
                <a:lnTo>
                  <a:pt x="3994000" y="2056702"/>
                </a:lnTo>
                <a:lnTo>
                  <a:pt x="3992354" y="2056702"/>
                </a:lnTo>
                <a:lnTo>
                  <a:pt x="3990707" y="2056702"/>
                </a:lnTo>
                <a:lnTo>
                  <a:pt x="3989061" y="2056702"/>
                </a:lnTo>
                <a:lnTo>
                  <a:pt x="3987415" y="2056702"/>
                </a:lnTo>
                <a:lnTo>
                  <a:pt x="3985768" y="2056702"/>
                </a:lnTo>
                <a:lnTo>
                  <a:pt x="3984122" y="2056702"/>
                </a:lnTo>
                <a:lnTo>
                  <a:pt x="3982476" y="2056702"/>
                </a:lnTo>
                <a:lnTo>
                  <a:pt x="3980829" y="2056702"/>
                </a:lnTo>
                <a:lnTo>
                  <a:pt x="3979183" y="2056702"/>
                </a:lnTo>
                <a:lnTo>
                  <a:pt x="3977537" y="2056702"/>
                </a:lnTo>
                <a:lnTo>
                  <a:pt x="3975890" y="2056702"/>
                </a:lnTo>
                <a:lnTo>
                  <a:pt x="3974244" y="2056702"/>
                </a:lnTo>
                <a:lnTo>
                  <a:pt x="3972598" y="2056702"/>
                </a:lnTo>
                <a:lnTo>
                  <a:pt x="3970951" y="2056702"/>
                </a:lnTo>
                <a:lnTo>
                  <a:pt x="3969305" y="2056702"/>
                </a:lnTo>
                <a:lnTo>
                  <a:pt x="3967659" y="2056702"/>
                </a:lnTo>
                <a:lnTo>
                  <a:pt x="3966012" y="2056702"/>
                </a:lnTo>
                <a:lnTo>
                  <a:pt x="3964366" y="2056702"/>
                </a:lnTo>
                <a:lnTo>
                  <a:pt x="3962720" y="2056702"/>
                </a:lnTo>
                <a:lnTo>
                  <a:pt x="3961073" y="2056702"/>
                </a:lnTo>
                <a:lnTo>
                  <a:pt x="3959427" y="2056702"/>
                </a:lnTo>
                <a:lnTo>
                  <a:pt x="3957781" y="2056702"/>
                </a:lnTo>
                <a:lnTo>
                  <a:pt x="3956134" y="2056702"/>
                </a:lnTo>
                <a:lnTo>
                  <a:pt x="3954488" y="2056702"/>
                </a:lnTo>
                <a:lnTo>
                  <a:pt x="3952842" y="2056702"/>
                </a:lnTo>
                <a:lnTo>
                  <a:pt x="3951195" y="2056702"/>
                </a:lnTo>
                <a:lnTo>
                  <a:pt x="3949549" y="2056702"/>
                </a:lnTo>
                <a:lnTo>
                  <a:pt x="3947903" y="2056702"/>
                </a:lnTo>
                <a:lnTo>
                  <a:pt x="3946256" y="2056702"/>
                </a:lnTo>
                <a:lnTo>
                  <a:pt x="3944610" y="2056702"/>
                </a:lnTo>
                <a:lnTo>
                  <a:pt x="3942964" y="2056702"/>
                </a:lnTo>
                <a:lnTo>
                  <a:pt x="3941317" y="2056702"/>
                </a:lnTo>
                <a:lnTo>
                  <a:pt x="3939671" y="2056702"/>
                </a:lnTo>
                <a:lnTo>
                  <a:pt x="3938025" y="2056702"/>
                </a:lnTo>
                <a:lnTo>
                  <a:pt x="3936378" y="2056702"/>
                </a:lnTo>
                <a:lnTo>
                  <a:pt x="3934732" y="2056702"/>
                </a:lnTo>
                <a:lnTo>
                  <a:pt x="3933086" y="2056702"/>
                </a:lnTo>
                <a:lnTo>
                  <a:pt x="3931439" y="2056702"/>
                </a:lnTo>
                <a:lnTo>
                  <a:pt x="3929793" y="2056702"/>
                </a:lnTo>
                <a:lnTo>
                  <a:pt x="3928147" y="2056702"/>
                </a:lnTo>
                <a:lnTo>
                  <a:pt x="3926500" y="2056702"/>
                </a:lnTo>
                <a:lnTo>
                  <a:pt x="3924854" y="2056702"/>
                </a:lnTo>
                <a:lnTo>
                  <a:pt x="3923208" y="2056702"/>
                </a:lnTo>
                <a:lnTo>
                  <a:pt x="3921561" y="2056702"/>
                </a:lnTo>
                <a:lnTo>
                  <a:pt x="3919915" y="2056702"/>
                </a:lnTo>
                <a:lnTo>
                  <a:pt x="3918269" y="2056702"/>
                </a:lnTo>
                <a:lnTo>
                  <a:pt x="3916622" y="2056702"/>
                </a:lnTo>
                <a:lnTo>
                  <a:pt x="3914976" y="2056702"/>
                </a:lnTo>
                <a:lnTo>
                  <a:pt x="3913330" y="2056702"/>
                </a:lnTo>
                <a:lnTo>
                  <a:pt x="3911683" y="2056702"/>
                </a:lnTo>
                <a:lnTo>
                  <a:pt x="3910037" y="2056702"/>
                </a:lnTo>
                <a:lnTo>
                  <a:pt x="3908391" y="2056702"/>
                </a:lnTo>
                <a:lnTo>
                  <a:pt x="3906744" y="2056702"/>
                </a:lnTo>
                <a:lnTo>
                  <a:pt x="3905098" y="2056702"/>
                </a:lnTo>
                <a:lnTo>
                  <a:pt x="3903452" y="2056702"/>
                </a:lnTo>
                <a:lnTo>
                  <a:pt x="3901805" y="2056702"/>
                </a:lnTo>
                <a:lnTo>
                  <a:pt x="3900159" y="2056702"/>
                </a:lnTo>
                <a:lnTo>
                  <a:pt x="3898513" y="2056702"/>
                </a:lnTo>
                <a:lnTo>
                  <a:pt x="3896866" y="2056702"/>
                </a:lnTo>
                <a:lnTo>
                  <a:pt x="3895220" y="2056702"/>
                </a:lnTo>
                <a:lnTo>
                  <a:pt x="3893574" y="2056702"/>
                </a:lnTo>
                <a:lnTo>
                  <a:pt x="3891927" y="2056702"/>
                </a:lnTo>
                <a:lnTo>
                  <a:pt x="3890281" y="2056702"/>
                </a:lnTo>
                <a:lnTo>
                  <a:pt x="3888635" y="2056702"/>
                </a:lnTo>
                <a:lnTo>
                  <a:pt x="3886988" y="2056702"/>
                </a:lnTo>
                <a:lnTo>
                  <a:pt x="3885342" y="2056702"/>
                </a:lnTo>
                <a:lnTo>
                  <a:pt x="3883696" y="2056702"/>
                </a:lnTo>
                <a:lnTo>
                  <a:pt x="3882049" y="2056702"/>
                </a:lnTo>
                <a:lnTo>
                  <a:pt x="3880403" y="2056702"/>
                </a:lnTo>
                <a:lnTo>
                  <a:pt x="3878757" y="2056702"/>
                </a:lnTo>
                <a:lnTo>
                  <a:pt x="3877110" y="2056702"/>
                </a:lnTo>
                <a:lnTo>
                  <a:pt x="3875464" y="2056702"/>
                </a:lnTo>
                <a:lnTo>
                  <a:pt x="3873818" y="2056702"/>
                </a:lnTo>
                <a:lnTo>
                  <a:pt x="3872171" y="2056702"/>
                </a:lnTo>
                <a:lnTo>
                  <a:pt x="3870525" y="2056702"/>
                </a:lnTo>
                <a:lnTo>
                  <a:pt x="3868879" y="2056702"/>
                </a:lnTo>
                <a:lnTo>
                  <a:pt x="3867232" y="2056702"/>
                </a:lnTo>
                <a:lnTo>
                  <a:pt x="3865586" y="2056702"/>
                </a:lnTo>
                <a:lnTo>
                  <a:pt x="3863940" y="2056702"/>
                </a:lnTo>
                <a:lnTo>
                  <a:pt x="3862293" y="2056702"/>
                </a:lnTo>
                <a:lnTo>
                  <a:pt x="3860647" y="2056702"/>
                </a:lnTo>
                <a:lnTo>
                  <a:pt x="3859001" y="2056702"/>
                </a:lnTo>
                <a:lnTo>
                  <a:pt x="3857354" y="2056702"/>
                </a:lnTo>
                <a:lnTo>
                  <a:pt x="3855708" y="2056702"/>
                </a:lnTo>
                <a:lnTo>
                  <a:pt x="3854062" y="2056702"/>
                </a:lnTo>
                <a:lnTo>
                  <a:pt x="3852415" y="2056702"/>
                </a:lnTo>
                <a:lnTo>
                  <a:pt x="3850769" y="2056702"/>
                </a:lnTo>
                <a:lnTo>
                  <a:pt x="3849123" y="2056702"/>
                </a:lnTo>
                <a:lnTo>
                  <a:pt x="3847476" y="2056702"/>
                </a:lnTo>
                <a:lnTo>
                  <a:pt x="3845830" y="2056702"/>
                </a:lnTo>
                <a:lnTo>
                  <a:pt x="3844184" y="2056702"/>
                </a:lnTo>
                <a:lnTo>
                  <a:pt x="3842537" y="2056702"/>
                </a:lnTo>
                <a:lnTo>
                  <a:pt x="3840891" y="2056702"/>
                </a:lnTo>
                <a:lnTo>
                  <a:pt x="3839245" y="2056702"/>
                </a:lnTo>
                <a:lnTo>
                  <a:pt x="3837598" y="2056702"/>
                </a:lnTo>
                <a:lnTo>
                  <a:pt x="3835952" y="2056702"/>
                </a:lnTo>
                <a:lnTo>
                  <a:pt x="3834306" y="2056702"/>
                </a:lnTo>
                <a:lnTo>
                  <a:pt x="3832659" y="2056702"/>
                </a:lnTo>
                <a:lnTo>
                  <a:pt x="3831013" y="2056702"/>
                </a:lnTo>
                <a:lnTo>
                  <a:pt x="3829367" y="2056702"/>
                </a:lnTo>
                <a:lnTo>
                  <a:pt x="3827720" y="2056702"/>
                </a:lnTo>
                <a:lnTo>
                  <a:pt x="3826074" y="2056702"/>
                </a:lnTo>
                <a:lnTo>
                  <a:pt x="3824428" y="2056702"/>
                </a:lnTo>
                <a:lnTo>
                  <a:pt x="3822781" y="2056702"/>
                </a:lnTo>
                <a:lnTo>
                  <a:pt x="3821135" y="2056702"/>
                </a:lnTo>
                <a:lnTo>
                  <a:pt x="3819489" y="2056702"/>
                </a:lnTo>
                <a:lnTo>
                  <a:pt x="3817842" y="2056702"/>
                </a:lnTo>
                <a:lnTo>
                  <a:pt x="3816196" y="2056702"/>
                </a:lnTo>
                <a:lnTo>
                  <a:pt x="3814550" y="2056702"/>
                </a:lnTo>
                <a:lnTo>
                  <a:pt x="3812903" y="2056702"/>
                </a:lnTo>
                <a:lnTo>
                  <a:pt x="3811257" y="2056702"/>
                </a:lnTo>
                <a:lnTo>
                  <a:pt x="3809611" y="2056702"/>
                </a:lnTo>
                <a:lnTo>
                  <a:pt x="3807964" y="2056702"/>
                </a:lnTo>
                <a:lnTo>
                  <a:pt x="3806318" y="2056702"/>
                </a:lnTo>
                <a:lnTo>
                  <a:pt x="3804672" y="2056702"/>
                </a:lnTo>
                <a:lnTo>
                  <a:pt x="3803025" y="2056702"/>
                </a:lnTo>
                <a:lnTo>
                  <a:pt x="3801379" y="2056702"/>
                </a:lnTo>
                <a:lnTo>
                  <a:pt x="3799733" y="2056702"/>
                </a:lnTo>
                <a:lnTo>
                  <a:pt x="3798086" y="2056702"/>
                </a:lnTo>
                <a:lnTo>
                  <a:pt x="3796440" y="2056702"/>
                </a:lnTo>
                <a:lnTo>
                  <a:pt x="3794794" y="2056702"/>
                </a:lnTo>
                <a:lnTo>
                  <a:pt x="3793147" y="2056702"/>
                </a:lnTo>
                <a:lnTo>
                  <a:pt x="3791501" y="2056702"/>
                </a:lnTo>
                <a:lnTo>
                  <a:pt x="3789855" y="2056702"/>
                </a:lnTo>
                <a:lnTo>
                  <a:pt x="3788208" y="2056702"/>
                </a:lnTo>
                <a:lnTo>
                  <a:pt x="3786562" y="2056702"/>
                </a:lnTo>
                <a:lnTo>
                  <a:pt x="3784916" y="2056702"/>
                </a:lnTo>
                <a:lnTo>
                  <a:pt x="3783269" y="2056702"/>
                </a:lnTo>
                <a:lnTo>
                  <a:pt x="3781623" y="2056702"/>
                </a:lnTo>
                <a:lnTo>
                  <a:pt x="3779977" y="2056702"/>
                </a:lnTo>
                <a:lnTo>
                  <a:pt x="3778330" y="2056702"/>
                </a:lnTo>
                <a:lnTo>
                  <a:pt x="3776684" y="2056702"/>
                </a:lnTo>
                <a:lnTo>
                  <a:pt x="3775038" y="2056702"/>
                </a:lnTo>
                <a:lnTo>
                  <a:pt x="3773391" y="2056702"/>
                </a:lnTo>
                <a:lnTo>
                  <a:pt x="3771745" y="2056702"/>
                </a:lnTo>
                <a:lnTo>
                  <a:pt x="3770099" y="2056702"/>
                </a:lnTo>
                <a:lnTo>
                  <a:pt x="3768452" y="2056702"/>
                </a:lnTo>
                <a:lnTo>
                  <a:pt x="3766806" y="2056702"/>
                </a:lnTo>
                <a:lnTo>
                  <a:pt x="3765160" y="2056702"/>
                </a:lnTo>
                <a:lnTo>
                  <a:pt x="3763513" y="2056702"/>
                </a:lnTo>
                <a:lnTo>
                  <a:pt x="3761867" y="2056702"/>
                </a:lnTo>
                <a:lnTo>
                  <a:pt x="3760221" y="2056702"/>
                </a:lnTo>
                <a:lnTo>
                  <a:pt x="3758575" y="2056702"/>
                </a:lnTo>
                <a:lnTo>
                  <a:pt x="3756928" y="2056702"/>
                </a:lnTo>
                <a:lnTo>
                  <a:pt x="3755282" y="2056702"/>
                </a:lnTo>
                <a:lnTo>
                  <a:pt x="3753636" y="2056702"/>
                </a:lnTo>
                <a:lnTo>
                  <a:pt x="3751989" y="2056702"/>
                </a:lnTo>
                <a:lnTo>
                  <a:pt x="3750343" y="2056702"/>
                </a:lnTo>
                <a:lnTo>
                  <a:pt x="3748697" y="2056702"/>
                </a:lnTo>
                <a:lnTo>
                  <a:pt x="3747050" y="2056702"/>
                </a:lnTo>
                <a:lnTo>
                  <a:pt x="3745404" y="2056702"/>
                </a:lnTo>
                <a:lnTo>
                  <a:pt x="3743758" y="2056702"/>
                </a:lnTo>
                <a:lnTo>
                  <a:pt x="3742111" y="2056702"/>
                </a:lnTo>
                <a:lnTo>
                  <a:pt x="3740465" y="2056702"/>
                </a:lnTo>
                <a:lnTo>
                  <a:pt x="3738819" y="2056702"/>
                </a:lnTo>
                <a:lnTo>
                  <a:pt x="3737172" y="2056702"/>
                </a:lnTo>
                <a:lnTo>
                  <a:pt x="3735526" y="2056702"/>
                </a:lnTo>
                <a:lnTo>
                  <a:pt x="3733880" y="2056702"/>
                </a:lnTo>
                <a:lnTo>
                  <a:pt x="3732233" y="2056702"/>
                </a:lnTo>
                <a:lnTo>
                  <a:pt x="3730587" y="2056702"/>
                </a:lnTo>
                <a:lnTo>
                  <a:pt x="3728941" y="2056702"/>
                </a:lnTo>
                <a:lnTo>
                  <a:pt x="3727294" y="2056702"/>
                </a:lnTo>
                <a:lnTo>
                  <a:pt x="3725648" y="2056702"/>
                </a:lnTo>
                <a:lnTo>
                  <a:pt x="3724002" y="2056702"/>
                </a:lnTo>
                <a:lnTo>
                  <a:pt x="3722355" y="2056702"/>
                </a:lnTo>
                <a:lnTo>
                  <a:pt x="3720709" y="2056702"/>
                </a:lnTo>
                <a:lnTo>
                  <a:pt x="3719063" y="2056702"/>
                </a:lnTo>
                <a:lnTo>
                  <a:pt x="3717416" y="2056702"/>
                </a:lnTo>
                <a:lnTo>
                  <a:pt x="3715770" y="2056702"/>
                </a:lnTo>
                <a:lnTo>
                  <a:pt x="3714124" y="2056702"/>
                </a:lnTo>
                <a:lnTo>
                  <a:pt x="3712477" y="2056702"/>
                </a:lnTo>
                <a:lnTo>
                  <a:pt x="3710831" y="2056702"/>
                </a:lnTo>
                <a:lnTo>
                  <a:pt x="3709185" y="2056702"/>
                </a:lnTo>
                <a:lnTo>
                  <a:pt x="3707538" y="2056702"/>
                </a:lnTo>
                <a:lnTo>
                  <a:pt x="3705892" y="2056702"/>
                </a:lnTo>
                <a:lnTo>
                  <a:pt x="3704246" y="2056702"/>
                </a:lnTo>
                <a:lnTo>
                  <a:pt x="3702599" y="2056702"/>
                </a:lnTo>
                <a:lnTo>
                  <a:pt x="3700953" y="2056702"/>
                </a:lnTo>
                <a:lnTo>
                  <a:pt x="3699307" y="2056702"/>
                </a:lnTo>
                <a:lnTo>
                  <a:pt x="3697660" y="2056702"/>
                </a:lnTo>
                <a:lnTo>
                  <a:pt x="3696014" y="2056702"/>
                </a:lnTo>
                <a:lnTo>
                  <a:pt x="3694368" y="2056702"/>
                </a:lnTo>
                <a:lnTo>
                  <a:pt x="3692721" y="2056702"/>
                </a:lnTo>
                <a:lnTo>
                  <a:pt x="3691075" y="2056702"/>
                </a:lnTo>
                <a:lnTo>
                  <a:pt x="3689429" y="2056702"/>
                </a:lnTo>
                <a:lnTo>
                  <a:pt x="3687782" y="2056702"/>
                </a:lnTo>
                <a:lnTo>
                  <a:pt x="3686136" y="2056702"/>
                </a:lnTo>
                <a:lnTo>
                  <a:pt x="3684490" y="2056702"/>
                </a:lnTo>
                <a:lnTo>
                  <a:pt x="3682843" y="2056702"/>
                </a:lnTo>
                <a:lnTo>
                  <a:pt x="3681197" y="2056702"/>
                </a:lnTo>
                <a:lnTo>
                  <a:pt x="3679551" y="2056702"/>
                </a:lnTo>
                <a:lnTo>
                  <a:pt x="3677904" y="2056702"/>
                </a:lnTo>
                <a:lnTo>
                  <a:pt x="3676258" y="2056702"/>
                </a:lnTo>
                <a:lnTo>
                  <a:pt x="3674612" y="2056702"/>
                </a:lnTo>
                <a:lnTo>
                  <a:pt x="3672965" y="2056702"/>
                </a:lnTo>
                <a:lnTo>
                  <a:pt x="3671319" y="2056702"/>
                </a:lnTo>
                <a:lnTo>
                  <a:pt x="3669673" y="2056702"/>
                </a:lnTo>
                <a:lnTo>
                  <a:pt x="3668026" y="2056702"/>
                </a:lnTo>
                <a:lnTo>
                  <a:pt x="3666380" y="2056702"/>
                </a:lnTo>
                <a:lnTo>
                  <a:pt x="3664734" y="2056702"/>
                </a:lnTo>
                <a:lnTo>
                  <a:pt x="3663087" y="2056702"/>
                </a:lnTo>
                <a:lnTo>
                  <a:pt x="3661441" y="2056702"/>
                </a:lnTo>
                <a:lnTo>
                  <a:pt x="3659795" y="2056702"/>
                </a:lnTo>
                <a:lnTo>
                  <a:pt x="3658148" y="2056702"/>
                </a:lnTo>
                <a:lnTo>
                  <a:pt x="3656502" y="2056702"/>
                </a:lnTo>
                <a:lnTo>
                  <a:pt x="3654856" y="2056702"/>
                </a:lnTo>
                <a:lnTo>
                  <a:pt x="3653209" y="2056702"/>
                </a:lnTo>
                <a:lnTo>
                  <a:pt x="3651563" y="2056702"/>
                </a:lnTo>
                <a:lnTo>
                  <a:pt x="3649917" y="2056702"/>
                </a:lnTo>
                <a:lnTo>
                  <a:pt x="3648270" y="2056702"/>
                </a:lnTo>
                <a:lnTo>
                  <a:pt x="3646624" y="2056702"/>
                </a:lnTo>
                <a:lnTo>
                  <a:pt x="3644978" y="2056702"/>
                </a:lnTo>
                <a:lnTo>
                  <a:pt x="3643331" y="2056702"/>
                </a:lnTo>
                <a:lnTo>
                  <a:pt x="3641685" y="2056702"/>
                </a:lnTo>
                <a:lnTo>
                  <a:pt x="3640039" y="2056702"/>
                </a:lnTo>
                <a:lnTo>
                  <a:pt x="3638392" y="2056702"/>
                </a:lnTo>
                <a:lnTo>
                  <a:pt x="3636746" y="2056702"/>
                </a:lnTo>
                <a:lnTo>
                  <a:pt x="3635100" y="2056702"/>
                </a:lnTo>
                <a:lnTo>
                  <a:pt x="3633453" y="2056702"/>
                </a:lnTo>
                <a:lnTo>
                  <a:pt x="3631807" y="2056702"/>
                </a:lnTo>
                <a:lnTo>
                  <a:pt x="3630161" y="2056702"/>
                </a:lnTo>
                <a:lnTo>
                  <a:pt x="3628514" y="2056702"/>
                </a:lnTo>
                <a:lnTo>
                  <a:pt x="3626868" y="2056702"/>
                </a:lnTo>
                <a:lnTo>
                  <a:pt x="3625222" y="2056702"/>
                </a:lnTo>
                <a:lnTo>
                  <a:pt x="3623575" y="2056702"/>
                </a:lnTo>
                <a:lnTo>
                  <a:pt x="3621929" y="2056702"/>
                </a:lnTo>
                <a:lnTo>
                  <a:pt x="3620283" y="2056702"/>
                </a:lnTo>
                <a:lnTo>
                  <a:pt x="3618636" y="2056702"/>
                </a:lnTo>
                <a:lnTo>
                  <a:pt x="3616990" y="2056702"/>
                </a:lnTo>
                <a:lnTo>
                  <a:pt x="3615344" y="2056702"/>
                </a:lnTo>
                <a:lnTo>
                  <a:pt x="3613697" y="2056702"/>
                </a:lnTo>
                <a:lnTo>
                  <a:pt x="3612051" y="2056702"/>
                </a:lnTo>
                <a:lnTo>
                  <a:pt x="3610405" y="2056702"/>
                </a:lnTo>
                <a:lnTo>
                  <a:pt x="3608758" y="2056702"/>
                </a:lnTo>
                <a:lnTo>
                  <a:pt x="3607112" y="2056702"/>
                </a:lnTo>
                <a:lnTo>
                  <a:pt x="3605466" y="2056702"/>
                </a:lnTo>
                <a:lnTo>
                  <a:pt x="3603819" y="2056702"/>
                </a:lnTo>
                <a:lnTo>
                  <a:pt x="3602173" y="2056702"/>
                </a:lnTo>
                <a:lnTo>
                  <a:pt x="3600527" y="2056702"/>
                </a:lnTo>
                <a:lnTo>
                  <a:pt x="3598880" y="2056702"/>
                </a:lnTo>
                <a:lnTo>
                  <a:pt x="3597234" y="2056702"/>
                </a:lnTo>
                <a:lnTo>
                  <a:pt x="3595588" y="2056702"/>
                </a:lnTo>
                <a:lnTo>
                  <a:pt x="3593941" y="2056702"/>
                </a:lnTo>
                <a:lnTo>
                  <a:pt x="3592295" y="2056702"/>
                </a:lnTo>
                <a:lnTo>
                  <a:pt x="3590649" y="2056702"/>
                </a:lnTo>
                <a:lnTo>
                  <a:pt x="3589002" y="2056702"/>
                </a:lnTo>
                <a:lnTo>
                  <a:pt x="3587356" y="2056702"/>
                </a:lnTo>
                <a:lnTo>
                  <a:pt x="3585710" y="2056702"/>
                </a:lnTo>
                <a:lnTo>
                  <a:pt x="3584063" y="2056702"/>
                </a:lnTo>
                <a:lnTo>
                  <a:pt x="3582417" y="2056702"/>
                </a:lnTo>
                <a:lnTo>
                  <a:pt x="3580771" y="2056702"/>
                </a:lnTo>
                <a:lnTo>
                  <a:pt x="3579124" y="2056702"/>
                </a:lnTo>
                <a:lnTo>
                  <a:pt x="3577478" y="2056702"/>
                </a:lnTo>
                <a:lnTo>
                  <a:pt x="3575832" y="2056702"/>
                </a:lnTo>
                <a:lnTo>
                  <a:pt x="3574185" y="2056702"/>
                </a:lnTo>
                <a:lnTo>
                  <a:pt x="3572539" y="2056702"/>
                </a:lnTo>
                <a:lnTo>
                  <a:pt x="3570893" y="2056702"/>
                </a:lnTo>
                <a:lnTo>
                  <a:pt x="3569246" y="2056702"/>
                </a:lnTo>
                <a:lnTo>
                  <a:pt x="3567600" y="2056702"/>
                </a:lnTo>
                <a:lnTo>
                  <a:pt x="3565954" y="2056702"/>
                </a:lnTo>
                <a:lnTo>
                  <a:pt x="3564307" y="2056702"/>
                </a:lnTo>
                <a:lnTo>
                  <a:pt x="3562661" y="2056702"/>
                </a:lnTo>
                <a:lnTo>
                  <a:pt x="3561015" y="2056702"/>
                </a:lnTo>
                <a:lnTo>
                  <a:pt x="3559368" y="2056702"/>
                </a:lnTo>
                <a:lnTo>
                  <a:pt x="3557722" y="2056702"/>
                </a:lnTo>
                <a:lnTo>
                  <a:pt x="3556076" y="2056702"/>
                </a:lnTo>
                <a:lnTo>
                  <a:pt x="3554429" y="2056702"/>
                </a:lnTo>
                <a:lnTo>
                  <a:pt x="3552783" y="2056702"/>
                </a:lnTo>
                <a:lnTo>
                  <a:pt x="3551137" y="2056702"/>
                </a:lnTo>
                <a:lnTo>
                  <a:pt x="3549490" y="2056702"/>
                </a:lnTo>
                <a:lnTo>
                  <a:pt x="3547844" y="2056702"/>
                </a:lnTo>
                <a:lnTo>
                  <a:pt x="3546198" y="2056702"/>
                </a:lnTo>
                <a:lnTo>
                  <a:pt x="3544551" y="2056702"/>
                </a:lnTo>
                <a:lnTo>
                  <a:pt x="3542905" y="2056702"/>
                </a:lnTo>
                <a:lnTo>
                  <a:pt x="3541259" y="2056702"/>
                </a:lnTo>
                <a:lnTo>
                  <a:pt x="3539612" y="2056702"/>
                </a:lnTo>
                <a:lnTo>
                  <a:pt x="3537966" y="2056702"/>
                </a:lnTo>
                <a:lnTo>
                  <a:pt x="3536320" y="2056702"/>
                </a:lnTo>
                <a:lnTo>
                  <a:pt x="3534673" y="2056702"/>
                </a:lnTo>
                <a:lnTo>
                  <a:pt x="3533027" y="2056702"/>
                </a:lnTo>
                <a:lnTo>
                  <a:pt x="3531381" y="2056702"/>
                </a:lnTo>
                <a:lnTo>
                  <a:pt x="3529734" y="2056702"/>
                </a:lnTo>
                <a:lnTo>
                  <a:pt x="3528088" y="2056702"/>
                </a:lnTo>
                <a:lnTo>
                  <a:pt x="3526442" y="2056702"/>
                </a:lnTo>
                <a:lnTo>
                  <a:pt x="3524795" y="2056702"/>
                </a:lnTo>
                <a:lnTo>
                  <a:pt x="3523149" y="2056702"/>
                </a:lnTo>
                <a:lnTo>
                  <a:pt x="3521503" y="2056702"/>
                </a:lnTo>
                <a:lnTo>
                  <a:pt x="3519856" y="2056702"/>
                </a:lnTo>
                <a:lnTo>
                  <a:pt x="3518210" y="2056702"/>
                </a:lnTo>
                <a:lnTo>
                  <a:pt x="3516564" y="2056702"/>
                </a:lnTo>
                <a:lnTo>
                  <a:pt x="3514917" y="2056702"/>
                </a:lnTo>
                <a:lnTo>
                  <a:pt x="3513271" y="2056702"/>
                </a:lnTo>
                <a:lnTo>
                  <a:pt x="3511625" y="2056702"/>
                </a:lnTo>
                <a:lnTo>
                  <a:pt x="3509978" y="2056702"/>
                </a:lnTo>
                <a:lnTo>
                  <a:pt x="3508332" y="2056702"/>
                </a:lnTo>
                <a:lnTo>
                  <a:pt x="3506686" y="2056702"/>
                </a:lnTo>
                <a:lnTo>
                  <a:pt x="3505039" y="2056702"/>
                </a:lnTo>
                <a:lnTo>
                  <a:pt x="3503393" y="2056702"/>
                </a:lnTo>
                <a:lnTo>
                  <a:pt x="3501747" y="2056702"/>
                </a:lnTo>
                <a:lnTo>
                  <a:pt x="3500100" y="2056702"/>
                </a:lnTo>
                <a:lnTo>
                  <a:pt x="3498454" y="2056702"/>
                </a:lnTo>
                <a:lnTo>
                  <a:pt x="3496808" y="2056702"/>
                </a:lnTo>
                <a:lnTo>
                  <a:pt x="3495161" y="2056702"/>
                </a:lnTo>
                <a:lnTo>
                  <a:pt x="3493515" y="2056702"/>
                </a:lnTo>
                <a:lnTo>
                  <a:pt x="3491869" y="2056702"/>
                </a:lnTo>
                <a:lnTo>
                  <a:pt x="3490222" y="2056702"/>
                </a:lnTo>
                <a:lnTo>
                  <a:pt x="3488576" y="2056702"/>
                </a:lnTo>
                <a:lnTo>
                  <a:pt x="3486930" y="2056702"/>
                </a:lnTo>
                <a:lnTo>
                  <a:pt x="3485283" y="2056702"/>
                </a:lnTo>
                <a:lnTo>
                  <a:pt x="3483637" y="2056702"/>
                </a:lnTo>
                <a:lnTo>
                  <a:pt x="3481991" y="2056702"/>
                </a:lnTo>
                <a:lnTo>
                  <a:pt x="3480344" y="2056702"/>
                </a:lnTo>
                <a:lnTo>
                  <a:pt x="3478698" y="2056702"/>
                </a:lnTo>
                <a:lnTo>
                  <a:pt x="3477052" y="2056702"/>
                </a:lnTo>
                <a:lnTo>
                  <a:pt x="3475405" y="2056702"/>
                </a:lnTo>
                <a:lnTo>
                  <a:pt x="3473759" y="2056702"/>
                </a:lnTo>
                <a:lnTo>
                  <a:pt x="3472113" y="2056702"/>
                </a:lnTo>
                <a:lnTo>
                  <a:pt x="3470466" y="2056702"/>
                </a:lnTo>
                <a:lnTo>
                  <a:pt x="3468820" y="2056702"/>
                </a:lnTo>
                <a:lnTo>
                  <a:pt x="3467174" y="2056702"/>
                </a:lnTo>
                <a:lnTo>
                  <a:pt x="3465527" y="2056702"/>
                </a:lnTo>
                <a:lnTo>
                  <a:pt x="3463881" y="2056702"/>
                </a:lnTo>
                <a:lnTo>
                  <a:pt x="3462235" y="2056702"/>
                </a:lnTo>
                <a:lnTo>
                  <a:pt x="3460588" y="2056702"/>
                </a:lnTo>
                <a:lnTo>
                  <a:pt x="3458942" y="2056702"/>
                </a:lnTo>
                <a:lnTo>
                  <a:pt x="3457296" y="2056702"/>
                </a:lnTo>
                <a:lnTo>
                  <a:pt x="3455649" y="2056702"/>
                </a:lnTo>
                <a:lnTo>
                  <a:pt x="3454003" y="2056702"/>
                </a:lnTo>
                <a:lnTo>
                  <a:pt x="3452357" y="2056702"/>
                </a:lnTo>
                <a:lnTo>
                  <a:pt x="3450710" y="2056702"/>
                </a:lnTo>
                <a:lnTo>
                  <a:pt x="3449064" y="2056702"/>
                </a:lnTo>
                <a:lnTo>
                  <a:pt x="3447418" y="2056702"/>
                </a:lnTo>
                <a:lnTo>
                  <a:pt x="3445772" y="2056702"/>
                </a:lnTo>
                <a:lnTo>
                  <a:pt x="3444125" y="2056702"/>
                </a:lnTo>
                <a:lnTo>
                  <a:pt x="3442479" y="2056702"/>
                </a:lnTo>
                <a:lnTo>
                  <a:pt x="3440833" y="2056702"/>
                </a:lnTo>
                <a:lnTo>
                  <a:pt x="3439186" y="2056702"/>
                </a:lnTo>
                <a:lnTo>
                  <a:pt x="3437540" y="2056702"/>
                </a:lnTo>
                <a:lnTo>
                  <a:pt x="3435894" y="2056702"/>
                </a:lnTo>
                <a:lnTo>
                  <a:pt x="3434247" y="2056702"/>
                </a:lnTo>
                <a:lnTo>
                  <a:pt x="3432601" y="2056702"/>
                </a:lnTo>
                <a:lnTo>
                  <a:pt x="3430955" y="2056702"/>
                </a:lnTo>
                <a:lnTo>
                  <a:pt x="3429308" y="2056702"/>
                </a:lnTo>
                <a:lnTo>
                  <a:pt x="3427662" y="2056702"/>
                </a:lnTo>
                <a:lnTo>
                  <a:pt x="3426016" y="2056702"/>
                </a:lnTo>
                <a:lnTo>
                  <a:pt x="3424369" y="2056702"/>
                </a:lnTo>
                <a:lnTo>
                  <a:pt x="3422723" y="2056702"/>
                </a:lnTo>
                <a:lnTo>
                  <a:pt x="3421077" y="2056702"/>
                </a:lnTo>
                <a:lnTo>
                  <a:pt x="3419430" y="2056702"/>
                </a:lnTo>
                <a:lnTo>
                  <a:pt x="3417784" y="2056702"/>
                </a:lnTo>
                <a:lnTo>
                  <a:pt x="3416138" y="2056702"/>
                </a:lnTo>
                <a:lnTo>
                  <a:pt x="3414491" y="2056702"/>
                </a:lnTo>
                <a:lnTo>
                  <a:pt x="3412845" y="2056702"/>
                </a:lnTo>
                <a:lnTo>
                  <a:pt x="3411199" y="2056702"/>
                </a:lnTo>
                <a:lnTo>
                  <a:pt x="3409552" y="2056702"/>
                </a:lnTo>
                <a:lnTo>
                  <a:pt x="3407906" y="2056702"/>
                </a:lnTo>
                <a:lnTo>
                  <a:pt x="3406260" y="2056702"/>
                </a:lnTo>
                <a:lnTo>
                  <a:pt x="3404613" y="2056702"/>
                </a:lnTo>
                <a:lnTo>
                  <a:pt x="3402967" y="2056702"/>
                </a:lnTo>
                <a:lnTo>
                  <a:pt x="3401321" y="2056702"/>
                </a:lnTo>
                <a:lnTo>
                  <a:pt x="3399674" y="2056702"/>
                </a:lnTo>
                <a:lnTo>
                  <a:pt x="3398028" y="2056702"/>
                </a:lnTo>
                <a:lnTo>
                  <a:pt x="3396382" y="2056702"/>
                </a:lnTo>
                <a:lnTo>
                  <a:pt x="3394735" y="2056702"/>
                </a:lnTo>
                <a:lnTo>
                  <a:pt x="3393089" y="2056702"/>
                </a:lnTo>
                <a:lnTo>
                  <a:pt x="3391443" y="2056702"/>
                </a:lnTo>
                <a:lnTo>
                  <a:pt x="3389796" y="2056702"/>
                </a:lnTo>
                <a:lnTo>
                  <a:pt x="3388150" y="2056702"/>
                </a:lnTo>
                <a:lnTo>
                  <a:pt x="3386504" y="2056702"/>
                </a:lnTo>
                <a:lnTo>
                  <a:pt x="3384857" y="2056702"/>
                </a:lnTo>
                <a:lnTo>
                  <a:pt x="3383211" y="2056702"/>
                </a:lnTo>
                <a:lnTo>
                  <a:pt x="3381565" y="2056702"/>
                </a:lnTo>
                <a:lnTo>
                  <a:pt x="3379918" y="2056702"/>
                </a:lnTo>
                <a:lnTo>
                  <a:pt x="3378272" y="2056702"/>
                </a:lnTo>
                <a:lnTo>
                  <a:pt x="3376626" y="2056702"/>
                </a:lnTo>
                <a:lnTo>
                  <a:pt x="3374979" y="2056702"/>
                </a:lnTo>
                <a:lnTo>
                  <a:pt x="3373333" y="2056702"/>
                </a:lnTo>
                <a:lnTo>
                  <a:pt x="3371687" y="2056702"/>
                </a:lnTo>
                <a:lnTo>
                  <a:pt x="3370040" y="2056702"/>
                </a:lnTo>
                <a:lnTo>
                  <a:pt x="3368394" y="2056702"/>
                </a:lnTo>
                <a:lnTo>
                  <a:pt x="3366748" y="2056702"/>
                </a:lnTo>
                <a:lnTo>
                  <a:pt x="3365101" y="2056702"/>
                </a:lnTo>
                <a:lnTo>
                  <a:pt x="3363455" y="2056702"/>
                </a:lnTo>
                <a:lnTo>
                  <a:pt x="3361809" y="2056702"/>
                </a:lnTo>
                <a:lnTo>
                  <a:pt x="3360162" y="2056702"/>
                </a:lnTo>
                <a:lnTo>
                  <a:pt x="3358516" y="2056702"/>
                </a:lnTo>
                <a:lnTo>
                  <a:pt x="3356870" y="2056702"/>
                </a:lnTo>
                <a:lnTo>
                  <a:pt x="3355223" y="2056702"/>
                </a:lnTo>
                <a:lnTo>
                  <a:pt x="3353577" y="2056702"/>
                </a:lnTo>
                <a:lnTo>
                  <a:pt x="3351931" y="2056702"/>
                </a:lnTo>
                <a:lnTo>
                  <a:pt x="3350284" y="2056702"/>
                </a:lnTo>
                <a:lnTo>
                  <a:pt x="3348638" y="2056702"/>
                </a:lnTo>
                <a:lnTo>
                  <a:pt x="3346992" y="2056702"/>
                </a:lnTo>
                <a:lnTo>
                  <a:pt x="3345345" y="2056702"/>
                </a:lnTo>
                <a:lnTo>
                  <a:pt x="3343699" y="2056702"/>
                </a:lnTo>
                <a:lnTo>
                  <a:pt x="3342053" y="2056702"/>
                </a:lnTo>
                <a:lnTo>
                  <a:pt x="3340406" y="2056702"/>
                </a:lnTo>
                <a:lnTo>
                  <a:pt x="3338760" y="2056702"/>
                </a:lnTo>
                <a:lnTo>
                  <a:pt x="3337114" y="2056702"/>
                </a:lnTo>
                <a:lnTo>
                  <a:pt x="3335467" y="2056702"/>
                </a:lnTo>
                <a:lnTo>
                  <a:pt x="3333821" y="2056702"/>
                </a:lnTo>
                <a:lnTo>
                  <a:pt x="3332175" y="2056702"/>
                </a:lnTo>
                <a:lnTo>
                  <a:pt x="3330528" y="2056702"/>
                </a:lnTo>
                <a:lnTo>
                  <a:pt x="3328882" y="2056702"/>
                </a:lnTo>
                <a:lnTo>
                  <a:pt x="3327236" y="2056702"/>
                </a:lnTo>
                <a:lnTo>
                  <a:pt x="3325589" y="2056702"/>
                </a:lnTo>
                <a:lnTo>
                  <a:pt x="3323943" y="2056702"/>
                </a:lnTo>
                <a:lnTo>
                  <a:pt x="3322297" y="2056702"/>
                </a:lnTo>
                <a:lnTo>
                  <a:pt x="3320650" y="2056702"/>
                </a:lnTo>
                <a:lnTo>
                  <a:pt x="3319004" y="2056702"/>
                </a:lnTo>
                <a:lnTo>
                  <a:pt x="3317358" y="2056702"/>
                </a:lnTo>
                <a:lnTo>
                  <a:pt x="3315711" y="2056702"/>
                </a:lnTo>
                <a:lnTo>
                  <a:pt x="3314065" y="2056702"/>
                </a:lnTo>
                <a:lnTo>
                  <a:pt x="3312419" y="2056702"/>
                </a:lnTo>
                <a:lnTo>
                  <a:pt x="3310772" y="2056702"/>
                </a:lnTo>
                <a:lnTo>
                  <a:pt x="3309126" y="2056702"/>
                </a:lnTo>
                <a:lnTo>
                  <a:pt x="3307480" y="2056702"/>
                </a:lnTo>
                <a:lnTo>
                  <a:pt x="3305833" y="2056702"/>
                </a:lnTo>
                <a:lnTo>
                  <a:pt x="3304187" y="2056702"/>
                </a:lnTo>
                <a:lnTo>
                  <a:pt x="3302541" y="2056702"/>
                </a:lnTo>
                <a:lnTo>
                  <a:pt x="3300894" y="2056702"/>
                </a:lnTo>
                <a:lnTo>
                  <a:pt x="3299248" y="2056702"/>
                </a:lnTo>
                <a:lnTo>
                  <a:pt x="3297602" y="2056702"/>
                </a:lnTo>
                <a:lnTo>
                  <a:pt x="3295955" y="2056702"/>
                </a:lnTo>
                <a:lnTo>
                  <a:pt x="3294309" y="2056702"/>
                </a:lnTo>
                <a:lnTo>
                  <a:pt x="3292663" y="2056702"/>
                </a:lnTo>
                <a:lnTo>
                  <a:pt x="3291016" y="2056702"/>
                </a:lnTo>
                <a:lnTo>
                  <a:pt x="3289370" y="2056702"/>
                </a:lnTo>
                <a:lnTo>
                  <a:pt x="3287724" y="2056702"/>
                </a:lnTo>
                <a:lnTo>
                  <a:pt x="3286077" y="2056702"/>
                </a:lnTo>
                <a:lnTo>
                  <a:pt x="3284431" y="2056702"/>
                </a:lnTo>
                <a:lnTo>
                  <a:pt x="3282785" y="2056702"/>
                </a:lnTo>
                <a:lnTo>
                  <a:pt x="3281138" y="2056702"/>
                </a:lnTo>
                <a:lnTo>
                  <a:pt x="3279492" y="2056702"/>
                </a:lnTo>
                <a:lnTo>
                  <a:pt x="3277846" y="2056702"/>
                </a:lnTo>
                <a:lnTo>
                  <a:pt x="3276199" y="2056702"/>
                </a:lnTo>
                <a:lnTo>
                  <a:pt x="3274553" y="2056702"/>
                </a:lnTo>
                <a:lnTo>
                  <a:pt x="3272907" y="2056702"/>
                </a:lnTo>
                <a:lnTo>
                  <a:pt x="3271260" y="2056702"/>
                </a:lnTo>
                <a:lnTo>
                  <a:pt x="3269614" y="2056702"/>
                </a:lnTo>
                <a:lnTo>
                  <a:pt x="3267968" y="2056702"/>
                </a:lnTo>
                <a:lnTo>
                  <a:pt x="3266321" y="2056702"/>
                </a:lnTo>
                <a:lnTo>
                  <a:pt x="3264675" y="2056702"/>
                </a:lnTo>
                <a:lnTo>
                  <a:pt x="3263029" y="2056702"/>
                </a:lnTo>
                <a:lnTo>
                  <a:pt x="3261382" y="2056702"/>
                </a:lnTo>
                <a:lnTo>
                  <a:pt x="3259736" y="2056702"/>
                </a:lnTo>
                <a:lnTo>
                  <a:pt x="3258090" y="2056702"/>
                </a:lnTo>
                <a:lnTo>
                  <a:pt x="3256443" y="2056702"/>
                </a:lnTo>
                <a:lnTo>
                  <a:pt x="3254797" y="2056702"/>
                </a:lnTo>
                <a:lnTo>
                  <a:pt x="3253151" y="2056702"/>
                </a:lnTo>
                <a:lnTo>
                  <a:pt x="3251504" y="2056702"/>
                </a:lnTo>
                <a:lnTo>
                  <a:pt x="3249858" y="2056702"/>
                </a:lnTo>
                <a:lnTo>
                  <a:pt x="3248212" y="2056702"/>
                </a:lnTo>
                <a:lnTo>
                  <a:pt x="3246565" y="2056702"/>
                </a:lnTo>
                <a:lnTo>
                  <a:pt x="3244919" y="2056702"/>
                </a:lnTo>
                <a:lnTo>
                  <a:pt x="3243273" y="2056702"/>
                </a:lnTo>
                <a:lnTo>
                  <a:pt x="3241626" y="2056702"/>
                </a:lnTo>
                <a:lnTo>
                  <a:pt x="3239980" y="2056702"/>
                </a:lnTo>
                <a:lnTo>
                  <a:pt x="3238334" y="2056702"/>
                </a:lnTo>
                <a:lnTo>
                  <a:pt x="3236687" y="2056702"/>
                </a:lnTo>
                <a:lnTo>
                  <a:pt x="3235041" y="2056702"/>
                </a:lnTo>
                <a:lnTo>
                  <a:pt x="3233395" y="2056702"/>
                </a:lnTo>
                <a:lnTo>
                  <a:pt x="3231748" y="2056702"/>
                </a:lnTo>
                <a:lnTo>
                  <a:pt x="3230102" y="2056702"/>
                </a:lnTo>
                <a:lnTo>
                  <a:pt x="3228456" y="2056702"/>
                </a:lnTo>
                <a:lnTo>
                  <a:pt x="3226809" y="2056702"/>
                </a:lnTo>
                <a:lnTo>
                  <a:pt x="3225163" y="2056702"/>
                </a:lnTo>
                <a:lnTo>
                  <a:pt x="3223517" y="2056702"/>
                </a:lnTo>
                <a:lnTo>
                  <a:pt x="3221870" y="2056702"/>
                </a:lnTo>
                <a:lnTo>
                  <a:pt x="3220224" y="2056702"/>
                </a:lnTo>
                <a:lnTo>
                  <a:pt x="3218578" y="2056702"/>
                </a:lnTo>
                <a:lnTo>
                  <a:pt x="3216931" y="2056702"/>
                </a:lnTo>
                <a:lnTo>
                  <a:pt x="3215285" y="2056702"/>
                </a:lnTo>
                <a:lnTo>
                  <a:pt x="3213639" y="2056702"/>
                </a:lnTo>
                <a:lnTo>
                  <a:pt x="3211992" y="2056702"/>
                </a:lnTo>
                <a:lnTo>
                  <a:pt x="3210346" y="2056702"/>
                </a:lnTo>
                <a:lnTo>
                  <a:pt x="3208700" y="2056702"/>
                </a:lnTo>
                <a:lnTo>
                  <a:pt x="3207053" y="2056702"/>
                </a:lnTo>
                <a:lnTo>
                  <a:pt x="3205407" y="2056702"/>
                </a:lnTo>
                <a:lnTo>
                  <a:pt x="3203761" y="2056702"/>
                </a:lnTo>
                <a:lnTo>
                  <a:pt x="3202114" y="2056702"/>
                </a:lnTo>
                <a:lnTo>
                  <a:pt x="3200468" y="2056702"/>
                </a:lnTo>
                <a:lnTo>
                  <a:pt x="3198822" y="2056702"/>
                </a:lnTo>
                <a:lnTo>
                  <a:pt x="3197175" y="2056702"/>
                </a:lnTo>
                <a:lnTo>
                  <a:pt x="3195529" y="2056702"/>
                </a:lnTo>
                <a:lnTo>
                  <a:pt x="3193883" y="2056702"/>
                </a:lnTo>
                <a:lnTo>
                  <a:pt x="3192236" y="2056702"/>
                </a:lnTo>
                <a:lnTo>
                  <a:pt x="3190590" y="2056702"/>
                </a:lnTo>
                <a:lnTo>
                  <a:pt x="3188944" y="2056702"/>
                </a:lnTo>
                <a:lnTo>
                  <a:pt x="3187297" y="2056702"/>
                </a:lnTo>
                <a:lnTo>
                  <a:pt x="3185651" y="2056702"/>
                </a:lnTo>
                <a:lnTo>
                  <a:pt x="3184005" y="2056702"/>
                </a:lnTo>
                <a:lnTo>
                  <a:pt x="3182358" y="2056702"/>
                </a:lnTo>
                <a:lnTo>
                  <a:pt x="3180712" y="2056702"/>
                </a:lnTo>
                <a:lnTo>
                  <a:pt x="3179066" y="2056702"/>
                </a:lnTo>
                <a:lnTo>
                  <a:pt x="3177419" y="2056702"/>
                </a:lnTo>
                <a:lnTo>
                  <a:pt x="3175773" y="2056702"/>
                </a:lnTo>
                <a:lnTo>
                  <a:pt x="3174127" y="2056702"/>
                </a:lnTo>
                <a:lnTo>
                  <a:pt x="3172480" y="2056702"/>
                </a:lnTo>
                <a:lnTo>
                  <a:pt x="3170834" y="2056702"/>
                </a:lnTo>
                <a:lnTo>
                  <a:pt x="3169188" y="2056702"/>
                </a:lnTo>
                <a:lnTo>
                  <a:pt x="3167541" y="2056702"/>
                </a:lnTo>
                <a:lnTo>
                  <a:pt x="3165895" y="2056702"/>
                </a:lnTo>
                <a:lnTo>
                  <a:pt x="3164249" y="2056702"/>
                </a:lnTo>
                <a:lnTo>
                  <a:pt x="3162602" y="2056702"/>
                </a:lnTo>
                <a:lnTo>
                  <a:pt x="3160956" y="2056702"/>
                </a:lnTo>
                <a:lnTo>
                  <a:pt x="3159310" y="2056702"/>
                </a:lnTo>
                <a:lnTo>
                  <a:pt x="3157663" y="2056702"/>
                </a:lnTo>
                <a:lnTo>
                  <a:pt x="3156017" y="2056702"/>
                </a:lnTo>
                <a:lnTo>
                  <a:pt x="3154371" y="2056702"/>
                </a:lnTo>
                <a:lnTo>
                  <a:pt x="3152724" y="2056702"/>
                </a:lnTo>
                <a:lnTo>
                  <a:pt x="3151078" y="2056702"/>
                </a:lnTo>
                <a:lnTo>
                  <a:pt x="3149432" y="2056702"/>
                </a:lnTo>
                <a:lnTo>
                  <a:pt x="3147785" y="2056702"/>
                </a:lnTo>
                <a:lnTo>
                  <a:pt x="3146139" y="2056702"/>
                </a:lnTo>
                <a:lnTo>
                  <a:pt x="3144493" y="2056702"/>
                </a:lnTo>
                <a:lnTo>
                  <a:pt x="3142846" y="2056702"/>
                </a:lnTo>
                <a:lnTo>
                  <a:pt x="3141200" y="2056702"/>
                </a:lnTo>
                <a:lnTo>
                  <a:pt x="3139554" y="2056702"/>
                </a:lnTo>
                <a:lnTo>
                  <a:pt x="3137907" y="2056702"/>
                </a:lnTo>
                <a:lnTo>
                  <a:pt x="3136261" y="2056702"/>
                </a:lnTo>
                <a:lnTo>
                  <a:pt x="3134615" y="2056702"/>
                </a:lnTo>
                <a:lnTo>
                  <a:pt x="3132969" y="2056702"/>
                </a:lnTo>
                <a:lnTo>
                  <a:pt x="3131322" y="2056702"/>
                </a:lnTo>
                <a:lnTo>
                  <a:pt x="3129676" y="2056702"/>
                </a:lnTo>
                <a:lnTo>
                  <a:pt x="3128030" y="2056702"/>
                </a:lnTo>
                <a:lnTo>
                  <a:pt x="3126383" y="2056702"/>
                </a:lnTo>
                <a:lnTo>
                  <a:pt x="3124737" y="2056702"/>
                </a:lnTo>
                <a:lnTo>
                  <a:pt x="3123091" y="2056702"/>
                </a:lnTo>
                <a:lnTo>
                  <a:pt x="3121444" y="2056702"/>
                </a:lnTo>
                <a:lnTo>
                  <a:pt x="3119798" y="2056702"/>
                </a:lnTo>
                <a:lnTo>
                  <a:pt x="3118152" y="2056702"/>
                </a:lnTo>
                <a:lnTo>
                  <a:pt x="3116505" y="2056702"/>
                </a:lnTo>
                <a:lnTo>
                  <a:pt x="3114859" y="2056702"/>
                </a:lnTo>
                <a:lnTo>
                  <a:pt x="3113213" y="2056702"/>
                </a:lnTo>
                <a:lnTo>
                  <a:pt x="3111566" y="2056702"/>
                </a:lnTo>
                <a:lnTo>
                  <a:pt x="3109920" y="2056702"/>
                </a:lnTo>
                <a:lnTo>
                  <a:pt x="3108274" y="2056702"/>
                </a:lnTo>
                <a:lnTo>
                  <a:pt x="3106627" y="2056702"/>
                </a:lnTo>
                <a:lnTo>
                  <a:pt x="3104981" y="2056702"/>
                </a:lnTo>
                <a:lnTo>
                  <a:pt x="3103335" y="2056702"/>
                </a:lnTo>
                <a:lnTo>
                  <a:pt x="3101688" y="2056702"/>
                </a:lnTo>
                <a:lnTo>
                  <a:pt x="3100042" y="2056702"/>
                </a:lnTo>
                <a:lnTo>
                  <a:pt x="3098396" y="2056702"/>
                </a:lnTo>
                <a:lnTo>
                  <a:pt x="3096749" y="2056702"/>
                </a:lnTo>
                <a:lnTo>
                  <a:pt x="3095103" y="2056702"/>
                </a:lnTo>
                <a:lnTo>
                  <a:pt x="3093457" y="2056702"/>
                </a:lnTo>
                <a:lnTo>
                  <a:pt x="3091810" y="2056702"/>
                </a:lnTo>
                <a:lnTo>
                  <a:pt x="3090164" y="2056702"/>
                </a:lnTo>
                <a:lnTo>
                  <a:pt x="3088518" y="2056702"/>
                </a:lnTo>
                <a:lnTo>
                  <a:pt x="3086871" y="2056702"/>
                </a:lnTo>
                <a:lnTo>
                  <a:pt x="3085225" y="2056702"/>
                </a:lnTo>
                <a:lnTo>
                  <a:pt x="3083579" y="2056702"/>
                </a:lnTo>
                <a:lnTo>
                  <a:pt x="3081932" y="2056702"/>
                </a:lnTo>
                <a:lnTo>
                  <a:pt x="3080286" y="2056702"/>
                </a:lnTo>
                <a:lnTo>
                  <a:pt x="3078640" y="2056702"/>
                </a:lnTo>
                <a:lnTo>
                  <a:pt x="3076993" y="2056702"/>
                </a:lnTo>
                <a:lnTo>
                  <a:pt x="3075347" y="2056702"/>
                </a:lnTo>
                <a:lnTo>
                  <a:pt x="3073701" y="2056702"/>
                </a:lnTo>
                <a:lnTo>
                  <a:pt x="3072054" y="2056702"/>
                </a:lnTo>
                <a:lnTo>
                  <a:pt x="3070408" y="2056702"/>
                </a:lnTo>
                <a:lnTo>
                  <a:pt x="3068762" y="2056702"/>
                </a:lnTo>
                <a:lnTo>
                  <a:pt x="3067115" y="2056702"/>
                </a:lnTo>
                <a:lnTo>
                  <a:pt x="3065469" y="2056702"/>
                </a:lnTo>
                <a:lnTo>
                  <a:pt x="3063823" y="2056702"/>
                </a:lnTo>
                <a:lnTo>
                  <a:pt x="3062176" y="2056702"/>
                </a:lnTo>
                <a:lnTo>
                  <a:pt x="3060530" y="2056702"/>
                </a:lnTo>
                <a:lnTo>
                  <a:pt x="3058884" y="2056702"/>
                </a:lnTo>
                <a:lnTo>
                  <a:pt x="3057237" y="2056702"/>
                </a:lnTo>
                <a:lnTo>
                  <a:pt x="3055591" y="2056702"/>
                </a:lnTo>
                <a:lnTo>
                  <a:pt x="3053945" y="2056702"/>
                </a:lnTo>
                <a:lnTo>
                  <a:pt x="3052298" y="2056702"/>
                </a:lnTo>
                <a:lnTo>
                  <a:pt x="3050652" y="2056702"/>
                </a:lnTo>
                <a:lnTo>
                  <a:pt x="3049006" y="2056702"/>
                </a:lnTo>
                <a:lnTo>
                  <a:pt x="3047359" y="2056702"/>
                </a:lnTo>
                <a:lnTo>
                  <a:pt x="3045713" y="2056702"/>
                </a:lnTo>
                <a:lnTo>
                  <a:pt x="3044067" y="2056702"/>
                </a:lnTo>
                <a:lnTo>
                  <a:pt x="3042420" y="2056702"/>
                </a:lnTo>
                <a:lnTo>
                  <a:pt x="3040774" y="2056702"/>
                </a:lnTo>
                <a:lnTo>
                  <a:pt x="3039128" y="2056702"/>
                </a:lnTo>
                <a:lnTo>
                  <a:pt x="3037481" y="2056702"/>
                </a:lnTo>
                <a:lnTo>
                  <a:pt x="3035835" y="2056702"/>
                </a:lnTo>
                <a:lnTo>
                  <a:pt x="3034189" y="2056702"/>
                </a:lnTo>
                <a:lnTo>
                  <a:pt x="3032542" y="2056702"/>
                </a:lnTo>
                <a:lnTo>
                  <a:pt x="3030896" y="2056702"/>
                </a:lnTo>
                <a:lnTo>
                  <a:pt x="3029250" y="2056702"/>
                </a:lnTo>
                <a:lnTo>
                  <a:pt x="3027603" y="2056702"/>
                </a:lnTo>
                <a:lnTo>
                  <a:pt x="3025957" y="2056702"/>
                </a:lnTo>
                <a:lnTo>
                  <a:pt x="3024311" y="2056702"/>
                </a:lnTo>
                <a:lnTo>
                  <a:pt x="3022664" y="2056702"/>
                </a:lnTo>
                <a:lnTo>
                  <a:pt x="3021018" y="2056702"/>
                </a:lnTo>
                <a:lnTo>
                  <a:pt x="3019372" y="2056702"/>
                </a:lnTo>
                <a:lnTo>
                  <a:pt x="3017725" y="2056702"/>
                </a:lnTo>
                <a:lnTo>
                  <a:pt x="3016079" y="2056702"/>
                </a:lnTo>
                <a:lnTo>
                  <a:pt x="3014433" y="2056702"/>
                </a:lnTo>
                <a:lnTo>
                  <a:pt x="3012786" y="2056702"/>
                </a:lnTo>
                <a:lnTo>
                  <a:pt x="3011140" y="2056702"/>
                </a:lnTo>
                <a:lnTo>
                  <a:pt x="3009494" y="2056702"/>
                </a:lnTo>
                <a:lnTo>
                  <a:pt x="3007847" y="2056702"/>
                </a:lnTo>
                <a:lnTo>
                  <a:pt x="3006201" y="2056702"/>
                </a:lnTo>
                <a:lnTo>
                  <a:pt x="3004555" y="2056702"/>
                </a:lnTo>
                <a:lnTo>
                  <a:pt x="3002908" y="2056702"/>
                </a:lnTo>
                <a:lnTo>
                  <a:pt x="3001262" y="2056702"/>
                </a:lnTo>
                <a:lnTo>
                  <a:pt x="2999616" y="2056702"/>
                </a:lnTo>
                <a:lnTo>
                  <a:pt x="2997969" y="2056702"/>
                </a:lnTo>
                <a:lnTo>
                  <a:pt x="2996323" y="2056702"/>
                </a:lnTo>
                <a:lnTo>
                  <a:pt x="2994677" y="2056702"/>
                </a:lnTo>
                <a:lnTo>
                  <a:pt x="2993030" y="2056702"/>
                </a:lnTo>
                <a:lnTo>
                  <a:pt x="2991384" y="2056702"/>
                </a:lnTo>
                <a:lnTo>
                  <a:pt x="2989738" y="2056702"/>
                </a:lnTo>
                <a:lnTo>
                  <a:pt x="2988091" y="2056702"/>
                </a:lnTo>
                <a:lnTo>
                  <a:pt x="2986445" y="2056702"/>
                </a:lnTo>
                <a:lnTo>
                  <a:pt x="2984799" y="2056702"/>
                </a:lnTo>
                <a:lnTo>
                  <a:pt x="2983152" y="2056702"/>
                </a:lnTo>
                <a:lnTo>
                  <a:pt x="2981506" y="2056702"/>
                </a:lnTo>
                <a:lnTo>
                  <a:pt x="2979860" y="2056702"/>
                </a:lnTo>
                <a:lnTo>
                  <a:pt x="2978213" y="2056702"/>
                </a:lnTo>
                <a:lnTo>
                  <a:pt x="2976567" y="2056702"/>
                </a:lnTo>
                <a:lnTo>
                  <a:pt x="2974921" y="2056702"/>
                </a:lnTo>
                <a:lnTo>
                  <a:pt x="2973274" y="2056702"/>
                </a:lnTo>
                <a:lnTo>
                  <a:pt x="2971628" y="2056702"/>
                </a:lnTo>
                <a:lnTo>
                  <a:pt x="2969982" y="2056702"/>
                </a:lnTo>
                <a:lnTo>
                  <a:pt x="2968335" y="2056702"/>
                </a:lnTo>
                <a:lnTo>
                  <a:pt x="2966689" y="2056702"/>
                </a:lnTo>
                <a:lnTo>
                  <a:pt x="2965043" y="2056702"/>
                </a:lnTo>
                <a:lnTo>
                  <a:pt x="2963396" y="2056702"/>
                </a:lnTo>
                <a:lnTo>
                  <a:pt x="2961750" y="2056702"/>
                </a:lnTo>
                <a:lnTo>
                  <a:pt x="2960104" y="2056702"/>
                </a:lnTo>
                <a:lnTo>
                  <a:pt x="2958457" y="2056702"/>
                </a:lnTo>
                <a:lnTo>
                  <a:pt x="2956811" y="2056702"/>
                </a:lnTo>
                <a:lnTo>
                  <a:pt x="2955165" y="2056702"/>
                </a:lnTo>
                <a:lnTo>
                  <a:pt x="2953518" y="2056702"/>
                </a:lnTo>
                <a:lnTo>
                  <a:pt x="2951872" y="2056702"/>
                </a:lnTo>
                <a:lnTo>
                  <a:pt x="2950226" y="2056702"/>
                </a:lnTo>
                <a:lnTo>
                  <a:pt x="2948579" y="2056702"/>
                </a:lnTo>
                <a:lnTo>
                  <a:pt x="2946933" y="2056702"/>
                </a:lnTo>
                <a:lnTo>
                  <a:pt x="2945287" y="2056702"/>
                </a:lnTo>
                <a:lnTo>
                  <a:pt x="2943640" y="2056702"/>
                </a:lnTo>
                <a:lnTo>
                  <a:pt x="2941994" y="2056702"/>
                </a:lnTo>
                <a:lnTo>
                  <a:pt x="2940348" y="2056702"/>
                </a:lnTo>
                <a:lnTo>
                  <a:pt x="2938701" y="2056702"/>
                </a:lnTo>
                <a:lnTo>
                  <a:pt x="2937055" y="2056702"/>
                </a:lnTo>
                <a:lnTo>
                  <a:pt x="2935409" y="2056702"/>
                </a:lnTo>
                <a:lnTo>
                  <a:pt x="2933762" y="2056702"/>
                </a:lnTo>
                <a:lnTo>
                  <a:pt x="2932116" y="2056702"/>
                </a:lnTo>
                <a:lnTo>
                  <a:pt x="2930470" y="2056702"/>
                </a:lnTo>
                <a:lnTo>
                  <a:pt x="2928823" y="2056702"/>
                </a:lnTo>
                <a:lnTo>
                  <a:pt x="2927177" y="2056702"/>
                </a:lnTo>
                <a:lnTo>
                  <a:pt x="2925531" y="2056702"/>
                </a:lnTo>
                <a:lnTo>
                  <a:pt x="2923884" y="2056702"/>
                </a:lnTo>
                <a:lnTo>
                  <a:pt x="2922238" y="2056702"/>
                </a:lnTo>
                <a:lnTo>
                  <a:pt x="2920592" y="2056702"/>
                </a:lnTo>
                <a:lnTo>
                  <a:pt x="2918945" y="2056702"/>
                </a:lnTo>
                <a:lnTo>
                  <a:pt x="2917299" y="2056702"/>
                </a:lnTo>
                <a:lnTo>
                  <a:pt x="2915653" y="2056702"/>
                </a:lnTo>
                <a:lnTo>
                  <a:pt x="2914006" y="2056702"/>
                </a:lnTo>
                <a:lnTo>
                  <a:pt x="2912360" y="2056702"/>
                </a:lnTo>
                <a:lnTo>
                  <a:pt x="2910714" y="2056702"/>
                </a:lnTo>
                <a:lnTo>
                  <a:pt x="2909067" y="2056702"/>
                </a:lnTo>
                <a:lnTo>
                  <a:pt x="2907421" y="2056702"/>
                </a:lnTo>
                <a:lnTo>
                  <a:pt x="2905775" y="2056702"/>
                </a:lnTo>
                <a:lnTo>
                  <a:pt x="2904128" y="2056702"/>
                </a:lnTo>
                <a:lnTo>
                  <a:pt x="2902482" y="2056702"/>
                </a:lnTo>
                <a:lnTo>
                  <a:pt x="2900836" y="2056702"/>
                </a:lnTo>
                <a:lnTo>
                  <a:pt x="2899189" y="2056702"/>
                </a:lnTo>
                <a:lnTo>
                  <a:pt x="2897543" y="2056702"/>
                </a:lnTo>
                <a:lnTo>
                  <a:pt x="2895897" y="2056702"/>
                </a:lnTo>
                <a:lnTo>
                  <a:pt x="2894250" y="2056702"/>
                </a:lnTo>
                <a:lnTo>
                  <a:pt x="2892604" y="2056702"/>
                </a:lnTo>
                <a:lnTo>
                  <a:pt x="2890958" y="2056702"/>
                </a:lnTo>
                <a:lnTo>
                  <a:pt x="2889311" y="2056702"/>
                </a:lnTo>
                <a:lnTo>
                  <a:pt x="2887665" y="2056702"/>
                </a:lnTo>
                <a:lnTo>
                  <a:pt x="2886019" y="2056702"/>
                </a:lnTo>
                <a:lnTo>
                  <a:pt x="2884372" y="2056702"/>
                </a:lnTo>
                <a:lnTo>
                  <a:pt x="2882726" y="2056702"/>
                </a:lnTo>
                <a:lnTo>
                  <a:pt x="2881080" y="2056702"/>
                </a:lnTo>
                <a:lnTo>
                  <a:pt x="2879433" y="2056702"/>
                </a:lnTo>
                <a:lnTo>
                  <a:pt x="2877787" y="2056702"/>
                </a:lnTo>
                <a:lnTo>
                  <a:pt x="2876141" y="2056702"/>
                </a:lnTo>
                <a:lnTo>
                  <a:pt x="2874494" y="2056702"/>
                </a:lnTo>
                <a:lnTo>
                  <a:pt x="2872848" y="2056702"/>
                </a:lnTo>
                <a:lnTo>
                  <a:pt x="2871202" y="2056702"/>
                </a:lnTo>
                <a:lnTo>
                  <a:pt x="2869555" y="2056702"/>
                </a:lnTo>
                <a:lnTo>
                  <a:pt x="2867909" y="2056702"/>
                </a:lnTo>
                <a:lnTo>
                  <a:pt x="2866263" y="2056702"/>
                </a:lnTo>
                <a:lnTo>
                  <a:pt x="2864616" y="2056702"/>
                </a:lnTo>
                <a:lnTo>
                  <a:pt x="2862970" y="2056702"/>
                </a:lnTo>
                <a:lnTo>
                  <a:pt x="2861324" y="2056702"/>
                </a:lnTo>
                <a:lnTo>
                  <a:pt x="2859677" y="2056702"/>
                </a:lnTo>
                <a:lnTo>
                  <a:pt x="2858031" y="2056702"/>
                </a:lnTo>
                <a:lnTo>
                  <a:pt x="2856385" y="2056702"/>
                </a:lnTo>
                <a:lnTo>
                  <a:pt x="2854738" y="2056702"/>
                </a:lnTo>
                <a:lnTo>
                  <a:pt x="2853092" y="2056702"/>
                </a:lnTo>
                <a:lnTo>
                  <a:pt x="2851446" y="2056702"/>
                </a:lnTo>
                <a:lnTo>
                  <a:pt x="2849799" y="2056702"/>
                </a:lnTo>
                <a:lnTo>
                  <a:pt x="2848153" y="2056702"/>
                </a:lnTo>
                <a:lnTo>
                  <a:pt x="2846507" y="2056702"/>
                </a:lnTo>
                <a:lnTo>
                  <a:pt x="2844860" y="2056702"/>
                </a:lnTo>
                <a:lnTo>
                  <a:pt x="2843214" y="2056702"/>
                </a:lnTo>
                <a:lnTo>
                  <a:pt x="2841568" y="2056702"/>
                </a:lnTo>
                <a:lnTo>
                  <a:pt x="2839921" y="2056702"/>
                </a:lnTo>
                <a:lnTo>
                  <a:pt x="2838275" y="2056702"/>
                </a:lnTo>
                <a:lnTo>
                  <a:pt x="2836629" y="2056702"/>
                </a:lnTo>
                <a:lnTo>
                  <a:pt x="2834982" y="2056702"/>
                </a:lnTo>
                <a:lnTo>
                  <a:pt x="2833336" y="2056702"/>
                </a:lnTo>
                <a:lnTo>
                  <a:pt x="2831690" y="2056702"/>
                </a:lnTo>
                <a:lnTo>
                  <a:pt x="2830043" y="2056702"/>
                </a:lnTo>
                <a:lnTo>
                  <a:pt x="2828397" y="2056702"/>
                </a:lnTo>
                <a:lnTo>
                  <a:pt x="2826751" y="2056702"/>
                </a:lnTo>
                <a:lnTo>
                  <a:pt x="2825104" y="2056702"/>
                </a:lnTo>
                <a:lnTo>
                  <a:pt x="2823458" y="2056702"/>
                </a:lnTo>
                <a:lnTo>
                  <a:pt x="2821812" y="2056702"/>
                </a:lnTo>
                <a:lnTo>
                  <a:pt x="2820166" y="2056702"/>
                </a:lnTo>
                <a:lnTo>
                  <a:pt x="2818519" y="2056702"/>
                </a:lnTo>
                <a:lnTo>
                  <a:pt x="2816873" y="2056702"/>
                </a:lnTo>
                <a:lnTo>
                  <a:pt x="2815227" y="2056702"/>
                </a:lnTo>
                <a:lnTo>
                  <a:pt x="2813580" y="2056702"/>
                </a:lnTo>
                <a:lnTo>
                  <a:pt x="2811934" y="2056702"/>
                </a:lnTo>
                <a:lnTo>
                  <a:pt x="2810288" y="2056702"/>
                </a:lnTo>
                <a:lnTo>
                  <a:pt x="2808641" y="2056702"/>
                </a:lnTo>
                <a:lnTo>
                  <a:pt x="2806995" y="2056702"/>
                </a:lnTo>
                <a:lnTo>
                  <a:pt x="2805349" y="2056702"/>
                </a:lnTo>
                <a:lnTo>
                  <a:pt x="2803702" y="2056702"/>
                </a:lnTo>
                <a:lnTo>
                  <a:pt x="2802056" y="2056702"/>
                </a:lnTo>
                <a:lnTo>
                  <a:pt x="2800410" y="2056702"/>
                </a:lnTo>
                <a:lnTo>
                  <a:pt x="2798763" y="2056702"/>
                </a:lnTo>
                <a:lnTo>
                  <a:pt x="2797117" y="2056702"/>
                </a:lnTo>
                <a:lnTo>
                  <a:pt x="2795471" y="2056702"/>
                </a:lnTo>
                <a:lnTo>
                  <a:pt x="2793824" y="2056702"/>
                </a:lnTo>
                <a:lnTo>
                  <a:pt x="2792178" y="2056702"/>
                </a:lnTo>
                <a:lnTo>
                  <a:pt x="2790532" y="2056702"/>
                </a:lnTo>
                <a:lnTo>
                  <a:pt x="2788885" y="2056702"/>
                </a:lnTo>
                <a:lnTo>
                  <a:pt x="2787239" y="2056702"/>
                </a:lnTo>
                <a:lnTo>
                  <a:pt x="2785593" y="2056702"/>
                </a:lnTo>
                <a:lnTo>
                  <a:pt x="2783946" y="2056702"/>
                </a:lnTo>
                <a:lnTo>
                  <a:pt x="2782300" y="2056702"/>
                </a:lnTo>
                <a:lnTo>
                  <a:pt x="2780654" y="2056702"/>
                </a:lnTo>
                <a:lnTo>
                  <a:pt x="2779007" y="2056702"/>
                </a:lnTo>
                <a:lnTo>
                  <a:pt x="2777361" y="2056702"/>
                </a:lnTo>
                <a:lnTo>
                  <a:pt x="2775715" y="2056702"/>
                </a:lnTo>
                <a:lnTo>
                  <a:pt x="2774068" y="2056702"/>
                </a:lnTo>
                <a:lnTo>
                  <a:pt x="2772422" y="2056702"/>
                </a:lnTo>
                <a:lnTo>
                  <a:pt x="2770776" y="2056702"/>
                </a:lnTo>
                <a:lnTo>
                  <a:pt x="2769129" y="2056702"/>
                </a:lnTo>
                <a:lnTo>
                  <a:pt x="2767483" y="2056702"/>
                </a:lnTo>
                <a:lnTo>
                  <a:pt x="2765837" y="2056702"/>
                </a:lnTo>
                <a:lnTo>
                  <a:pt x="2764190" y="2056702"/>
                </a:lnTo>
                <a:lnTo>
                  <a:pt x="2762544" y="2056702"/>
                </a:lnTo>
                <a:lnTo>
                  <a:pt x="2760898" y="2056702"/>
                </a:lnTo>
                <a:lnTo>
                  <a:pt x="2759251" y="2056702"/>
                </a:lnTo>
                <a:lnTo>
                  <a:pt x="2757605" y="2056702"/>
                </a:lnTo>
                <a:lnTo>
                  <a:pt x="2755959" y="2056702"/>
                </a:lnTo>
                <a:lnTo>
                  <a:pt x="2754312" y="2056702"/>
                </a:lnTo>
                <a:lnTo>
                  <a:pt x="2752666" y="2056702"/>
                </a:lnTo>
                <a:lnTo>
                  <a:pt x="2751020" y="2056702"/>
                </a:lnTo>
                <a:lnTo>
                  <a:pt x="2749373" y="2056702"/>
                </a:lnTo>
                <a:lnTo>
                  <a:pt x="2747727" y="2056702"/>
                </a:lnTo>
                <a:lnTo>
                  <a:pt x="2746081" y="2056702"/>
                </a:lnTo>
                <a:lnTo>
                  <a:pt x="2744434" y="2056702"/>
                </a:lnTo>
                <a:lnTo>
                  <a:pt x="2742788" y="2056702"/>
                </a:lnTo>
                <a:lnTo>
                  <a:pt x="2741142" y="2056702"/>
                </a:lnTo>
                <a:lnTo>
                  <a:pt x="2739495" y="2056702"/>
                </a:lnTo>
                <a:lnTo>
                  <a:pt x="2737849" y="2056702"/>
                </a:lnTo>
                <a:lnTo>
                  <a:pt x="2736203" y="2056702"/>
                </a:lnTo>
                <a:lnTo>
                  <a:pt x="2734556" y="2056702"/>
                </a:lnTo>
                <a:lnTo>
                  <a:pt x="2732910" y="2056702"/>
                </a:lnTo>
                <a:lnTo>
                  <a:pt x="2731264" y="2056702"/>
                </a:lnTo>
                <a:lnTo>
                  <a:pt x="2729617" y="2056702"/>
                </a:lnTo>
                <a:lnTo>
                  <a:pt x="2727971" y="2056702"/>
                </a:lnTo>
                <a:lnTo>
                  <a:pt x="2726325" y="2056702"/>
                </a:lnTo>
                <a:lnTo>
                  <a:pt x="2724678" y="2056702"/>
                </a:lnTo>
                <a:lnTo>
                  <a:pt x="2723032" y="2056702"/>
                </a:lnTo>
                <a:lnTo>
                  <a:pt x="2721386" y="2056702"/>
                </a:lnTo>
                <a:lnTo>
                  <a:pt x="2719739" y="2056702"/>
                </a:lnTo>
                <a:lnTo>
                  <a:pt x="2718093" y="2056702"/>
                </a:lnTo>
                <a:lnTo>
                  <a:pt x="2716447" y="2056702"/>
                </a:lnTo>
                <a:lnTo>
                  <a:pt x="2714800" y="2056702"/>
                </a:lnTo>
                <a:lnTo>
                  <a:pt x="2713154" y="2056702"/>
                </a:lnTo>
                <a:lnTo>
                  <a:pt x="2711508" y="2056702"/>
                </a:lnTo>
                <a:lnTo>
                  <a:pt x="2709861" y="2056702"/>
                </a:lnTo>
                <a:lnTo>
                  <a:pt x="2708215" y="2056702"/>
                </a:lnTo>
                <a:lnTo>
                  <a:pt x="2706569" y="2056702"/>
                </a:lnTo>
                <a:lnTo>
                  <a:pt x="2704922" y="2056702"/>
                </a:lnTo>
                <a:lnTo>
                  <a:pt x="2703276" y="2056702"/>
                </a:lnTo>
                <a:lnTo>
                  <a:pt x="2701630" y="2056702"/>
                </a:lnTo>
                <a:lnTo>
                  <a:pt x="2699983" y="2056702"/>
                </a:lnTo>
                <a:lnTo>
                  <a:pt x="2698337" y="2056702"/>
                </a:lnTo>
                <a:lnTo>
                  <a:pt x="2696691" y="2056702"/>
                </a:lnTo>
                <a:lnTo>
                  <a:pt x="2695044" y="2056702"/>
                </a:lnTo>
                <a:lnTo>
                  <a:pt x="2693398" y="2056702"/>
                </a:lnTo>
                <a:lnTo>
                  <a:pt x="2691752" y="2056702"/>
                </a:lnTo>
                <a:lnTo>
                  <a:pt x="2690105" y="2056702"/>
                </a:lnTo>
                <a:lnTo>
                  <a:pt x="2688459" y="2056702"/>
                </a:lnTo>
                <a:lnTo>
                  <a:pt x="2686813" y="2056702"/>
                </a:lnTo>
                <a:lnTo>
                  <a:pt x="2685166" y="2056702"/>
                </a:lnTo>
                <a:lnTo>
                  <a:pt x="2683520" y="2056702"/>
                </a:lnTo>
                <a:lnTo>
                  <a:pt x="2681874" y="2056702"/>
                </a:lnTo>
                <a:lnTo>
                  <a:pt x="2680227" y="2056702"/>
                </a:lnTo>
                <a:lnTo>
                  <a:pt x="2678581" y="2056702"/>
                </a:lnTo>
                <a:lnTo>
                  <a:pt x="2676935" y="2056702"/>
                </a:lnTo>
                <a:lnTo>
                  <a:pt x="2675288" y="2056702"/>
                </a:lnTo>
                <a:lnTo>
                  <a:pt x="2673642" y="2056702"/>
                </a:lnTo>
                <a:lnTo>
                  <a:pt x="2671996" y="2056702"/>
                </a:lnTo>
                <a:lnTo>
                  <a:pt x="2670349" y="2056702"/>
                </a:lnTo>
                <a:lnTo>
                  <a:pt x="2668703" y="2056702"/>
                </a:lnTo>
                <a:lnTo>
                  <a:pt x="2667057" y="2056702"/>
                </a:lnTo>
                <a:lnTo>
                  <a:pt x="2665410" y="2056702"/>
                </a:lnTo>
                <a:lnTo>
                  <a:pt x="2663764" y="2056702"/>
                </a:lnTo>
                <a:lnTo>
                  <a:pt x="2662118" y="2056702"/>
                </a:lnTo>
                <a:lnTo>
                  <a:pt x="2660471" y="2056702"/>
                </a:lnTo>
                <a:lnTo>
                  <a:pt x="2658825" y="2056702"/>
                </a:lnTo>
                <a:lnTo>
                  <a:pt x="2657179" y="2056702"/>
                </a:lnTo>
                <a:lnTo>
                  <a:pt x="2655532" y="2056702"/>
                </a:lnTo>
                <a:lnTo>
                  <a:pt x="2653886" y="2056702"/>
                </a:lnTo>
                <a:lnTo>
                  <a:pt x="2652240" y="2056702"/>
                </a:lnTo>
                <a:lnTo>
                  <a:pt x="2650593" y="2056702"/>
                </a:lnTo>
                <a:lnTo>
                  <a:pt x="2648947" y="2056702"/>
                </a:lnTo>
                <a:lnTo>
                  <a:pt x="2647301" y="2056702"/>
                </a:lnTo>
                <a:lnTo>
                  <a:pt x="2645654" y="2056702"/>
                </a:lnTo>
                <a:lnTo>
                  <a:pt x="2644008" y="2056702"/>
                </a:lnTo>
                <a:lnTo>
                  <a:pt x="2642362" y="2056702"/>
                </a:lnTo>
                <a:lnTo>
                  <a:pt x="2640715" y="2056702"/>
                </a:lnTo>
                <a:lnTo>
                  <a:pt x="2639069" y="2056702"/>
                </a:lnTo>
                <a:lnTo>
                  <a:pt x="2637423" y="2056702"/>
                </a:lnTo>
                <a:lnTo>
                  <a:pt x="2635776" y="2056702"/>
                </a:lnTo>
                <a:lnTo>
                  <a:pt x="2634130" y="2056702"/>
                </a:lnTo>
                <a:lnTo>
                  <a:pt x="2632484" y="2056702"/>
                </a:lnTo>
                <a:lnTo>
                  <a:pt x="2630837" y="2056702"/>
                </a:lnTo>
                <a:lnTo>
                  <a:pt x="2629191" y="2056702"/>
                </a:lnTo>
                <a:lnTo>
                  <a:pt x="2627545" y="2056702"/>
                </a:lnTo>
                <a:lnTo>
                  <a:pt x="2625898" y="2056702"/>
                </a:lnTo>
                <a:lnTo>
                  <a:pt x="2624252" y="2056702"/>
                </a:lnTo>
                <a:lnTo>
                  <a:pt x="2622606" y="2056702"/>
                </a:lnTo>
                <a:lnTo>
                  <a:pt x="2620959" y="2056702"/>
                </a:lnTo>
                <a:lnTo>
                  <a:pt x="2619313" y="2056702"/>
                </a:lnTo>
                <a:lnTo>
                  <a:pt x="2617667" y="2056702"/>
                </a:lnTo>
                <a:lnTo>
                  <a:pt x="2616020" y="2056702"/>
                </a:lnTo>
                <a:lnTo>
                  <a:pt x="2614374" y="2056702"/>
                </a:lnTo>
                <a:lnTo>
                  <a:pt x="2612728" y="2056702"/>
                </a:lnTo>
                <a:lnTo>
                  <a:pt x="2611081" y="2056702"/>
                </a:lnTo>
                <a:lnTo>
                  <a:pt x="2609435" y="2056702"/>
                </a:lnTo>
                <a:lnTo>
                  <a:pt x="2607789" y="2056702"/>
                </a:lnTo>
                <a:lnTo>
                  <a:pt x="2606142" y="2056702"/>
                </a:lnTo>
                <a:lnTo>
                  <a:pt x="2604496" y="2056702"/>
                </a:lnTo>
                <a:lnTo>
                  <a:pt x="2602850" y="2056702"/>
                </a:lnTo>
                <a:lnTo>
                  <a:pt x="2601203" y="2056702"/>
                </a:lnTo>
                <a:lnTo>
                  <a:pt x="2599557" y="2056702"/>
                </a:lnTo>
                <a:lnTo>
                  <a:pt x="2597911" y="2056702"/>
                </a:lnTo>
                <a:lnTo>
                  <a:pt x="2596264" y="2056702"/>
                </a:lnTo>
                <a:lnTo>
                  <a:pt x="2594618" y="2056702"/>
                </a:lnTo>
                <a:lnTo>
                  <a:pt x="2592972" y="2056702"/>
                </a:lnTo>
                <a:lnTo>
                  <a:pt x="2591325" y="2056702"/>
                </a:lnTo>
                <a:lnTo>
                  <a:pt x="2589679" y="2056702"/>
                </a:lnTo>
                <a:lnTo>
                  <a:pt x="2588033" y="2056702"/>
                </a:lnTo>
                <a:lnTo>
                  <a:pt x="2586386" y="2056702"/>
                </a:lnTo>
                <a:lnTo>
                  <a:pt x="2584740" y="2056702"/>
                </a:lnTo>
                <a:lnTo>
                  <a:pt x="2583094" y="2056702"/>
                </a:lnTo>
                <a:lnTo>
                  <a:pt x="2581447" y="2056702"/>
                </a:lnTo>
                <a:lnTo>
                  <a:pt x="2579801" y="2056702"/>
                </a:lnTo>
                <a:lnTo>
                  <a:pt x="2578155" y="2056702"/>
                </a:lnTo>
                <a:lnTo>
                  <a:pt x="2576508" y="2056702"/>
                </a:lnTo>
                <a:lnTo>
                  <a:pt x="2574862" y="2056702"/>
                </a:lnTo>
                <a:lnTo>
                  <a:pt x="2573216" y="2056702"/>
                </a:lnTo>
                <a:lnTo>
                  <a:pt x="2571569" y="2056702"/>
                </a:lnTo>
                <a:lnTo>
                  <a:pt x="2569923" y="2056702"/>
                </a:lnTo>
                <a:lnTo>
                  <a:pt x="2568277" y="2056702"/>
                </a:lnTo>
                <a:lnTo>
                  <a:pt x="2566630" y="2056702"/>
                </a:lnTo>
                <a:lnTo>
                  <a:pt x="2564984" y="2056702"/>
                </a:lnTo>
                <a:lnTo>
                  <a:pt x="2563338" y="2056702"/>
                </a:lnTo>
                <a:lnTo>
                  <a:pt x="2561691" y="2056702"/>
                </a:lnTo>
                <a:lnTo>
                  <a:pt x="2560045" y="2056702"/>
                </a:lnTo>
                <a:lnTo>
                  <a:pt x="2558399" y="2056702"/>
                </a:lnTo>
                <a:lnTo>
                  <a:pt x="2556752" y="2056702"/>
                </a:lnTo>
                <a:lnTo>
                  <a:pt x="2555106" y="2056702"/>
                </a:lnTo>
                <a:lnTo>
                  <a:pt x="2553460" y="2056702"/>
                </a:lnTo>
                <a:lnTo>
                  <a:pt x="2551813" y="2056702"/>
                </a:lnTo>
                <a:lnTo>
                  <a:pt x="2550167" y="2056702"/>
                </a:lnTo>
                <a:lnTo>
                  <a:pt x="2548521" y="2056702"/>
                </a:lnTo>
                <a:lnTo>
                  <a:pt x="2546874" y="2056702"/>
                </a:lnTo>
                <a:lnTo>
                  <a:pt x="2545228" y="2056702"/>
                </a:lnTo>
                <a:lnTo>
                  <a:pt x="2543582" y="2056702"/>
                </a:lnTo>
                <a:lnTo>
                  <a:pt x="2541935" y="2056702"/>
                </a:lnTo>
                <a:lnTo>
                  <a:pt x="2540289" y="2056702"/>
                </a:lnTo>
                <a:lnTo>
                  <a:pt x="2538643" y="2056702"/>
                </a:lnTo>
                <a:lnTo>
                  <a:pt x="2536996" y="2056702"/>
                </a:lnTo>
                <a:lnTo>
                  <a:pt x="2535350" y="2056702"/>
                </a:lnTo>
                <a:lnTo>
                  <a:pt x="2533704" y="2056702"/>
                </a:lnTo>
                <a:lnTo>
                  <a:pt x="2532057" y="2056702"/>
                </a:lnTo>
                <a:lnTo>
                  <a:pt x="2530411" y="2056702"/>
                </a:lnTo>
                <a:lnTo>
                  <a:pt x="2528765" y="2056702"/>
                </a:lnTo>
                <a:lnTo>
                  <a:pt x="2527118" y="2056702"/>
                </a:lnTo>
                <a:lnTo>
                  <a:pt x="2525472" y="2056702"/>
                </a:lnTo>
                <a:lnTo>
                  <a:pt x="2523826" y="2056702"/>
                </a:lnTo>
                <a:lnTo>
                  <a:pt x="2522179" y="2056702"/>
                </a:lnTo>
                <a:lnTo>
                  <a:pt x="2520533" y="2056702"/>
                </a:lnTo>
                <a:lnTo>
                  <a:pt x="2518887" y="2056702"/>
                </a:lnTo>
                <a:lnTo>
                  <a:pt x="2517240" y="2056702"/>
                </a:lnTo>
                <a:lnTo>
                  <a:pt x="2515594" y="2056702"/>
                </a:lnTo>
                <a:lnTo>
                  <a:pt x="2513948" y="2056702"/>
                </a:lnTo>
                <a:lnTo>
                  <a:pt x="2512301" y="2056702"/>
                </a:lnTo>
                <a:lnTo>
                  <a:pt x="2510655" y="2056702"/>
                </a:lnTo>
                <a:lnTo>
                  <a:pt x="2509009" y="2056702"/>
                </a:lnTo>
                <a:lnTo>
                  <a:pt x="2507363" y="2056702"/>
                </a:lnTo>
                <a:lnTo>
                  <a:pt x="2505716" y="2056702"/>
                </a:lnTo>
                <a:lnTo>
                  <a:pt x="2504070" y="2056702"/>
                </a:lnTo>
                <a:lnTo>
                  <a:pt x="2502424" y="2056702"/>
                </a:lnTo>
                <a:lnTo>
                  <a:pt x="2500777" y="2056702"/>
                </a:lnTo>
                <a:lnTo>
                  <a:pt x="2499131" y="2056702"/>
                </a:lnTo>
                <a:lnTo>
                  <a:pt x="2497485" y="2056702"/>
                </a:lnTo>
                <a:lnTo>
                  <a:pt x="2495838" y="2056702"/>
                </a:lnTo>
                <a:lnTo>
                  <a:pt x="2494192" y="2056702"/>
                </a:lnTo>
                <a:lnTo>
                  <a:pt x="2492546" y="2056702"/>
                </a:lnTo>
                <a:lnTo>
                  <a:pt x="2490899" y="2056702"/>
                </a:lnTo>
                <a:lnTo>
                  <a:pt x="2489253" y="2056702"/>
                </a:lnTo>
                <a:lnTo>
                  <a:pt x="2487607" y="2056702"/>
                </a:lnTo>
                <a:lnTo>
                  <a:pt x="2485960" y="2056702"/>
                </a:lnTo>
                <a:lnTo>
                  <a:pt x="2484314" y="2056702"/>
                </a:lnTo>
                <a:lnTo>
                  <a:pt x="2482668" y="2056702"/>
                </a:lnTo>
                <a:lnTo>
                  <a:pt x="2481021" y="2056702"/>
                </a:lnTo>
                <a:lnTo>
                  <a:pt x="2479375" y="2056702"/>
                </a:lnTo>
                <a:lnTo>
                  <a:pt x="2477729" y="2056702"/>
                </a:lnTo>
                <a:lnTo>
                  <a:pt x="2476082" y="2056702"/>
                </a:lnTo>
                <a:lnTo>
                  <a:pt x="2474436" y="2056702"/>
                </a:lnTo>
                <a:lnTo>
                  <a:pt x="2472790" y="2056702"/>
                </a:lnTo>
                <a:lnTo>
                  <a:pt x="2471143" y="2056702"/>
                </a:lnTo>
                <a:lnTo>
                  <a:pt x="2469497" y="2056702"/>
                </a:lnTo>
                <a:lnTo>
                  <a:pt x="2467851" y="2056702"/>
                </a:lnTo>
                <a:lnTo>
                  <a:pt x="2466204" y="2056702"/>
                </a:lnTo>
                <a:lnTo>
                  <a:pt x="2464558" y="2056702"/>
                </a:lnTo>
                <a:lnTo>
                  <a:pt x="2462912" y="2056702"/>
                </a:lnTo>
                <a:lnTo>
                  <a:pt x="2461265" y="2056702"/>
                </a:lnTo>
                <a:lnTo>
                  <a:pt x="2459619" y="2056702"/>
                </a:lnTo>
                <a:lnTo>
                  <a:pt x="2457973" y="2056702"/>
                </a:lnTo>
                <a:lnTo>
                  <a:pt x="2456326" y="2056702"/>
                </a:lnTo>
                <a:lnTo>
                  <a:pt x="2454680" y="2056702"/>
                </a:lnTo>
                <a:lnTo>
                  <a:pt x="2453034" y="2056702"/>
                </a:lnTo>
                <a:lnTo>
                  <a:pt x="2451387" y="2056702"/>
                </a:lnTo>
                <a:lnTo>
                  <a:pt x="2449741" y="2056702"/>
                </a:lnTo>
                <a:lnTo>
                  <a:pt x="2448095" y="2056702"/>
                </a:lnTo>
                <a:lnTo>
                  <a:pt x="2446448" y="2056702"/>
                </a:lnTo>
                <a:lnTo>
                  <a:pt x="2444802" y="2056702"/>
                </a:lnTo>
                <a:lnTo>
                  <a:pt x="2443156" y="2056702"/>
                </a:lnTo>
                <a:lnTo>
                  <a:pt x="2441509" y="2056702"/>
                </a:lnTo>
                <a:lnTo>
                  <a:pt x="2439863" y="2056702"/>
                </a:lnTo>
                <a:lnTo>
                  <a:pt x="2438217" y="2056702"/>
                </a:lnTo>
                <a:lnTo>
                  <a:pt x="2436570" y="2056702"/>
                </a:lnTo>
                <a:lnTo>
                  <a:pt x="2434924" y="2056702"/>
                </a:lnTo>
                <a:lnTo>
                  <a:pt x="2433278" y="2056702"/>
                </a:lnTo>
                <a:lnTo>
                  <a:pt x="2431631" y="2056702"/>
                </a:lnTo>
                <a:lnTo>
                  <a:pt x="2429985" y="2056702"/>
                </a:lnTo>
                <a:lnTo>
                  <a:pt x="2428339" y="2056702"/>
                </a:lnTo>
                <a:lnTo>
                  <a:pt x="2426692" y="2056702"/>
                </a:lnTo>
                <a:lnTo>
                  <a:pt x="2425046" y="2056702"/>
                </a:lnTo>
                <a:lnTo>
                  <a:pt x="2423400" y="2056702"/>
                </a:lnTo>
                <a:lnTo>
                  <a:pt x="2421753" y="2056702"/>
                </a:lnTo>
                <a:lnTo>
                  <a:pt x="2420107" y="2056702"/>
                </a:lnTo>
                <a:lnTo>
                  <a:pt x="2418461" y="2056702"/>
                </a:lnTo>
                <a:lnTo>
                  <a:pt x="2416814" y="2056702"/>
                </a:lnTo>
                <a:lnTo>
                  <a:pt x="2415168" y="2056702"/>
                </a:lnTo>
                <a:lnTo>
                  <a:pt x="2413522" y="2056702"/>
                </a:lnTo>
                <a:lnTo>
                  <a:pt x="2411875" y="2056702"/>
                </a:lnTo>
                <a:lnTo>
                  <a:pt x="2410229" y="2056702"/>
                </a:lnTo>
                <a:lnTo>
                  <a:pt x="2408583" y="2056702"/>
                </a:lnTo>
                <a:lnTo>
                  <a:pt x="2406936" y="2056702"/>
                </a:lnTo>
                <a:lnTo>
                  <a:pt x="2405290" y="2056702"/>
                </a:lnTo>
                <a:lnTo>
                  <a:pt x="2403644" y="2056702"/>
                </a:lnTo>
                <a:lnTo>
                  <a:pt x="2401997" y="2056702"/>
                </a:lnTo>
                <a:lnTo>
                  <a:pt x="2400351" y="2056702"/>
                </a:lnTo>
                <a:lnTo>
                  <a:pt x="2398705" y="2056702"/>
                </a:lnTo>
                <a:lnTo>
                  <a:pt x="2397058" y="2056702"/>
                </a:lnTo>
                <a:lnTo>
                  <a:pt x="2395412" y="2056702"/>
                </a:lnTo>
                <a:lnTo>
                  <a:pt x="2393766" y="2056702"/>
                </a:lnTo>
                <a:lnTo>
                  <a:pt x="2392119" y="2056702"/>
                </a:lnTo>
                <a:lnTo>
                  <a:pt x="2390473" y="2056702"/>
                </a:lnTo>
                <a:lnTo>
                  <a:pt x="2388827" y="2056702"/>
                </a:lnTo>
                <a:lnTo>
                  <a:pt x="2387180" y="2056702"/>
                </a:lnTo>
                <a:lnTo>
                  <a:pt x="2385534" y="2056702"/>
                </a:lnTo>
                <a:lnTo>
                  <a:pt x="2383888" y="2056702"/>
                </a:lnTo>
                <a:lnTo>
                  <a:pt x="2382241" y="2056702"/>
                </a:lnTo>
                <a:lnTo>
                  <a:pt x="2380595" y="2056702"/>
                </a:lnTo>
                <a:lnTo>
                  <a:pt x="2378949" y="2056702"/>
                </a:lnTo>
                <a:lnTo>
                  <a:pt x="2377302" y="2056702"/>
                </a:lnTo>
                <a:lnTo>
                  <a:pt x="2375656" y="2056702"/>
                </a:lnTo>
                <a:lnTo>
                  <a:pt x="2374010" y="2056702"/>
                </a:lnTo>
                <a:lnTo>
                  <a:pt x="2372363" y="2056702"/>
                </a:lnTo>
                <a:lnTo>
                  <a:pt x="2370717" y="2056702"/>
                </a:lnTo>
                <a:lnTo>
                  <a:pt x="2369071" y="2056702"/>
                </a:lnTo>
                <a:lnTo>
                  <a:pt x="2367424" y="2056702"/>
                </a:lnTo>
                <a:lnTo>
                  <a:pt x="2365778" y="2056702"/>
                </a:lnTo>
                <a:lnTo>
                  <a:pt x="2364132" y="2056702"/>
                </a:lnTo>
                <a:lnTo>
                  <a:pt x="2362485" y="2056702"/>
                </a:lnTo>
                <a:lnTo>
                  <a:pt x="2360839" y="2056702"/>
                </a:lnTo>
                <a:lnTo>
                  <a:pt x="2359193" y="2056702"/>
                </a:lnTo>
                <a:lnTo>
                  <a:pt x="2357546" y="2056702"/>
                </a:lnTo>
                <a:lnTo>
                  <a:pt x="2355900" y="2056702"/>
                </a:lnTo>
                <a:lnTo>
                  <a:pt x="2354254" y="2056702"/>
                </a:lnTo>
                <a:lnTo>
                  <a:pt x="2352607" y="2056702"/>
                </a:lnTo>
                <a:lnTo>
                  <a:pt x="2350961" y="2056702"/>
                </a:lnTo>
                <a:lnTo>
                  <a:pt x="2349315" y="2056702"/>
                </a:lnTo>
                <a:lnTo>
                  <a:pt x="2347668" y="2056702"/>
                </a:lnTo>
                <a:lnTo>
                  <a:pt x="2346022" y="2056702"/>
                </a:lnTo>
                <a:lnTo>
                  <a:pt x="2344376" y="2056702"/>
                </a:lnTo>
                <a:lnTo>
                  <a:pt x="2342729" y="2056702"/>
                </a:lnTo>
                <a:lnTo>
                  <a:pt x="2341083" y="2056702"/>
                </a:lnTo>
                <a:lnTo>
                  <a:pt x="2339437" y="2056702"/>
                </a:lnTo>
                <a:lnTo>
                  <a:pt x="2337790" y="2056702"/>
                </a:lnTo>
                <a:lnTo>
                  <a:pt x="2336144" y="2056702"/>
                </a:lnTo>
                <a:lnTo>
                  <a:pt x="2334498" y="2056702"/>
                </a:lnTo>
                <a:lnTo>
                  <a:pt x="2332851" y="2056702"/>
                </a:lnTo>
                <a:lnTo>
                  <a:pt x="2331205" y="2056702"/>
                </a:lnTo>
                <a:lnTo>
                  <a:pt x="2329559" y="2056702"/>
                </a:lnTo>
                <a:lnTo>
                  <a:pt x="2327912" y="2056702"/>
                </a:lnTo>
                <a:lnTo>
                  <a:pt x="2326266" y="2056702"/>
                </a:lnTo>
                <a:lnTo>
                  <a:pt x="2324620" y="2056702"/>
                </a:lnTo>
                <a:lnTo>
                  <a:pt x="2322973" y="2056702"/>
                </a:lnTo>
                <a:lnTo>
                  <a:pt x="2321327" y="2056702"/>
                </a:lnTo>
                <a:lnTo>
                  <a:pt x="2319681" y="2056702"/>
                </a:lnTo>
                <a:lnTo>
                  <a:pt x="2318034" y="2056702"/>
                </a:lnTo>
                <a:lnTo>
                  <a:pt x="2316388" y="2056702"/>
                </a:lnTo>
                <a:lnTo>
                  <a:pt x="2314742" y="2056702"/>
                </a:lnTo>
                <a:lnTo>
                  <a:pt x="2313095" y="2056702"/>
                </a:lnTo>
                <a:lnTo>
                  <a:pt x="2311449" y="2056702"/>
                </a:lnTo>
                <a:lnTo>
                  <a:pt x="2309803" y="2056702"/>
                </a:lnTo>
                <a:lnTo>
                  <a:pt x="2308156" y="2056702"/>
                </a:lnTo>
                <a:lnTo>
                  <a:pt x="2306510" y="2056702"/>
                </a:lnTo>
                <a:lnTo>
                  <a:pt x="2304864" y="2056702"/>
                </a:lnTo>
                <a:lnTo>
                  <a:pt x="2303217" y="2056702"/>
                </a:lnTo>
                <a:lnTo>
                  <a:pt x="2301571" y="2056702"/>
                </a:lnTo>
                <a:lnTo>
                  <a:pt x="2299925" y="2056702"/>
                </a:lnTo>
                <a:lnTo>
                  <a:pt x="2298278" y="2056702"/>
                </a:lnTo>
                <a:lnTo>
                  <a:pt x="2296632" y="2056702"/>
                </a:lnTo>
                <a:lnTo>
                  <a:pt x="2294986" y="2056702"/>
                </a:lnTo>
                <a:lnTo>
                  <a:pt x="2293339" y="2056702"/>
                </a:lnTo>
                <a:lnTo>
                  <a:pt x="2291693" y="2056702"/>
                </a:lnTo>
                <a:lnTo>
                  <a:pt x="2290047" y="2056702"/>
                </a:lnTo>
                <a:lnTo>
                  <a:pt x="2288400" y="2056702"/>
                </a:lnTo>
                <a:lnTo>
                  <a:pt x="2286754" y="2056702"/>
                </a:lnTo>
                <a:lnTo>
                  <a:pt x="2285108" y="2056702"/>
                </a:lnTo>
                <a:lnTo>
                  <a:pt x="2283461" y="2056702"/>
                </a:lnTo>
                <a:lnTo>
                  <a:pt x="2281815" y="2056702"/>
                </a:lnTo>
                <a:lnTo>
                  <a:pt x="2280169" y="2056702"/>
                </a:lnTo>
                <a:lnTo>
                  <a:pt x="2278522" y="2056702"/>
                </a:lnTo>
                <a:lnTo>
                  <a:pt x="2276876" y="2056702"/>
                </a:lnTo>
                <a:lnTo>
                  <a:pt x="2275230" y="2056702"/>
                </a:lnTo>
                <a:lnTo>
                  <a:pt x="2273583" y="2056702"/>
                </a:lnTo>
                <a:lnTo>
                  <a:pt x="2271937" y="2056702"/>
                </a:lnTo>
                <a:lnTo>
                  <a:pt x="2270291" y="2056702"/>
                </a:lnTo>
                <a:lnTo>
                  <a:pt x="2268644" y="2056702"/>
                </a:lnTo>
                <a:lnTo>
                  <a:pt x="2266998" y="2056702"/>
                </a:lnTo>
                <a:lnTo>
                  <a:pt x="2265352" y="2056702"/>
                </a:lnTo>
                <a:lnTo>
                  <a:pt x="2263705" y="2056702"/>
                </a:lnTo>
                <a:lnTo>
                  <a:pt x="2262059" y="2056702"/>
                </a:lnTo>
                <a:lnTo>
                  <a:pt x="2260413" y="2056702"/>
                </a:lnTo>
                <a:lnTo>
                  <a:pt x="2258766" y="2056702"/>
                </a:lnTo>
                <a:lnTo>
                  <a:pt x="2257120" y="2056702"/>
                </a:lnTo>
                <a:lnTo>
                  <a:pt x="2255474" y="2056702"/>
                </a:lnTo>
                <a:lnTo>
                  <a:pt x="2253827" y="2056702"/>
                </a:lnTo>
                <a:lnTo>
                  <a:pt x="2252181" y="2056702"/>
                </a:lnTo>
                <a:lnTo>
                  <a:pt x="2250535" y="2056702"/>
                </a:lnTo>
                <a:lnTo>
                  <a:pt x="2248888" y="2056702"/>
                </a:lnTo>
                <a:lnTo>
                  <a:pt x="2247242" y="2056702"/>
                </a:lnTo>
                <a:lnTo>
                  <a:pt x="2245596" y="2056702"/>
                </a:lnTo>
                <a:lnTo>
                  <a:pt x="2243949" y="2056702"/>
                </a:lnTo>
                <a:lnTo>
                  <a:pt x="2242303" y="2056702"/>
                </a:lnTo>
                <a:lnTo>
                  <a:pt x="2240657" y="2056702"/>
                </a:lnTo>
                <a:lnTo>
                  <a:pt x="2239010" y="2056702"/>
                </a:lnTo>
                <a:lnTo>
                  <a:pt x="2237364" y="2056702"/>
                </a:lnTo>
                <a:lnTo>
                  <a:pt x="2235718" y="2056702"/>
                </a:lnTo>
                <a:lnTo>
                  <a:pt x="2234071" y="2056702"/>
                </a:lnTo>
                <a:lnTo>
                  <a:pt x="2232425" y="2056702"/>
                </a:lnTo>
                <a:lnTo>
                  <a:pt x="2230779" y="2056702"/>
                </a:lnTo>
                <a:lnTo>
                  <a:pt x="2229132" y="2056702"/>
                </a:lnTo>
                <a:lnTo>
                  <a:pt x="2227486" y="2056702"/>
                </a:lnTo>
                <a:lnTo>
                  <a:pt x="2225840" y="2056702"/>
                </a:lnTo>
                <a:lnTo>
                  <a:pt x="2224193" y="2056702"/>
                </a:lnTo>
                <a:lnTo>
                  <a:pt x="2222547" y="2056702"/>
                </a:lnTo>
                <a:lnTo>
                  <a:pt x="2220901" y="2056702"/>
                </a:lnTo>
                <a:lnTo>
                  <a:pt x="2219254" y="2056702"/>
                </a:lnTo>
                <a:lnTo>
                  <a:pt x="2217608" y="2056702"/>
                </a:lnTo>
                <a:lnTo>
                  <a:pt x="2215962" y="2056702"/>
                </a:lnTo>
                <a:lnTo>
                  <a:pt x="2214315" y="2056702"/>
                </a:lnTo>
                <a:lnTo>
                  <a:pt x="2212669" y="2056702"/>
                </a:lnTo>
                <a:lnTo>
                  <a:pt x="2211023" y="2056702"/>
                </a:lnTo>
                <a:lnTo>
                  <a:pt x="2209376" y="2056702"/>
                </a:lnTo>
                <a:lnTo>
                  <a:pt x="2207730" y="2056702"/>
                </a:lnTo>
                <a:lnTo>
                  <a:pt x="2206084" y="2056702"/>
                </a:lnTo>
                <a:lnTo>
                  <a:pt x="2204437" y="2056702"/>
                </a:lnTo>
                <a:lnTo>
                  <a:pt x="2202791" y="2056702"/>
                </a:lnTo>
                <a:lnTo>
                  <a:pt x="2201145" y="2056702"/>
                </a:lnTo>
                <a:lnTo>
                  <a:pt x="2199498" y="2056702"/>
                </a:lnTo>
                <a:lnTo>
                  <a:pt x="2197852" y="2056702"/>
                </a:lnTo>
                <a:lnTo>
                  <a:pt x="2196206" y="2056702"/>
                </a:lnTo>
                <a:lnTo>
                  <a:pt x="2194560" y="2056702"/>
                </a:lnTo>
                <a:lnTo>
                  <a:pt x="2192913" y="2056702"/>
                </a:lnTo>
                <a:lnTo>
                  <a:pt x="2191267" y="2056702"/>
                </a:lnTo>
                <a:lnTo>
                  <a:pt x="2189621" y="2056702"/>
                </a:lnTo>
                <a:lnTo>
                  <a:pt x="2187974" y="2056702"/>
                </a:lnTo>
                <a:lnTo>
                  <a:pt x="2186328" y="2056702"/>
                </a:lnTo>
                <a:lnTo>
                  <a:pt x="2184682" y="2056702"/>
                </a:lnTo>
                <a:lnTo>
                  <a:pt x="2183035" y="2056702"/>
                </a:lnTo>
                <a:lnTo>
                  <a:pt x="2181389" y="2056702"/>
                </a:lnTo>
                <a:lnTo>
                  <a:pt x="2179743" y="2056702"/>
                </a:lnTo>
                <a:lnTo>
                  <a:pt x="2178096" y="2056702"/>
                </a:lnTo>
                <a:lnTo>
                  <a:pt x="2176450" y="2056702"/>
                </a:lnTo>
                <a:lnTo>
                  <a:pt x="2174804" y="2056702"/>
                </a:lnTo>
                <a:lnTo>
                  <a:pt x="2173157" y="2056702"/>
                </a:lnTo>
                <a:lnTo>
                  <a:pt x="2171511" y="2056702"/>
                </a:lnTo>
                <a:lnTo>
                  <a:pt x="2169865" y="2056702"/>
                </a:lnTo>
                <a:lnTo>
                  <a:pt x="2168218" y="2056702"/>
                </a:lnTo>
                <a:lnTo>
                  <a:pt x="2166572" y="2056702"/>
                </a:lnTo>
                <a:lnTo>
                  <a:pt x="2164926" y="2056702"/>
                </a:lnTo>
                <a:lnTo>
                  <a:pt x="2163279" y="2056702"/>
                </a:lnTo>
                <a:lnTo>
                  <a:pt x="2161633" y="2056702"/>
                </a:lnTo>
                <a:lnTo>
                  <a:pt x="2159987" y="2056702"/>
                </a:lnTo>
                <a:lnTo>
                  <a:pt x="2158340" y="2056702"/>
                </a:lnTo>
                <a:lnTo>
                  <a:pt x="2156694" y="2056702"/>
                </a:lnTo>
                <a:lnTo>
                  <a:pt x="2155048" y="2056702"/>
                </a:lnTo>
                <a:lnTo>
                  <a:pt x="2153401" y="2056702"/>
                </a:lnTo>
                <a:lnTo>
                  <a:pt x="2151755" y="2056702"/>
                </a:lnTo>
                <a:lnTo>
                  <a:pt x="2150109" y="2056702"/>
                </a:lnTo>
                <a:lnTo>
                  <a:pt x="2148462" y="2056702"/>
                </a:lnTo>
                <a:lnTo>
                  <a:pt x="2146816" y="2056702"/>
                </a:lnTo>
                <a:lnTo>
                  <a:pt x="2145170" y="2056702"/>
                </a:lnTo>
                <a:lnTo>
                  <a:pt x="2143523" y="2056702"/>
                </a:lnTo>
                <a:lnTo>
                  <a:pt x="2141877" y="2056702"/>
                </a:lnTo>
                <a:lnTo>
                  <a:pt x="2140231" y="2056702"/>
                </a:lnTo>
                <a:lnTo>
                  <a:pt x="2138584" y="2056702"/>
                </a:lnTo>
                <a:lnTo>
                  <a:pt x="2136938" y="2056702"/>
                </a:lnTo>
                <a:lnTo>
                  <a:pt x="2135292" y="2056702"/>
                </a:lnTo>
                <a:lnTo>
                  <a:pt x="2133645" y="2056702"/>
                </a:lnTo>
                <a:lnTo>
                  <a:pt x="2131999" y="2056702"/>
                </a:lnTo>
                <a:lnTo>
                  <a:pt x="2130353" y="2056702"/>
                </a:lnTo>
                <a:lnTo>
                  <a:pt x="2128706" y="2056702"/>
                </a:lnTo>
                <a:lnTo>
                  <a:pt x="2127060" y="2056702"/>
                </a:lnTo>
                <a:lnTo>
                  <a:pt x="2125414" y="2056702"/>
                </a:lnTo>
                <a:lnTo>
                  <a:pt x="2123767" y="2056702"/>
                </a:lnTo>
                <a:lnTo>
                  <a:pt x="2122121" y="2056702"/>
                </a:lnTo>
                <a:lnTo>
                  <a:pt x="2120475" y="2056702"/>
                </a:lnTo>
                <a:lnTo>
                  <a:pt x="2118828" y="2056702"/>
                </a:lnTo>
                <a:lnTo>
                  <a:pt x="2117182" y="2056702"/>
                </a:lnTo>
                <a:lnTo>
                  <a:pt x="2115536" y="2056702"/>
                </a:lnTo>
                <a:lnTo>
                  <a:pt x="2113889" y="2056702"/>
                </a:lnTo>
                <a:lnTo>
                  <a:pt x="2112243" y="2056702"/>
                </a:lnTo>
                <a:lnTo>
                  <a:pt x="2110597" y="2056702"/>
                </a:lnTo>
                <a:lnTo>
                  <a:pt x="2108950" y="2056702"/>
                </a:lnTo>
                <a:lnTo>
                  <a:pt x="2107304" y="2056702"/>
                </a:lnTo>
                <a:lnTo>
                  <a:pt x="2105658" y="2056702"/>
                </a:lnTo>
                <a:lnTo>
                  <a:pt x="2104011" y="2056702"/>
                </a:lnTo>
                <a:lnTo>
                  <a:pt x="2102365" y="2056702"/>
                </a:lnTo>
                <a:lnTo>
                  <a:pt x="2100719" y="2056702"/>
                </a:lnTo>
                <a:lnTo>
                  <a:pt x="2099072" y="2056702"/>
                </a:lnTo>
                <a:lnTo>
                  <a:pt x="2097426" y="2056702"/>
                </a:lnTo>
                <a:lnTo>
                  <a:pt x="2095780" y="2056702"/>
                </a:lnTo>
                <a:lnTo>
                  <a:pt x="2094133" y="2056702"/>
                </a:lnTo>
                <a:lnTo>
                  <a:pt x="2092487" y="2056702"/>
                </a:lnTo>
                <a:lnTo>
                  <a:pt x="2090841" y="2056702"/>
                </a:lnTo>
                <a:lnTo>
                  <a:pt x="2089194" y="2056702"/>
                </a:lnTo>
                <a:lnTo>
                  <a:pt x="2087548" y="2056702"/>
                </a:lnTo>
                <a:lnTo>
                  <a:pt x="2085902" y="2056702"/>
                </a:lnTo>
                <a:lnTo>
                  <a:pt x="2084255" y="2056702"/>
                </a:lnTo>
                <a:lnTo>
                  <a:pt x="2082609" y="2056702"/>
                </a:lnTo>
                <a:lnTo>
                  <a:pt x="2080963" y="2056702"/>
                </a:lnTo>
                <a:lnTo>
                  <a:pt x="2079316" y="2056702"/>
                </a:lnTo>
                <a:lnTo>
                  <a:pt x="2077670" y="2056702"/>
                </a:lnTo>
                <a:lnTo>
                  <a:pt x="2076024" y="2056702"/>
                </a:lnTo>
                <a:lnTo>
                  <a:pt x="2074377" y="2056702"/>
                </a:lnTo>
                <a:lnTo>
                  <a:pt x="2072731" y="2056702"/>
                </a:lnTo>
                <a:lnTo>
                  <a:pt x="2071085" y="2056702"/>
                </a:lnTo>
                <a:lnTo>
                  <a:pt x="2069438" y="2056702"/>
                </a:lnTo>
                <a:lnTo>
                  <a:pt x="2067792" y="2056702"/>
                </a:lnTo>
                <a:lnTo>
                  <a:pt x="2066146" y="2056702"/>
                </a:lnTo>
                <a:lnTo>
                  <a:pt x="2064499" y="2056702"/>
                </a:lnTo>
                <a:lnTo>
                  <a:pt x="2062853" y="2056702"/>
                </a:lnTo>
                <a:lnTo>
                  <a:pt x="2061207" y="2056702"/>
                </a:lnTo>
                <a:lnTo>
                  <a:pt x="2059560" y="2056702"/>
                </a:lnTo>
                <a:lnTo>
                  <a:pt x="2057914" y="2056702"/>
                </a:lnTo>
                <a:lnTo>
                  <a:pt x="2056268" y="2056702"/>
                </a:lnTo>
                <a:lnTo>
                  <a:pt x="2054621" y="2056702"/>
                </a:lnTo>
                <a:lnTo>
                  <a:pt x="2052975" y="2056702"/>
                </a:lnTo>
                <a:lnTo>
                  <a:pt x="2051329" y="2056702"/>
                </a:lnTo>
                <a:lnTo>
                  <a:pt x="2049682" y="2056702"/>
                </a:lnTo>
                <a:lnTo>
                  <a:pt x="2048036" y="2056702"/>
                </a:lnTo>
                <a:lnTo>
                  <a:pt x="2046390" y="2056702"/>
                </a:lnTo>
                <a:lnTo>
                  <a:pt x="2044743" y="2056702"/>
                </a:lnTo>
                <a:lnTo>
                  <a:pt x="2043097" y="2056702"/>
                </a:lnTo>
                <a:lnTo>
                  <a:pt x="2041451" y="2056702"/>
                </a:lnTo>
                <a:lnTo>
                  <a:pt x="2039804" y="2056702"/>
                </a:lnTo>
                <a:lnTo>
                  <a:pt x="2038158" y="2056702"/>
                </a:lnTo>
                <a:lnTo>
                  <a:pt x="2036512" y="2056702"/>
                </a:lnTo>
                <a:lnTo>
                  <a:pt x="2034865" y="2056702"/>
                </a:lnTo>
                <a:lnTo>
                  <a:pt x="2033219" y="2056702"/>
                </a:lnTo>
                <a:lnTo>
                  <a:pt x="2031573" y="2056702"/>
                </a:lnTo>
                <a:lnTo>
                  <a:pt x="2029926" y="2056702"/>
                </a:lnTo>
                <a:lnTo>
                  <a:pt x="2028280" y="2056702"/>
                </a:lnTo>
                <a:lnTo>
                  <a:pt x="2026634" y="2056702"/>
                </a:lnTo>
                <a:lnTo>
                  <a:pt x="2024987" y="2056702"/>
                </a:lnTo>
                <a:lnTo>
                  <a:pt x="2023341" y="2056702"/>
                </a:lnTo>
                <a:lnTo>
                  <a:pt x="2021695" y="2056702"/>
                </a:lnTo>
                <a:lnTo>
                  <a:pt x="2020048" y="2056702"/>
                </a:lnTo>
                <a:lnTo>
                  <a:pt x="2018402" y="2056702"/>
                </a:lnTo>
                <a:lnTo>
                  <a:pt x="2016756" y="2056702"/>
                </a:lnTo>
                <a:lnTo>
                  <a:pt x="2015109" y="2056702"/>
                </a:lnTo>
                <a:lnTo>
                  <a:pt x="2013463" y="2056702"/>
                </a:lnTo>
                <a:lnTo>
                  <a:pt x="2011817" y="2056702"/>
                </a:lnTo>
                <a:lnTo>
                  <a:pt x="2010170" y="2056702"/>
                </a:lnTo>
                <a:lnTo>
                  <a:pt x="2008524" y="2056702"/>
                </a:lnTo>
                <a:lnTo>
                  <a:pt x="2006878" y="2056702"/>
                </a:lnTo>
                <a:lnTo>
                  <a:pt x="2005231" y="2056702"/>
                </a:lnTo>
                <a:lnTo>
                  <a:pt x="2003585" y="2056702"/>
                </a:lnTo>
                <a:lnTo>
                  <a:pt x="2001939" y="2056702"/>
                </a:lnTo>
                <a:lnTo>
                  <a:pt x="2000292" y="2056702"/>
                </a:lnTo>
                <a:lnTo>
                  <a:pt x="1998646" y="2056702"/>
                </a:lnTo>
                <a:lnTo>
                  <a:pt x="1997000" y="2056702"/>
                </a:lnTo>
                <a:lnTo>
                  <a:pt x="1995353" y="2056702"/>
                </a:lnTo>
                <a:lnTo>
                  <a:pt x="1993707" y="2056702"/>
                </a:lnTo>
                <a:lnTo>
                  <a:pt x="1992061" y="2056702"/>
                </a:lnTo>
                <a:lnTo>
                  <a:pt x="1990414" y="2056702"/>
                </a:lnTo>
                <a:lnTo>
                  <a:pt x="1988768" y="2056702"/>
                </a:lnTo>
                <a:lnTo>
                  <a:pt x="1987122" y="2056702"/>
                </a:lnTo>
                <a:lnTo>
                  <a:pt x="1985475" y="2056702"/>
                </a:lnTo>
                <a:lnTo>
                  <a:pt x="1983829" y="2056702"/>
                </a:lnTo>
                <a:lnTo>
                  <a:pt x="1982183" y="2056702"/>
                </a:lnTo>
                <a:lnTo>
                  <a:pt x="1980536" y="2056702"/>
                </a:lnTo>
                <a:lnTo>
                  <a:pt x="1978890" y="2056702"/>
                </a:lnTo>
                <a:lnTo>
                  <a:pt x="1977244" y="2056702"/>
                </a:lnTo>
                <a:lnTo>
                  <a:pt x="1975597" y="2056702"/>
                </a:lnTo>
                <a:lnTo>
                  <a:pt x="1973951" y="2056702"/>
                </a:lnTo>
                <a:lnTo>
                  <a:pt x="1972305" y="2056702"/>
                </a:lnTo>
                <a:lnTo>
                  <a:pt x="1970658" y="2056702"/>
                </a:lnTo>
                <a:lnTo>
                  <a:pt x="1969012" y="2056702"/>
                </a:lnTo>
                <a:lnTo>
                  <a:pt x="1967366" y="2056702"/>
                </a:lnTo>
                <a:lnTo>
                  <a:pt x="1965719" y="2056702"/>
                </a:lnTo>
                <a:lnTo>
                  <a:pt x="1964073" y="2056702"/>
                </a:lnTo>
                <a:lnTo>
                  <a:pt x="1962427" y="2056702"/>
                </a:lnTo>
                <a:lnTo>
                  <a:pt x="1960780" y="2056702"/>
                </a:lnTo>
                <a:lnTo>
                  <a:pt x="1959134" y="2056702"/>
                </a:lnTo>
                <a:lnTo>
                  <a:pt x="1957488" y="2056702"/>
                </a:lnTo>
                <a:lnTo>
                  <a:pt x="1955841" y="2056702"/>
                </a:lnTo>
                <a:lnTo>
                  <a:pt x="1954195" y="2056702"/>
                </a:lnTo>
                <a:lnTo>
                  <a:pt x="1952549" y="2056702"/>
                </a:lnTo>
                <a:lnTo>
                  <a:pt x="1950902" y="2056702"/>
                </a:lnTo>
                <a:lnTo>
                  <a:pt x="1949256" y="2056702"/>
                </a:lnTo>
                <a:lnTo>
                  <a:pt x="1947610" y="2056702"/>
                </a:lnTo>
                <a:lnTo>
                  <a:pt x="1945963" y="2056702"/>
                </a:lnTo>
                <a:lnTo>
                  <a:pt x="1944317" y="2056702"/>
                </a:lnTo>
                <a:lnTo>
                  <a:pt x="1942671" y="2056702"/>
                </a:lnTo>
                <a:lnTo>
                  <a:pt x="1941024" y="2056702"/>
                </a:lnTo>
                <a:lnTo>
                  <a:pt x="1939378" y="2056702"/>
                </a:lnTo>
                <a:lnTo>
                  <a:pt x="1937732" y="2056702"/>
                </a:lnTo>
                <a:lnTo>
                  <a:pt x="1936085" y="2056702"/>
                </a:lnTo>
                <a:lnTo>
                  <a:pt x="1934439" y="2056702"/>
                </a:lnTo>
                <a:lnTo>
                  <a:pt x="1932793" y="2056702"/>
                </a:lnTo>
                <a:lnTo>
                  <a:pt x="1931146" y="2056702"/>
                </a:lnTo>
                <a:lnTo>
                  <a:pt x="1929500" y="2056702"/>
                </a:lnTo>
                <a:lnTo>
                  <a:pt x="1927854" y="2056702"/>
                </a:lnTo>
                <a:lnTo>
                  <a:pt x="1926207" y="2056702"/>
                </a:lnTo>
                <a:lnTo>
                  <a:pt x="1924561" y="2056702"/>
                </a:lnTo>
                <a:lnTo>
                  <a:pt x="1922915" y="2056702"/>
                </a:lnTo>
                <a:lnTo>
                  <a:pt x="1921268" y="2056702"/>
                </a:lnTo>
                <a:lnTo>
                  <a:pt x="1919622" y="2056702"/>
                </a:lnTo>
                <a:lnTo>
                  <a:pt x="1917976" y="2056702"/>
                </a:lnTo>
                <a:lnTo>
                  <a:pt x="1916329" y="2056702"/>
                </a:lnTo>
                <a:lnTo>
                  <a:pt x="1914683" y="2056702"/>
                </a:lnTo>
                <a:lnTo>
                  <a:pt x="1913037" y="2056702"/>
                </a:lnTo>
                <a:lnTo>
                  <a:pt x="1911390" y="2056702"/>
                </a:lnTo>
                <a:lnTo>
                  <a:pt x="1909744" y="2056702"/>
                </a:lnTo>
                <a:lnTo>
                  <a:pt x="1908098" y="2056702"/>
                </a:lnTo>
                <a:lnTo>
                  <a:pt x="1906451" y="2056702"/>
                </a:lnTo>
                <a:lnTo>
                  <a:pt x="1904805" y="2056702"/>
                </a:lnTo>
                <a:lnTo>
                  <a:pt x="1903159" y="2056702"/>
                </a:lnTo>
                <a:lnTo>
                  <a:pt x="1901512" y="2056702"/>
                </a:lnTo>
                <a:lnTo>
                  <a:pt x="1899866" y="2056702"/>
                </a:lnTo>
                <a:lnTo>
                  <a:pt x="1898220" y="2056702"/>
                </a:lnTo>
                <a:lnTo>
                  <a:pt x="1896573" y="2056702"/>
                </a:lnTo>
                <a:lnTo>
                  <a:pt x="1894927" y="2056702"/>
                </a:lnTo>
                <a:lnTo>
                  <a:pt x="1893281" y="2056702"/>
                </a:lnTo>
                <a:lnTo>
                  <a:pt x="1891634" y="2056702"/>
                </a:lnTo>
                <a:lnTo>
                  <a:pt x="1889988" y="2056702"/>
                </a:lnTo>
                <a:lnTo>
                  <a:pt x="1888342" y="2056702"/>
                </a:lnTo>
                <a:lnTo>
                  <a:pt x="1886695" y="2056702"/>
                </a:lnTo>
                <a:lnTo>
                  <a:pt x="1885049" y="2056702"/>
                </a:lnTo>
                <a:lnTo>
                  <a:pt x="1883403" y="2056702"/>
                </a:lnTo>
                <a:lnTo>
                  <a:pt x="1881756" y="2056702"/>
                </a:lnTo>
                <a:lnTo>
                  <a:pt x="1880110" y="2056702"/>
                </a:lnTo>
                <a:lnTo>
                  <a:pt x="1878464" y="2056702"/>
                </a:lnTo>
                <a:lnTo>
                  <a:pt x="1876818" y="2056702"/>
                </a:lnTo>
                <a:lnTo>
                  <a:pt x="1875171" y="2056702"/>
                </a:lnTo>
                <a:lnTo>
                  <a:pt x="1873525" y="2056702"/>
                </a:lnTo>
                <a:lnTo>
                  <a:pt x="1871879" y="2056702"/>
                </a:lnTo>
                <a:lnTo>
                  <a:pt x="1870232" y="2056702"/>
                </a:lnTo>
                <a:lnTo>
                  <a:pt x="1868586" y="2056702"/>
                </a:lnTo>
                <a:lnTo>
                  <a:pt x="1866940" y="2056702"/>
                </a:lnTo>
                <a:lnTo>
                  <a:pt x="1865293" y="2056702"/>
                </a:lnTo>
                <a:lnTo>
                  <a:pt x="1863647" y="2056702"/>
                </a:lnTo>
                <a:lnTo>
                  <a:pt x="1862001" y="2056702"/>
                </a:lnTo>
                <a:lnTo>
                  <a:pt x="1860354" y="2056702"/>
                </a:lnTo>
                <a:lnTo>
                  <a:pt x="1858708" y="2056702"/>
                </a:lnTo>
                <a:lnTo>
                  <a:pt x="1857062" y="2056702"/>
                </a:lnTo>
                <a:lnTo>
                  <a:pt x="1855415" y="2056702"/>
                </a:lnTo>
                <a:lnTo>
                  <a:pt x="1853769" y="2056702"/>
                </a:lnTo>
                <a:lnTo>
                  <a:pt x="1852123" y="2056702"/>
                </a:lnTo>
                <a:lnTo>
                  <a:pt x="1850476" y="2056702"/>
                </a:lnTo>
                <a:lnTo>
                  <a:pt x="1848830" y="2056702"/>
                </a:lnTo>
                <a:lnTo>
                  <a:pt x="1847184" y="2056702"/>
                </a:lnTo>
                <a:lnTo>
                  <a:pt x="1845537" y="2056702"/>
                </a:lnTo>
                <a:lnTo>
                  <a:pt x="1843891" y="2056702"/>
                </a:lnTo>
                <a:lnTo>
                  <a:pt x="1842245" y="2056702"/>
                </a:lnTo>
                <a:lnTo>
                  <a:pt x="1840598" y="2056702"/>
                </a:lnTo>
                <a:lnTo>
                  <a:pt x="1838952" y="2056702"/>
                </a:lnTo>
                <a:lnTo>
                  <a:pt x="1837306" y="2056702"/>
                </a:lnTo>
                <a:lnTo>
                  <a:pt x="1835659" y="2056702"/>
                </a:lnTo>
                <a:lnTo>
                  <a:pt x="1834013" y="2056702"/>
                </a:lnTo>
                <a:lnTo>
                  <a:pt x="1832367" y="2056702"/>
                </a:lnTo>
                <a:lnTo>
                  <a:pt x="1830720" y="2056702"/>
                </a:lnTo>
                <a:lnTo>
                  <a:pt x="1829074" y="2056702"/>
                </a:lnTo>
                <a:lnTo>
                  <a:pt x="1827428" y="2056702"/>
                </a:lnTo>
                <a:lnTo>
                  <a:pt x="1825781" y="2056702"/>
                </a:lnTo>
                <a:lnTo>
                  <a:pt x="1824135" y="2056702"/>
                </a:lnTo>
                <a:lnTo>
                  <a:pt x="1822489" y="2056702"/>
                </a:lnTo>
                <a:lnTo>
                  <a:pt x="1820842" y="2056702"/>
                </a:lnTo>
                <a:lnTo>
                  <a:pt x="1819196" y="2056702"/>
                </a:lnTo>
                <a:lnTo>
                  <a:pt x="1817550" y="2056702"/>
                </a:lnTo>
                <a:lnTo>
                  <a:pt x="1815903" y="2056702"/>
                </a:lnTo>
                <a:lnTo>
                  <a:pt x="1814257" y="2056702"/>
                </a:lnTo>
                <a:lnTo>
                  <a:pt x="1812611" y="2056702"/>
                </a:lnTo>
                <a:lnTo>
                  <a:pt x="1810964" y="2056702"/>
                </a:lnTo>
                <a:lnTo>
                  <a:pt x="1809318" y="2056702"/>
                </a:lnTo>
                <a:lnTo>
                  <a:pt x="1807672" y="2056702"/>
                </a:lnTo>
                <a:lnTo>
                  <a:pt x="1806025" y="2056702"/>
                </a:lnTo>
                <a:lnTo>
                  <a:pt x="1804379" y="2056702"/>
                </a:lnTo>
                <a:lnTo>
                  <a:pt x="1802733" y="2056702"/>
                </a:lnTo>
                <a:lnTo>
                  <a:pt x="1801086" y="2056702"/>
                </a:lnTo>
                <a:lnTo>
                  <a:pt x="1799440" y="2056702"/>
                </a:lnTo>
                <a:lnTo>
                  <a:pt x="1797794" y="2056702"/>
                </a:lnTo>
                <a:lnTo>
                  <a:pt x="1796147" y="2056702"/>
                </a:lnTo>
                <a:lnTo>
                  <a:pt x="1794501" y="2056702"/>
                </a:lnTo>
                <a:lnTo>
                  <a:pt x="1792855" y="2056702"/>
                </a:lnTo>
                <a:lnTo>
                  <a:pt x="1791208" y="2056702"/>
                </a:lnTo>
                <a:lnTo>
                  <a:pt x="1789562" y="2056702"/>
                </a:lnTo>
                <a:lnTo>
                  <a:pt x="1787916" y="2056702"/>
                </a:lnTo>
                <a:lnTo>
                  <a:pt x="1786269" y="2056702"/>
                </a:lnTo>
                <a:lnTo>
                  <a:pt x="1784623" y="2056702"/>
                </a:lnTo>
                <a:lnTo>
                  <a:pt x="1782977" y="2056702"/>
                </a:lnTo>
                <a:lnTo>
                  <a:pt x="1781330" y="2056702"/>
                </a:lnTo>
                <a:lnTo>
                  <a:pt x="1779684" y="2056702"/>
                </a:lnTo>
                <a:lnTo>
                  <a:pt x="1778038" y="2056702"/>
                </a:lnTo>
                <a:lnTo>
                  <a:pt x="1776391" y="2056702"/>
                </a:lnTo>
                <a:lnTo>
                  <a:pt x="1774745" y="2056702"/>
                </a:lnTo>
                <a:lnTo>
                  <a:pt x="1773099" y="2056702"/>
                </a:lnTo>
                <a:lnTo>
                  <a:pt x="1771452" y="2056702"/>
                </a:lnTo>
                <a:lnTo>
                  <a:pt x="1769806" y="2056702"/>
                </a:lnTo>
                <a:lnTo>
                  <a:pt x="1768160" y="2056702"/>
                </a:lnTo>
                <a:lnTo>
                  <a:pt x="1766513" y="2056702"/>
                </a:lnTo>
                <a:lnTo>
                  <a:pt x="1764867" y="2056702"/>
                </a:lnTo>
                <a:lnTo>
                  <a:pt x="1763221" y="2056702"/>
                </a:lnTo>
                <a:lnTo>
                  <a:pt x="1761574" y="2056702"/>
                </a:lnTo>
                <a:lnTo>
                  <a:pt x="1759928" y="2056702"/>
                </a:lnTo>
                <a:lnTo>
                  <a:pt x="1758282" y="2056702"/>
                </a:lnTo>
                <a:lnTo>
                  <a:pt x="1756635" y="2056702"/>
                </a:lnTo>
                <a:lnTo>
                  <a:pt x="1754989" y="2056702"/>
                </a:lnTo>
                <a:lnTo>
                  <a:pt x="1753343" y="2056702"/>
                </a:lnTo>
                <a:lnTo>
                  <a:pt x="1751696" y="2056702"/>
                </a:lnTo>
                <a:lnTo>
                  <a:pt x="1750050" y="2056702"/>
                </a:lnTo>
                <a:lnTo>
                  <a:pt x="1748404" y="2056702"/>
                </a:lnTo>
                <a:lnTo>
                  <a:pt x="1746757" y="2056702"/>
                </a:lnTo>
                <a:lnTo>
                  <a:pt x="1745111" y="2056702"/>
                </a:lnTo>
                <a:lnTo>
                  <a:pt x="1743465" y="2056702"/>
                </a:lnTo>
                <a:lnTo>
                  <a:pt x="1741818" y="2056702"/>
                </a:lnTo>
                <a:lnTo>
                  <a:pt x="1740172" y="2056702"/>
                </a:lnTo>
                <a:lnTo>
                  <a:pt x="1738526" y="2056702"/>
                </a:lnTo>
                <a:lnTo>
                  <a:pt x="1736879" y="2056702"/>
                </a:lnTo>
                <a:lnTo>
                  <a:pt x="1735233" y="2056702"/>
                </a:lnTo>
                <a:lnTo>
                  <a:pt x="1733587" y="2056702"/>
                </a:lnTo>
                <a:lnTo>
                  <a:pt x="1731940" y="2056702"/>
                </a:lnTo>
                <a:lnTo>
                  <a:pt x="1730294" y="2056702"/>
                </a:lnTo>
                <a:lnTo>
                  <a:pt x="1728648" y="2056702"/>
                </a:lnTo>
                <a:lnTo>
                  <a:pt x="1727001" y="2056702"/>
                </a:lnTo>
                <a:lnTo>
                  <a:pt x="1725355" y="2056702"/>
                </a:lnTo>
                <a:lnTo>
                  <a:pt x="1723709" y="2056702"/>
                </a:lnTo>
                <a:lnTo>
                  <a:pt x="1722062" y="2056702"/>
                </a:lnTo>
                <a:lnTo>
                  <a:pt x="1720416" y="2056702"/>
                </a:lnTo>
                <a:lnTo>
                  <a:pt x="1718770" y="2056702"/>
                </a:lnTo>
                <a:lnTo>
                  <a:pt x="1717123" y="2056702"/>
                </a:lnTo>
                <a:lnTo>
                  <a:pt x="1715477" y="2056702"/>
                </a:lnTo>
                <a:lnTo>
                  <a:pt x="1713831" y="2056702"/>
                </a:lnTo>
                <a:lnTo>
                  <a:pt x="1712184" y="2056702"/>
                </a:lnTo>
                <a:lnTo>
                  <a:pt x="1710538" y="2056702"/>
                </a:lnTo>
                <a:lnTo>
                  <a:pt x="1708892" y="2056702"/>
                </a:lnTo>
                <a:lnTo>
                  <a:pt x="1707245" y="2056702"/>
                </a:lnTo>
                <a:lnTo>
                  <a:pt x="1705599" y="2056702"/>
                </a:lnTo>
                <a:lnTo>
                  <a:pt x="1703953" y="2056702"/>
                </a:lnTo>
                <a:lnTo>
                  <a:pt x="1702306" y="2056702"/>
                </a:lnTo>
                <a:lnTo>
                  <a:pt x="1700660" y="2056702"/>
                </a:lnTo>
                <a:lnTo>
                  <a:pt x="1699014" y="2056702"/>
                </a:lnTo>
                <a:lnTo>
                  <a:pt x="1697367" y="2056702"/>
                </a:lnTo>
                <a:lnTo>
                  <a:pt x="1695721" y="2056702"/>
                </a:lnTo>
                <a:lnTo>
                  <a:pt x="1694075" y="2056702"/>
                </a:lnTo>
                <a:lnTo>
                  <a:pt x="1692428" y="2056702"/>
                </a:lnTo>
                <a:lnTo>
                  <a:pt x="1690782" y="2056702"/>
                </a:lnTo>
                <a:lnTo>
                  <a:pt x="1689136" y="2056702"/>
                </a:lnTo>
                <a:lnTo>
                  <a:pt x="1687489" y="2056702"/>
                </a:lnTo>
                <a:lnTo>
                  <a:pt x="1685843" y="2056702"/>
                </a:lnTo>
                <a:lnTo>
                  <a:pt x="1684197" y="2056702"/>
                </a:lnTo>
                <a:lnTo>
                  <a:pt x="1682550" y="2056702"/>
                </a:lnTo>
                <a:lnTo>
                  <a:pt x="1680904" y="2056702"/>
                </a:lnTo>
                <a:lnTo>
                  <a:pt x="1679258" y="2056702"/>
                </a:lnTo>
                <a:lnTo>
                  <a:pt x="1677611" y="2056702"/>
                </a:lnTo>
                <a:lnTo>
                  <a:pt x="1675965" y="2056702"/>
                </a:lnTo>
                <a:lnTo>
                  <a:pt x="1674319" y="2056702"/>
                </a:lnTo>
                <a:lnTo>
                  <a:pt x="1672672" y="2056702"/>
                </a:lnTo>
                <a:lnTo>
                  <a:pt x="1671026" y="2056702"/>
                </a:lnTo>
                <a:lnTo>
                  <a:pt x="1669380" y="2056702"/>
                </a:lnTo>
                <a:lnTo>
                  <a:pt x="1667733" y="2056702"/>
                </a:lnTo>
                <a:lnTo>
                  <a:pt x="1666087" y="2056702"/>
                </a:lnTo>
                <a:lnTo>
                  <a:pt x="1664441" y="2056702"/>
                </a:lnTo>
                <a:lnTo>
                  <a:pt x="1662794" y="2056702"/>
                </a:lnTo>
                <a:lnTo>
                  <a:pt x="1661148" y="2056702"/>
                </a:lnTo>
                <a:lnTo>
                  <a:pt x="1659502" y="2056702"/>
                </a:lnTo>
                <a:lnTo>
                  <a:pt x="1657855" y="2056702"/>
                </a:lnTo>
                <a:lnTo>
                  <a:pt x="1656209" y="2056702"/>
                </a:lnTo>
                <a:lnTo>
                  <a:pt x="1654563" y="2056702"/>
                </a:lnTo>
                <a:lnTo>
                  <a:pt x="1652916" y="2056702"/>
                </a:lnTo>
                <a:lnTo>
                  <a:pt x="1651270" y="2056702"/>
                </a:lnTo>
                <a:lnTo>
                  <a:pt x="1649624" y="2056702"/>
                </a:lnTo>
                <a:lnTo>
                  <a:pt x="1647977" y="2056702"/>
                </a:lnTo>
                <a:lnTo>
                  <a:pt x="1646331" y="2056702"/>
                </a:lnTo>
                <a:lnTo>
                  <a:pt x="1644685" y="2056702"/>
                </a:lnTo>
                <a:lnTo>
                  <a:pt x="1643038" y="2056702"/>
                </a:lnTo>
                <a:lnTo>
                  <a:pt x="1641392" y="2056702"/>
                </a:lnTo>
                <a:lnTo>
                  <a:pt x="1639746" y="2056702"/>
                </a:lnTo>
                <a:lnTo>
                  <a:pt x="1638099" y="2056702"/>
                </a:lnTo>
                <a:lnTo>
                  <a:pt x="1636453" y="2056702"/>
                </a:lnTo>
                <a:lnTo>
                  <a:pt x="1634807" y="2056702"/>
                </a:lnTo>
                <a:lnTo>
                  <a:pt x="1633160" y="2056702"/>
                </a:lnTo>
                <a:lnTo>
                  <a:pt x="1631514" y="2056702"/>
                </a:lnTo>
                <a:lnTo>
                  <a:pt x="1629868" y="2056702"/>
                </a:lnTo>
                <a:lnTo>
                  <a:pt x="1628221" y="2056702"/>
                </a:lnTo>
                <a:lnTo>
                  <a:pt x="1626575" y="2056702"/>
                </a:lnTo>
                <a:lnTo>
                  <a:pt x="1624929" y="2056702"/>
                </a:lnTo>
                <a:lnTo>
                  <a:pt x="1623282" y="2056702"/>
                </a:lnTo>
                <a:lnTo>
                  <a:pt x="1621636" y="2056702"/>
                </a:lnTo>
                <a:lnTo>
                  <a:pt x="1619990" y="2056702"/>
                </a:lnTo>
                <a:lnTo>
                  <a:pt x="1618343" y="2056702"/>
                </a:lnTo>
                <a:lnTo>
                  <a:pt x="1616697" y="2056702"/>
                </a:lnTo>
                <a:lnTo>
                  <a:pt x="1615051" y="2056702"/>
                </a:lnTo>
                <a:lnTo>
                  <a:pt x="1613404" y="2056702"/>
                </a:lnTo>
                <a:lnTo>
                  <a:pt x="1611758" y="2056702"/>
                </a:lnTo>
                <a:lnTo>
                  <a:pt x="1610112" y="2056702"/>
                </a:lnTo>
                <a:lnTo>
                  <a:pt x="1608465" y="2056702"/>
                </a:lnTo>
                <a:lnTo>
                  <a:pt x="1606819" y="2056702"/>
                </a:lnTo>
                <a:lnTo>
                  <a:pt x="1605173" y="2056702"/>
                </a:lnTo>
                <a:lnTo>
                  <a:pt x="1603526" y="2056702"/>
                </a:lnTo>
                <a:lnTo>
                  <a:pt x="1601880" y="2056702"/>
                </a:lnTo>
                <a:lnTo>
                  <a:pt x="1600234" y="2056702"/>
                </a:lnTo>
                <a:lnTo>
                  <a:pt x="1598587" y="2056702"/>
                </a:lnTo>
                <a:lnTo>
                  <a:pt x="1596941" y="2056702"/>
                </a:lnTo>
                <a:lnTo>
                  <a:pt x="1595295" y="2056702"/>
                </a:lnTo>
                <a:lnTo>
                  <a:pt x="1593648" y="2056702"/>
                </a:lnTo>
                <a:lnTo>
                  <a:pt x="1592002" y="2056702"/>
                </a:lnTo>
                <a:lnTo>
                  <a:pt x="1590356" y="2056702"/>
                </a:lnTo>
                <a:lnTo>
                  <a:pt x="1588709" y="2056702"/>
                </a:lnTo>
                <a:lnTo>
                  <a:pt x="1587063" y="2056702"/>
                </a:lnTo>
                <a:lnTo>
                  <a:pt x="1585417" y="2056702"/>
                </a:lnTo>
                <a:lnTo>
                  <a:pt x="1583770" y="2056702"/>
                </a:lnTo>
                <a:lnTo>
                  <a:pt x="1582124" y="2056702"/>
                </a:lnTo>
                <a:lnTo>
                  <a:pt x="1580478" y="2056702"/>
                </a:lnTo>
                <a:lnTo>
                  <a:pt x="1578831" y="2056702"/>
                </a:lnTo>
                <a:lnTo>
                  <a:pt x="1577185" y="2056702"/>
                </a:lnTo>
                <a:lnTo>
                  <a:pt x="1575539" y="2056702"/>
                </a:lnTo>
                <a:lnTo>
                  <a:pt x="1573892" y="2056702"/>
                </a:lnTo>
                <a:lnTo>
                  <a:pt x="1572246" y="2056702"/>
                </a:lnTo>
                <a:lnTo>
                  <a:pt x="1570600" y="2056702"/>
                </a:lnTo>
                <a:lnTo>
                  <a:pt x="1568953" y="2056702"/>
                </a:lnTo>
                <a:lnTo>
                  <a:pt x="1567307" y="2056702"/>
                </a:lnTo>
                <a:lnTo>
                  <a:pt x="1565661" y="2056702"/>
                </a:lnTo>
                <a:lnTo>
                  <a:pt x="1564015" y="2056702"/>
                </a:lnTo>
                <a:lnTo>
                  <a:pt x="1562368" y="2056702"/>
                </a:lnTo>
                <a:lnTo>
                  <a:pt x="1560722" y="2056702"/>
                </a:lnTo>
                <a:lnTo>
                  <a:pt x="1559076" y="2056702"/>
                </a:lnTo>
                <a:lnTo>
                  <a:pt x="1557429" y="2056702"/>
                </a:lnTo>
                <a:lnTo>
                  <a:pt x="1555783" y="2056702"/>
                </a:lnTo>
                <a:lnTo>
                  <a:pt x="1554137" y="2056702"/>
                </a:lnTo>
                <a:lnTo>
                  <a:pt x="1552490" y="2056702"/>
                </a:lnTo>
                <a:lnTo>
                  <a:pt x="1550844" y="2056702"/>
                </a:lnTo>
                <a:lnTo>
                  <a:pt x="1549198" y="2056702"/>
                </a:lnTo>
                <a:lnTo>
                  <a:pt x="1547551" y="2056702"/>
                </a:lnTo>
                <a:lnTo>
                  <a:pt x="1545905" y="2056702"/>
                </a:lnTo>
                <a:lnTo>
                  <a:pt x="1544259" y="2056702"/>
                </a:lnTo>
                <a:lnTo>
                  <a:pt x="1542612" y="2056702"/>
                </a:lnTo>
                <a:lnTo>
                  <a:pt x="1540966" y="2056702"/>
                </a:lnTo>
                <a:lnTo>
                  <a:pt x="1539320" y="2056702"/>
                </a:lnTo>
                <a:lnTo>
                  <a:pt x="1537673" y="2056702"/>
                </a:lnTo>
                <a:lnTo>
                  <a:pt x="1536027" y="2056702"/>
                </a:lnTo>
                <a:lnTo>
                  <a:pt x="1534381" y="2056702"/>
                </a:lnTo>
                <a:lnTo>
                  <a:pt x="1532734" y="2056702"/>
                </a:lnTo>
                <a:lnTo>
                  <a:pt x="1531088" y="2056702"/>
                </a:lnTo>
                <a:lnTo>
                  <a:pt x="1529442" y="2056702"/>
                </a:lnTo>
                <a:lnTo>
                  <a:pt x="1527795" y="2056702"/>
                </a:lnTo>
                <a:lnTo>
                  <a:pt x="1526149" y="2056702"/>
                </a:lnTo>
                <a:lnTo>
                  <a:pt x="1524503" y="2056702"/>
                </a:lnTo>
                <a:lnTo>
                  <a:pt x="1522856" y="2056702"/>
                </a:lnTo>
                <a:lnTo>
                  <a:pt x="1521210" y="2056702"/>
                </a:lnTo>
                <a:lnTo>
                  <a:pt x="1519564" y="2056702"/>
                </a:lnTo>
                <a:lnTo>
                  <a:pt x="1517917" y="2056702"/>
                </a:lnTo>
                <a:lnTo>
                  <a:pt x="1516271" y="2056702"/>
                </a:lnTo>
                <a:lnTo>
                  <a:pt x="1514625" y="2056702"/>
                </a:lnTo>
                <a:lnTo>
                  <a:pt x="1512978" y="2056702"/>
                </a:lnTo>
                <a:lnTo>
                  <a:pt x="1511332" y="2056702"/>
                </a:lnTo>
                <a:lnTo>
                  <a:pt x="1509686" y="2056702"/>
                </a:lnTo>
                <a:lnTo>
                  <a:pt x="1508039" y="2056702"/>
                </a:lnTo>
                <a:lnTo>
                  <a:pt x="1506393" y="2056702"/>
                </a:lnTo>
                <a:lnTo>
                  <a:pt x="1504747" y="2056702"/>
                </a:lnTo>
                <a:lnTo>
                  <a:pt x="1503100" y="2056702"/>
                </a:lnTo>
                <a:lnTo>
                  <a:pt x="1501454" y="2056702"/>
                </a:lnTo>
                <a:lnTo>
                  <a:pt x="1499808" y="2056702"/>
                </a:lnTo>
                <a:lnTo>
                  <a:pt x="1498161" y="2056702"/>
                </a:lnTo>
                <a:lnTo>
                  <a:pt x="1496515" y="2056702"/>
                </a:lnTo>
                <a:lnTo>
                  <a:pt x="1494869" y="2056702"/>
                </a:lnTo>
                <a:lnTo>
                  <a:pt x="1493222" y="2056702"/>
                </a:lnTo>
                <a:lnTo>
                  <a:pt x="1491576" y="2056702"/>
                </a:lnTo>
                <a:lnTo>
                  <a:pt x="1489930" y="2056702"/>
                </a:lnTo>
                <a:lnTo>
                  <a:pt x="1488283" y="2056702"/>
                </a:lnTo>
                <a:lnTo>
                  <a:pt x="1486637" y="2056702"/>
                </a:lnTo>
                <a:lnTo>
                  <a:pt x="1484991" y="2056702"/>
                </a:lnTo>
                <a:lnTo>
                  <a:pt x="1483344" y="2056702"/>
                </a:lnTo>
                <a:lnTo>
                  <a:pt x="1481698" y="2056702"/>
                </a:lnTo>
                <a:lnTo>
                  <a:pt x="1480052" y="2056702"/>
                </a:lnTo>
                <a:lnTo>
                  <a:pt x="1478405" y="2056702"/>
                </a:lnTo>
                <a:lnTo>
                  <a:pt x="1476759" y="2056702"/>
                </a:lnTo>
                <a:lnTo>
                  <a:pt x="1475113" y="2056702"/>
                </a:lnTo>
                <a:lnTo>
                  <a:pt x="1473466" y="2056702"/>
                </a:lnTo>
                <a:lnTo>
                  <a:pt x="1471820" y="2056702"/>
                </a:lnTo>
                <a:lnTo>
                  <a:pt x="1470174" y="2056702"/>
                </a:lnTo>
                <a:lnTo>
                  <a:pt x="1468527" y="2056702"/>
                </a:lnTo>
                <a:lnTo>
                  <a:pt x="1466881" y="2056702"/>
                </a:lnTo>
                <a:lnTo>
                  <a:pt x="1465235" y="2056702"/>
                </a:lnTo>
                <a:lnTo>
                  <a:pt x="1463588" y="2056702"/>
                </a:lnTo>
                <a:lnTo>
                  <a:pt x="1461942" y="2056702"/>
                </a:lnTo>
                <a:lnTo>
                  <a:pt x="1460296" y="2056702"/>
                </a:lnTo>
                <a:lnTo>
                  <a:pt x="1458649" y="2056702"/>
                </a:lnTo>
                <a:lnTo>
                  <a:pt x="1457003" y="2056702"/>
                </a:lnTo>
                <a:lnTo>
                  <a:pt x="1455357" y="2056702"/>
                </a:lnTo>
                <a:lnTo>
                  <a:pt x="1453710" y="2056702"/>
                </a:lnTo>
                <a:lnTo>
                  <a:pt x="1452064" y="2056702"/>
                </a:lnTo>
                <a:lnTo>
                  <a:pt x="1450418" y="2056702"/>
                </a:lnTo>
                <a:lnTo>
                  <a:pt x="1448771" y="2056702"/>
                </a:lnTo>
                <a:lnTo>
                  <a:pt x="1447125" y="2056702"/>
                </a:lnTo>
                <a:lnTo>
                  <a:pt x="1445479" y="2056702"/>
                </a:lnTo>
                <a:lnTo>
                  <a:pt x="1443832" y="2056702"/>
                </a:lnTo>
                <a:lnTo>
                  <a:pt x="1442186" y="2056702"/>
                </a:lnTo>
                <a:lnTo>
                  <a:pt x="1440540" y="2056702"/>
                </a:lnTo>
                <a:lnTo>
                  <a:pt x="1438893" y="2056702"/>
                </a:lnTo>
                <a:lnTo>
                  <a:pt x="1437247" y="2056702"/>
                </a:lnTo>
                <a:lnTo>
                  <a:pt x="1435601" y="2056702"/>
                </a:lnTo>
                <a:lnTo>
                  <a:pt x="1433954" y="2056702"/>
                </a:lnTo>
                <a:lnTo>
                  <a:pt x="1432308" y="2056702"/>
                </a:lnTo>
                <a:lnTo>
                  <a:pt x="1430662" y="2056702"/>
                </a:lnTo>
                <a:lnTo>
                  <a:pt x="1429015" y="2056702"/>
                </a:lnTo>
                <a:lnTo>
                  <a:pt x="1427369" y="2056702"/>
                </a:lnTo>
                <a:lnTo>
                  <a:pt x="1425723" y="2056702"/>
                </a:lnTo>
                <a:lnTo>
                  <a:pt x="1424076" y="2056702"/>
                </a:lnTo>
                <a:lnTo>
                  <a:pt x="1422430" y="2056702"/>
                </a:lnTo>
                <a:lnTo>
                  <a:pt x="1420784" y="2056702"/>
                </a:lnTo>
                <a:lnTo>
                  <a:pt x="1419137" y="2056702"/>
                </a:lnTo>
                <a:lnTo>
                  <a:pt x="1417491" y="2056702"/>
                </a:lnTo>
                <a:lnTo>
                  <a:pt x="1415845" y="2056702"/>
                </a:lnTo>
                <a:lnTo>
                  <a:pt x="1414198" y="2056702"/>
                </a:lnTo>
                <a:lnTo>
                  <a:pt x="1412552" y="2056702"/>
                </a:lnTo>
                <a:lnTo>
                  <a:pt x="1410906" y="2056702"/>
                </a:lnTo>
                <a:lnTo>
                  <a:pt x="1409259" y="2056702"/>
                </a:lnTo>
                <a:lnTo>
                  <a:pt x="1407613" y="2056702"/>
                </a:lnTo>
                <a:lnTo>
                  <a:pt x="1405967" y="2056702"/>
                </a:lnTo>
                <a:lnTo>
                  <a:pt x="1404320" y="2056702"/>
                </a:lnTo>
                <a:lnTo>
                  <a:pt x="1402674" y="2056702"/>
                </a:lnTo>
                <a:lnTo>
                  <a:pt x="1401028" y="2056702"/>
                </a:lnTo>
                <a:lnTo>
                  <a:pt x="1399381" y="2056702"/>
                </a:lnTo>
                <a:lnTo>
                  <a:pt x="1397735" y="2056702"/>
                </a:lnTo>
                <a:lnTo>
                  <a:pt x="1396089" y="2056702"/>
                </a:lnTo>
                <a:lnTo>
                  <a:pt x="1394442" y="2056702"/>
                </a:lnTo>
                <a:lnTo>
                  <a:pt x="1392796" y="2056702"/>
                </a:lnTo>
                <a:lnTo>
                  <a:pt x="1391150" y="2056702"/>
                </a:lnTo>
                <a:lnTo>
                  <a:pt x="1389503" y="2056702"/>
                </a:lnTo>
                <a:lnTo>
                  <a:pt x="1387857" y="2056702"/>
                </a:lnTo>
                <a:lnTo>
                  <a:pt x="1386211" y="2056702"/>
                </a:lnTo>
                <a:lnTo>
                  <a:pt x="1384564" y="2056702"/>
                </a:lnTo>
                <a:lnTo>
                  <a:pt x="1382918" y="2056702"/>
                </a:lnTo>
                <a:lnTo>
                  <a:pt x="1381272" y="2056702"/>
                </a:lnTo>
                <a:lnTo>
                  <a:pt x="1379625" y="2056702"/>
                </a:lnTo>
                <a:lnTo>
                  <a:pt x="1377979" y="2056702"/>
                </a:lnTo>
                <a:lnTo>
                  <a:pt x="1376333" y="2056702"/>
                </a:lnTo>
                <a:lnTo>
                  <a:pt x="1374686" y="2056702"/>
                </a:lnTo>
                <a:lnTo>
                  <a:pt x="1373040" y="2056702"/>
                </a:lnTo>
                <a:lnTo>
                  <a:pt x="1371394" y="2056702"/>
                </a:lnTo>
                <a:lnTo>
                  <a:pt x="1369747" y="2056702"/>
                </a:lnTo>
                <a:lnTo>
                  <a:pt x="1368101" y="2056702"/>
                </a:lnTo>
                <a:lnTo>
                  <a:pt x="1366455" y="2056702"/>
                </a:lnTo>
                <a:lnTo>
                  <a:pt x="1364808" y="2056702"/>
                </a:lnTo>
                <a:lnTo>
                  <a:pt x="1363162" y="2056702"/>
                </a:lnTo>
                <a:lnTo>
                  <a:pt x="1361516" y="2056702"/>
                </a:lnTo>
                <a:lnTo>
                  <a:pt x="1359869" y="2056702"/>
                </a:lnTo>
                <a:lnTo>
                  <a:pt x="1358223" y="2056702"/>
                </a:lnTo>
                <a:lnTo>
                  <a:pt x="1356577" y="2056702"/>
                </a:lnTo>
                <a:lnTo>
                  <a:pt x="1354930" y="2056702"/>
                </a:lnTo>
                <a:lnTo>
                  <a:pt x="1353284" y="2056702"/>
                </a:lnTo>
                <a:lnTo>
                  <a:pt x="1351638" y="2056702"/>
                </a:lnTo>
                <a:lnTo>
                  <a:pt x="1349991" y="2056702"/>
                </a:lnTo>
                <a:lnTo>
                  <a:pt x="1348345" y="2056702"/>
                </a:lnTo>
                <a:lnTo>
                  <a:pt x="1346699" y="2056702"/>
                </a:lnTo>
                <a:lnTo>
                  <a:pt x="1345052" y="2056702"/>
                </a:lnTo>
                <a:lnTo>
                  <a:pt x="1343406" y="2056702"/>
                </a:lnTo>
                <a:lnTo>
                  <a:pt x="1341760" y="2056702"/>
                </a:lnTo>
                <a:lnTo>
                  <a:pt x="1340113" y="2056702"/>
                </a:lnTo>
                <a:lnTo>
                  <a:pt x="1338467" y="2056702"/>
                </a:lnTo>
                <a:lnTo>
                  <a:pt x="1336821" y="2056702"/>
                </a:lnTo>
                <a:lnTo>
                  <a:pt x="1335174" y="2056702"/>
                </a:lnTo>
                <a:lnTo>
                  <a:pt x="1333528" y="2056702"/>
                </a:lnTo>
                <a:lnTo>
                  <a:pt x="1331882" y="2056702"/>
                </a:lnTo>
                <a:lnTo>
                  <a:pt x="1330235" y="2056702"/>
                </a:lnTo>
                <a:lnTo>
                  <a:pt x="1328589" y="2056702"/>
                </a:lnTo>
                <a:lnTo>
                  <a:pt x="1326943" y="2056702"/>
                </a:lnTo>
                <a:lnTo>
                  <a:pt x="1325296" y="2056702"/>
                </a:lnTo>
                <a:lnTo>
                  <a:pt x="1323650" y="2056702"/>
                </a:lnTo>
                <a:lnTo>
                  <a:pt x="1322004" y="2056702"/>
                </a:lnTo>
                <a:lnTo>
                  <a:pt x="1320357" y="2056702"/>
                </a:lnTo>
                <a:lnTo>
                  <a:pt x="1318711" y="2056702"/>
                </a:lnTo>
                <a:lnTo>
                  <a:pt x="1317065" y="2056702"/>
                </a:lnTo>
                <a:lnTo>
                  <a:pt x="1315418" y="2056702"/>
                </a:lnTo>
                <a:lnTo>
                  <a:pt x="1313772" y="2056702"/>
                </a:lnTo>
                <a:lnTo>
                  <a:pt x="1312126" y="2056702"/>
                </a:lnTo>
                <a:lnTo>
                  <a:pt x="1310479" y="2056702"/>
                </a:lnTo>
                <a:lnTo>
                  <a:pt x="1308833" y="2056702"/>
                </a:lnTo>
                <a:lnTo>
                  <a:pt x="1307187" y="2056702"/>
                </a:lnTo>
                <a:lnTo>
                  <a:pt x="1305540" y="2056702"/>
                </a:lnTo>
                <a:lnTo>
                  <a:pt x="1303894" y="2056702"/>
                </a:lnTo>
                <a:lnTo>
                  <a:pt x="1302248" y="2056702"/>
                </a:lnTo>
                <a:lnTo>
                  <a:pt x="1300601" y="2056702"/>
                </a:lnTo>
                <a:lnTo>
                  <a:pt x="1298955" y="2056702"/>
                </a:lnTo>
                <a:lnTo>
                  <a:pt x="1297309" y="2056702"/>
                </a:lnTo>
                <a:lnTo>
                  <a:pt x="1295662" y="2056702"/>
                </a:lnTo>
                <a:lnTo>
                  <a:pt x="1294016" y="2056702"/>
                </a:lnTo>
                <a:lnTo>
                  <a:pt x="1292370" y="2056702"/>
                </a:lnTo>
                <a:lnTo>
                  <a:pt x="1290723" y="2056702"/>
                </a:lnTo>
                <a:lnTo>
                  <a:pt x="1289077" y="2056702"/>
                </a:lnTo>
                <a:lnTo>
                  <a:pt x="1287431" y="2056702"/>
                </a:lnTo>
                <a:lnTo>
                  <a:pt x="1285784" y="2056702"/>
                </a:lnTo>
                <a:lnTo>
                  <a:pt x="1284138" y="2056702"/>
                </a:lnTo>
                <a:lnTo>
                  <a:pt x="1282492" y="2056702"/>
                </a:lnTo>
                <a:lnTo>
                  <a:pt x="1280845" y="2056702"/>
                </a:lnTo>
                <a:lnTo>
                  <a:pt x="1279199" y="2056702"/>
                </a:lnTo>
                <a:lnTo>
                  <a:pt x="1277553" y="2056702"/>
                </a:lnTo>
                <a:lnTo>
                  <a:pt x="1275906" y="2056702"/>
                </a:lnTo>
                <a:lnTo>
                  <a:pt x="1274260" y="2056702"/>
                </a:lnTo>
                <a:lnTo>
                  <a:pt x="1272614" y="2056702"/>
                </a:lnTo>
                <a:lnTo>
                  <a:pt x="1270967" y="2056702"/>
                </a:lnTo>
                <a:lnTo>
                  <a:pt x="1269321" y="2056702"/>
                </a:lnTo>
                <a:lnTo>
                  <a:pt x="1267675" y="2056702"/>
                </a:lnTo>
                <a:lnTo>
                  <a:pt x="1266028" y="2056702"/>
                </a:lnTo>
                <a:lnTo>
                  <a:pt x="1264382" y="2056702"/>
                </a:lnTo>
                <a:lnTo>
                  <a:pt x="1262736" y="2056702"/>
                </a:lnTo>
                <a:lnTo>
                  <a:pt x="1261089" y="2056702"/>
                </a:lnTo>
                <a:lnTo>
                  <a:pt x="1259443" y="2056702"/>
                </a:lnTo>
                <a:lnTo>
                  <a:pt x="1257797" y="2056702"/>
                </a:lnTo>
                <a:lnTo>
                  <a:pt x="1256150" y="2056702"/>
                </a:lnTo>
                <a:lnTo>
                  <a:pt x="1254504" y="2056702"/>
                </a:lnTo>
                <a:lnTo>
                  <a:pt x="1252858" y="2056702"/>
                </a:lnTo>
                <a:lnTo>
                  <a:pt x="1251212" y="2056702"/>
                </a:lnTo>
                <a:lnTo>
                  <a:pt x="1249565" y="2056702"/>
                </a:lnTo>
                <a:lnTo>
                  <a:pt x="1247919" y="2056702"/>
                </a:lnTo>
                <a:lnTo>
                  <a:pt x="1246273" y="2056702"/>
                </a:lnTo>
                <a:lnTo>
                  <a:pt x="1244626" y="2056702"/>
                </a:lnTo>
                <a:lnTo>
                  <a:pt x="1242980" y="2056702"/>
                </a:lnTo>
                <a:lnTo>
                  <a:pt x="1241334" y="2056702"/>
                </a:lnTo>
                <a:lnTo>
                  <a:pt x="1239687" y="2056702"/>
                </a:lnTo>
                <a:lnTo>
                  <a:pt x="1238041" y="2056702"/>
                </a:lnTo>
                <a:lnTo>
                  <a:pt x="1236395" y="2056702"/>
                </a:lnTo>
                <a:lnTo>
                  <a:pt x="1234748" y="2056702"/>
                </a:lnTo>
                <a:lnTo>
                  <a:pt x="1233102" y="2056702"/>
                </a:lnTo>
                <a:lnTo>
                  <a:pt x="1231456" y="2056702"/>
                </a:lnTo>
                <a:lnTo>
                  <a:pt x="1229809" y="2056702"/>
                </a:lnTo>
                <a:lnTo>
                  <a:pt x="1228163" y="2056702"/>
                </a:lnTo>
                <a:lnTo>
                  <a:pt x="1226517" y="2056702"/>
                </a:lnTo>
                <a:lnTo>
                  <a:pt x="1224870" y="2056702"/>
                </a:lnTo>
                <a:lnTo>
                  <a:pt x="1223224" y="2056702"/>
                </a:lnTo>
                <a:lnTo>
                  <a:pt x="1221578" y="2056702"/>
                </a:lnTo>
                <a:lnTo>
                  <a:pt x="1219931" y="2056702"/>
                </a:lnTo>
                <a:lnTo>
                  <a:pt x="1218285" y="2056702"/>
                </a:lnTo>
                <a:lnTo>
                  <a:pt x="1216639" y="2056702"/>
                </a:lnTo>
                <a:lnTo>
                  <a:pt x="1214992" y="2056702"/>
                </a:lnTo>
                <a:lnTo>
                  <a:pt x="1213346" y="2056702"/>
                </a:lnTo>
                <a:lnTo>
                  <a:pt x="1211700" y="2056702"/>
                </a:lnTo>
                <a:lnTo>
                  <a:pt x="1210053" y="2056702"/>
                </a:lnTo>
                <a:lnTo>
                  <a:pt x="1208407" y="2056702"/>
                </a:lnTo>
                <a:lnTo>
                  <a:pt x="1206761" y="2056702"/>
                </a:lnTo>
                <a:lnTo>
                  <a:pt x="1205114" y="2056702"/>
                </a:lnTo>
                <a:lnTo>
                  <a:pt x="1203468" y="2056702"/>
                </a:lnTo>
                <a:lnTo>
                  <a:pt x="1201822" y="2056702"/>
                </a:lnTo>
                <a:lnTo>
                  <a:pt x="1200175" y="2056702"/>
                </a:lnTo>
                <a:lnTo>
                  <a:pt x="1198529" y="2056702"/>
                </a:lnTo>
                <a:lnTo>
                  <a:pt x="1196883" y="2056702"/>
                </a:lnTo>
                <a:lnTo>
                  <a:pt x="1195236" y="2056702"/>
                </a:lnTo>
                <a:lnTo>
                  <a:pt x="1193590" y="2056702"/>
                </a:lnTo>
                <a:lnTo>
                  <a:pt x="1191944" y="2056702"/>
                </a:lnTo>
                <a:lnTo>
                  <a:pt x="1190297" y="2056702"/>
                </a:lnTo>
                <a:lnTo>
                  <a:pt x="1188651" y="2056702"/>
                </a:lnTo>
                <a:lnTo>
                  <a:pt x="1187005" y="2056702"/>
                </a:lnTo>
                <a:lnTo>
                  <a:pt x="1185358" y="2056702"/>
                </a:lnTo>
                <a:lnTo>
                  <a:pt x="1183712" y="2056702"/>
                </a:lnTo>
                <a:lnTo>
                  <a:pt x="1182066" y="2056702"/>
                </a:lnTo>
                <a:lnTo>
                  <a:pt x="1180419" y="2056702"/>
                </a:lnTo>
                <a:lnTo>
                  <a:pt x="1178773" y="2056702"/>
                </a:lnTo>
                <a:lnTo>
                  <a:pt x="1177127" y="2056702"/>
                </a:lnTo>
                <a:lnTo>
                  <a:pt x="1175480" y="2056702"/>
                </a:lnTo>
                <a:lnTo>
                  <a:pt x="1173834" y="2056702"/>
                </a:lnTo>
                <a:lnTo>
                  <a:pt x="1172188" y="2056702"/>
                </a:lnTo>
                <a:lnTo>
                  <a:pt x="1170541" y="2056702"/>
                </a:lnTo>
                <a:lnTo>
                  <a:pt x="1168895" y="2056702"/>
                </a:lnTo>
                <a:lnTo>
                  <a:pt x="1167249" y="2056702"/>
                </a:lnTo>
                <a:lnTo>
                  <a:pt x="1165602" y="2056702"/>
                </a:lnTo>
                <a:lnTo>
                  <a:pt x="1163956" y="2056702"/>
                </a:lnTo>
                <a:lnTo>
                  <a:pt x="1162310" y="2056702"/>
                </a:lnTo>
                <a:lnTo>
                  <a:pt x="1160663" y="2056702"/>
                </a:lnTo>
                <a:lnTo>
                  <a:pt x="1159017" y="2056702"/>
                </a:lnTo>
                <a:lnTo>
                  <a:pt x="1157371" y="2056702"/>
                </a:lnTo>
                <a:lnTo>
                  <a:pt x="1155724" y="2056702"/>
                </a:lnTo>
                <a:lnTo>
                  <a:pt x="1154078" y="2056702"/>
                </a:lnTo>
                <a:lnTo>
                  <a:pt x="1152432" y="2056702"/>
                </a:lnTo>
                <a:lnTo>
                  <a:pt x="1150785" y="2056702"/>
                </a:lnTo>
                <a:lnTo>
                  <a:pt x="1149139" y="2056702"/>
                </a:lnTo>
                <a:lnTo>
                  <a:pt x="1147493" y="2056702"/>
                </a:lnTo>
                <a:lnTo>
                  <a:pt x="1145846" y="2056702"/>
                </a:lnTo>
                <a:lnTo>
                  <a:pt x="1144200" y="2056702"/>
                </a:lnTo>
                <a:lnTo>
                  <a:pt x="1142554" y="2056702"/>
                </a:lnTo>
                <a:lnTo>
                  <a:pt x="1140907" y="2056702"/>
                </a:lnTo>
                <a:lnTo>
                  <a:pt x="1139261" y="2056702"/>
                </a:lnTo>
                <a:lnTo>
                  <a:pt x="1137615" y="2056702"/>
                </a:lnTo>
                <a:lnTo>
                  <a:pt x="1135968" y="2056702"/>
                </a:lnTo>
                <a:lnTo>
                  <a:pt x="1134322" y="2056702"/>
                </a:lnTo>
                <a:lnTo>
                  <a:pt x="1132676" y="2056702"/>
                </a:lnTo>
                <a:lnTo>
                  <a:pt x="1131029" y="2056702"/>
                </a:lnTo>
                <a:lnTo>
                  <a:pt x="1129383" y="2056702"/>
                </a:lnTo>
                <a:lnTo>
                  <a:pt x="1127737" y="2056702"/>
                </a:lnTo>
                <a:lnTo>
                  <a:pt x="1126090" y="2056702"/>
                </a:lnTo>
                <a:lnTo>
                  <a:pt x="1124444" y="2056702"/>
                </a:lnTo>
                <a:lnTo>
                  <a:pt x="1122798" y="2056702"/>
                </a:lnTo>
                <a:lnTo>
                  <a:pt x="1121151" y="2056702"/>
                </a:lnTo>
                <a:lnTo>
                  <a:pt x="1119505" y="2056702"/>
                </a:lnTo>
                <a:lnTo>
                  <a:pt x="1117859" y="2056702"/>
                </a:lnTo>
                <a:lnTo>
                  <a:pt x="1116212" y="2056702"/>
                </a:lnTo>
                <a:lnTo>
                  <a:pt x="1114566" y="2056702"/>
                </a:lnTo>
                <a:lnTo>
                  <a:pt x="1112920" y="2056702"/>
                </a:lnTo>
                <a:lnTo>
                  <a:pt x="1111273" y="2056702"/>
                </a:lnTo>
                <a:lnTo>
                  <a:pt x="1109627" y="2056702"/>
                </a:lnTo>
                <a:lnTo>
                  <a:pt x="1107981" y="2056702"/>
                </a:lnTo>
                <a:lnTo>
                  <a:pt x="1106334" y="2056702"/>
                </a:lnTo>
                <a:lnTo>
                  <a:pt x="1104688" y="2056702"/>
                </a:lnTo>
                <a:lnTo>
                  <a:pt x="1103042" y="2056702"/>
                </a:lnTo>
                <a:lnTo>
                  <a:pt x="1101395" y="2056702"/>
                </a:lnTo>
                <a:lnTo>
                  <a:pt x="1099749" y="2056702"/>
                </a:lnTo>
                <a:lnTo>
                  <a:pt x="1098103" y="2056702"/>
                </a:lnTo>
                <a:lnTo>
                  <a:pt x="1096456" y="2056702"/>
                </a:lnTo>
                <a:lnTo>
                  <a:pt x="1094810" y="2056702"/>
                </a:lnTo>
                <a:lnTo>
                  <a:pt x="1093164" y="2056702"/>
                </a:lnTo>
                <a:lnTo>
                  <a:pt x="1091517" y="2056702"/>
                </a:lnTo>
                <a:lnTo>
                  <a:pt x="1089871" y="2056702"/>
                </a:lnTo>
                <a:lnTo>
                  <a:pt x="1088225" y="2056702"/>
                </a:lnTo>
                <a:lnTo>
                  <a:pt x="1086578" y="2056702"/>
                </a:lnTo>
                <a:lnTo>
                  <a:pt x="1084932" y="2056702"/>
                </a:lnTo>
                <a:lnTo>
                  <a:pt x="1083286" y="2056702"/>
                </a:lnTo>
                <a:lnTo>
                  <a:pt x="1081639" y="2056702"/>
                </a:lnTo>
                <a:lnTo>
                  <a:pt x="1079993" y="2056702"/>
                </a:lnTo>
                <a:lnTo>
                  <a:pt x="1078347" y="2056702"/>
                </a:lnTo>
                <a:lnTo>
                  <a:pt x="1076700" y="2056702"/>
                </a:lnTo>
                <a:lnTo>
                  <a:pt x="1075054" y="2056702"/>
                </a:lnTo>
                <a:lnTo>
                  <a:pt x="1073408" y="2056702"/>
                </a:lnTo>
                <a:lnTo>
                  <a:pt x="1071761" y="2056702"/>
                </a:lnTo>
                <a:lnTo>
                  <a:pt x="1070115" y="2056702"/>
                </a:lnTo>
                <a:lnTo>
                  <a:pt x="1068469" y="2056702"/>
                </a:lnTo>
                <a:lnTo>
                  <a:pt x="1066822" y="2056702"/>
                </a:lnTo>
                <a:lnTo>
                  <a:pt x="1065176" y="2056702"/>
                </a:lnTo>
                <a:lnTo>
                  <a:pt x="1063530" y="2056702"/>
                </a:lnTo>
                <a:lnTo>
                  <a:pt x="1061883" y="2056702"/>
                </a:lnTo>
                <a:lnTo>
                  <a:pt x="1060237" y="2056702"/>
                </a:lnTo>
                <a:lnTo>
                  <a:pt x="1058591" y="2056702"/>
                </a:lnTo>
                <a:lnTo>
                  <a:pt x="1056944" y="2056702"/>
                </a:lnTo>
                <a:lnTo>
                  <a:pt x="1055298" y="2056702"/>
                </a:lnTo>
                <a:lnTo>
                  <a:pt x="1053652" y="2056702"/>
                </a:lnTo>
                <a:lnTo>
                  <a:pt x="1052005" y="2056702"/>
                </a:lnTo>
                <a:lnTo>
                  <a:pt x="1050359" y="2056702"/>
                </a:lnTo>
                <a:lnTo>
                  <a:pt x="1048713" y="2056702"/>
                </a:lnTo>
                <a:lnTo>
                  <a:pt x="1047066" y="2056702"/>
                </a:lnTo>
                <a:lnTo>
                  <a:pt x="1045420" y="2056702"/>
                </a:lnTo>
                <a:lnTo>
                  <a:pt x="1043774" y="2056702"/>
                </a:lnTo>
                <a:lnTo>
                  <a:pt x="1042127" y="2056702"/>
                </a:lnTo>
                <a:lnTo>
                  <a:pt x="1040481" y="2056702"/>
                </a:lnTo>
                <a:lnTo>
                  <a:pt x="1038835" y="2056702"/>
                </a:lnTo>
                <a:lnTo>
                  <a:pt x="1037188" y="2056702"/>
                </a:lnTo>
                <a:lnTo>
                  <a:pt x="1035542" y="2056702"/>
                </a:lnTo>
                <a:lnTo>
                  <a:pt x="1033896" y="2056702"/>
                </a:lnTo>
                <a:lnTo>
                  <a:pt x="1032249" y="2056702"/>
                </a:lnTo>
                <a:lnTo>
                  <a:pt x="1030603" y="2056702"/>
                </a:lnTo>
                <a:lnTo>
                  <a:pt x="1028957" y="2056702"/>
                </a:lnTo>
                <a:lnTo>
                  <a:pt x="1027310" y="2056702"/>
                </a:lnTo>
                <a:lnTo>
                  <a:pt x="1025664" y="2056702"/>
                </a:lnTo>
                <a:lnTo>
                  <a:pt x="1024018" y="2056702"/>
                </a:lnTo>
                <a:lnTo>
                  <a:pt x="1022371" y="2056702"/>
                </a:lnTo>
                <a:lnTo>
                  <a:pt x="1020725" y="2056702"/>
                </a:lnTo>
                <a:lnTo>
                  <a:pt x="1019079" y="2056702"/>
                </a:lnTo>
                <a:lnTo>
                  <a:pt x="1017432" y="2056702"/>
                </a:lnTo>
                <a:lnTo>
                  <a:pt x="1015786" y="2056702"/>
                </a:lnTo>
                <a:lnTo>
                  <a:pt x="1014140" y="2056702"/>
                </a:lnTo>
                <a:lnTo>
                  <a:pt x="1012493" y="2056702"/>
                </a:lnTo>
                <a:lnTo>
                  <a:pt x="1010847" y="2056702"/>
                </a:lnTo>
                <a:lnTo>
                  <a:pt x="1009201" y="2056702"/>
                </a:lnTo>
                <a:lnTo>
                  <a:pt x="1007554" y="2056702"/>
                </a:lnTo>
                <a:lnTo>
                  <a:pt x="1005908" y="2056702"/>
                </a:lnTo>
                <a:lnTo>
                  <a:pt x="1004262" y="2056702"/>
                </a:lnTo>
                <a:lnTo>
                  <a:pt x="1002615" y="2056702"/>
                </a:lnTo>
                <a:lnTo>
                  <a:pt x="1000969" y="2056702"/>
                </a:lnTo>
                <a:lnTo>
                  <a:pt x="999323" y="2056702"/>
                </a:lnTo>
                <a:lnTo>
                  <a:pt x="997676" y="2056702"/>
                </a:lnTo>
                <a:lnTo>
                  <a:pt x="996030" y="2056702"/>
                </a:lnTo>
                <a:lnTo>
                  <a:pt x="994384" y="2056702"/>
                </a:lnTo>
                <a:lnTo>
                  <a:pt x="992737" y="2056702"/>
                </a:lnTo>
                <a:lnTo>
                  <a:pt x="991091" y="2056702"/>
                </a:lnTo>
                <a:lnTo>
                  <a:pt x="989445" y="2056702"/>
                </a:lnTo>
                <a:lnTo>
                  <a:pt x="987798" y="2056702"/>
                </a:lnTo>
                <a:lnTo>
                  <a:pt x="986152" y="2056702"/>
                </a:lnTo>
                <a:lnTo>
                  <a:pt x="984506" y="2056702"/>
                </a:lnTo>
                <a:lnTo>
                  <a:pt x="982859" y="2056702"/>
                </a:lnTo>
                <a:lnTo>
                  <a:pt x="981213" y="2056702"/>
                </a:lnTo>
                <a:lnTo>
                  <a:pt x="979567" y="2056702"/>
                </a:lnTo>
                <a:lnTo>
                  <a:pt x="977920" y="2056702"/>
                </a:lnTo>
                <a:lnTo>
                  <a:pt x="976274" y="2056702"/>
                </a:lnTo>
                <a:lnTo>
                  <a:pt x="974628" y="2056702"/>
                </a:lnTo>
                <a:lnTo>
                  <a:pt x="972981" y="2056702"/>
                </a:lnTo>
                <a:lnTo>
                  <a:pt x="971335" y="2056702"/>
                </a:lnTo>
                <a:lnTo>
                  <a:pt x="969689" y="2056702"/>
                </a:lnTo>
                <a:lnTo>
                  <a:pt x="968042" y="2056702"/>
                </a:lnTo>
                <a:lnTo>
                  <a:pt x="966396" y="2056702"/>
                </a:lnTo>
                <a:lnTo>
                  <a:pt x="964750" y="2056702"/>
                </a:lnTo>
                <a:lnTo>
                  <a:pt x="963103" y="2056702"/>
                </a:lnTo>
                <a:lnTo>
                  <a:pt x="961457" y="2056702"/>
                </a:lnTo>
                <a:lnTo>
                  <a:pt x="959811" y="2056702"/>
                </a:lnTo>
                <a:lnTo>
                  <a:pt x="958164" y="2056702"/>
                </a:lnTo>
                <a:lnTo>
                  <a:pt x="956518" y="2056702"/>
                </a:lnTo>
                <a:lnTo>
                  <a:pt x="954872" y="2056702"/>
                </a:lnTo>
                <a:lnTo>
                  <a:pt x="953225" y="2056702"/>
                </a:lnTo>
                <a:lnTo>
                  <a:pt x="951579" y="2056702"/>
                </a:lnTo>
                <a:lnTo>
                  <a:pt x="949933" y="2056702"/>
                </a:lnTo>
                <a:lnTo>
                  <a:pt x="948286" y="2056702"/>
                </a:lnTo>
                <a:lnTo>
                  <a:pt x="946640" y="2056702"/>
                </a:lnTo>
                <a:lnTo>
                  <a:pt x="944994" y="2056702"/>
                </a:lnTo>
                <a:lnTo>
                  <a:pt x="943347" y="2056702"/>
                </a:lnTo>
                <a:lnTo>
                  <a:pt x="941701" y="2056702"/>
                </a:lnTo>
                <a:lnTo>
                  <a:pt x="940055" y="2056702"/>
                </a:lnTo>
                <a:lnTo>
                  <a:pt x="938409" y="2056702"/>
                </a:lnTo>
                <a:lnTo>
                  <a:pt x="936762" y="2056702"/>
                </a:lnTo>
                <a:lnTo>
                  <a:pt x="935116" y="2056702"/>
                </a:lnTo>
                <a:lnTo>
                  <a:pt x="933470" y="2056702"/>
                </a:lnTo>
                <a:lnTo>
                  <a:pt x="931823" y="2056702"/>
                </a:lnTo>
                <a:lnTo>
                  <a:pt x="930177" y="2056702"/>
                </a:lnTo>
                <a:lnTo>
                  <a:pt x="928531" y="2056702"/>
                </a:lnTo>
                <a:lnTo>
                  <a:pt x="926884" y="2056702"/>
                </a:lnTo>
                <a:lnTo>
                  <a:pt x="925238" y="2056702"/>
                </a:lnTo>
                <a:lnTo>
                  <a:pt x="923592" y="2056702"/>
                </a:lnTo>
                <a:lnTo>
                  <a:pt x="921945" y="2056702"/>
                </a:lnTo>
                <a:lnTo>
                  <a:pt x="920299" y="2056702"/>
                </a:lnTo>
                <a:lnTo>
                  <a:pt x="918653" y="2056702"/>
                </a:lnTo>
                <a:lnTo>
                  <a:pt x="917006" y="2056702"/>
                </a:lnTo>
                <a:lnTo>
                  <a:pt x="915360" y="2056702"/>
                </a:lnTo>
                <a:lnTo>
                  <a:pt x="913714" y="2056702"/>
                </a:lnTo>
                <a:lnTo>
                  <a:pt x="912067" y="2056702"/>
                </a:lnTo>
                <a:lnTo>
                  <a:pt x="910421" y="2056702"/>
                </a:lnTo>
                <a:lnTo>
                  <a:pt x="908775" y="2056702"/>
                </a:lnTo>
                <a:lnTo>
                  <a:pt x="907128" y="2056702"/>
                </a:lnTo>
                <a:lnTo>
                  <a:pt x="905482" y="2056702"/>
                </a:lnTo>
                <a:lnTo>
                  <a:pt x="903836" y="2056702"/>
                </a:lnTo>
                <a:lnTo>
                  <a:pt x="902189" y="2056702"/>
                </a:lnTo>
                <a:lnTo>
                  <a:pt x="900543" y="2056702"/>
                </a:lnTo>
                <a:lnTo>
                  <a:pt x="898897" y="2056702"/>
                </a:lnTo>
                <a:lnTo>
                  <a:pt x="897250" y="2056702"/>
                </a:lnTo>
                <a:lnTo>
                  <a:pt x="895604" y="2056702"/>
                </a:lnTo>
                <a:lnTo>
                  <a:pt x="893958" y="2056702"/>
                </a:lnTo>
                <a:lnTo>
                  <a:pt x="892311" y="2056702"/>
                </a:lnTo>
                <a:lnTo>
                  <a:pt x="890665" y="2056702"/>
                </a:lnTo>
                <a:lnTo>
                  <a:pt x="889019" y="2056702"/>
                </a:lnTo>
                <a:lnTo>
                  <a:pt x="887372" y="2056702"/>
                </a:lnTo>
                <a:lnTo>
                  <a:pt x="885726" y="2056702"/>
                </a:lnTo>
                <a:lnTo>
                  <a:pt x="884080" y="2056702"/>
                </a:lnTo>
                <a:lnTo>
                  <a:pt x="882433" y="2056702"/>
                </a:lnTo>
                <a:lnTo>
                  <a:pt x="880787" y="2056702"/>
                </a:lnTo>
                <a:lnTo>
                  <a:pt x="879141" y="2056702"/>
                </a:lnTo>
                <a:lnTo>
                  <a:pt x="877494" y="2056702"/>
                </a:lnTo>
                <a:lnTo>
                  <a:pt x="875848" y="2056702"/>
                </a:lnTo>
                <a:lnTo>
                  <a:pt x="874202" y="2056702"/>
                </a:lnTo>
                <a:lnTo>
                  <a:pt x="872555" y="2056702"/>
                </a:lnTo>
                <a:lnTo>
                  <a:pt x="870909" y="2056702"/>
                </a:lnTo>
                <a:lnTo>
                  <a:pt x="869263" y="2056702"/>
                </a:lnTo>
                <a:lnTo>
                  <a:pt x="867616" y="2056702"/>
                </a:lnTo>
                <a:lnTo>
                  <a:pt x="865970" y="2056702"/>
                </a:lnTo>
                <a:lnTo>
                  <a:pt x="864324" y="2056702"/>
                </a:lnTo>
                <a:lnTo>
                  <a:pt x="862677" y="2056702"/>
                </a:lnTo>
                <a:lnTo>
                  <a:pt x="861031" y="2056702"/>
                </a:lnTo>
                <a:lnTo>
                  <a:pt x="859385" y="2056702"/>
                </a:lnTo>
                <a:lnTo>
                  <a:pt x="857738" y="2056702"/>
                </a:lnTo>
                <a:lnTo>
                  <a:pt x="856092" y="2056702"/>
                </a:lnTo>
                <a:lnTo>
                  <a:pt x="854446" y="2056702"/>
                </a:lnTo>
                <a:lnTo>
                  <a:pt x="852799" y="2056702"/>
                </a:lnTo>
                <a:lnTo>
                  <a:pt x="851153" y="2056702"/>
                </a:lnTo>
                <a:lnTo>
                  <a:pt x="849507" y="2056702"/>
                </a:lnTo>
                <a:lnTo>
                  <a:pt x="847860" y="2056702"/>
                </a:lnTo>
                <a:lnTo>
                  <a:pt x="846214" y="2056702"/>
                </a:lnTo>
                <a:lnTo>
                  <a:pt x="844568" y="2056702"/>
                </a:lnTo>
                <a:lnTo>
                  <a:pt x="842921" y="2056702"/>
                </a:lnTo>
                <a:lnTo>
                  <a:pt x="841275" y="2056702"/>
                </a:lnTo>
                <a:lnTo>
                  <a:pt x="839629" y="2056702"/>
                </a:lnTo>
                <a:lnTo>
                  <a:pt x="837982" y="2056702"/>
                </a:lnTo>
                <a:lnTo>
                  <a:pt x="836336" y="2056702"/>
                </a:lnTo>
                <a:lnTo>
                  <a:pt x="834690" y="2056702"/>
                </a:lnTo>
                <a:lnTo>
                  <a:pt x="833043" y="2056702"/>
                </a:lnTo>
                <a:lnTo>
                  <a:pt x="831397" y="2056702"/>
                </a:lnTo>
                <a:lnTo>
                  <a:pt x="829751" y="2056702"/>
                </a:lnTo>
                <a:lnTo>
                  <a:pt x="828104" y="2056702"/>
                </a:lnTo>
                <a:lnTo>
                  <a:pt x="826458" y="2056702"/>
                </a:lnTo>
                <a:lnTo>
                  <a:pt x="824812" y="2056702"/>
                </a:lnTo>
                <a:lnTo>
                  <a:pt x="823165" y="2056702"/>
                </a:lnTo>
                <a:lnTo>
                  <a:pt x="821519" y="2056702"/>
                </a:lnTo>
                <a:lnTo>
                  <a:pt x="819873" y="2056702"/>
                </a:lnTo>
                <a:lnTo>
                  <a:pt x="818226" y="2056702"/>
                </a:lnTo>
                <a:lnTo>
                  <a:pt x="816580" y="2056702"/>
                </a:lnTo>
                <a:lnTo>
                  <a:pt x="814934" y="2056702"/>
                </a:lnTo>
                <a:lnTo>
                  <a:pt x="813287" y="2056702"/>
                </a:lnTo>
                <a:lnTo>
                  <a:pt x="811641" y="2056702"/>
                </a:lnTo>
                <a:lnTo>
                  <a:pt x="809995" y="2056702"/>
                </a:lnTo>
                <a:lnTo>
                  <a:pt x="808348" y="2056702"/>
                </a:lnTo>
                <a:lnTo>
                  <a:pt x="806702" y="2056702"/>
                </a:lnTo>
                <a:lnTo>
                  <a:pt x="805056" y="2056702"/>
                </a:lnTo>
                <a:lnTo>
                  <a:pt x="803409" y="2056702"/>
                </a:lnTo>
                <a:lnTo>
                  <a:pt x="801763" y="2056702"/>
                </a:lnTo>
                <a:lnTo>
                  <a:pt x="800117" y="2056702"/>
                </a:lnTo>
                <a:lnTo>
                  <a:pt x="798470" y="2056702"/>
                </a:lnTo>
                <a:lnTo>
                  <a:pt x="796824" y="2056702"/>
                </a:lnTo>
                <a:lnTo>
                  <a:pt x="795178" y="2056702"/>
                </a:lnTo>
                <a:lnTo>
                  <a:pt x="793531" y="2056702"/>
                </a:lnTo>
                <a:lnTo>
                  <a:pt x="791885" y="2056702"/>
                </a:lnTo>
                <a:lnTo>
                  <a:pt x="790239" y="2056702"/>
                </a:lnTo>
                <a:lnTo>
                  <a:pt x="788592" y="2056702"/>
                </a:lnTo>
                <a:lnTo>
                  <a:pt x="786946" y="2056702"/>
                </a:lnTo>
                <a:lnTo>
                  <a:pt x="785300" y="2056702"/>
                </a:lnTo>
                <a:lnTo>
                  <a:pt x="783653" y="2056702"/>
                </a:lnTo>
                <a:lnTo>
                  <a:pt x="782007" y="2056702"/>
                </a:lnTo>
                <a:lnTo>
                  <a:pt x="780361" y="2056702"/>
                </a:lnTo>
                <a:lnTo>
                  <a:pt x="778714" y="2056702"/>
                </a:lnTo>
                <a:lnTo>
                  <a:pt x="777068" y="2056702"/>
                </a:lnTo>
                <a:lnTo>
                  <a:pt x="775422" y="2056702"/>
                </a:lnTo>
                <a:lnTo>
                  <a:pt x="773775" y="2056702"/>
                </a:lnTo>
                <a:lnTo>
                  <a:pt x="772129" y="2056702"/>
                </a:lnTo>
                <a:lnTo>
                  <a:pt x="770483" y="2056702"/>
                </a:lnTo>
                <a:lnTo>
                  <a:pt x="768836" y="2056702"/>
                </a:lnTo>
                <a:lnTo>
                  <a:pt x="767190" y="2056702"/>
                </a:lnTo>
                <a:lnTo>
                  <a:pt x="765544" y="2056702"/>
                </a:lnTo>
                <a:lnTo>
                  <a:pt x="763897" y="2056702"/>
                </a:lnTo>
                <a:lnTo>
                  <a:pt x="762251" y="2056702"/>
                </a:lnTo>
                <a:lnTo>
                  <a:pt x="760605" y="2056702"/>
                </a:lnTo>
                <a:lnTo>
                  <a:pt x="758958" y="2056702"/>
                </a:lnTo>
                <a:lnTo>
                  <a:pt x="757312" y="2056702"/>
                </a:lnTo>
                <a:lnTo>
                  <a:pt x="755666" y="2056702"/>
                </a:lnTo>
                <a:lnTo>
                  <a:pt x="754019" y="2056702"/>
                </a:lnTo>
                <a:lnTo>
                  <a:pt x="752373" y="2056702"/>
                </a:lnTo>
                <a:lnTo>
                  <a:pt x="750727" y="2056702"/>
                </a:lnTo>
                <a:lnTo>
                  <a:pt x="749080" y="2056702"/>
                </a:lnTo>
                <a:lnTo>
                  <a:pt x="747434" y="2056702"/>
                </a:lnTo>
                <a:lnTo>
                  <a:pt x="745788" y="2056702"/>
                </a:lnTo>
                <a:lnTo>
                  <a:pt x="744141" y="2056702"/>
                </a:lnTo>
                <a:lnTo>
                  <a:pt x="742495" y="2056702"/>
                </a:lnTo>
                <a:lnTo>
                  <a:pt x="740849" y="2056702"/>
                </a:lnTo>
                <a:lnTo>
                  <a:pt x="739202" y="2056702"/>
                </a:lnTo>
                <a:lnTo>
                  <a:pt x="737556" y="2056702"/>
                </a:lnTo>
                <a:lnTo>
                  <a:pt x="735910" y="2056702"/>
                </a:lnTo>
                <a:lnTo>
                  <a:pt x="734263" y="2056702"/>
                </a:lnTo>
                <a:lnTo>
                  <a:pt x="732617" y="2056702"/>
                </a:lnTo>
                <a:lnTo>
                  <a:pt x="730971" y="2056702"/>
                </a:lnTo>
                <a:lnTo>
                  <a:pt x="729324" y="2056702"/>
                </a:lnTo>
                <a:lnTo>
                  <a:pt x="727678" y="2056702"/>
                </a:lnTo>
                <a:lnTo>
                  <a:pt x="726032" y="2056702"/>
                </a:lnTo>
                <a:lnTo>
                  <a:pt x="724385" y="2056702"/>
                </a:lnTo>
                <a:lnTo>
                  <a:pt x="722739" y="2056702"/>
                </a:lnTo>
                <a:lnTo>
                  <a:pt x="721093" y="2056702"/>
                </a:lnTo>
                <a:lnTo>
                  <a:pt x="719446" y="2056702"/>
                </a:lnTo>
                <a:lnTo>
                  <a:pt x="717800" y="2056702"/>
                </a:lnTo>
                <a:lnTo>
                  <a:pt x="716154" y="2056702"/>
                </a:lnTo>
                <a:lnTo>
                  <a:pt x="714507" y="2056702"/>
                </a:lnTo>
                <a:lnTo>
                  <a:pt x="712861" y="2056702"/>
                </a:lnTo>
                <a:lnTo>
                  <a:pt x="711215" y="2056702"/>
                </a:lnTo>
                <a:lnTo>
                  <a:pt x="709568" y="2056702"/>
                </a:lnTo>
                <a:lnTo>
                  <a:pt x="707922" y="2056702"/>
                </a:lnTo>
                <a:lnTo>
                  <a:pt x="706276" y="2056702"/>
                </a:lnTo>
                <a:lnTo>
                  <a:pt x="704629" y="2056702"/>
                </a:lnTo>
                <a:lnTo>
                  <a:pt x="702983" y="2056702"/>
                </a:lnTo>
                <a:lnTo>
                  <a:pt x="701337" y="2056702"/>
                </a:lnTo>
                <a:lnTo>
                  <a:pt x="699690" y="2056702"/>
                </a:lnTo>
                <a:lnTo>
                  <a:pt x="698044" y="2056702"/>
                </a:lnTo>
                <a:lnTo>
                  <a:pt x="696398" y="2056702"/>
                </a:lnTo>
                <a:lnTo>
                  <a:pt x="694751" y="2056702"/>
                </a:lnTo>
                <a:lnTo>
                  <a:pt x="693105" y="2056702"/>
                </a:lnTo>
                <a:lnTo>
                  <a:pt x="691459" y="2056702"/>
                </a:lnTo>
                <a:lnTo>
                  <a:pt x="689812" y="2056702"/>
                </a:lnTo>
                <a:lnTo>
                  <a:pt x="688166" y="2056702"/>
                </a:lnTo>
                <a:lnTo>
                  <a:pt x="686520" y="2056702"/>
                </a:lnTo>
                <a:lnTo>
                  <a:pt x="684873" y="2056702"/>
                </a:lnTo>
                <a:lnTo>
                  <a:pt x="683227" y="2056702"/>
                </a:lnTo>
                <a:lnTo>
                  <a:pt x="681581" y="2056702"/>
                </a:lnTo>
                <a:lnTo>
                  <a:pt x="679934" y="2056702"/>
                </a:lnTo>
                <a:lnTo>
                  <a:pt x="678288" y="2056702"/>
                </a:lnTo>
                <a:lnTo>
                  <a:pt x="676642" y="2056702"/>
                </a:lnTo>
                <a:lnTo>
                  <a:pt x="674995" y="2056702"/>
                </a:lnTo>
                <a:lnTo>
                  <a:pt x="673349" y="2056702"/>
                </a:lnTo>
                <a:lnTo>
                  <a:pt x="671703" y="2056702"/>
                </a:lnTo>
                <a:lnTo>
                  <a:pt x="670056" y="2056702"/>
                </a:lnTo>
                <a:lnTo>
                  <a:pt x="668410" y="2056702"/>
                </a:lnTo>
                <a:lnTo>
                  <a:pt x="666764" y="2056702"/>
                </a:lnTo>
                <a:lnTo>
                  <a:pt x="665117" y="2056702"/>
                </a:lnTo>
                <a:lnTo>
                  <a:pt x="663471" y="2056702"/>
                </a:lnTo>
                <a:lnTo>
                  <a:pt x="661825" y="2056702"/>
                </a:lnTo>
                <a:lnTo>
                  <a:pt x="660178" y="2056702"/>
                </a:lnTo>
                <a:lnTo>
                  <a:pt x="658532" y="2056702"/>
                </a:lnTo>
                <a:lnTo>
                  <a:pt x="656886" y="2056702"/>
                </a:lnTo>
                <a:lnTo>
                  <a:pt x="655239" y="2056702"/>
                </a:lnTo>
                <a:lnTo>
                  <a:pt x="653593" y="2056702"/>
                </a:lnTo>
                <a:lnTo>
                  <a:pt x="651947" y="2056702"/>
                </a:lnTo>
                <a:lnTo>
                  <a:pt x="650300" y="2056702"/>
                </a:lnTo>
                <a:lnTo>
                  <a:pt x="648654" y="2056702"/>
                </a:lnTo>
                <a:lnTo>
                  <a:pt x="647008" y="2056702"/>
                </a:lnTo>
                <a:lnTo>
                  <a:pt x="645361" y="2056702"/>
                </a:lnTo>
                <a:lnTo>
                  <a:pt x="643715" y="2056702"/>
                </a:lnTo>
                <a:lnTo>
                  <a:pt x="642069" y="2056702"/>
                </a:lnTo>
                <a:lnTo>
                  <a:pt x="640422" y="2056702"/>
                </a:lnTo>
                <a:lnTo>
                  <a:pt x="638776" y="2056702"/>
                </a:lnTo>
                <a:lnTo>
                  <a:pt x="637130" y="2056702"/>
                </a:lnTo>
                <a:lnTo>
                  <a:pt x="635483" y="2056702"/>
                </a:lnTo>
                <a:lnTo>
                  <a:pt x="633837" y="2056702"/>
                </a:lnTo>
                <a:lnTo>
                  <a:pt x="632191" y="2056702"/>
                </a:lnTo>
                <a:lnTo>
                  <a:pt x="630544" y="2056702"/>
                </a:lnTo>
                <a:lnTo>
                  <a:pt x="628898" y="2056702"/>
                </a:lnTo>
                <a:lnTo>
                  <a:pt x="627252" y="2056702"/>
                </a:lnTo>
                <a:lnTo>
                  <a:pt x="625606" y="2056702"/>
                </a:lnTo>
                <a:lnTo>
                  <a:pt x="623959" y="2056702"/>
                </a:lnTo>
                <a:lnTo>
                  <a:pt x="622313" y="2056702"/>
                </a:lnTo>
                <a:lnTo>
                  <a:pt x="620667" y="2056702"/>
                </a:lnTo>
                <a:lnTo>
                  <a:pt x="619020" y="2056702"/>
                </a:lnTo>
                <a:lnTo>
                  <a:pt x="617374" y="2056702"/>
                </a:lnTo>
                <a:lnTo>
                  <a:pt x="615728" y="2056702"/>
                </a:lnTo>
                <a:lnTo>
                  <a:pt x="614081" y="2056702"/>
                </a:lnTo>
                <a:lnTo>
                  <a:pt x="612435" y="2056702"/>
                </a:lnTo>
                <a:lnTo>
                  <a:pt x="610789" y="2056702"/>
                </a:lnTo>
                <a:lnTo>
                  <a:pt x="609142" y="2056702"/>
                </a:lnTo>
                <a:lnTo>
                  <a:pt x="607496" y="2056702"/>
                </a:lnTo>
                <a:lnTo>
                  <a:pt x="605850" y="2056702"/>
                </a:lnTo>
                <a:lnTo>
                  <a:pt x="604203" y="2056702"/>
                </a:lnTo>
                <a:lnTo>
                  <a:pt x="602557" y="2056702"/>
                </a:lnTo>
                <a:lnTo>
                  <a:pt x="600911" y="2056702"/>
                </a:lnTo>
                <a:lnTo>
                  <a:pt x="599264" y="2056702"/>
                </a:lnTo>
                <a:lnTo>
                  <a:pt x="597618" y="2056702"/>
                </a:lnTo>
                <a:lnTo>
                  <a:pt x="595972" y="2056702"/>
                </a:lnTo>
                <a:lnTo>
                  <a:pt x="594325" y="2056702"/>
                </a:lnTo>
                <a:lnTo>
                  <a:pt x="592679" y="2056702"/>
                </a:lnTo>
                <a:lnTo>
                  <a:pt x="591033" y="2056702"/>
                </a:lnTo>
                <a:lnTo>
                  <a:pt x="589386" y="2056702"/>
                </a:lnTo>
                <a:lnTo>
                  <a:pt x="587740" y="2056702"/>
                </a:lnTo>
                <a:lnTo>
                  <a:pt x="586094" y="2056702"/>
                </a:lnTo>
                <a:lnTo>
                  <a:pt x="584447" y="2056702"/>
                </a:lnTo>
                <a:lnTo>
                  <a:pt x="582801" y="2056702"/>
                </a:lnTo>
                <a:lnTo>
                  <a:pt x="581155" y="2056702"/>
                </a:lnTo>
                <a:lnTo>
                  <a:pt x="579508" y="2056702"/>
                </a:lnTo>
                <a:lnTo>
                  <a:pt x="577862" y="2056702"/>
                </a:lnTo>
                <a:lnTo>
                  <a:pt x="576216" y="2056702"/>
                </a:lnTo>
                <a:lnTo>
                  <a:pt x="574569" y="2056702"/>
                </a:lnTo>
                <a:lnTo>
                  <a:pt x="572923" y="2056702"/>
                </a:lnTo>
                <a:lnTo>
                  <a:pt x="571277" y="2056702"/>
                </a:lnTo>
                <a:lnTo>
                  <a:pt x="569630" y="2056702"/>
                </a:lnTo>
                <a:lnTo>
                  <a:pt x="567984" y="2056702"/>
                </a:lnTo>
                <a:lnTo>
                  <a:pt x="566338" y="2056702"/>
                </a:lnTo>
                <a:lnTo>
                  <a:pt x="564691" y="2056702"/>
                </a:lnTo>
                <a:lnTo>
                  <a:pt x="563045" y="2056702"/>
                </a:lnTo>
                <a:lnTo>
                  <a:pt x="561399" y="2056702"/>
                </a:lnTo>
                <a:lnTo>
                  <a:pt x="559752" y="2056702"/>
                </a:lnTo>
                <a:lnTo>
                  <a:pt x="558106" y="2056702"/>
                </a:lnTo>
                <a:lnTo>
                  <a:pt x="556460" y="2056702"/>
                </a:lnTo>
                <a:lnTo>
                  <a:pt x="554813" y="2056702"/>
                </a:lnTo>
                <a:lnTo>
                  <a:pt x="553167" y="2056702"/>
                </a:lnTo>
                <a:lnTo>
                  <a:pt x="551521" y="2056702"/>
                </a:lnTo>
                <a:lnTo>
                  <a:pt x="549874" y="2056702"/>
                </a:lnTo>
                <a:lnTo>
                  <a:pt x="548228" y="2056702"/>
                </a:lnTo>
                <a:lnTo>
                  <a:pt x="546582" y="2056702"/>
                </a:lnTo>
                <a:lnTo>
                  <a:pt x="544935" y="2056702"/>
                </a:lnTo>
                <a:lnTo>
                  <a:pt x="543289" y="2056702"/>
                </a:lnTo>
                <a:lnTo>
                  <a:pt x="541643" y="2056702"/>
                </a:lnTo>
                <a:lnTo>
                  <a:pt x="539996" y="2056702"/>
                </a:lnTo>
                <a:lnTo>
                  <a:pt x="538350" y="2056702"/>
                </a:lnTo>
                <a:lnTo>
                  <a:pt x="536704" y="2056702"/>
                </a:lnTo>
                <a:lnTo>
                  <a:pt x="535057" y="2056702"/>
                </a:lnTo>
                <a:lnTo>
                  <a:pt x="533411" y="2056702"/>
                </a:lnTo>
                <a:lnTo>
                  <a:pt x="531765" y="2056702"/>
                </a:lnTo>
                <a:lnTo>
                  <a:pt x="530118" y="2056702"/>
                </a:lnTo>
                <a:lnTo>
                  <a:pt x="528472" y="2056702"/>
                </a:lnTo>
                <a:lnTo>
                  <a:pt x="526826" y="2056702"/>
                </a:lnTo>
                <a:lnTo>
                  <a:pt x="525179" y="2056702"/>
                </a:lnTo>
                <a:lnTo>
                  <a:pt x="523533" y="2056702"/>
                </a:lnTo>
                <a:lnTo>
                  <a:pt x="521887" y="2056702"/>
                </a:lnTo>
                <a:lnTo>
                  <a:pt x="520240" y="2056702"/>
                </a:lnTo>
                <a:lnTo>
                  <a:pt x="518594" y="2056702"/>
                </a:lnTo>
                <a:lnTo>
                  <a:pt x="516948" y="2056702"/>
                </a:lnTo>
                <a:lnTo>
                  <a:pt x="515301" y="2056702"/>
                </a:lnTo>
                <a:lnTo>
                  <a:pt x="513655" y="2056702"/>
                </a:lnTo>
                <a:lnTo>
                  <a:pt x="512009" y="2056702"/>
                </a:lnTo>
                <a:lnTo>
                  <a:pt x="510362" y="2056702"/>
                </a:lnTo>
                <a:lnTo>
                  <a:pt x="508716" y="2056702"/>
                </a:lnTo>
                <a:lnTo>
                  <a:pt x="507070" y="2056702"/>
                </a:lnTo>
                <a:lnTo>
                  <a:pt x="505423" y="2056702"/>
                </a:lnTo>
                <a:lnTo>
                  <a:pt x="503777" y="2056702"/>
                </a:lnTo>
                <a:lnTo>
                  <a:pt x="502131" y="2056702"/>
                </a:lnTo>
                <a:lnTo>
                  <a:pt x="500484" y="2056702"/>
                </a:lnTo>
                <a:lnTo>
                  <a:pt x="498838" y="2056702"/>
                </a:lnTo>
                <a:lnTo>
                  <a:pt x="497192" y="2056702"/>
                </a:lnTo>
                <a:lnTo>
                  <a:pt x="495545" y="2056702"/>
                </a:lnTo>
                <a:lnTo>
                  <a:pt x="493899" y="2056702"/>
                </a:lnTo>
                <a:lnTo>
                  <a:pt x="492253" y="2056702"/>
                </a:lnTo>
                <a:lnTo>
                  <a:pt x="490606" y="2056702"/>
                </a:lnTo>
                <a:lnTo>
                  <a:pt x="488960" y="2056702"/>
                </a:lnTo>
                <a:lnTo>
                  <a:pt x="487314" y="2056702"/>
                </a:lnTo>
                <a:lnTo>
                  <a:pt x="485667" y="2056702"/>
                </a:lnTo>
                <a:lnTo>
                  <a:pt x="484021" y="2056702"/>
                </a:lnTo>
                <a:lnTo>
                  <a:pt x="482375" y="2056702"/>
                </a:lnTo>
                <a:lnTo>
                  <a:pt x="480728" y="2056702"/>
                </a:lnTo>
                <a:lnTo>
                  <a:pt x="479082" y="2056702"/>
                </a:lnTo>
                <a:lnTo>
                  <a:pt x="477436" y="2056702"/>
                </a:lnTo>
                <a:lnTo>
                  <a:pt x="475789" y="2056702"/>
                </a:lnTo>
                <a:lnTo>
                  <a:pt x="474143" y="2056702"/>
                </a:lnTo>
                <a:lnTo>
                  <a:pt x="472497" y="2056702"/>
                </a:lnTo>
                <a:lnTo>
                  <a:pt x="470850" y="2056702"/>
                </a:lnTo>
                <a:lnTo>
                  <a:pt x="469204" y="2056702"/>
                </a:lnTo>
                <a:lnTo>
                  <a:pt x="467558" y="2056702"/>
                </a:lnTo>
                <a:lnTo>
                  <a:pt x="465911" y="2056702"/>
                </a:lnTo>
                <a:lnTo>
                  <a:pt x="464265" y="2056702"/>
                </a:lnTo>
                <a:lnTo>
                  <a:pt x="462619" y="2056702"/>
                </a:lnTo>
                <a:lnTo>
                  <a:pt x="460972" y="2056702"/>
                </a:lnTo>
                <a:lnTo>
                  <a:pt x="459326" y="2056702"/>
                </a:lnTo>
                <a:lnTo>
                  <a:pt x="457680" y="2056702"/>
                </a:lnTo>
                <a:lnTo>
                  <a:pt x="456033" y="2056702"/>
                </a:lnTo>
                <a:lnTo>
                  <a:pt x="454387" y="2056702"/>
                </a:lnTo>
                <a:lnTo>
                  <a:pt x="452741" y="2056702"/>
                </a:lnTo>
                <a:lnTo>
                  <a:pt x="451094" y="2056702"/>
                </a:lnTo>
                <a:lnTo>
                  <a:pt x="449448" y="2056702"/>
                </a:lnTo>
                <a:lnTo>
                  <a:pt x="447802" y="2056702"/>
                </a:lnTo>
                <a:lnTo>
                  <a:pt x="446155" y="2056702"/>
                </a:lnTo>
                <a:lnTo>
                  <a:pt x="444509" y="2056702"/>
                </a:lnTo>
                <a:lnTo>
                  <a:pt x="442863" y="2056702"/>
                </a:lnTo>
                <a:lnTo>
                  <a:pt x="441216" y="2056702"/>
                </a:lnTo>
                <a:lnTo>
                  <a:pt x="439570" y="2056702"/>
                </a:lnTo>
                <a:lnTo>
                  <a:pt x="437924" y="2056702"/>
                </a:lnTo>
                <a:lnTo>
                  <a:pt x="436277" y="2056702"/>
                </a:lnTo>
                <a:lnTo>
                  <a:pt x="434631" y="2056702"/>
                </a:lnTo>
                <a:lnTo>
                  <a:pt x="432985" y="2056702"/>
                </a:lnTo>
                <a:lnTo>
                  <a:pt x="431338" y="2056702"/>
                </a:lnTo>
                <a:lnTo>
                  <a:pt x="429692" y="2056702"/>
                </a:lnTo>
                <a:lnTo>
                  <a:pt x="428046" y="2056702"/>
                </a:lnTo>
                <a:lnTo>
                  <a:pt x="426399" y="2056702"/>
                </a:lnTo>
                <a:lnTo>
                  <a:pt x="424753" y="2056702"/>
                </a:lnTo>
                <a:lnTo>
                  <a:pt x="423107" y="2056702"/>
                </a:lnTo>
                <a:lnTo>
                  <a:pt x="421460" y="2056702"/>
                </a:lnTo>
                <a:lnTo>
                  <a:pt x="419814" y="2056702"/>
                </a:lnTo>
                <a:lnTo>
                  <a:pt x="418168" y="2056702"/>
                </a:lnTo>
                <a:lnTo>
                  <a:pt x="416521" y="2056702"/>
                </a:lnTo>
                <a:lnTo>
                  <a:pt x="414875" y="2056702"/>
                </a:lnTo>
                <a:lnTo>
                  <a:pt x="413229" y="2056702"/>
                </a:lnTo>
                <a:lnTo>
                  <a:pt x="411582" y="2056702"/>
                </a:lnTo>
                <a:lnTo>
                  <a:pt x="409936" y="2056702"/>
                </a:lnTo>
                <a:lnTo>
                  <a:pt x="408290" y="2056702"/>
                </a:lnTo>
                <a:lnTo>
                  <a:pt x="406643" y="2056702"/>
                </a:lnTo>
                <a:lnTo>
                  <a:pt x="404997" y="2056702"/>
                </a:lnTo>
                <a:lnTo>
                  <a:pt x="403351" y="2056702"/>
                </a:lnTo>
                <a:lnTo>
                  <a:pt x="401704" y="2056702"/>
                </a:lnTo>
                <a:lnTo>
                  <a:pt x="400058" y="2056702"/>
                </a:lnTo>
                <a:lnTo>
                  <a:pt x="398412" y="2056702"/>
                </a:lnTo>
                <a:lnTo>
                  <a:pt x="396765" y="2056702"/>
                </a:lnTo>
                <a:lnTo>
                  <a:pt x="395119" y="2056702"/>
                </a:lnTo>
                <a:lnTo>
                  <a:pt x="393473" y="2056702"/>
                </a:lnTo>
                <a:lnTo>
                  <a:pt x="391826" y="2056702"/>
                </a:lnTo>
                <a:lnTo>
                  <a:pt x="390180" y="2056702"/>
                </a:lnTo>
                <a:lnTo>
                  <a:pt x="388534" y="2056702"/>
                </a:lnTo>
                <a:lnTo>
                  <a:pt x="386887" y="2056702"/>
                </a:lnTo>
                <a:lnTo>
                  <a:pt x="385241" y="2056702"/>
                </a:lnTo>
                <a:lnTo>
                  <a:pt x="383595" y="2056702"/>
                </a:lnTo>
                <a:lnTo>
                  <a:pt x="381948" y="2056702"/>
                </a:lnTo>
                <a:lnTo>
                  <a:pt x="380302" y="2056702"/>
                </a:lnTo>
                <a:lnTo>
                  <a:pt x="378656" y="2056702"/>
                </a:lnTo>
                <a:lnTo>
                  <a:pt x="377009" y="2056702"/>
                </a:lnTo>
                <a:lnTo>
                  <a:pt x="375363" y="2056702"/>
                </a:lnTo>
                <a:lnTo>
                  <a:pt x="373717" y="2056702"/>
                </a:lnTo>
                <a:lnTo>
                  <a:pt x="372070" y="2056702"/>
                </a:lnTo>
                <a:lnTo>
                  <a:pt x="370424" y="2056702"/>
                </a:lnTo>
                <a:lnTo>
                  <a:pt x="368778" y="2056702"/>
                </a:lnTo>
                <a:lnTo>
                  <a:pt x="367131" y="2056702"/>
                </a:lnTo>
                <a:lnTo>
                  <a:pt x="365485" y="2056702"/>
                </a:lnTo>
                <a:lnTo>
                  <a:pt x="363839" y="2056702"/>
                </a:lnTo>
                <a:lnTo>
                  <a:pt x="362192" y="2056702"/>
                </a:lnTo>
                <a:lnTo>
                  <a:pt x="360546" y="2056702"/>
                </a:lnTo>
                <a:lnTo>
                  <a:pt x="358900" y="2056702"/>
                </a:lnTo>
                <a:lnTo>
                  <a:pt x="357253" y="2056702"/>
                </a:lnTo>
                <a:lnTo>
                  <a:pt x="355607" y="2056702"/>
                </a:lnTo>
                <a:lnTo>
                  <a:pt x="353961" y="2056702"/>
                </a:lnTo>
                <a:lnTo>
                  <a:pt x="352314" y="2056702"/>
                </a:lnTo>
                <a:lnTo>
                  <a:pt x="350668" y="2056702"/>
                </a:lnTo>
                <a:lnTo>
                  <a:pt x="349022" y="2056702"/>
                </a:lnTo>
                <a:lnTo>
                  <a:pt x="347375" y="2056702"/>
                </a:lnTo>
                <a:lnTo>
                  <a:pt x="345729" y="2056702"/>
                </a:lnTo>
                <a:lnTo>
                  <a:pt x="344083" y="2056702"/>
                </a:lnTo>
                <a:lnTo>
                  <a:pt x="342436" y="2056702"/>
                </a:lnTo>
                <a:lnTo>
                  <a:pt x="340790" y="2056702"/>
                </a:lnTo>
                <a:lnTo>
                  <a:pt x="339144" y="2056702"/>
                </a:lnTo>
                <a:lnTo>
                  <a:pt x="337497" y="2056702"/>
                </a:lnTo>
                <a:lnTo>
                  <a:pt x="335851" y="2056702"/>
                </a:lnTo>
                <a:lnTo>
                  <a:pt x="334205" y="2056702"/>
                </a:lnTo>
                <a:lnTo>
                  <a:pt x="332558" y="2056702"/>
                </a:lnTo>
                <a:lnTo>
                  <a:pt x="330912" y="2056702"/>
                </a:lnTo>
                <a:lnTo>
                  <a:pt x="329266" y="2056702"/>
                </a:lnTo>
                <a:lnTo>
                  <a:pt x="327619" y="2056702"/>
                </a:lnTo>
                <a:lnTo>
                  <a:pt x="325973" y="2056702"/>
                </a:lnTo>
                <a:lnTo>
                  <a:pt x="324327" y="2056702"/>
                </a:lnTo>
                <a:lnTo>
                  <a:pt x="322680" y="2056702"/>
                </a:lnTo>
                <a:lnTo>
                  <a:pt x="321034" y="2056702"/>
                </a:lnTo>
                <a:lnTo>
                  <a:pt x="319388" y="2056702"/>
                </a:lnTo>
                <a:lnTo>
                  <a:pt x="317741" y="2056702"/>
                </a:lnTo>
                <a:lnTo>
                  <a:pt x="316095" y="2056702"/>
                </a:lnTo>
                <a:lnTo>
                  <a:pt x="314449" y="2056702"/>
                </a:lnTo>
                <a:lnTo>
                  <a:pt x="312803" y="2056702"/>
                </a:lnTo>
                <a:lnTo>
                  <a:pt x="311156" y="2056702"/>
                </a:lnTo>
                <a:lnTo>
                  <a:pt x="309510" y="2056702"/>
                </a:lnTo>
                <a:lnTo>
                  <a:pt x="307864" y="2056702"/>
                </a:lnTo>
                <a:lnTo>
                  <a:pt x="306217" y="2056702"/>
                </a:lnTo>
                <a:lnTo>
                  <a:pt x="304571" y="2056702"/>
                </a:lnTo>
                <a:lnTo>
                  <a:pt x="302925" y="2056702"/>
                </a:lnTo>
                <a:lnTo>
                  <a:pt x="301278" y="2056702"/>
                </a:lnTo>
                <a:lnTo>
                  <a:pt x="299632" y="2056702"/>
                </a:lnTo>
                <a:lnTo>
                  <a:pt x="297986" y="2056702"/>
                </a:lnTo>
                <a:lnTo>
                  <a:pt x="296339" y="2056702"/>
                </a:lnTo>
                <a:lnTo>
                  <a:pt x="294693" y="2056702"/>
                </a:lnTo>
                <a:lnTo>
                  <a:pt x="293047" y="2056702"/>
                </a:lnTo>
                <a:lnTo>
                  <a:pt x="291400" y="2056702"/>
                </a:lnTo>
                <a:lnTo>
                  <a:pt x="289754" y="2056702"/>
                </a:lnTo>
                <a:lnTo>
                  <a:pt x="288108" y="2056702"/>
                </a:lnTo>
                <a:lnTo>
                  <a:pt x="286461" y="2056702"/>
                </a:lnTo>
                <a:lnTo>
                  <a:pt x="284815" y="2056702"/>
                </a:lnTo>
                <a:lnTo>
                  <a:pt x="283169" y="2056702"/>
                </a:lnTo>
                <a:lnTo>
                  <a:pt x="281522" y="2056702"/>
                </a:lnTo>
                <a:lnTo>
                  <a:pt x="279876" y="2056702"/>
                </a:lnTo>
                <a:lnTo>
                  <a:pt x="278230" y="2056702"/>
                </a:lnTo>
                <a:lnTo>
                  <a:pt x="276583" y="2056702"/>
                </a:lnTo>
                <a:lnTo>
                  <a:pt x="274937" y="2056702"/>
                </a:lnTo>
                <a:lnTo>
                  <a:pt x="273291" y="2056702"/>
                </a:lnTo>
                <a:lnTo>
                  <a:pt x="271644" y="2056702"/>
                </a:lnTo>
                <a:lnTo>
                  <a:pt x="269998" y="2056702"/>
                </a:lnTo>
                <a:lnTo>
                  <a:pt x="268352" y="2056702"/>
                </a:lnTo>
                <a:lnTo>
                  <a:pt x="266705" y="2056702"/>
                </a:lnTo>
                <a:lnTo>
                  <a:pt x="265059" y="2056702"/>
                </a:lnTo>
                <a:lnTo>
                  <a:pt x="263413" y="2056702"/>
                </a:lnTo>
                <a:lnTo>
                  <a:pt x="261766" y="2056702"/>
                </a:lnTo>
                <a:lnTo>
                  <a:pt x="260120" y="2056702"/>
                </a:lnTo>
                <a:lnTo>
                  <a:pt x="258474" y="2056702"/>
                </a:lnTo>
                <a:lnTo>
                  <a:pt x="256827" y="2056702"/>
                </a:lnTo>
                <a:lnTo>
                  <a:pt x="255181" y="2056702"/>
                </a:lnTo>
                <a:lnTo>
                  <a:pt x="253535" y="2056702"/>
                </a:lnTo>
                <a:lnTo>
                  <a:pt x="251888" y="2056702"/>
                </a:lnTo>
                <a:lnTo>
                  <a:pt x="250242" y="2056702"/>
                </a:lnTo>
                <a:lnTo>
                  <a:pt x="248596" y="2056702"/>
                </a:lnTo>
                <a:lnTo>
                  <a:pt x="246949" y="2056702"/>
                </a:lnTo>
                <a:lnTo>
                  <a:pt x="245303" y="2056702"/>
                </a:lnTo>
                <a:lnTo>
                  <a:pt x="243657" y="2056702"/>
                </a:lnTo>
                <a:lnTo>
                  <a:pt x="242010" y="2056702"/>
                </a:lnTo>
                <a:lnTo>
                  <a:pt x="240364" y="2056702"/>
                </a:lnTo>
                <a:lnTo>
                  <a:pt x="238718" y="2056702"/>
                </a:lnTo>
                <a:lnTo>
                  <a:pt x="237071" y="2056702"/>
                </a:lnTo>
                <a:lnTo>
                  <a:pt x="235425" y="2056702"/>
                </a:lnTo>
                <a:lnTo>
                  <a:pt x="233779" y="2056702"/>
                </a:lnTo>
                <a:lnTo>
                  <a:pt x="232132" y="2056702"/>
                </a:lnTo>
                <a:lnTo>
                  <a:pt x="230486" y="2056702"/>
                </a:lnTo>
                <a:lnTo>
                  <a:pt x="228840" y="2056702"/>
                </a:lnTo>
                <a:lnTo>
                  <a:pt x="227193" y="2056702"/>
                </a:lnTo>
                <a:lnTo>
                  <a:pt x="225547" y="2056702"/>
                </a:lnTo>
                <a:lnTo>
                  <a:pt x="223901" y="2056702"/>
                </a:lnTo>
                <a:lnTo>
                  <a:pt x="222254" y="2056702"/>
                </a:lnTo>
                <a:lnTo>
                  <a:pt x="220608" y="2056702"/>
                </a:lnTo>
                <a:lnTo>
                  <a:pt x="218962" y="2056702"/>
                </a:lnTo>
                <a:lnTo>
                  <a:pt x="217315" y="2056702"/>
                </a:lnTo>
                <a:lnTo>
                  <a:pt x="215669" y="2056702"/>
                </a:lnTo>
                <a:lnTo>
                  <a:pt x="214023" y="2056702"/>
                </a:lnTo>
                <a:lnTo>
                  <a:pt x="212376" y="2056702"/>
                </a:lnTo>
                <a:lnTo>
                  <a:pt x="210730" y="2056702"/>
                </a:lnTo>
                <a:lnTo>
                  <a:pt x="209084" y="2056702"/>
                </a:lnTo>
                <a:lnTo>
                  <a:pt x="207437" y="2056702"/>
                </a:lnTo>
                <a:lnTo>
                  <a:pt x="205791" y="2056702"/>
                </a:lnTo>
                <a:lnTo>
                  <a:pt x="204145" y="2056702"/>
                </a:lnTo>
                <a:lnTo>
                  <a:pt x="202498" y="2056702"/>
                </a:lnTo>
                <a:lnTo>
                  <a:pt x="200852" y="2056702"/>
                </a:lnTo>
                <a:lnTo>
                  <a:pt x="199206" y="2056702"/>
                </a:lnTo>
                <a:lnTo>
                  <a:pt x="197559" y="2056702"/>
                </a:lnTo>
                <a:lnTo>
                  <a:pt x="195913" y="2056702"/>
                </a:lnTo>
                <a:lnTo>
                  <a:pt x="194267" y="2056702"/>
                </a:lnTo>
                <a:lnTo>
                  <a:pt x="192620" y="2056702"/>
                </a:lnTo>
                <a:lnTo>
                  <a:pt x="190974" y="2056702"/>
                </a:lnTo>
                <a:lnTo>
                  <a:pt x="189328" y="2056702"/>
                </a:lnTo>
                <a:lnTo>
                  <a:pt x="187681" y="2056702"/>
                </a:lnTo>
                <a:lnTo>
                  <a:pt x="186035" y="2056702"/>
                </a:lnTo>
                <a:lnTo>
                  <a:pt x="184389" y="2056702"/>
                </a:lnTo>
                <a:lnTo>
                  <a:pt x="182742" y="2056702"/>
                </a:lnTo>
                <a:lnTo>
                  <a:pt x="181096" y="2056702"/>
                </a:lnTo>
                <a:lnTo>
                  <a:pt x="179450" y="2056702"/>
                </a:lnTo>
                <a:lnTo>
                  <a:pt x="177803" y="2056702"/>
                </a:lnTo>
                <a:lnTo>
                  <a:pt x="176157" y="2056702"/>
                </a:lnTo>
                <a:lnTo>
                  <a:pt x="174511" y="2056702"/>
                </a:lnTo>
                <a:lnTo>
                  <a:pt x="172864" y="2056702"/>
                </a:lnTo>
                <a:lnTo>
                  <a:pt x="171218" y="2056702"/>
                </a:lnTo>
                <a:lnTo>
                  <a:pt x="169572" y="2056702"/>
                </a:lnTo>
                <a:lnTo>
                  <a:pt x="167925" y="2056702"/>
                </a:lnTo>
                <a:lnTo>
                  <a:pt x="166279" y="2056702"/>
                </a:lnTo>
                <a:lnTo>
                  <a:pt x="164633" y="2056702"/>
                </a:lnTo>
                <a:lnTo>
                  <a:pt x="162986" y="2056702"/>
                </a:lnTo>
                <a:lnTo>
                  <a:pt x="161340" y="2056702"/>
                </a:lnTo>
                <a:lnTo>
                  <a:pt x="159694" y="2056702"/>
                </a:lnTo>
                <a:lnTo>
                  <a:pt x="158047" y="2056702"/>
                </a:lnTo>
                <a:lnTo>
                  <a:pt x="156401" y="2056702"/>
                </a:lnTo>
                <a:lnTo>
                  <a:pt x="154755" y="2056702"/>
                </a:lnTo>
                <a:lnTo>
                  <a:pt x="153108" y="2056702"/>
                </a:lnTo>
                <a:lnTo>
                  <a:pt x="151462" y="2056702"/>
                </a:lnTo>
                <a:lnTo>
                  <a:pt x="149816" y="2056702"/>
                </a:lnTo>
                <a:lnTo>
                  <a:pt x="148169" y="2056702"/>
                </a:lnTo>
                <a:lnTo>
                  <a:pt x="146523" y="2056702"/>
                </a:lnTo>
                <a:lnTo>
                  <a:pt x="144877" y="2056702"/>
                </a:lnTo>
                <a:lnTo>
                  <a:pt x="143230" y="2056702"/>
                </a:lnTo>
                <a:lnTo>
                  <a:pt x="141584" y="2056702"/>
                </a:lnTo>
                <a:lnTo>
                  <a:pt x="139938" y="2056702"/>
                </a:lnTo>
                <a:lnTo>
                  <a:pt x="138291" y="2056702"/>
                </a:lnTo>
                <a:lnTo>
                  <a:pt x="136645" y="2056702"/>
                </a:lnTo>
                <a:lnTo>
                  <a:pt x="134999" y="2056702"/>
                </a:lnTo>
                <a:lnTo>
                  <a:pt x="133352" y="2056702"/>
                </a:lnTo>
                <a:lnTo>
                  <a:pt x="131706" y="2056702"/>
                </a:lnTo>
                <a:lnTo>
                  <a:pt x="130060" y="2056702"/>
                </a:lnTo>
                <a:lnTo>
                  <a:pt x="128413" y="2056702"/>
                </a:lnTo>
                <a:lnTo>
                  <a:pt x="126767" y="2056702"/>
                </a:lnTo>
                <a:lnTo>
                  <a:pt x="125121" y="2056702"/>
                </a:lnTo>
                <a:lnTo>
                  <a:pt x="123474" y="2056702"/>
                </a:lnTo>
                <a:lnTo>
                  <a:pt x="121828" y="2056702"/>
                </a:lnTo>
                <a:lnTo>
                  <a:pt x="120182" y="2056702"/>
                </a:lnTo>
                <a:lnTo>
                  <a:pt x="118535" y="2056702"/>
                </a:lnTo>
                <a:lnTo>
                  <a:pt x="116889" y="2056702"/>
                </a:lnTo>
                <a:lnTo>
                  <a:pt x="115243" y="2056702"/>
                </a:lnTo>
                <a:lnTo>
                  <a:pt x="113596" y="2056702"/>
                </a:lnTo>
                <a:lnTo>
                  <a:pt x="111950" y="2056702"/>
                </a:lnTo>
                <a:lnTo>
                  <a:pt x="110304" y="2056702"/>
                </a:lnTo>
                <a:lnTo>
                  <a:pt x="108657" y="2056702"/>
                </a:lnTo>
                <a:lnTo>
                  <a:pt x="107011" y="2056702"/>
                </a:lnTo>
                <a:lnTo>
                  <a:pt x="105365" y="2056702"/>
                </a:lnTo>
                <a:lnTo>
                  <a:pt x="103718" y="2056702"/>
                </a:lnTo>
                <a:lnTo>
                  <a:pt x="102072" y="2056702"/>
                </a:lnTo>
                <a:lnTo>
                  <a:pt x="100426" y="2056702"/>
                </a:lnTo>
                <a:lnTo>
                  <a:pt x="98779" y="2056702"/>
                </a:lnTo>
                <a:lnTo>
                  <a:pt x="97133" y="2056702"/>
                </a:lnTo>
                <a:lnTo>
                  <a:pt x="95487" y="2056702"/>
                </a:lnTo>
                <a:lnTo>
                  <a:pt x="93840" y="2056702"/>
                </a:lnTo>
                <a:lnTo>
                  <a:pt x="92194" y="2056702"/>
                </a:lnTo>
                <a:lnTo>
                  <a:pt x="90548" y="2056702"/>
                </a:lnTo>
                <a:lnTo>
                  <a:pt x="88901" y="2056702"/>
                </a:lnTo>
                <a:lnTo>
                  <a:pt x="87255" y="2056702"/>
                </a:lnTo>
                <a:lnTo>
                  <a:pt x="85609" y="2056702"/>
                </a:lnTo>
                <a:lnTo>
                  <a:pt x="83962" y="2056702"/>
                </a:lnTo>
                <a:lnTo>
                  <a:pt x="82316" y="2056702"/>
                </a:lnTo>
                <a:lnTo>
                  <a:pt x="80670" y="2056702"/>
                </a:lnTo>
                <a:lnTo>
                  <a:pt x="79023" y="2056702"/>
                </a:lnTo>
                <a:lnTo>
                  <a:pt x="77377" y="2056702"/>
                </a:lnTo>
                <a:lnTo>
                  <a:pt x="75731" y="2056702"/>
                </a:lnTo>
                <a:lnTo>
                  <a:pt x="74084" y="2056702"/>
                </a:lnTo>
                <a:lnTo>
                  <a:pt x="72438" y="2056702"/>
                </a:lnTo>
                <a:lnTo>
                  <a:pt x="70792" y="2056702"/>
                </a:lnTo>
                <a:lnTo>
                  <a:pt x="69145" y="2056702"/>
                </a:lnTo>
                <a:lnTo>
                  <a:pt x="67499" y="2056702"/>
                </a:lnTo>
                <a:lnTo>
                  <a:pt x="65853" y="2056702"/>
                </a:lnTo>
                <a:lnTo>
                  <a:pt x="64206" y="2056702"/>
                </a:lnTo>
                <a:lnTo>
                  <a:pt x="62560" y="2056702"/>
                </a:lnTo>
                <a:lnTo>
                  <a:pt x="60914" y="2056702"/>
                </a:lnTo>
                <a:lnTo>
                  <a:pt x="59267" y="2056702"/>
                </a:lnTo>
                <a:lnTo>
                  <a:pt x="57621" y="2056702"/>
                </a:lnTo>
                <a:lnTo>
                  <a:pt x="55975" y="2056702"/>
                </a:lnTo>
                <a:lnTo>
                  <a:pt x="54328" y="2056702"/>
                </a:lnTo>
                <a:lnTo>
                  <a:pt x="52682" y="2056702"/>
                </a:lnTo>
                <a:lnTo>
                  <a:pt x="51036" y="2056702"/>
                </a:lnTo>
                <a:lnTo>
                  <a:pt x="49389" y="2056702"/>
                </a:lnTo>
                <a:lnTo>
                  <a:pt x="47743" y="2056702"/>
                </a:lnTo>
                <a:lnTo>
                  <a:pt x="46097" y="2056702"/>
                </a:lnTo>
                <a:lnTo>
                  <a:pt x="44450" y="2056702"/>
                </a:lnTo>
                <a:lnTo>
                  <a:pt x="42804" y="2056702"/>
                </a:lnTo>
                <a:lnTo>
                  <a:pt x="41158" y="2056702"/>
                </a:lnTo>
                <a:lnTo>
                  <a:pt x="39511" y="2056702"/>
                </a:lnTo>
                <a:lnTo>
                  <a:pt x="37865" y="2056702"/>
                </a:lnTo>
                <a:lnTo>
                  <a:pt x="36219" y="2056702"/>
                </a:lnTo>
                <a:lnTo>
                  <a:pt x="34572" y="2056702"/>
                </a:lnTo>
                <a:lnTo>
                  <a:pt x="32926" y="2056702"/>
                </a:lnTo>
                <a:lnTo>
                  <a:pt x="31280" y="2056702"/>
                </a:lnTo>
                <a:lnTo>
                  <a:pt x="29633" y="2056702"/>
                </a:lnTo>
                <a:lnTo>
                  <a:pt x="27987" y="2056702"/>
                </a:lnTo>
                <a:lnTo>
                  <a:pt x="26341" y="2056702"/>
                </a:lnTo>
                <a:lnTo>
                  <a:pt x="24694" y="2056702"/>
                </a:lnTo>
                <a:lnTo>
                  <a:pt x="23048" y="2056702"/>
                </a:lnTo>
                <a:lnTo>
                  <a:pt x="21402" y="2056702"/>
                </a:lnTo>
                <a:lnTo>
                  <a:pt x="19755" y="2056702"/>
                </a:lnTo>
                <a:lnTo>
                  <a:pt x="18109" y="2056702"/>
                </a:lnTo>
                <a:lnTo>
                  <a:pt x="16463" y="2056702"/>
                </a:lnTo>
                <a:lnTo>
                  <a:pt x="14816" y="2056702"/>
                </a:lnTo>
                <a:lnTo>
                  <a:pt x="13170" y="2056702"/>
                </a:lnTo>
                <a:lnTo>
                  <a:pt x="11524" y="2056702"/>
                </a:lnTo>
                <a:lnTo>
                  <a:pt x="9877" y="2056702"/>
                </a:lnTo>
                <a:lnTo>
                  <a:pt x="8231" y="2056702"/>
                </a:lnTo>
                <a:lnTo>
                  <a:pt x="6585" y="2056702"/>
                </a:lnTo>
                <a:lnTo>
                  <a:pt x="4938" y="2056702"/>
                </a:lnTo>
                <a:lnTo>
                  <a:pt x="3292" y="2056702"/>
                </a:lnTo>
                <a:lnTo>
                  <a:pt x="1646" y="2056702"/>
                </a:lnTo>
                <a:lnTo>
                  <a:pt x="0" y="2056702"/>
                </a:lnTo>
                <a:close/>
              </a:path>
            </a:pathLst>
          </a:custGeom>
          <a:solidFill>
            <a:srgbClr val="8EDBD4">
              <a:alpha val="55000"/>
            </a:srgbClr>
          </a:solidFill>
          <a:ln w="10160">
            <a:solidFill>
              <a:srgbClr val="8EDBD4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1 polygon 34" descr="sci-ppt:o034"/>
          <p:cNvSpPr/>
          <p:nvPr/>
        </p:nvSpPr>
        <p:spPr>
          <a:xfrm>
            <a:off x="914400" y="2913424"/>
            <a:ext cx="6583679" cy="2298656"/>
          </a:xfrm>
          <a:custGeom>
            <a:avLst/>
            <a:gdLst/>
            <a:ahLst/>
            <a:cxnLst/>
            <a:rect l="l" t="t" r="r" b="b"/>
            <a:pathLst>
              <a:path w="6583679" h="2298656">
                <a:moveTo>
                  <a:pt x="0" y="2298656"/>
                </a:moveTo>
                <a:lnTo>
                  <a:pt x="1646" y="2298629"/>
                </a:lnTo>
                <a:lnTo>
                  <a:pt x="3292" y="2298549"/>
                </a:lnTo>
                <a:lnTo>
                  <a:pt x="4938" y="2298417"/>
                </a:lnTo>
                <a:lnTo>
                  <a:pt x="6585" y="2298232"/>
                </a:lnTo>
                <a:lnTo>
                  <a:pt x="8231" y="2297994"/>
                </a:lnTo>
                <a:lnTo>
                  <a:pt x="9877" y="2297704"/>
                </a:lnTo>
                <a:lnTo>
                  <a:pt x="11524" y="2297361"/>
                </a:lnTo>
                <a:lnTo>
                  <a:pt x="13170" y="2296966"/>
                </a:lnTo>
                <a:lnTo>
                  <a:pt x="14816" y="2296518"/>
                </a:lnTo>
                <a:lnTo>
                  <a:pt x="16463" y="2296019"/>
                </a:lnTo>
                <a:lnTo>
                  <a:pt x="18109" y="2295467"/>
                </a:lnTo>
                <a:lnTo>
                  <a:pt x="19755" y="2294864"/>
                </a:lnTo>
                <a:lnTo>
                  <a:pt x="21402" y="2294209"/>
                </a:lnTo>
                <a:lnTo>
                  <a:pt x="23048" y="2293503"/>
                </a:lnTo>
                <a:lnTo>
                  <a:pt x="24694" y="2292745"/>
                </a:lnTo>
                <a:lnTo>
                  <a:pt x="26341" y="2291936"/>
                </a:lnTo>
                <a:lnTo>
                  <a:pt x="27987" y="2291076"/>
                </a:lnTo>
                <a:lnTo>
                  <a:pt x="29633" y="2290166"/>
                </a:lnTo>
                <a:lnTo>
                  <a:pt x="31280" y="2289204"/>
                </a:lnTo>
                <a:lnTo>
                  <a:pt x="32926" y="2288192"/>
                </a:lnTo>
                <a:lnTo>
                  <a:pt x="34572" y="2287129"/>
                </a:lnTo>
                <a:lnTo>
                  <a:pt x="36219" y="2286017"/>
                </a:lnTo>
                <a:lnTo>
                  <a:pt x="37865" y="2284854"/>
                </a:lnTo>
                <a:lnTo>
                  <a:pt x="39511" y="2283641"/>
                </a:lnTo>
                <a:lnTo>
                  <a:pt x="41158" y="2282379"/>
                </a:lnTo>
                <a:lnTo>
                  <a:pt x="42804" y="2281067"/>
                </a:lnTo>
                <a:lnTo>
                  <a:pt x="44450" y="2279706"/>
                </a:lnTo>
                <a:lnTo>
                  <a:pt x="46097" y="2278296"/>
                </a:lnTo>
                <a:lnTo>
                  <a:pt x="47743" y="2276837"/>
                </a:lnTo>
                <a:lnTo>
                  <a:pt x="49389" y="2275329"/>
                </a:lnTo>
                <a:lnTo>
                  <a:pt x="51036" y="2273773"/>
                </a:lnTo>
                <a:lnTo>
                  <a:pt x="52682" y="2272168"/>
                </a:lnTo>
                <a:lnTo>
                  <a:pt x="54328" y="2270516"/>
                </a:lnTo>
                <a:lnTo>
                  <a:pt x="55975" y="2268815"/>
                </a:lnTo>
                <a:lnTo>
                  <a:pt x="57621" y="2267067"/>
                </a:lnTo>
                <a:lnTo>
                  <a:pt x="59267" y="2265272"/>
                </a:lnTo>
                <a:lnTo>
                  <a:pt x="60914" y="2263429"/>
                </a:lnTo>
                <a:lnTo>
                  <a:pt x="62560" y="2261540"/>
                </a:lnTo>
                <a:lnTo>
                  <a:pt x="64206" y="2259604"/>
                </a:lnTo>
                <a:lnTo>
                  <a:pt x="65853" y="2257621"/>
                </a:lnTo>
                <a:lnTo>
                  <a:pt x="67499" y="2255592"/>
                </a:lnTo>
                <a:lnTo>
                  <a:pt x="69145" y="2253518"/>
                </a:lnTo>
                <a:lnTo>
                  <a:pt x="70792" y="2251397"/>
                </a:lnTo>
                <a:lnTo>
                  <a:pt x="72438" y="2249231"/>
                </a:lnTo>
                <a:lnTo>
                  <a:pt x="74084" y="2247020"/>
                </a:lnTo>
                <a:lnTo>
                  <a:pt x="75731" y="2244763"/>
                </a:lnTo>
                <a:lnTo>
                  <a:pt x="77377" y="2242462"/>
                </a:lnTo>
                <a:lnTo>
                  <a:pt x="79023" y="2240117"/>
                </a:lnTo>
                <a:lnTo>
                  <a:pt x="80670" y="2237727"/>
                </a:lnTo>
                <a:lnTo>
                  <a:pt x="82316" y="2235294"/>
                </a:lnTo>
                <a:lnTo>
                  <a:pt x="83962" y="2232816"/>
                </a:lnTo>
                <a:lnTo>
                  <a:pt x="85609" y="2230296"/>
                </a:lnTo>
                <a:lnTo>
                  <a:pt x="87255" y="2227732"/>
                </a:lnTo>
                <a:lnTo>
                  <a:pt x="88901" y="2225125"/>
                </a:lnTo>
                <a:lnTo>
                  <a:pt x="90548" y="2222476"/>
                </a:lnTo>
                <a:lnTo>
                  <a:pt x="92194" y="2219784"/>
                </a:lnTo>
                <a:lnTo>
                  <a:pt x="93840" y="2217051"/>
                </a:lnTo>
                <a:lnTo>
                  <a:pt x="95487" y="2214275"/>
                </a:lnTo>
                <a:lnTo>
                  <a:pt x="97133" y="2211458"/>
                </a:lnTo>
                <a:lnTo>
                  <a:pt x="98779" y="2208600"/>
                </a:lnTo>
                <a:lnTo>
                  <a:pt x="100426" y="2205701"/>
                </a:lnTo>
                <a:lnTo>
                  <a:pt x="102072" y="2202762"/>
                </a:lnTo>
                <a:lnTo>
                  <a:pt x="103718" y="2199782"/>
                </a:lnTo>
                <a:lnTo>
                  <a:pt x="105365" y="2196762"/>
                </a:lnTo>
                <a:lnTo>
                  <a:pt x="107011" y="2193703"/>
                </a:lnTo>
                <a:lnTo>
                  <a:pt x="108657" y="2190604"/>
                </a:lnTo>
                <a:lnTo>
                  <a:pt x="110304" y="2187466"/>
                </a:lnTo>
                <a:lnTo>
                  <a:pt x="111950" y="2184289"/>
                </a:lnTo>
                <a:lnTo>
                  <a:pt x="113596" y="2181073"/>
                </a:lnTo>
                <a:lnTo>
                  <a:pt x="115243" y="2177820"/>
                </a:lnTo>
                <a:lnTo>
                  <a:pt x="116889" y="2174528"/>
                </a:lnTo>
                <a:lnTo>
                  <a:pt x="118535" y="2171199"/>
                </a:lnTo>
                <a:lnTo>
                  <a:pt x="120182" y="2167832"/>
                </a:lnTo>
                <a:lnTo>
                  <a:pt x="121828" y="2164429"/>
                </a:lnTo>
                <a:lnTo>
                  <a:pt x="123474" y="2160989"/>
                </a:lnTo>
                <a:lnTo>
                  <a:pt x="125121" y="2157513"/>
                </a:lnTo>
                <a:lnTo>
                  <a:pt x="126767" y="2154000"/>
                </a:lnTo>
                <a:lnTo>
                  <a:pt x="128413" y="2150452"/>
                </a:lnTo>
                <a:lnTo>
                  <a:pt x="130060" y="2146868"/>
                </a:lnTo>
                <a:lnTo>
                  <a:pt x="131706" y="2143250"/>
                </a:lnTo>
                <a:lnTo>
                  <a:pt x="133352" y="2139596"/>
                </a:lnTo>
                <a:lnTo>
                  <a:pt x="134999" y="2135908"/>
                </a:lnTo>
                <a:lnTo>
                  <a:pt x="136645" y="2132186"/>
                </a:lnTo>
                <a:lnTo>
                  <a:pt x="138291" y="2128430"/>
                </a:lnTo>
                <a:lnTo>
                  <a:pt x="139938" y="2124641"/>
                </a:lnTo>
                <a:lnTo>
                  <a:pt x="141584" y="2120818"/>
                </a:lnTo>
                <a:lnTo>
                  <a:pt x="143230" y="2116963"/>
                </a:lnTo>
                <a:lnTo>
                  <a:pt x="144877" y="2113075"/>
                </a:lnTo>
                <a:lnTo>
                  <a:pt x="146523" y="2109155"/>
                </a:lnTo>
                <a:lnTo>
                  <a:pt x="148169" y="2105203"/>
                </a:lnTo>
                <a:lnTo>
                  <a:pt x="149816" y="2101219"/>
                </a:lnTo>
                <a:lnTo>
                  <a:pt x="151462" y="2097205"/>
                </a:lnTo>
                <a:lnTo>
                  <a:pt x="153108" y="2093159"/>
                </a:lnTo>
                <a:lnTo>
                  <a:pt x="154755" y="2089083"/>
                </a:lnTo>
                <a:lnTo>
                  <a:pt x="156401" y="2084976"/>
                </a:lnTo>
                <a:lnTo>
                  <a:pt x="158047" y="2080840"/>
                </a:lnTo>
                <a:lnTo>
                  <a:pt x="159694" y="2076674"/>
                </a:lnTo>
                <a:lnTo>
                  <a:pt x="161340" y="2072479"/>
                </a:lnTo>
                <a:lnTo>
                  <a:pt x="162986" y="2068255"/>
                </a:lnTo>
                <a:lnTo>
                  <a:pt x="164633" y="2064002"/>
                </a:lnTo>
                <a:lnTo>
                  <a:pt x="166279" y="2059721"/>
                </a:lnTo>
                <a:lnTo>
                  <a:pt x="167925" y="2055412"/>
                </a:lnTo>
                <a:lnTo>
                  <a:pt x="169572" y="2051076"/>
                </a:lnTo>
                <a:lnTo>
                  <a:pt x="171218" y="2046712"/>
                </a:lnTo>
                <a:lnTo>
                  <a:pt x="172864" y="2042321"/>
                </a:lnTo>
                <a:lnTo>
                  <a:pt x="174511" y="2037904"/>
                </a:lnTo>
                <a:lnTo>
                  <a:pt x="176157" y="2033460"/>
                </a:lnTo>
                <a:lnTo>
                  <a:pt x="177803" y="2028990"/>
                </a:lnTo>
                <a:lnTo>
                  <a:pt x="179450" y="2024495"/>
                </a:lnTo>
                <a:lnTo>
                  <a:pt x="181096" y="2019974"/>
                </a:lnTo>
                <a:lnTo>
                  <a:pt x="182742" y="2015429"/>
                </a:lnTo>
                <a:lnTo>
                  <a:pt x="184389" y="2010859"/>
                </a:lnTo>
                <a:lnTo>
                  <a:pt x="186035" y="2006264"/>
                </a:lnTo>
                <a:lnTo>
                  <a:pt x="187681" y="2001646"/>
                </a:lnTo>
                <a:lnTo>
                  <a:pt x="189328" y="1997003"/>
                </a:lnTo>
                <a:lnTo>
                  <a:pt x="190974" y="1992338"/>
                </a:lnTo>
                <a:lnTo>
                  <a:pt x="192620" y="1987649"/>
                </a:lnTo>
                <a:lnTo>
                  <a:pt x="194267" y="1982938"/>
                </a:lnTo>
                <a:lnTo>
                  <a:pt x="195913" y="1978204"/>
                </a:lnTo>
                <a:lnTo>
                  <a:pt x="197559" y="1973448"/>
                </a:lnTo>
                <a:lnTo>
                  <a:pt x="199206" y="1968671"/>
                </a:lnTo>
                <a:lnTo>
                  <a:pt x="200852" y="1963872"/>
                </a:lnTo>
                <a:lnTo>
                  <a:pt x="202498" y="1959052"/>
                </a:lnTo>
                <a:lnTo>
                  <a:pt x="204145" y="1954211"/>
                </a:lnTo>
                <a:lnTo>
                  <a:pt x="205791" y="1949350"/>
                </a:lnTo>
                <a:lnTo>
                  <a:pt x="207437" y="1944469"/>
                </a:lnTo>
                <a:lnTo>
                  <a:pt x="209084" y="1939568"/>
                </a:lnTo>
                <a:lnTo>
                  <a:pt x="210730" y="1934647"/>
                </a:lnTo>
                <a:lnTo>
                  <a:pt x="212376" y="1929707"/>
                </a:lnTo>
                <a:lnTo>
                  <a:pt x="214023" y="1924749"/>
                </a:lnTo>
                <a:lnTo>
                  <a:pt x="215669" y="1919771"/>
                </a:lnTo>
                <a:lnTo>
                  <a:pt x="217315" y="1914776"/>
                </a:lnTo>
                <a:lnTo>
                  <a:pt x="218962" y="1909763"/>
                </a:lnTo>
                <a:lnTo>
                  <a:pt x="220608" y="1904732"/>
                </a:lnTo>
                <a:lnTo>
                  <a:pt x="222254" y="1899683"/>
                </a:lnTo>
                <a:lnTo>
                  <a:pt x="223901" y="1894618"/>
                </a:lnTo>
                <a:lnTo>
                  <a:pt x="225547" y="1889536"/>
                </a:lnTo>
                <a:lnTo>
                  <a:pt x="227193" y="1884438"/>
                </a:lnTo>
                <a:lnTo>
                  <a:pt x="228840" y="1879323"/>
                </a:lnTo>
                <a:lnTo>
                  <a:pt x="230486" y="1874193"/>
                </a:lnTo>
                <a:lnTo>
                  <a:pt x="232132" y="1869047"/>
                </a:lnTo>
                <a:lnTo>
                  <a:pt x="233779" y="1863886"/>
                </a:lnTo>
                <a:lnTo>
                  <a:pt x="235425" y="1858710"/>
                </a:lnTo>
                <a:lnTo>
                  <a:pt x="237071" y="1853520"/>
                </a:lnTo>
                <a:lnTo>
                  <a:pt x="238718" y="1848316"/>
                </a:lnTo>
                <a:lnTo>
                  <a:pt x="240364" y="1843097"/>
                </a:lnTo>
                <a:lnTo>
                  <a:pt x="242010" y="1837865"/>
                </a:lnTo>
                <a:lnTo>
                  <a:pt x="243657" y="1832619"/>
                </a:lnTo>
                <a:lnTo>
                  <a:pt x="245303" y="1827360"/>
                </a:lnTo>
                <a:lnTo>
                  <a:pt x="246949" y="1822089"/>
                </a:lnTo>
                <a:lnTo>
                  <a:pt x="248596" y="1816805"/>
                </a:lnTo>
                <a:lnTo>
                  <a:pt x="250242" y="1811508"/>
                </a:lnTo>
                <a:lnTo>
                  <a:pt x="251888" y="1806200"/>
                </a:lnTo>
                <a:lnTo>
                  <a:pt x="253535" y="1800880"/>
                </a:lnTo>
                <a:lnTo>
                  <a:pt x="255181" y="1795549"/>
                </a:lnTo>
                <a:lnTo>
                  <a:pt x="256827" y="1790207"/>
                </a:lnTo>
                <a:lnTo>
                  <a:pt x="258474" y="1784853"/>
                </a:lnTo>
                <a:lnTo>
                  <a:pt x="260120" y="1779490"/>
                </a:lnTo>
                <a:lnTo>
                  <a:pt x="261766" y="1774116"/>
                </a:lnTo>
                <a:lnTo>
                  <a:pt x="263413" y="1768732"/>
                </a:lnTo>
                <a:lnTo>
                  <a:pt x="265059" y="1763338"/>
                </a:lnTo>
                <a:lnTo>
                  <a:pt x="266705" y="1757935"/>
                </a:lnTo>
                <a:lnTo>
                  <a:pt x="268352" y="1752523"/>
                </a:lnTo>
                <a:lnTo>
                  <a:pt x="269998" y="1747102"/>
                </a:lnTo>
                <a:lnTo>
                  <a:pt x="271644" y="1741672"/>
                </a:lnTo>
                <a:lnTo>
                  <a:pt x="273291" y="1736234"/>
                </a:lnTo>
                <a:lnTo>
                  <a:pt x="274937" y="1730787"/>
                </a:lnTo>
                <a:lnTo>
                  <a:pt x="276583" y="1725333"/>
                </a:lnTo>
                <a:lnTo>
                  <a:pt x="278230" y="1719871"/>
                </a:lnTo>
                <a:lnTo>
                  <a:pt x="279876" y="1714402"/>
                </a:lnTo>
                <a:lnTo>
                  <a:pt x="281522" y="1708926"/>
                </a:lnTo>
                <a:lnTo>
                  <a:pt x="283169" y="1703443"/>
                </a:lnTo>
                <a:lnTo>
                  <a:pt x="284815" y="1697954"/>
                </a:lnTo>
                <a:lnTo>
                  <a:pt x="286461" y="1692458"/>
                </a:lnTo>
                <a:lnTo>
                  <a:pt x="288108" y="1686956"/>
                </a:lnTo>
                <a:lnTo>
                  <a:pt x="289754" y="1681449"/>
                </a:lnTo>
                <a:lnTo>
                  <a:pt x="291400" y="1675936"/>
                </a:lnTo>
                <a:lnTo>
                  <a:pt x="293047" y="1670417"/>
                </a:lnTo>
                <a:lnTo>
                  <a:pt x="294693" y="1664894"/>
                </a:lnTo>
                <a:lnTo>
                  <a:pt x="296339" y="1659365"/>
                </a:lnTo>
                <a:lnTo>
                  <a:pt x="297986" y="1653832"/>
                </a:lnTo>
                <a:lnTo>
                  <a:pt x="299632" y="1648295"/>
                </a:lnTo>
                <a:lnTo>
                  <a:pt x="301278" y="1642754"/>
                </a:lnTo>
                <a:lnTo>
                  <a:pt x="302925" y="1637208"/>
                </a:lnTo>
                <a:lnTo>
                  <a:pt x="304571" y="1631659"/>
                </a:lnTo>
                <a:lnTo>
                  <a:pt x="306217" y="1626107"/>
                </a:lnTo>
                <a:lnTo>
                  <a:pt x="307864" y="1620551"/>
                </a:lnTo>
                <a:lnTo>
                  <a:pt x="309510" y="1614993"/>
                </a:lnTo>
                <a:lnTo>
                  <a:pt x="311156" y="1609431"/>
                </a:lnTo>
                <a:lnTo>
                  <a:pt x="312803" y="1603868"/>
                </a:lnTo>
                <a:lnTo>
                  <a:pt x="314449" y="1598301"/>
                </a:lnTo>
                <a:lnTo>
                  <a:pt x="316095" y="1592733"/>
                </a:lnTo>
                <a:lnTo>
                  <a:pt x="317741" y="1587163"/>
                </a:lnTo>
                <a:lnTo>
                  <a:pt x="319388" y="1581592"/>
                </a:lnTo>
                <a:lnTo>
                  <a:pt x="321034" y="1576018"/>
                </a:lnTo>
                <a:lnTo>
                  <a:pt x="322680" y="1570444"/>
                </a:lnTo>
                <a:lnTo>
                  <a:pt x="324327" y="1564869"/>
                </a:lnTo>
                <a:lnTo>
                  <a:pt x="325973" y="1559293"/>
                </a:lnTo>
                <a:lnTo>
                  <a:pt x="327619" y="1553716"/>
                </a:lnTo>
                <a:lnTo>
                  <a:pt x="329266" y="1548139"/>
                </a:lnTo>
                <a:lnTo>
                  <a:pt x="330912" y="1542561"/>
                </a:lnTo>
                <a:lnTo>
                  <a:pt x="332558" y="1536984"/>
                </a:lnTo>
                <a:lnTo>
                  <a:pt x="334205" y="1531407"/>
                </a:lnTo>
                <a:lnTo>
                  <a:pt x="335851" y="1525830"/>
                </a:lnTo>
                <a:lnTo>
                  <a:pt x="337497" y="1520254"/>
                </a:lnTo>
                <a:lnTo>
                  <a:pt x="339144" y="1514679"/>
                </a:lnTo>
                <a:lnTo>
                  <a:pt x="340790" y="1509105"/>
                </a:lnTo>
                <a:lnTo>
                  <a:pt x="342436" y="1503532"/>
                </a:lnTo>
                <a:lnTo>
                  <a:pt x="344083" y="1497960"/>
                </a:lnTo>
                <a:lnTo>
                  <a:pt x="345729" y="1492390"/>
                </a:lnTo>
                <a:lnTo>
                  <a:pt x="347375" y="1486821"/>
                </a:lnTo>
                <a:lnTo>
                  <a:pt x="349022" y="1481255"/>
                </a:lnTo>
                <a:lnTo>
                  <a:pt x="350668" y="1475690"/>
                </a:lnTo>
                <a:lnTo>
                  <a:pt x="352314" y="1470128"/>
                </a:lnTo>
                <a:lnTo>
                  <a:pt x="353961" y="1464569"/>
                </a:lnTo>
                <a:lnTo>
                  <a:pt x="355607" y="1459012"/>
                </a:lnTo>
                <a:lnTo>
                  <a:pt x="357253" y="1453457"/>
                </a:lnTo>
                <a:lnTo>
                  <a:pt x="358900" y="1447906"/>
                </a:lnTo>
                <a:lnTo>
                  <a:pt x="360546" y="1442358"/>
                </a:lnTo>
                <a:lnTo>
                  <a:pt x="362192" y="1436813"/>
                </a:lnTo>
                <a:lnTo>
                  <a:pt x="363839" y="1431272"/>
                </a:lnTo>
                <a:lnTo>
                  <a:pt x="365485" y="1425735"/>
                </a:lnTo>
                <a:lnTo>
                  <a:pt x="367131" y="1420201"/>
                </a:lnTo>
                <a:lnTo>
                  <a:pt x="368778" y="1414671"/>
                </a:lnTo>
                <a:lnTo>
                  <a:pt x="370424" y="1409145"/>
                </a:lnTo>
                <a:lnTo>
                  <a:pt x="372070" y="1403624"/>
                </a:lnTo>
                <a:lnTo>
                  <a:pt x="373717" y="1398107"/>
                </a:lnTo>
                <a:lnTo>
                  <a:pt x="375363" y="1392595"/>
                </a:lnTo>
                <a:lnTo>
                  <a:pt x="377009" y="1387087"/>
                </a:lnTo>
                <a:lnTo>
                  <a:pt x="378656" y="1381585"/>
                </a:lnTo>
                <a:lnTo>
                  <a:pt x="380302" y="1376087"/>
                </a:lnTo>
                <a:lnTo>
                  <a:pt x="381948" y="1370595"/>
                </a:lnTo>
                <a:lnTo>
                  <a:pt x="383595" y="1365108"/>
                </a:lnTo>
                <a:lnTo>
                  <a:pt x="385241" y="1359626"/>
                </a:lnTo>
                <a:lnTo>
                  <a:pt x="386887" y="1354151"/>
                </a:lnTo>
                <a:lnTo>
                  <a:pt x="388534" y="1348681"/>
                </a:lnTo>
                <a:lnTo>
                  <a:pt x="390180" y="1343216"/>
                </a:lnTo>
                <a:lnTo>
                  <a:pt x="391826" y="1337758"/>
                </a:lnTo>
                <a:lnTo>
                  <a:pt x="393473" y="1332307"/>
                </a:lnTo>
                <a:lnTo>
                  <a:pt x="395119" y="1326861"/>
                </a:lnTo>
                <a:lnTo>
                  <a:pt x="396765" y="1321422"/>
                </a:lnTo>
                <a:lnTo>
                  <a:pt x="398412" y="1315989"/>
                </a:lnTo>
                <a:lnTo>
                  <a:pt x="400058" y="1310564"/>
                </a:lnTo>
                <a:lnTo>
                  <a:pt x="401704" y="1305145"/>
                </a:lnTo>
                <a:lnTo>
                  <a:pt x="403351" y="1299733"/>
                </a:lnTo>
                <a:lnTo>
                  <a:pt x="404997" y="1294328"/>
                </a:lnTo>
                <a:lnTo>
                  <a:pt x="406643" y="1288931"/>
                </a:lnTo>
                <a:lnTo>
                  <a:pt x="408290" y="1283540"/>
                </a:lnTo>
                <a:lnTo>
                  <a:pt x="409936" y="1278158"/>
                </a:lnTo>
                <a:lnTo>
                  <a:pt x="411582" y="1272783"/>
                </a:lnTo>
                <a:lnTo>
                  <a:pt x="413229" y="1267415"/>
                </a:lnTo>
                <a:lnTo>
                  <a:pt x="414875" y="1262056"/>
                </a:lnTo>
                <a:lnTo>
                  <a:pt x="416521" y="1256704"/>
                </a:lnTo>
                <a:lnTo>
                  <a:pt x="418168" y="1251360"/>
                </a:lnTo>
                <a:lnTo>
                  <a:pt x="419814" y="1246025"/>
                </a:lnTo>
                <a:lnTo>
                  <a:pt x="421460" y="1240698"/>
                </a:lnTo>
                <a:lnTo>
                  <a:pt x="423107" y="1235379"/>
                </a:lnTo>
                <a:lnTo>
                  <a:pt x="424753" y="1230069"/>
                </a:lnTo>
                <a:lnTo>
                  <a:pt x="426399" y="1224767"/>
                </a:lnTo>
                <a:lnTo>
                  <a:pt x="428046" y="1219474"/>
                </a:lnTo>
                <a:lnTo>
                  <a:pt x="429692" y="1214190"/>
                </a:lnTo>
                <a:lnTo>
                  <a:pt x="431338" y="1208914"/>
                </a:lnTo>
                <a:lnTo>
                  <a:pt x="432985" y="1203648"/>
                </a:lnTo>
                <a:lnTo>
                  <a:pt x="434631" y="1198391"/>
                </a:lnTo>
                <a:lnTo>
                  <a:pt x="436277" y="1193143"/>
                </a:lnTo>
                <a:lnTo>
                  <a:pt x="437924" y="1187904"/>
                </a:lnTo>
                <a:lnTo>
                  <a:pt x="439570" y="1182675"/>
                </a:lnTo>
                <a:lnTo>
                  <a:pt x="441216" y="1177455"/>
                </a:lnTo>
                <a:lnTo>
                  <a:pt x="442863" y="1172244"/>
                </a:lnTo>
                <a:lnTo>
                  <a:pt x="444509" y="1167044"/>
                </a:lnTo>
                <a:lnTo>
                  <a:pt x="446155" y="1161853"/>
                </a:lnTo>
                <a:lnTo>
                  <a:pt x="447802" y="1156672"/>
                </a:lnTo>
                <a:lnTo>
                  <a:pt x="449448" y="1151501"/>
                </a:lnTo>
                <a:lnTo>
                  <a:pt x="451094" y="1146340"/>
                </a:lnTo>
                <a:lnTo>
                  <a:pt x="452741" y="1141189"/>
                </a:lnTo>
                <a:lnTo>
                  <a:pt x="454387" y="1136048"/>
                </a:lnTo>
                <a:lnTo>
                  <a:pt x="456033" y="1130917"/>
                </a:lnTo>
                <a:lnTo>
                  <a:pt x="457680" y="1125797"/>
                </a:lnTo>
                <a:lnTo>
                  <a:pt x="459326" y="1120687"/>
                </a:lnTo>
                <a:lnTo>
                  <a:pt x="460972" y="1115588"/>
                </a:lnTo>
                <a:lnTo>
                  <a:pt x="462619" y="1110499"/>
                </a:lnTo>
                <a:lnTo>
                  <a:pt x="464265" y="1105421"/>
                </a:lnTo>
                <a:lnTo>
                  <a:pt x="465911" y="1100353"/>
                </a:lnTo>
                <a:lnTo>
                  <a:pt x="467558" y="1095296"/>
                </a:lnTo>
                <a:lnTo>
                  <a:pt x="469204" y="1090251"/>
                </a:lnTo>
                <a:lnTo>
                  <a:pt x="470850" y="1085216"/>
                </a:lnTo>
                <a:lnTo>
                  <a:pt x="472497" y="1080192"/>
                </a:lnTo>
                <a:lnTo>
                  <a:pt x="474143" y="1075179"/>
                </a:lnTo>
                <a:lnTo>
                  <a:pt x="475789" y="1070177"/>
                </a:lnTo>
                <a:lnTo>
                  <a:pt x="477436" y="1065187"/>
                </a:lnTo>
                <a:lnTo>
                  <a:pt x="479082" y="1060207"/>
                </a:lnTo>
                <a:lnTo>
                  <a:pt x="480728" y="1055239"/>
                </a:lnTo>
                <a:lnTo>
                  <a:pt x="482375" y="1050283"/>
                </a:lnTo>
                <a:lnTo>
                  <a:pt x="484021" y="1045338"/>
                </a:lnTo>
                <a:lnTo>
                  <a:pt x="485667" y="1040404"/>
                </a:lnTo>
                <a:lnTo>
                  <a:pt x="487314" y="1035482"/>
                </a:lnTo>
                <a:lnTo>
                  <a:pt x="488960" y="1030571"/>
                </a:lnTo>
                <a:lnTo>
                  <a:pt x="490606" y="1025673"/>
                </a:lnTo>
                <a:lnTo>
                  <a:pt x="492253" y="1020786"/>
                </a:lnTo>
                <a:lnTo>
                  <a:pt x="493899" y="1015910"/>
                </a:lnTo>
                <a:lnTo>
                  <a:pt x="495545" y="1011047"/>
                </a:lnTo>
                <a:lnTo>
                  <a:pt x="497192" y="1006195"/>
                </a:lnTo>
                <a:lnTo>
                  <a:pt x="498838" y="1001356"/>
                </a:lnTo>
                <a:lnTo>
                  <a:pt x="500484" y="996528"/>
                </a:lnTo>
                <a:lnTo>
                  <a:pt x="502131" y="991712"/>
                </a:lnTo>
                <a:lnTo>
                  <a:pt x="503777" y="986909"/>
                </a:lnTo>
                <a:lnTo>
                  <a:pt x="505423" y="982118"/>
                </a:lnTo>
                <a:lnTo>
                  <a:pt x="507070" y="977338"/>
                </a:lnTo>
                <a:lnTo>
                  <a:pt x="508716" y="972571"/>
                </a:lnTo>
                <a:lnTo>
                  <a:pt x="510362" y="967817"/>
                </a:lnTo>
                <a:lnTo>
                  <a:pt x="512009" y="963074"/>
                </a:lnTo>
                <a:lnTo>
                  <a:pt x="513655" y="958344"/>
                </a:lnTo>
                <a:lnTo>
                  <a:pt x="515301" y="953626"/>
                </a:lnTo>
                <a:lnTo>
                  <a:pt x="516948" y="948921"/>
                </a:lnTo>
                <a:lnTo>
                  <a:pt x="518594" y="944228"/>
                </a:lnTo>
                <a:lnTo>
                  <a:pt x="520240" y="939548"/>
                </a:lnTo>
                <a:lnTo>
                  <a:pt x="521887" y="934881"/>
                </a:lnTo>
                <a:lnTo>
                  <a:pt x="523533" y="930225"/>
                </a:lnTo>
                <a:lnTo>
                  <a:pt x="525179" y="925583"/>
                </a:lnTo>
                <a:lnTo>
                  <a:pt x="526826" y="920953"/>
                </a:lnTo>
                <a:lnTo>
                  <a:pt x="528472" y="916336"/>
                </a:lnTo>
                <a:lnTo>
                  <a:pt x="530118" y="911732"/>
                </a:lnTo>
                <a:lnTo>
                  <a:pt x="531765" y="907140"/>
                </a:lnTo>
                <a:lnTo>
                  <a:pt x="533411" y="902561"/>
                </a:lnTo>
                <a:lnTo>
                  <a:pt x="535057" y="897995"/>
                </a:lnTo>
                <a:lnTo>
                  <a:pt x="536704" y="893442"/>
                </a:lnTo>
                <a:lnTo>
                  <a:pt x="538350" y="888902"/>
                </a:lnTo>
                <a:lnTo>
                  <a:pt x="539996" y="884374"/>
                </a:lnTo>
                <a:lnTo>
                  <a:pt x="541643" y="879860"/>
                </a:lnTo>
                <a:lnTo>
                  <a:pt x="543289" y="875358"/>
                </a:lnTo>
                <a:lnTo>
                  <a:pt x="544935" y="870870"/>
                </a:lnTo>
                <a:lnTo>
                  <a:pt x="546582" y="866394"/>
                </a:lnTo>
                <a:lnTo>
                  <a:pt x="548228" y="861932"/>
                </a:lnTo>
                <a:lnTo>
                  <a:pt x="549874" y="857482"/>
                </a:lnTo>
                <a:lnTo>
                  <a:pt x="551521" y="853046"/>
                </a:lnTo>
                <a:lnTo>
                  <a:pt x="553167" y="848623"/>
                </a:lnTo>
                <a:lnTo>
                  <a:pt x="554813" y="844213"/>
                </a:lnTo>
                <a:lnTo>
                  <a:pt x="556460" y="839816"/>
                </a:lnTo>
                <a:lnTo>
                  <a:pt x="558106" y="835432"/>
                </a:lnTo>
                <a:lnTo>
                  <a:pt x="559752" y="831061"/>
                </a:lnTo>
                <a:lnTo>
                  <a:pt x="561399" y="826704"/>
                </a:lnTo>
                <a:lnTo>
                  <a:pt x="563045" y="822360"/>
                </a:lnTo>
                <a:lnTo>
                  <a:pt x="564691" y="818029"/>
                </a:lnTo>
                <a:lnTo>
                  <a:pt x="566338" y="813711"/>
                </a:lnTo>
                <a:lnTo>
                  <a:pt x="567984" y="809407"/>
                </a:lnTo>
                <a:lnTo>
                  <a:pt x="569630" y="805116"/>
                </a:lnTo>
                <a:lnTo>
                  <a:pt x="571277" y="800838"/>
                </a:lnTo>
                <a:lnTo>
                  <a:pt x="572923" y="796574"/>
                </a:lnTo>
                <a:lnTo>
                  <a:pt x="574569" y="792323"/>
                </a:lnTo>
                <a:lnTo>
                  <a:pt x="576216" y="788085"/>
                </a:lnTo>
                <a:lnTo>
                  <a:pt x="577862" y="783861"/>
                </a:lnTo>
                <a:lnTo>
                  <a:pt x="579508" y="779650"/>
                </a:lnTo>
                <a:lnTo>
                  <a:pt x="581155" y="775452"/>
                </a:lnTo>
                <a:lnTo>
                  <a:pt x="582801" y="771268"/>
                </a:lnTo>
                <a:lnTo>
                  <a:pt x="584447" y="767097"/>
                </a:lnTo>
                <a:lnTo>
                  <a:pt x="586094" y="762939"/>
                </a:lnTo>
                <a:lnTo>
                  <a:pt x="587740" y="758795"/>
                </a:lnTo>
                <a:lnTo>
                  <a:pt x="589386" y="754665"/>
                </a:lnTo>
                <a:lnTo>
                  <a:pt x="591033" y="750548"/>
                </a:lnTo>
                <a:lnTo>
                  <a:pt x="592679" y="746444"/>
                </a:lnTo>
                <a:lnTo>
                  <a:pt x="594325" y="742354"/>
                </a:lnTo>
                <a:lnTo>
                  <a:pt x="595972" y="738277"/>
                </a:lnTo>
                <a:lnTo>
                  <a:pt x="597618" y="734214"/>
                </a:lnTo>
                <a:lnTo>
                  <a:pt x="599264" y="730164"/>
                </a:lnTo>
                <a:lnTo>
                  <a:pt x="600911" y="726127"/>
                </a:lnTo>
                <a:lnTo>
                  <a:pt x="602557" y="722104"/>
                </a:lnTo>
                <a:lnTo>
                  <a:pt x="604203" y="718095"/>
                </a:lnTo>
                <a:lnTo>
                  <a:pt x="605850" y="714099"/>
                </a:lnTo>
                <a:lnTo>
                  <a:pt x="607496" y="710116"/>
                </a:lnTo>
                <a:lnTo>
                  <a:pt x="609142" y="706147"/>
                </a:lnTo>
                <a:lnTo>
                  <a:pt x="610789" y="702192"/>
                </a:lnTo>
                <a:lnTo>
                  <a:pt x="612435" y="698250"/>
                </a:lnTo>
                <a:lnTo>
                  <a:pt x="614081" y="694321"/>
                </a:lnTo>
                <a:lnTo>
                  <a:pt x="615728" y="690406"/>
                </a:lnTo>
                <a:lnTo>
                  <a:pt x="617374" y="686505"/>
                </a:lnTo>
                <a:lnTo>
                  <a:pt x="619020" y="682617"/>
                </a:lnTo>
                <a:lnTo>
                  <a:pt x="620667" y="678742"/>
                </a:lnTo>
                <a:lnTo>
                  <a:pt x="622313" y="674881"/>
                </a:lnTo>
                <a:lnTo>
                  <a:pt x="623959" y="671033"/>
                </a:lnTo>
                <a:lnTo>
                  <a:pt x="625606" y="667199"/>
                </a:lnTo>
                <a:lnTo>
                  <a:pt x="627252" y="663378"/>
                </a:lnTo>
                <a:lnTo>
                  <a:pt x="628898" y="659571"/>
                </a:lnTo>
                <a:lnTo>
                  <a:pt x="630544" y="655777"/>
                </a:lnTo>
                <a:lnTo>
                  <a:pt x="632191" y="651997"/>
                </a:lnTo>
                <a:lnTo>
                  <a:pt x="633837" y="648230"/>
                </a:lnTo>
                <a:lnTo>
                  <a:pt x="635483" y="644477"/>
                </a:lnTo>
                <a:lnTo>
                  <a:pt x="637130" y="640737"/>
                </a:lnTo>
                <a:lnTo>
                  <a:pt x="638776" y="637011"/>
                </a:lnTo>
                <a:lnTo>
                  <a:pt x="640422" y="633297"/>
                </a:lnTo>
                <a:lnTo>
                  <a:pt x="642069" y="629598"/>
                </a:lnTo>
                <a:lnTo>
                  <a:pt x="643715" y="625912"/>
                </a:lnTo>
                <a:lnTo>
                  <a:pt x="645361" y="622239"/>
                </a:lnTo>
                <a:lnTo>
                  <a:pt x="647008" y="618579"/>
                </a:lnTo>
                <a:lnTo>
                  <a:pt x="648654" y="614933"/>
                </a:lnTo>
                <a:lnTo>
                  <a:pt x="650300" y="611301"/>
                </a:lnTo>
                <a:lnTo>
                  <a:pt x="651947" y="607681"/>
                </a:lnTo>
                <a:lnTo>
                  <a:pt x="653593" y="604076"/>
                </a:lnTo>
                <a:lnTo>
                  <a:pt x="655239" y="600483"/>
                </a:lnTo>
                <a:lnTo>
                  <a:pt x="656886" y="596904"/>
                </a:lnTo>
                <a:lnTo>
                  <a:pt x="658532" y="593338"/>
                </a:lnTo>
                <a:lnTo>
                  <a:pt x="660178" y="589785"/>
                </a:lnTo>
                <a:lnTo>
                  <a:pt x="661825" y="586246"/>
                </a:lnTo>
                <a:lnTo>
                  <a:pt x="663471" y="582720"/>
                </a:lnTo>
                <a:lnTo>
                  <a:pt x="665117" y="579208"/>
                </a:lnTo>
                <a:lnTo>
                  <a:pt x="666764" y="575708"/>
                </a:lnTo>
                <a:lnTo>
                  <a:pt x="668410" y="572222"/>
                </a:lnTo>
                <a:lnTo>
                  <a:pt x="670056" y="568750"/>
                </a:lnTo>
                <a:lnTo>
                  <a:pt x="671703" y="565290"/>
                </a:lnTo>
                <a:lnTo>
                  <a:pt x="673349" y="561844"/>
                </a:lnTo>
                <a:lnTo>
                  <a:pt x="674995" y="558411"/>
                </a:lnTo>
                <a:lnTo>
                  <a:pt x="676642" y="554991"/>
                </a:lnTo>
                <a:lnTo>
                  <a:pt x="678288" y="551584"/>
                </a:lnTo>
                <a:lnTo>
                  <a:pt x="679934" y="548191"/>
                </a:lnTo>
                <a:lnTo>
                  <a:pt x="681581" y="544810"/>
                </a:lnTo>
                <a:lnTo>
                  <a:pt x="683227" y="541443"/>
                </a:lnTo>
                <a:lnTo>
                  <a:pt x="684873" y="538089"/>
                </a:lnTo>
                <a:lnTo>
                  <a:pt x="686520" y="534748"/>
                </a:lnTo>
                <a:lnTo>
                  <a:pt x="688166" y="531420"/>
                </a:lnTo>
                <a:lnTo>
                  <a:pt x="689812" y="528105"/>
                </a:lnTo>
                <a:lnTo>
                  <a:pt x="691459" y="524804"/>
                </a:lnTo>
                <a:lnTo>
                  <a:pt x="693105" y="521515"/>
                </a:lnTo>
                <a:lnTo>
                  <a:pt x="694751" y="518239"/>
                </a:lnTo>
                <a:lnTo>
                  <a:pt x="696398" y="514977"/>
                </a:lnTo>
                <a:lnTo>
                  <a:pt x="698044" y="511727"/>
                </a:lnTo>
                <a:lnTo>
                  <a:pt x="699690" y="508490"/>
                </a:lnTo>
                <a:lnTo>
                  <a:pt x="701337" y="505267"/>
                </a:lnTo>
                <a:lnTo>
                  <a:pt x="702983" y="502056"/>
                </a:lnTo>
                <a:lnTo>
                  <a:pt x="704629" y="498858"/>
                </a:lnTo>
                <a:lnTo>
                  <a:pt x="706276" y="495674"/>
                </a:lnTo>
                <a:lnTo>
                  <a:pt x="707922" y="492502"/>
                </a:lnTo>
                <a:lnTo>
                  <a:pt x="709568" y="489343"/>
                </a:lnTo>
                <a:lnTo>
                  <a:pt x="711215" y="486196"/>
                </a:lnTo>
                <a:lnTo>
                  <a:pt x="712861" y="483063"/>
                </a:lnTo>
                <a:lnTo>
                  <a:pt x="714507" y="479942"/>
                </a:lnTo>
                <a:lnTo>
                  <a:pt x="716154" y="476835"/>
                </a:lnTo>
                <a:lnTo>
                  <a:pt x="717800" y="473740"/>
                </a:lnTo>
                <a:lnTo>
                  <a:pt x="719446" y="470658"/>
                </a:lnTo>
                <a:lnTo>
                  <a:pt x="721093" y="467588"/>
                </a:lnTo>
                <a:lnTo>
                  <a:pt x="722739" y="464531"/>
                </a:lnTo>
                <a:lnTo>
                  <a:pt x="724385" y="461487"/>
                </a:lnTo>
                <a:lnTo>
                  <a:pt x="726032" y="458456"/>
                </a:lnTo>
                <a:lnTo>
                  <a:pt x="727678" y="455437"/>
                </a:lnTo>
                <a:lnTo>
                  <a:pt x="729324" y="452431"/>
                </a:lnTo>
                <a:lnTo>
                  <a:pt x="730971" y="449438"/>
                </a:lnTo>
                <a:lnTo>
                  <a:pt x="732617" y="446457"/>
                </a:lnTo>
                <a:lnTo>
                  <a:pt x="734263" y="443489"/>
                </a:lnTo>
                <a:lnTo>
                  <a:pt x="735910" y="440533"/>
                </a:lnTo>
                <a:lnTo>
                  <a:pt x="737556" y="437590"/>
                </a:lnTo>
                <a:lnTo>
                  <a:pt x="739202" y="434660"/>
                </a:lnTo>
                <a:lnTo>
                  <a:pt x="740849" y="431742"/>
                </a:lnTo>
                <a:lnTo>
                  <a:pt x="742495" y="428836"/>
                </a:lnTo>
                <a:lnTo>
                  <a:pt x="744141" y="425943"/>
                </a:lnTo>
                <a:lnTo>
                  <a:pt x="745788" y="423062"/>
                </a:lnTo>
                <a:lnTo>
                  <a:pt x="747434" y="420194"/>
                </a:lnTo>
                <a:lnTo>
                  <a:pt x="749080" y="417338"/>
                </a:lnTo>
                <a:lnTo>
                  <a:pt x="750727" y="414494"/>
                </a:lnTo>
                <a:lnTo>
                  <a:pt x="752373" y="411663"/>
                </a:lnTo>
                <a:lnTo>
                  <a:pt x="754019" y="408844"/>
                </a:lnTo>
                <a:lnTo>
                  <a:pt x="755666" y="406037"/>
                </a:lnTo>
                <a:lnTo>
                  <a:pt x="757312" y="403243"/>
                </a:lnTo>
                <a:lnTo>
                  <a:pt x="758958" y="400461"/>
                </a:lnTo>
                <a:lnTo>
                  <a:pt x="760605" y="397691"/>
                </a:lnTo>
                <a:lnTo>
                  <a:pt x="762251" y="394933"/>
                </a:lnTo>
                <a:lnTo>
                  <a:pt x="763897" y="392188"/>
                </a:lnTo>
                <a:lnTo>
                  <a:pt x="765544" y="389454"/>
                </a:lnTo>
                <a:lnTo>
                  <a:pt x="767190" y="386733"/>
                </a:lnTo>
                <a:lnTo>
                  <a:pt x="768836" y="384024"/>
                </a:lnTo>
                <a:lnTo>
                  <a:pt x="770483" y="381327"/>
                </a:lnTo>
                <a:lnTo>
                  <a:pt x="772129" y="378642"/>
                </a:lnTo>
                <a:lnTo>
                  <a:pt x="773775" y="375969"/>
                </a:lnTo>
                <a:lnTo>
                  <a:pt x="775422" y="373308"/>
                </a:lnTo>
                <a:lnTo>
                  <a:pt x="777068" y="370659"/>
                </a:lnTo>
                <a:lnTo>
                  <a:pt x="778714" y="368022"/>
                </a:lnTo>
                <a:lnTo>
                  <a:pt x="780361" y="365397"/>
                </a:lnTo>
                <a:lnTo>
                  <a:pt x="782007" y="362784"/>
                </a:lnTo>
                <a:lnTo>
                  <a:pt x="783653" y="360183"/>
                </a:lnTo>
                <a:lnTo>
                  <a:pt x="785300" y="357594"/>
                </a:lnTo>
                <a:lnTo>
                  <a:pt x="786946" y="355016"/>
                </a:lnTo>
                <a:lnTo>
                  <a:pt x="788592" y="352450"/>
                </a:lnTo>
                <a:lnTo>
                  <a:pt x="790239" y="349896"/>
                </a:lnTo>
                <a:lnTo>
                  <a:pt x="791885" y="347354"/>
                </a:lnTo>
                <a:lnTo>
                  <a:pt x="793531" y="344824"/>
                </a:lnTo>
                <a:lnTo>
                  <a:pt x="795178" y="342305"/>
                </a:lnTo>
                <a:lnTo>
                  <a:pt x="796824" y="339798"/>
                </a:lnTo>
                <a:lnTo>
                  <a:pt x="798470" y="337303"/>
                </a:lnTo>
                <a:lnTo>
                  <a:pt x="800117" y="334819"/>
                </a:lnTo>
                <a:lnTo>
                  <a:pt x="801763" y="332347"/>
                </a:lnTo>
                <a:lnTo>
                  <a:pt x="803409" y="329887"/>
                </a:lnTo>
                <a:lnTo>
                  <a:pt x="805056" y="327438"/>
                </a:lnTo>
                <a:lnTo>
                  <a:pt x="806702" y="325000"/>
                </a:lnTo>
                <a:lnTo>
                  <a:pt x="808348" y="322575"/>
                </a:lnTo>
                <a:lnTo>
                  <a:pt x="809995" y="320160"/>
                </a:lnTo>
                <a:lnTo>
                  <a:pt x="811641" y="317757"/>
                </a:lnTo>
                <a:lnTo>
                  <a:pt x="813287" y="315366"/>
                </a:lnTo>
                <a:lnTo>
                  <a:pt x="814934" y="312986"/>
                </a:lnTo>
                <a:lnTo>
                  <a:pt x="816580" y="310617"/>
                </a:lnTo>
                <a:lnTo>
                  <a:pt x="818226" y="308260"/>
                </a:lnTo>
                <a:lnTo>
                  <a:pt x="819873" y="305914"/>
                </a:lnTo>
                <a:lnTo>
                  <a:pt x="821519" y="303579"/>
                </a:lnTo>
                <a:lnTo>
                  <a:pt x="823165" y="301256"/>
                </a:lnTo>
                <a:lnTo>
                  <a:pt x="824812" y="298944"/>
                </a:lnTo>
                <a:lnTo>
                  <a:pt x="826458" y="296643"/>
                </a:lnTo>
                <a:lnTo>
                  <a:pt x="828104" y="294353"/>
                </a:lnTo>
                <a:lnTo>
                  <a:pt x="829751" y="292075"/>
                </a:lnTo>
                <a:lnTo>
                  <a:pt x="831397" y="289807"/>
                </a:lnTo>
                <a:lnTo>
                  <a:pt x="833043" y="287551"/>
                </a:lnTo>
                <a:lnTo>
                  <a:pt x="834690" y="285306"/>
                </a:lnTo>
                <a:lnTo>
                  <a:pt x="836336" y="283072"/>
                </a:lnTo>
                <a:lnTo>
                  <a:pt x="837982" y="280849"/>
                </a:lnTo>
                <a:lnTo>
                  <a:pt x="839629" y="278637"/>
                </a:lnTo>
                <a:lnTo>
                  <a:pt x="841275" y="276436"/>
                </a:lnTo>
                <a:lnTo>
                  <a:pt x="842921" y="274246"/>
                </a:lnTo>
                <a:lnTo>
                  <a:pt x="844568" y="272067"/>
                </a:lnTo>
                <a:lnTo>
                  <a:pt x="846214" y="269899"/>
                </a:lnTo>
                <a:lnTo>
                  <a:pt x="847860" y="267742"/>
                </a:lnTo>
                <a:lnTo>
                  <a:pt x="849507" y="265595"/>
                </a:lnTo>
                <a:lnTo>
                  <a:pt x="851153" y="263460"/>
                </a:lnTo>
                <a:lnTo>
                  <a:pt x="852799" y="261335"/>
                </a:lnTo>
                <a:lnTo>
                  <a:pt x="854446" y="259221"/>
                </a:lnTo>
                <a:lnTo>
                  <a:pt x="856092" y="257118"/>
                </a:lnTo>
                <a:lnTo>
                  <a:pt x="857738" y="255025"/>
                </a:lnTo>
                <a:lnTo>
                  <a:pt x="859385" y="252944"/>
                </a:lnTo>
                <a:lnTo>
                  <a:pt x="861031" y="250873"/>
                </a:lnTo>
                <a:lnTo>
                  <a:pt x="862677" y="248812"/>
                </a:lnTo>
                <a:lnTo>
                  <a:pt x="864324" y="246762"/>
                </a:lnTo>
                <a:lnTo>
                  <a:pt x="865970" y="244723"/>
                </a:lnTo>
                <a:lnTo>
                  <a:pt x="867616" y="242695"/>
                </a:lnTo>
                <a:lnTo>
                  <a:pt x="869263" y="240676"/>
                </a:lnTo>
                <a:lnTo>
                  <a:pt x="870909" y="238669"/>
                </a:lnTo>
                <a:lnTo>
                  <a:pt x="872555" y="236672"/>
                </a:lnTo>
                <a:lnTo>
                  <a:pt x="874202" y="234685"/>
                </a:lnTo>
                <a:lnTo>
                  <a:pt x="875848" y="232709"/>
                </a:lnTo>
                <a:lnTo>
                  <a:pt x="877494" y="230743"/>
                </a:lnTo>
                <a:lnTo>
                  <a:pt x="879141" y="228788"/>
                </a:lnTo>
                <a:lnTo>
                  <a:pt x="880787" y="226843"/>
                </a:lnTo>
                <a:lnTo>
                  <a:pt x="882433" y="224908"/>
                </a:lnTo>
                <a:lnTo>
                  <a:pt x="884080" y="222984"/>
                </a:lnTo>
                <a:lnTo>
                  <a:pt x="885726" y="221070"/>
                </a:lnTo>
                <a:lnTo>
                  <a:pt x="887372" y="219166"/>
                </a:lnTo>
                <a:lnTo>
                  <a:pt x="889019" y="217273"/>
                </a:lnTo>
                <a:lnTo>
                  <a:pt x="890665" y="215389"/>
                </a:lnTo>
                <a:lnTo>
                  <a:pt x="892311" y="213516"/>
                </a:lnTo>
                <a:lnTo>
                  <a:pt x="893958" y="211653"/>
                </a:lnTo>
                <a:lnTo>
                  <a:pt x="895604" y="209800"/>
                </a:lnTo>
                <a:lnTo>
                  <a:pt x="897250" y="207957"/>
                </a:lnTo>
                <a:lnTo>
                  <a:pt x="898897" y="206125"/>
                </a:lnTo>
                <a:lnTo>
                  <a:pt x="900543" y="204302"/>
                </a:lnTo>
                <a:lnTo>
                  <a:pt x="902189" y="202489"/>
                </a:lnTo>
                <a:lnTo>
                  <a:pt x="903836" y="200687"/>
                </a:lnTo>
                <a:lnTo>
                  <a:pt x="905482" y="198894"/>
                </a:lnTo>
                <a:lnTo>
                  <a:pt x="907128" y="197111"/>
                </a:lnTo>
                <a:lnTo>
                  <a:pt x="908775" y="195338"/>
                </a:lnTo>
                <a:lnTo>
                  <a:pt x="910421" y="193575"/>
                </a:lnTo>
                <a:lnTo>
                  <a:pt x="912067" y="191822"/>
                </a:lnTo>
                <a:lnTo>
                  <a:pt x="913714" y="190079"/>
                </a:lnTo>
                <a:lnTo>
                  <a:pt x="915360" y="188345"/>
                </a:lnTo>
                <a:lnTo>
                  <a:pt x="917006" y="186622"/>
                </a:lnTo>
                <a:lnTo>
                  <a:pt x="918653" y="184908"/>
                </a:lnTo>
                <a:lnTo>
                  <a:pt x="920299" y="183204"/>
                </a:lnTo>
                <a:lnTo>
                  <a:pt x="921945" y="181509"/>
                </a:lnTo>
                <a:lnTo>
                  <a:pt x="923592" y="179824"/>
                </a:lnTo>
                <a:lnTo>
                  <a:pt x="925238" y="178149"/>
                </a:lnTo>
                <a:lnTo>
                  <a:pt x="926884" y="176484"/>
                </a:lnTo>
                <a:lnTo>
                  <a:pt x="928531" y="174828"/>
                </a:lnTo>
                <a:lnTo>
                  <a:pt x="930177" y="173181"/>
                </a:lnTo>
                <a:lnTo>
                  <a:pt x="931823" y="171544"/>
                </a:lnTo>
                <a:lnTo>
                  <a:pt x="933470" y="169917"/>
                </a:lnTo>
                <a:lnTo>
                  <a:pt x="935116" y="168299"/>
                </a:lnTo>
                <a:lnTo>
                  <a:pt x="936762" y="166691"/>
                </a:lnTo>
                <a:lnTo>
                  <a:pt x="938409" y="165092"/>
                </a:lnTo>
                <a:lnTo>
                  <a:pt x="940055" y="163503"/>
                </a:lnTo>
                <a:lnTo>
                  <a:pt x="941701" y="161922"/>
                </a:lnTo>
                <a:lnTo>
                  <a:pt x="943347" y="160352"/>
                </a:lnTo>
                <a:lnTo>
                  <a:pt x="944994" y="158790"/>
                </a:lnTo>
                <a:lnTo>
                  <a:pt x="946640" y="157238"/>
                </a:lnTo>
                <a:lnTo>
                  <a:pt x="948286" y="155695"/>
                </a:lnTo>
                <a:lnTo>
                  <a:pt x="949933" y="154162"/>
                </a:lnTo>
                <a:lnTo>
                  <a:pt x="951579" y="152638"/>
                </a:lnTo>
                <a:lnTo>
                  <a:pt x="953225" y="151123"/>
                </a:lnTo>
                <a:lnTo>
                  <a:pt x="954872" y="149617"/>
                </a:lnTo>
                <a:lnTo>
                  <a:pt x="956518" y="148120"/>
                </a:lnTo>
                <a:lnTo>
                  <a:pt x="958164" y="146632"/>
                </a:lnTo>
                <a:lnTo>
                  <a:pt x="959811" y="145154"/>
                </a:lnTo>
                <a:lnTo>
                  <a:pt x="961457" y="143685"/>
                </a:lnTo>
                <a:lnTo>
                  <a:pt x="963103" y="142224"/>
                </a:lnTo>
                <a:lnTo>
                  <a:pt x="964750" y="140773"/>
                </a:lnTo>
                <a:lnTo>
                  <a:pt x="966396" y="139331"/>
                </a:lnTo>
                <a:lnTo>
                  <a:pt x="968042" y="137897"/>
                </a:lnTo>
                <a:lnTo>
                  <a:pt x="969689" y="136473"/>
                </a:lnTo>
                <a:lnTo>
                  <a:pt x="971335" y="135058"/>
                </a:lnTo>
                <a:lnTo>
                  <a:pt x="972981" y="133651"/>
                </a:lnTo>
                <a:lnTo>
                  <a:pt x="974628" y="132253"/>
                </a:lnTo>
                <a:lnTo>
                  <a:pt x="976274" y="130865"/>
                </a:lnTo>
                <a:lnTo>
                  <a:pt x="977920" y="129485"/>
                </a:lnTo>
                <a:lnTo>
                  <a:pt x="979567" y="128114"/>
                </a:lnTo>
                <a:lnTo>
                  <a:pt x="981213" y="126751"/>
                </a:lnTo>
                <a:lnTo>
                  <a:pt x="982859" y="125398"/>
                </a:lnTo>
                <a:lnTo>
                  <a:pt x="984506" y="124053"/>
                </a:lnTo>
                <a:lnTo>
                  <a:pt x="986152" y="122717"/>
                </a:lnTo>
                <a:lnTo>
                  <a:pt x="987798" y="121389"/>
                </a:lnTo>
                <a:lnTo>
                  <a:pt x="989445" y="120070"/>
                </a:lnTo>
                <a:lnTo>
                  <a:pt x="991091" y="118760"/>
                </a:lnTo>
                <a:lnTo>
                  <a:pt x="992737" y="117459"/>
                </a:lnTo>
                <a:lnTo>
                  <a:pt x="994384" y="116166"/>
                </a:lnTo>
                <a:lnTo>
                  <a:pt x="996030" y="114881"/>
                </a:lnTo>
                <a:lnTo>
                  <a:pt x="997676" y="113605"/>
                </a:lnTo>
                <a:lnTo>
                  <a:pt x="999323" y="112338"/>
                </a:lnTo>
                <a:lnTo>
                  <a:pt x="1000969" y="111079"/>
                </a:lnTo>
                <a:lnTo>
                  <a:pt x="1002615" y="109829"/>
                </a:lnTo>
                <a:lnTo>
                  <a:pt x="1004262" y="108587"/>
                </a:lnTo>
                <a:lnTo>
                  <a:pt x="1005908" y="107353"/>
                </a:lnTo>
                <a:lnTo>
                  <a:pt x="1007554" y="106128"/>
                </a:lnTo>
                <a:lnTo>
                  <a:pt x="1009201" y="104911"/>
                </a:lnTo>
                <a:lnTo>
                  <a:pt x="1010847" y="103703"/>
                </a:lnTo>
                <a:lnTo>
                  <a:pt x="1012493" y="102502"/>
                </a:lnTo>
                <a:lnTo>
                  <a:pt x="1014140" y="101310"/>
                </a:lnTo>
                <a:lnTo>
                  <a:pt x="1015786" y="100127"/>
                </a:lnTo>
                <a:lnTo>
                  <a:pt x="1017432" y="98951"/>
                </a:lnTo>
                <a:lnTo>
                  <a:pt x="1019079" y="97784"/>
                </a:lnTo>
                <a:lnTo>
                  <a:pt x="1020725" y="96625"/>
                </a:lnTo>
                <a:lnTo>
                  <a:pt x="1022371" y="95474"/>
                </a:lnTo>
                <a:lnTo>
                  <a:pt x="1024018" y="94332"/>
                </a:lnTo>
                <a:lnTo>
                  <a:pt x="1025664" y="93197"/>
                </a:lnTo>
                <a:lnTo>
                  <a:pt x="1027310" y="92071"/>
                </a:lnTo>
                <a:lnTo>
                  <a:pt x="1028957" y="90953"/>
                </a:lnTo>
                <a:lnTo>
                  <a:pt x="1030603" y="89842"/>
                </a:lnTo>
                <a:lnTo>
                  <a:pt x="1032249" y="88740"/>
                </a:lnTo>
                <a:lnTo>
                  <a:pt x="1033896" y="87646"/>
                </a:lnTo>
                <a:lnTo>
                  <a:pt x="1035542" y="86559"/>
                </a:lnTo>
                <a:lnTo>
                  <a:pt x="1037188" y="85481"/>
                </a:lnTo>
                <a:lnTo>
                  <a:pt x="1038835" y="84411"/>
                </a:lnTo>
                <a:lnTo>
                  <a:pt x="1040481" y="83348"/>
                </a:lnTo>
                <a:lnTo>
                  <a:pt x="1042127" y="82294"/>
                </a:lnTo>
                <a:lnTo>
                  <a:pt x="1043774" y="81247"/>
                </a:lnTo>
                <a:lnTo>
                  <a:pt x="1045420" y="80208"/>
                </a:lnTo>
                <a:lnTo>
                  <a:pt x="1047066" y="79177"/>
                </a:lnTo>
                <a:lnTo>
                  <a:pt x="1048713" y="78154"/>
                </a:lnTo>
                <a:lnTo>
                  <a:pt x="1050359" y="77138"/>
                </a:lnTo>
                <a:lnTo>
                  <a:pt x="1052005" y="76130"/>
                </a:lnTo>
                <a:lnTo>
                  <a:pt x="1053652" y="75130"/>
                </a:lnTo>
                <a:lnTo>
                  <a:pt x="1055298" y="74138"/>
                </a:lnTo>
                <a:lnTo>
                  <a:pt x="1056944" y="73153"/>
                </a:lnTo>
                <a:lnTo>
                  <a:pt x="1058591" y="72176"/>
                </a:lnTo>
                <a:lnTo>
                  <a:pt x="1060237" y="71207"/>
                </a:lnTo>
                <a:lnTo>
                  <a:pt x="1061883" y="70245"/>
                </a:lnTo>
                <a:lnTo>
                  <a:pt x="1063530" y="69291"/>
                </a:lnTo>
                <a:lnTo>
                  <a:pt x="1065176" y="68344"/>
                </a:lnTo>
                <a:lnTo>
                  <a:pt x="1066822" y="67405"/>
                </a:lnTo>
                <a:lnTo>
                  <a:pt x="1068469" y="66474"/>
                </a:lnTo>
                <a:lnTo>
                  <a:pt x="1070115" y="65550"/>
                </a:lnTo>
                <a:lnTo>
                  <a:pt x="1071761" y="64633"/>
                </a:lnTo>
                <a:lnTo>
                  <a:pt x="1073408" y="63724"/>
                </a:lnTo>
                <a:lnTo>
                  <a:pt x="1075054" y="62823"/>
                </a:lnTo>
                <a:lnTo>
                  <a:pt x="1076700" y="61928"/>
                </a:lnTo>
                <a:lnTo>
                  <a:pt x="1078347" y="61041"/>
                </a:lnTo>
                <a:lnTo>
                  <a:pt x="1079993" y="60162"/>
                </a:lnTo>
                <a:lnTo>
                  <a:pt x="1081639" y="59290"/>
                </a:lnTo>
                <a:lnTo>
                  <a:pt x="1083286" y="58425"/>
                </a:lnTo>
                <a:lnTo>
                  <a:pt x="1084932" y="57567"/>
                </a:lnTo>
                <a:lnTo>
                  <a:pt x="1086578" y="56717"/>
                </a:lnTo>
                <a:lnTo>
                  <a:pt x="1088225" y="55874"/>
                </a:lnTo>
                <a:lnTo>
                  <a:pt x="1089871" y="55038"/>
                </a:lnTo>
                <a:lnTo>
                  <a:pt x="1091517" y="54210"/>
                </a:lnTo>
                <a:lnTo>
                  <a:pt x="1093164" y="53388"/>
                </a:lnTo>
                <a:lnTo>
                  <a:pt x="1094810" y="52574"/>
                </a:lnTo>
                <a:lnTo>
                  <a:pt x="1096456" y="51767"/>
                </a:lnTo>
                <a:lnTo>
                  <a:pt x="1098103" y="50967"/>
                </a:lnTo>
                <a:lnTo>
                  <a:pt x="1099749" y="50174"/>
                </a:lnTo>
                <a:lnTo>
                  <a:pt x="1101395" y="49388"/>
                </a:lnTo>
                <a:lnTo>
                  <a:pt x="1103042" y="48610"/>
                </a:lnTo>
                <a:lnTo>
                  <a:pt x="1104688" y="47838"/>
                </a:lnTo>
                <a:lnTo>
                  <a:pt x="1106334" y="47073"/>
                </a:lnTo>
                <a:lnTo>
                  <a:pt x="1107981" y="46316"/>
                </a:lnTo>
                <a:lnTo>
                  <a:pt x="1109627" y="45565"/>
                </a:lnTo>
                <a:lnTo>
                  <a:pt x="1111273" y="44821"/>
                </a:lnTo>
                <a:lnTo>
                  <a:pt x="1112920" y="44084"/>
                </a:lnTo>
                <a:lnTo>
                  <a:pt x="1114566" y="43354"/>
                </a:lnTo>
                <a:lnTo>
                  <a:pt x="1116212" y="42631"/>
                </a:lnTo>
                <a:lnTo>
                  <a:pt x="1117859" y="41915"/>
                </a:lnTo>
                <a:lnTo>
                  <a:pt x="1119505" y="41206"/>
                </a:lnTo>
                <a:lnTo>
                  <a:pt x="1121151" y="40503"/>
                </a:lnTo>
                <a:lnTo>
                  <a:pt x="1122798" y="39808"/>
                </a:lnTo>
                <a:lnTo>
                  <a:pt x="1124444" y="39119"/>
                </a:lnTo>
                <a:lnTo>
                  <a:pt x="1126090" y="38437"/>
                </a:lnTo>
                <a:lnTo>
                  <a:pt x="1127737" y="37761"/>
                </a:lnTo>
                <a:lnTo>
                  <a:pt x="1129383" y="37093"/>
                </a:lnTo>
                <a:lnTo>
                  <a:pt x="1131029" y="36431"/>
                </a:lnTo>
                <a:lnTo>
                  <a:pt x="1132676" y="35775"/>
                </a:lnTo>
                <a:lnTo>
                  <a:pt x="1134322" y="35127"/>
                </a:lnTo>
                <a:lnTo>
                  <a:pt x="1135968" y="34485"/>
                </a:lnTo>
                <a:lnTo>
                  <a:pt x="1137615" y="33849"/>
                </a:lnTo>
                <a:lnTo>
                  <a:pt x="1139261" y="33221"/>
                </a:lnTo>
                <a:lnTo>
                  <a:pt x="1140907" y="32598"/>
                </a:lnTo>
                <a:lnTo>
                  <a:pt x="1142554" y="31983"/>
                </a:lnTo>
                <a:lnTo>
                  <a:pt x="1144200" y="31374"/>
                </a:lnTo>
                <a:lnTo>
                  <a:pt x="1145846" y="30771"/>
                </a:lnTo>
                <a:lnTo>
                  <a:pt x="1147493" y="30175"/>
                </a:lnTo>
                <a:lnTo>
                  <a:pt x="1149139" y="29585"/>
                </a:lnTo>
                <a:lnTo>
                  <a:pt x="1150785" y="29002"/>
                </a:lnTo>
                <a:lnTo>
                  <a:pt x="1152432" y="28426"/>
                </a:lnTo>
                <a:lnTo>
                  <a:pt x="1154078" y="27855"/>
                </a:lnTo>
                <a:lnTo>
                  <a:pt x="1155724" y="27291"/>
                </a:lnTo>
                <a:lnTo>
                  <a:pt x="1157371" y="26734"/>
                </a:lnTo>
                <a:lnTo>
                  <a:pt x="1159017" y="26183"/>
                </a:lnTo>
                <a:lnTo>
                  <a:pt x="1160663" y="25638"/>
                </a:lnTo>
                <a:lnTo>
                  <a:pt x="1162310" y="25099"/>
                </a:lnTo>
                <a:lnTo>
                  <a:pt x="1163956" y="24567"/>
                </a:lnTo>
                <a:lnTo>
                  <a:pt x="1165602" y="24041"/>
                </a:lnTo>
                <a:lnTo>
                  <a:pt x="1167249" y="23522"/>
                </a:lnTo>
                <a:lnTo>
                  <a:pt x="1168895" y="23008"/>
                </a:lnTo>
                <a:lnTo>
                  <a:pt x="1170541" y="22501"/>
                </a:lnTo>
                <a:lnTo>
                  <a:pt x="1172188" y="22000"/>
                </a:lnTo>
                <a:lnTo>
                  <a:pt x="1173834" y="21505"/>
                </a:lnTo>
                <a:lnTo>
                  <a:pt x="1175480" y="21016"/>
                </a:lnTo>
                <a:lnTo>
                  <a:pt x="1177127" y="20534"/>
                </a:lnTo>
                <a:lnTo>
                  <a:pt x="1178773" y="20058"/>
                </a:lnTo>
                <a:lnTo>
                  <a:pt x="1180419" y="19587"/>
                </a:lnTo>
                <a:lnTo>
                  <a:pt x="1182066" y="19123"/>
                </a:lnTo>
                <a:lnTo>
                  <a:pt x="1183712" y="18665"/>
                </a:lnTo>
                <a:lnTo>
                  <a:pt x="1185358" y="18213"/>
                </a:lnTo>
                <a:lnTo>
                  <a:pt x="1187005" y="17767"/>
                </a:lnTo>
                <a:lnTo>
                  <a:pt x="1188651" y="17327"/>
                </a:lnTo>
                <a:lnTo>
                  <a:pt x="1190297" y="16893"/>
                </a:lnTo>
                <a:lnTo>
                  <a:pt x="1191944" y="16465"/>
                </a:lnTo>
                <a:lnTo>
                  <a:pt x="1193590" y="16043"/>
                </a:lnTo>
                <a:lnTo>
                  <a:pt x="1195236" y="15626"/>
                </a:lnTo>
                <a:lnTo>
                  <a:pt x="1196883" y="15216"/>
                </a:lnTo>
                <a:lnTo>
                  <a:pt x="1198529" y="14812"/>
                </a:lnTo>
                <a:lnTo>
                  <a:pt x="1200175" y="14413"/>
                </a:lnTo>
                <a:lnTo>
                  <a:pt x="1201822" y="14021"/>
                </a:lnTo>
                <a:lnTo>
                  <a:pt x="1203468" y="13634"/>
                </a:lnTo>
                <a:lnTo>
                  <a:pt x="1205114" y="13253"/>
                </a:lnTo>
                <a:lnTo>
                  <a:pt x="1206761" y="12878"/>
                </a:lnTo>
                <a:lnTo>
                  <a:pt x="1208407" y="12508"/>
                </a:lnTo>
                <a:lnTo>
                  <a:pt x="1210053" y="12145"/>
                </a:lnTo>
                <a:lnTo>
                  <a:pt x="1211700" y="11787"/>
                </a:lnTo>
                <a:lnTo>
                  <a:pt x="1213346" y="11435"/>
                </a:lnTo>
                <a:lnTo>
                  <a:pt x="1214992" y="11089"/>
                </a:lnTo>
                <a:lnTo>
                  <a:pt x="1216639" y="10748"/>
                </a:lnTo>
                <a:lnTo>
                  <a:pt x="1218285" y="10413"/>
                </a:lnTo>
                <a:lnTo>
                  <a:pt x="1219931" y="10084"/>
                </a:lnTo>
                <a:lnTo>
                  <a:pt x="1221578" y="9760"/>
                </a:lnTo>
                <a:lnTo>
                  <a:pt x="1223224" y="9442"/>
                </a:lnTo>
                <a:lnTo>
                  <a:pt x="1224870" y="9129"/>
                </a:lnTo>
                <a:lnTo>
                  <a:pt x="1226517" y="8822"/>
                </a:lnTo>
                <a:lnTo>
                  <a:pt x="1228163" y="8521"/>
                </a:lnTo>
                <a:lnTo>
                  <a:pt x="1229809" y="8225"/>
                </a:lnTo>
                <a:lnTo>
                  <a:pt x="1231456" y="7935"/>
                </a:lnTo>
                <a:lnTo>
                  <a:pt x="1233102" y="7651"/>
                </a:lnTo>
                <a:lnTo>
                  <a:pt x="1234748" y="7371"/>
                </a:lnTo>
                <a:lnTo>
                  <a:pt x="1236395" y="7098"/>
                </a:lnTo>
                <a:lnTo>
                  <a:pt x="1238041" y="6829"/>
                </a:lnTo>
                <a:lnTo>
                  <a:pt x="1239687" y="6567"/>
                </a:lnTo>
                <a:lnTo>
                  <a:pt x="1241334" y="6309"/>
                </a:lnTo>
                <a:lnTo>
                  <a:pt x="1242980" y="6057"/>
                </a:lnTo>
                <a:lnTo>
                  <a:pt x="1244626" y="5811"/>
                </a:lnTo>
                <a:lnTo>
                  <a:pt x="1246273" y="5570"/>
                </a:lnTo>
                <a:lnTo>
                  <a:pt x="1247919" y="5334"/>
                </a:lnTo>
                <a:lnTo>
                  <a:pt x="1249565" y="5104"/>
                </a:lnTo>
                <a:lnTo>
                  <a:pt x="1251212" y="4878"/>
                </a:lnTo>
                <a:lnTo>
                  <a:pt x="1252858" y="4659"/>
                </a:lnTo>
                <a:lnTo>
                  <a:pt x="1254504" y="4444"/>
                </a:lnTo>
                <a:lnTo>
                  <a:pt x="1256150" y="4235"/>
                </a:lnTo>
                <a:lnTo>
                  <a:pt x="1257797" y="4031"/>
                </a:lnTo>
                <a:lnTo>
                  <a:pt x="1259443" y="3832"/>
                </a:lnTo>
                <a:lnTo>
                  <a:pt x="1261089" y="3639"/>
                </a:lnTo>
                <a:lnTo>
                  <a:pt x="1262736" y="3451"/>
                </a:lnTo>
                <a:lnTo>
                  <a:pt x="1264382" y="3268"/>
                </a:lnTo>
                <a:lnTo>
                  <a:pt x="1266028" y="3090"/>
                </a:lnTo>
                <a:lnTo>
                  <a:pt x="1267675" y="2917"/>
                </a:lnTo>
                <a:lnTo>
                  <a:pt x="1269321" y="2749"/>
                </a:lnTo>
                <a:lnTo>
                  <a:pt x="1270967" y="2587"/>
                </a:lnTo>
                <a:lnTo>
                  <a:pt x="1272614" y="2430"/>
                </a:lnTo>
                <a:lnTo>
                  <a:pt x="1274260" y="2278"/>
                </a:lnTo>
                <a:lnTo>
                  <a:pt x="1275906" y="2130"/>
                </a:lnTo>
                <a:lnTo>
                  <a:pt x="1277553" y="1988"/>
                </a:lnTo>
                <a:lnTo>
                  <a:pt x="1279199" y="1851"/>
                </a:lnTo>
                <a:lnTo>
                  <a:pt x="1280845" y="1719"/>
                </a:lnTo>
                <a:lnTo>
                  <a:pt x="1282492" y="1592"/>
                </a:lnTo>
                <a:lnTo>
                  <a:pt x="1284138" y="1470"/>
                </a:lnTo>
                <a:lnTo>
                  <a:pt x="1285784" y="1353"/>
                </a:lnTo>
                <a:lnTo>
                  <a:pt x="1287431" y="1241"/>
                </a:lnTo>
                <a:lnTo>
                  <a:pt x="1289077" y="1134"/>
                </a:lnTo>
                <a:lnTo>
                  <a:pt x="1290723" y="1032"/>
                </a:lnTo>
                <a:lnTo>
                  <a:pt x="1292370" y="935"/>
                </a:lnTo>
                <a:lnTo>
                  <a:pt x="1294016" y="843"/>
                </a:lnTo>
                <a:lnTo>
                  <a:pt x="1295662" y="755"/>
                </a:lnTo>
                <a:lnTo>
                  <a:pt x="1297309" y="673"/>
                </a:lnTo>
                <a:lnTo>
                  <a:pt x="1298955" y="595"/>
                </a:lnTo>
                <a:lnTo>
                  <a:pt x="1300601" y="522"/>
                </a:lnTo>
                <a:lnTo>
                  <a:pt x="1302248" y="454"/>
                </a:lnTo>
                <a:lnTo>
                  <a:pt x="1303894" y="391"/>
                </a:lnTo>
                <a:lnTo>
                  <a:pt x="1305540" y="333"/>
                </a:lnTo>
                <a:lnTo>
                  <a:pt x="1307187" y="279"/>
                </a:lnTo>
                <a:lnTo>
                  <a:pt x="1308833" y="230"/>
                </a:lnTo>
                <a:lnTo>
                  <a:pt x="1310479" y="186"/>
                </a:lnTo>
                <a:lnTo>
                  <a:pt x="1312126" y="147"/>
                </a:lnTo>
                <a:lnTo>
                  <a:pt x="1313772" y="112"/>
                </a:lnTo>
                <a:lnTo>
                  <a:pt x="1315418" y="82"/>
                </a:lnTo>
                <a:lnTo>
                  <a:pt x="1317065" y="57"/>
                </a:lnTo>
                <a:lnTo>
                  <a:pt x="1318711" y="36"/>
                </a:lnTo>
                <a:lnTo>
                  <a:pt x="1320357" y="20"/>
                </a:lnTo>
                <a:lnTo>
                  <a:pt x="1322004" y="9"/>
                </a:lnTo>
                <a:lnTo>
                  <a:pt x="1323650" y="2"/>
                </a:lnTo>
                <a:lnTo>
                  <a:pt x="1325296" y="0"/>
                </a:lnTo>
                <a:lnTo>
                  <a:pt x="1326943" y="3"/>
                </a:lnTo>
                <a:lnTo>
                  <a:pt x="1328589" y="10"/>
                </a:lnTo>
                <a:lnTo>
                  <a:pt x="1330235" y="22"/>
                </a:lnTo>
                <a:lnTo>
                  <a:pt x="1331882" y="38"/>
                </a:lnTo>
                <a:lnTo>
                  <a:pt x="1333528" y="59"/>
                </a:lnTo>
                <a:lnTo>
                  <a:pt x="1335174" y="84"/>
                </a:lnTo>
                <a:lnTo>
                  <a:pt x="1336821" y="114"/>
                </a:lnTo>
                <a:lnTo>
                  <a:pt x="1338467" y="148"/>
                </a:lnTo>
                <a:lnTo>
                  <a:pt x="1340113" y="187"/>
                </a:lnTo>
                <a:lnTo>
                  <a:pt x="1341760" y="230"/>
                </a:lnTo>
                <a:lnTo>
                  <a:pt x="1343406" y="278"/>
                </a:lnTo>
                <a:lnTo>
                  <a:pt x="1345052" y="330"/>
                </a:lnTo>
                <a:lnTo>
                  <a:pt x="1346699" y="387"/>
                </a:lnTo>
                <a:lnTo>
                  <a:pt x="1348345" y="448"/>
                </a:lnTo>
                <a:lnTo>
                  <a:pt x="1349991" y="513"/>
                </a:lnTo>
                <a:lnTo>
                  <a:pt x="1351638" y="583"/>
                </a:lnTo>
                <a:lnTo>
                  <a:pt x="1353284" y="657"/>
                </a:lnTo>
                <a:lnTo>
                  <a:pt x="1354930" y="736"/>
                </a:lnTo>
                <a:lnTo>
                  <a:pt x="1356577" y="818"/>
                </a:lnTo>
                <a:lnTo>
                  <a:pt x="1358223" y="906"/>
                </a:lnTo>
                <a:lnTo>
                  <a:pt x="1359869" y="997"/>
                </a:lnTo>
                <a:lnTo>
                  <a:pt x="1361516" y="1093"/>
                </a:lnTo>
                <a:lnTo>
                  <a:pt x="1363162" y="1193"/>
                </a:lnTo>
                <a:lnTo>
                  <a:pt x="1364808" y="1297"/>
                </a:lnTo>
                <a:lnTo>
                  <a:pt x="1366455" y="1406"/>
                </a:lnTo>
                <a:lnTo>
                  <a:pt x="1368101" y="1518"/>
                </a:lnTo>
                <a:lnTo>
                  <a:pt x="1369747" y="1635"/>
                </a:lnTo>
                <a:lnTo>
                  <a:pt x="1371394" y="1757"/>
                </a:lnTo>
                <a:lnTo>
                  <a:pt x="1373040" y="1882"/>
                </a:lnTo>
                <a:lnTo>
                  <a:pt x="1374686" y="2012"/>
                </a:lnTo>
                <a:lnTo>
                  <a:pt x="1376333" y="2145"/>
                </a:lnTo>
                <a:lnTo>
                  <a:pt x="1377979" y="2283"/>
                </a:lnTo>
                <a:lnTo>
                  <a:pt x="1379625" y="2425"/>
                </a:lnTo>
                <a:lnTo>
                  <a:pt x="1381272" y="2572"/>
                </a:lnTo>
                <a:lnTo>
                  <a:pt x="1382918" y="2722"/>
                </a:lnTo>
                <a:lnTo>
                  <a:pt x="1384564" y="2876"/>
                </a:lnTo>
                <a:lnTo>
                  <a:pt x="1386211" y="3035"/>
                </a:lnTo>
                <a:lnTo>
                  <a:pt x="1387857" y="3197"/>
                </a:lnTo>
                <a:lnTo>
                  <a:pt x="1389503" y="3364"/>
                </a:lnTo>
                <a:lnTo>
                  <a:pt x="1391150" y="3535"/>
                </a:lnTo>
                <a:lnTo>
                  <a:pt x="1392796" y="3709"/>
                </a:lnTo>
                <a:lnTo>
                  <a:pt x="1394442" y="3888"/>
                </a:lnTo>
                <a:lnTo>
                  <a:pt x="1396089" y="4071"/>
                </a:lnTo>
                <a:lnTo>
                  <a:pt x="1397735" y="4258"/>
                </a:lnTo>
                <a:lnTo>
                  <a:pt x="1399381" y="4448"/>
                </a:lnTo>
                <a:lnTo>
                  <a:pt x="1401028" y="4643"/>
                </a:lnTo>
                <a:lnTo>
                  <a:pt x="1402674" y="4842"/>
                </a:lnTo>
                <a:lnTo>
                  <a:pt x="1404320" y="5044"/>
                </a:lnTo>
                <a:lnTo>
                  <a:pt x="1405967" y="5251"/>
                </a:lnTo>
                <a:lnTo>
                  <a:pt x="1407613" y="5461"/>
                </a:lnTo>
                <a:lnTo>
                  <a:pt x="1409259" y="5675"/>
                </a:lnTo>
                <a:lnTo>
                  <a:pt x="1410906" y="5894"/>
                </a:lnTo>
                <a:lnTo>
                  <a:pt x="1412552" y="6116"/>
                </a:lnTo>
                <a:lnTo>
                  <a:pt x="1414198" y="6342"/>
                </a:lnTo>
                <a:lnTo>
                  <a:pt x="1415845" y="6572"/>
                </a:lnTo>
                <a:lnTo>
                  <a:pt x="1417491" y="6805"/>
                </a:lnTo>
                <a:lnTo>
                  <a:pt x="1419137" y="7043"/>
                </a:lnTo>
                <a:lnTo>
                  <a:pt x="1420784" y="7284"/>
                </a:lnTo>
                <a:lnTo>
                  <a:pt x="1422430" y="7529"/>
                </a:lnTo>
                <a:lnTo>
                  <a:pt x="1424076" y="7778"/>
                </a:lnTo>
                <a:lnTo>
                  <a:pt x="1425723" y="8031"/>
                </a:lnTo>
                <a:lnTo>
                  <a:pt x="1427369" y="8287"/>
                </a:lnTo>
                <a:lnTo>
                  <a:pt x="1429015" y="8547"/>
                </a:lnTo>
                <a:lnTo>
                  <a:pt x="1430662" y="8811"/>
                </a:lnTo>
                <a:lnTo>
                  <a:pt x="1432308" y="9079"/>
                </a:lnTo>
                <a:lnTo>
                  <a:pt x="1433954" y="9350"/>
                </a:lnTo>
                <a:lnTo>
                  <a:pt x="1435601" y="9625"/>
                </a:lnTo>
                <a:lnTo>
                  <a:pt x="1437247" y="9904"/>
                </a:lnTo>
                <a:lnTo>
                  <a:pt x="1438893" y="10186"/>
                </a:lnTo>
                <a:lnTo>
                  <a:pt x="1440540" y="10472"/>
                </a:lnTo>
                <a:lnTo>
                  <a:pt x="1442186" y="10762"/>
                </a:lnTo>
                <a:lnTo>
                  <a:pt x="1443832" y="11055"/>
                </a:lnTo>
                <a:lnTo>
                  <a:pt x="1445479" y="11352"/>
                </a:lnTo>
                <a:lnTo>
                  <a:pt x="1447125" y="11653"/>
                </a:lnTo>
                <a:lnTo>
                  <a:pt x="1448771" y="11957"/>
                </a:lnTo>
                <a:lnTo>
                  <a:pt x="1450418" y="12265"/>
                </a:lnTo>
                <a:lnTo>
                  <a:pt x="1452064" y="12576"/>
                </a:lnTo>
                <a:lnTo>
                  <a:pt x="1453710" y="12891"/>
                </a:lnTo>
                <a:lnTo>
                  <a:pt x="1455357" y="13210"/>
                </a:lnTo>
                <a:lnTo>
                  <a:pt x="1457003" y="13532"/>
                </a:lnTo>
                <a:lnTo>
                  <a:pt x="1458649" y="13857"/>
                </a:lnTo>
                <a:lnTo>
                  <a:pt x="1460296" y="14187"/>
                </a:lnTo>
                <a:lnTo>
                  <a:pt x="1461942" y="14519"/>
                </a:lnTo>
                <a:lnTo>
                  <a:pt x="1463588" y="14855"/>
                </a:lnTo>
                <a:lnTo>
                  <a:pt x="1465235" y="15195"/>
                </a:lnTo>
                <a:lnTo>
                  <a:pt x="1466881" y="15538"/>
                </a:lnTo>
                <a:lnTo>
                  <a:pt x="1468527" y="15884"/>
                </a:lnTo>
                <a:lnTo>
                  <a:pt x="1470174" y="16234"/>
                </a:lnTo>
                <a:lnTo>
                  <a:pt x="1471820" y="16588"/>
                </a:lnTo>
                <a:lnTo>
                  <a:pt x="1473466" y="16945"/>
                </a:lnTo>
                <a:lnTo>
                  <a:pt x="1475113" y="17305"/>
                </a:lnTo>
                <a:lnTo>
                  <a:pt x="1476759" y="17669"/>
                </a:lnTo>
                <a:lnTo>
                  <a:pt x="1478405" y="18036"/>
                </a:lnTo>
                <a:lnTo>
                  <a:pt x="1480052" y="18406"/>
                </a:lnTo>
                <a:lnTo>
                  <a:pt x="1481698" y="18780"/>
                </a:lnTo>
                <a:lnTo>
                  <a:pt x="1483344" y="19157"/>
                </a:lnTo>
                <a:lnTo>
                  <a:pt x="1484991" y="19537"/>
                </a:lnTo>
                <a:lnTo>
                  <a:pt x="1486637" y="19921"/>
                </a:lnTo>
                <a:lnTo>
                  <a:pt x="1488283" y="20308"/>
                </a:lnTo>
                <a:lnTo>
                  <a:pt x="1489930" y="20699"/>
                </a:lnTo>
                <a:lnTo>
                  <a:pt x="1491576" y="21093"/>
                </a:lnTo>
                <a:lnTo>
                  <a:pt x="1493222" y="21490"/>
                </a:lnTo>
                <a:lnTo>
                  <a:pt x="1494869" y="21890"/>
                </a:lnTo>
                <a:lnTo>
                  <a:pt x="1496515" y="22294"/>
                </a:lnTo>
                <a:lnTo>
                  <a:pt x="1498161" y="22700"/>
                </a:lnTo>
                <a:lnTo>
                  <a:pt x="1499808" y="23111"/>
                </a:lnTo>
                <a:lnTo>
                  <a:pt x="1501454" y="23524"/>
                </a:lnTo>
                <a:lnTo>
                  <a:pt x="1503100" y="23940"/>
                </a:lnTo>
                <a:lnTo>
                  <a:pt x="1504747" y="24360"/>
                </a:lnTo>
                <a:lnTo>
                  <a:pt x="1506393" y="24783"/>
                </a:lnTo>
                <a:lnTo>
                  <a:pt x="1508039" y="25209"/>
                </a:lnTo>
                <a:lnTo>
                  <a:pt x="1509686" y="25639"/>
                </a:lnTo>
                <a:lnTo>
                  <a:pt x="1511332" y="26071"/>
                </a:lnTo>
                <a:lnTo>
                  <a:pt x="1512978" y="26507"/>
                </a:lnTo>
                <a:lnTo>
                  <a:pt x="1514625" y="26946"/>
                </a:lnTo>
                <a:lnTo>
                  <a:pt x="1516271" y="27388"/>
                </a:lnTo>
                <a:lnTo>
                  <a:pt x="1517917" y="27833"/>
                </a:lnTo>
                <a:lnTo>
                  <a:pt x="1519564" y="28281"/>
                </a:lnTo>
                <a:lnTo>
                  <a:pt x="1521210" y="28732"/>
                </a:lnTo>
                <a:lnTo>
                  <a:pt x="1522856" y="29187"/>
                </a:lnTo>
                <a:lnTo>
                  <a:pt x="1524503" y="29644"/>
                </a:lnTo>
                <a:lnTo>
                  <a:pt x="1526149" y="30105"/>
                </a:lnTo>
                <a:lnTo>
                  <a:pt x="1527795" y="30568"/>
                </a:lnTo>
                <a:lnTo>
                  <a:pt x="1529442" y="31035"/>
                </a:lnTo>
                <a:lnTo>
                  <a:pt x="1531088" y="31504"/>
                </a:lnTo>
                <a:lnTo>
                  <a:pt x="1532734" y="31977"/>
                </a:lnTo>
                <a:lnTo>
                  <a:pt x="1534381" y="32453"/>
                </a:lnTo>
                <a:lnTo>
                  <a:pt x="1536027" y="32932"/>
                </a:lnTo>
                <a:lnTo>
                  <a:pt x="1537673" y="33413"/>
                </a:lnTo>
                <a:lnTo>
                  <a:pt x="1539320" y="33898"/>
                </a:lnTo>
                <a:lnTo>
                  <a:pt x="1540966" y="34386"/>
                </a:lnTo>
                <a:lnTo>
                  <a:pt x="1542612" y="34877"/>
                </a:lnTo>
                <a:lnTo>
                  <a:pt x="1544259" y="35370"/>
                </a:lnTo>
                <a:lnTo>
                  <a:pt x="1545905" y="35867"/>
                </a:lnTo>
                <a:lnTo>
                  <a:pt x="1547551" y="36366"/>
                </a:lnTo>
                <a:lnTo>
                  <a:pt x="1549198" y="36869"/>
                </a:lnTo>
                <a:lnTo>
                  <a:pt x="1550844" y="37374"/>
                </a:lnTo>
                <a:lnTo>
                  <a:pt x="1552490" y="37883"/>
                </a:lnTo>
                <a:lnTo>
                  <a:pt x="1554137" y="38394"/>
                </a:lnTo>
                <a:lnTo>
                  <a:pt x="1555783" y="38908"/>
                </a:lnTo>
                <a:lnTo>
                  <a:pt x="1557429" y="39425"/>
                </a:lnTo>
                <a:lnTo>
                  <a:pt x="1559076" y="39945"/>
                </a:lnTo>
                <a:lnTo>
                  <a:pt x="1560722" y="40467"/>
                </a:lnTo>
                <a:lnTo>
                  <a:pt x="1562368" y="40993"/>
                </a:lnTo>
                <a:lnTo>
                  <a:pt x="1564015" y="41521"/>
                </a:lnTo>
                <a:lnTo>
                  <a:pt x="1565661" y="42052"/>
                </a:lnTo>
                <a:lnTo>
                  <a:pt x="1567307" y="42586"/>
                </a:lnTo>
                <a:lnTo>
                  <a:pt x="1568953" y="43123"/>
                </a:lnTo>
                <a:lnTo>
                  <a:pt x="1570600" y="43663"/>
                </a:lnTo>
                <a:lnTo>
                  <a:pt x="1572246" y="44205"/>
                </a:lnTo>
                <a:lnTo>
                  <a:pt x="1573892" y="44750"/>
                </a:lnTo>
                <a:lnTo>
                  <a:pt x="1575539" y="45298"/>
                </a:lnTo>
                <a:lnTo>
                  <a:pt x="1577185" y="45849"/>
                </a:lnTo>
                <a:lnTo>
                  <a:pt x="1578831" y="46402"/>
                </a:lnTo>
                <a:lnTo>
                  <a:pt x="1580478" y="46959"/>
                </a:lnTo>
                <a:lnTo>
                  <a:pt x="1582124" y="47518"/>
                </a:lnTo>
                <a:lnTo>
                  <a:pt x="1583770" y="48079"/>
                </a:lnTo>
                <a:lnTo>
                  <a:pt x="1585417" y="48644"/>
                </a:lnTo>
                <a:lnTo>
                  <a:pt x="1587063" y="49211"/>
                </a:lnTo>
                <a:lnTo>
                  <a:pt x="1588709" y="49780"/>
                </a:lnTo>
                <a:lnTo>
                  <a:pt x="1590356" y="50353"/>
                </a:lnTo>
                <a:lnTo>
                  <a:pt x="1592002" y="50928"/>
                </a:lnTo>
                <a:lnTo>
                  <a:pt x="1593648" y="51506"/>
                </a:lnTo>
                <a:lnTo>
                  <a:pt x="1595295" y="52086"/>
                </a:lnTo>
                <a:lnTo>
                  <a:pt x="1596941" y="52669"/>
                </a:lnTo>
                <a:lnTo>
                  <a:pt x="1598587" y="53255"/>
                </a:lnTo>
                <a:lnTo>
                  <a:pt x="1600234" y="53843"/>
                </a:lnTo>
                <a:lnTo>
                  <a:pt x="1601880" y="54434"/>
                </a:lnTo>
                <a:lnTo>
                  <a:pt x="1603526" y="55028"/>
                </a:lnTo>
                <a:lnTo>
                  <a:pt x="1605173" y="55624"/>
                </a:lnTo>
                <a:lnTo>
                  <a:pt x="1606819" y="56223"/>
                </a:lnTo>
                <a:lnTo>
                  <a:pt x="1608465" y="56824"/>
                </a:lnTo>
                <a:lnTo>
                  <a:pt x="1610112" y="57428"/>
                </a:lnTo>
                <a:lnTo>
                  <a:pt x="1611758" y="58034"/>
                </a:lnTo>
                <a:lnTo>
                  <a:pt x="1613404" y="58643"/>
                </a:lnTo>
                <a:lnTo>
                  <a:pt x="1615051" y="59255"/>
                </a:lnTo>
                <a:lnTo>
                  <a:pt x="1616697" y="59869"/>
                </a:lnTo>
                <a:lnTo>
                  <a:pt x="1618343" y="60486"/>
                </a:lnTo>
                <a:lnTo>
                  <a:pt x="1619990" y="61105"/>
                </a:lnTo>
                <a:lnTo>
                  <a:pt x="1621636" y="61727"/>
                </a:lnTo>
                <a:lnTo>
                  <a:pt x="1623282" y="62351"/>
                </a:lnTo>
                <a:lnTo>
                  <a:pt x="1624929" y="62977"/>
                </a:lnTo>
                <a:lnTo>
                  <a:pt x="1626575" y="63607"/>
                </a:lnTo>
                <a:lnTo>
                  <a:pt x="1628221" y="64238"/>
                </a:lnTo>
                <a:lnTo>
                  <a:pt x="1629868" y="64872"/>
                </a:lnTo>
                <a:lnTo>
                  <a:pt x="1631514" y="65509"/>
                </a:lnTo>
                <a:lnTo>
                  <a:pt x="1633160" y="66148"/>
                </a:lnTo>
                <a:lnTo>
                  <a:pt x="1634807" y="66789"/>
                </a:lnTo>
                <a:lnTo>
                  <a:pt x="1636453" y="67433"/>
                </a:lnTo>
                <a:lnTo>
                  <a:pt x="1638099" y="68079"/>
                </a:lnTo>
                <a:lnTo>
                  <a:pt x="1639746" y="68728"/>
                </a:lnTo>
                <a:lnTo>
                  <a:pt x="1641392" y="69379"/>
                </a:lnTo>
                <a:lnTo>
                  <a:pt x="1643038" y="70032"/>
                </a:lnTo>
                <a:lnTo>
                  <a:pt x="1644685" y="70688"/>
                </a:lnTo>
                <a:lnTo>
                  <a:pt x="1646331" y="71347"/>
                </a:lnTo>
                <a:lnTo>
                  <a:pt x="1647977" y="72007"/>
                </a:lnTo>
                <a:lnTo>
                  <a:pt x="1649624" y="72670"/>
                </a:lnTo>
                <a:lnTo>
                  <a:pt x="1651270" y="73335"/>
                </a:lnTo>
                <a:lnTo>
                  <a:pt x="1652916" y="74003"/>
                </a:lnTo>
                <a:lnTo>
                  <a:pt x="1654563" y="74673"/>
                </a:lnTo>
                <a:lnTo>
                  <a:pt x="1656209" y="75345"/>
                </a:lnTo>
                <a:lnTo>
                  <a:pt x="1657855" y="76020"/>
                </a:lnTo>
                <a:lnTo>
                  <a:pt x="1659502" y="76697"/>
                </a:lnTo>
                <a:lnTo>
                  <a:pt x="1661148" y="77376"/>
                </a:lnTo>
                <a:lnTo>
                  <a:pt x="1662794" y="78058"/>
                </a:lnTo>
                <a:lnTo>
                  <a:pt x="1664441" y="78742"/>
                </a:lnTo>
                <a:lnTo>
                  <a:pt x="1666087" y="79428"/>
                </a:lnTo>
                <a:lnTo>
                  <a:pt x="1667733" y="80116"/>
                </a:lnTo>
                <a:lnTo>
                  <a:pt x="1669380" y="80807"/>
                </a:lnTo>
                <a:lnTo>
                  <a:pt x="1671026" y="81499"/>
                </a:lnTo>
                <a:lnTo>
                  <a:pt x="1672672" y="82195"/>
                </a:lnTo>
                <a:lnTo>
                  <a:pt x="1674319" y="82892"/>
                </a:lnTo>
                <a:lnTo>
                  <a:pt x="1675965" y="83592"/>
                </a:lnTo>
                <a:lnTo>
                  <a:pt x="1677611" y="84293"/>
                </a:lnTo>
                <a:lnTo>
                  <a:pt x="1679258" y="84997"/>
                </a:lnTo>
                <a:lnTo>
                  <a:pt x="1680904" y="85704"/>
                </a:lnTo>
                <a:lnTo>
                  <a:pt x="1682550" y="86412"/>
                </a:lnTo>
                <a:lnTo>
                  <a:pt x="1684197" y="87123"/>
                </a:lnTo>
                <a:lnTo>
                  <a:pt x="1685843" y="87835"/>
                </a:lnTo>
                <a:lnTo>
                  <a:pt x="1687489" y="88550"/>
                </a:lnTo>
                <a:lnTo>
                  <a:pt x="1689136" y="89267"/>
                </a:lnTo>
                <a:lnTo>
                  <a:pt x="1690782" y="89987"/>
                </a:lnTo>
                <a:lnTo>
                  <a:pt x="1692428" y="90708"/>
                </a:lnTo>
                <a:lnTo>
                  <a:pt x="1694075" y="91432"/>
                </a:lnTo>
                <a:lnTo>
                  <a:pt x="1695721" y="92157"/>
                </a:lnTo>
                <a:lnTo>
                  <a:pt x="1697367" y="92885"/>
                </a:lnTo>
                <a:lnTo>
                  <a:pt x="1699014" y="93615"/>
                </a:lnTo>
                <a:lnTo>
                  <a:pt x="1700660" y="94347"/>
                </a:lnTo>
                <a:lnTo>
                  <a:pt x="1702306" y="95081"/>
                </a:lnTo>
                <a:lnTo>
                  <a:pt x="1703953" y="95817"/>
                </a:lnTo>
                <a:lnTo>
                  <a:pt x="1705599" y="96556"/>
                </a:lnTo>
                <a:lnTo>
                  <a:pt x="1707245" y="97296"/>
                </a:lnTo>
                <a:lnTo>
                  <a:pt x="1708892" y="98038"/>
                </a:lnTo>
                <a:lnTo>
                  <a:pt x="1710538" y="98783"/>
                </a:lnTo>
                <a:lnTo>
                  <a:pt x="1712184" y="99529"/>
                </a:lnTo>
                <a:lnTo>
                  <a:pt x="1713831" y="100278"/>
                </a:lnTo>
                <a:lnTo>
                  <a:pt x="1715477" y="101029"/>
                </a:lnTo>
                <a:lnTo>
                  <a:pt x="1717123" y="101781"/>
                </a:lnTo>
                <a:lnTo>
                  <a:pt x="1718770" y="102536"/>
                </a:lnTo>
                <a:lnTo>
                  <a:pt x="1720416" y="103293"/>
                </a:lnTo>
                <a:lnTo>
                  <a:pt x="1722062" y="104051"/>
                </a:lnTo>
                <a:lnTo>
                  <a:pt x="1723709" y="104812"/>
                </a:lnTo>
                <a:lnTo>
                  <a:pt x="1725355" y="105575"/>
                </a:lnTo>
                <a:lnTo>
                  <a:pt x="1727001" y="106340"/>
                </a:lnTo>
                <a:lnTo>
                  <a:pt x="1728648" y="107106"/>
                </a:lnTo>
                <a:lnTo>
                  <a:pt x="1730294" y="107875"/>
                </a:lnTo>
                <a:lnTo>
                  <a:pt x="1731940" y="108645"/>
                </a:lnTo>
                <a:lnTo>
                  <a:pt x="1733587" y="109418"/>
                </a:lnTo>
                <a:lnTo>
                  <a:pt x="1735233" y="110192"/>
                </a:lnTo>
                <a:lnTo>
                  <a:pt x="1736879" y="110969"/>
                </a:lnTo>
                <a:lnTo>
                  <a:pt x="1738526" y="111747"/>
                </a:lnTo>
                <a:lnTo>
                  <a:pt x="1740172" y="112528"/>
                </a:lnTo>
                <a:lnTo>
                  <a:pt x="1741818" y="113310"/>
                </a:lnTo>
                <a:lnTo>
                  <a:pt x="1743465" y="114094"/>
                </a:lnTo>
                <a:lnTo>
                  <a:pt x="1745111" y="114880"/>
                </a:lnTo>
                <a:lnTo>
                  <a:pt x="1746757" y="115668"/>
                </a:lnTo>
                <a:lnTo>
                  <a:pt x="1748404" y="116458"/>
                </a:lnTo>
                <a:lnTo>
                  <a:pt x="1750050" y="117249"/>
                </a:lnTo>
                <a:lnTo>
                  <a:pt x="1751696" y="118043"/>
                </a:lnTo>
                <a:lnTo>
                  <a:pt x="1753343" y="118838"/>
                </a:lnTo>
                <a:lnTo>
                  <a:pt x="1754989" y="119636"/>
                </a:lnTo>
                <a:lnTo>
                  <a:pt x="1756635" y="120435"/>
                </a:lnTo>
                <a:lnTo>
                  <a:pt x="1758282" y="121236"/>
                </a:lnTo>
                <a:lnTo>
                  <a:pt x="1759928" y="122039"/>
                </a:lnTo>
                <a:lnTo>
                  <a:pt x="1761574" y="122843"/>
                </a:lnTo>
                <a:lnTo>
                  <a:pt x="1763221" y="123650"/>
                </a:lnTo>
                <a:lnTo>
                  <a:pt x="1764867" y="124458"/>
                </a:lnTo>
                <a:lnTo>
                  <a:pt x="1766513" y="125268"/>
                </a:lnTo>
                <a:lnTo>
                  <a:pt x="1768160" y="126080"/>
                </a:lnTo>
                <a:lnTo>
                  <a:pt x="1769806" y="126894"/>
                </a:lnTo>
                <a:lnTo>
                  <a:pt x="1771452" y="127709"/>
                </a:lnTo>
                <a:lnTo>
                  <a:pt x="1773099" y="128527"/>
                </a:lnTo>
                <a:lnTo>
                  <a:pt x="1774745" y="129346"/>
                </a:lnTo>
                <a:lnTo>
                  <a:pt x="1776391" y="130167"/>
                </a:lnTo>
                <a:lnTo>
                  <a:pt x="1778038" y="130989"/>
                </a:lnTo>
                <a:lnTo>
                  <a:pt x="1779684" y="131814"/>
                </a:lnTo>
                <a:lnTo>
                  <a:pt x="1781330" y="132640"/>
                </a:lnTo>
                <a:lnTo>
                  <a:pt x="1782977" y="133468"/>
                </a:lnTo>
                <a:lnTo>
                  <a:pt x="1784623" y="134297"/>
                </a:lnTo>
                <a:lnTo>
                  <a:pt x="1786269" y="135128"/>
                </a:lnTo>
                <a:lnTo>
                  <a:pt x="1787916" y="135961"/>
                </a:lnTo>
                <a:lnTo>
                  <a:pt x="1789562" y="136796"/>
                </a:lnTo>
                <a:lnTo>
                  <a:pt x="1791208" y="137633"/>
                </a:lnTo>
                <a:lnTo>
                  <a:pt x="1792855" y="138471"/>
                </a:lnTo>
                <a:lnTo>
                  <a:pt x="1794501" y="139311"/>
                </a:lnTo>
                <a:lnTo>
                  <a:pt x="1796147" y="140152"/>
                </a:lnTo>
                <a:lnTo>
                  <a:pt x="1797794" y="140995"/>
                </a:lnTo>
                <a:lnTo>
                  <a:pt x="1799440" y="141840"/>
                </a:lnTo>
                <a:lnTo>
                  <a:pt x="1801086" y="142687"/>
                </a:lnTo>
                <a:lnTo>
                  <a:pt x="1802733" y="143535"/>
                </a:lnTo>
                <a:lnTo>
                  <a:pt x="1804379" y="144385"/>
                </a:lnTo>
                <a:lnTo>
                  <a:pt x="1806025" y="145237"/>
                </a:lnTo>
                <a:lnTo>
                  <a:pt x="1807672" y="146090"/>
                </a:lnTo>
                <a:lnTo>
                  <a:pt x="1809318" y="146945"/>
                </a:lnTo>
                <a:lnTo>
                  <a:pt x="1810964" y="147801"/>
                </a:lnTo>
                <a:lnTo>
                  <a:pt x="1812611" y="148659"/>
                </a:lnTo>
                <a:lnTo>
                  <a:pt x="1814257" y="149519"/>
                </a:lnTo>
                <a:lnTo>
                  <a:pt x="1815903" y="150380"/>
                </a:lnTo>
                <a:lnTo>
                  <a:pt x="1817550" y="151243"/>
                </a:lnTo>
                <a:lnTo>
                  <a:pt x="1819196" y="152107"/>
                </a:lnTo>
                <a:lnTo>
                  <a:pt x="1820842" y="152974"/>
                </a:lnTo>
                <a:lnTo>
                  <a:pt x="1822489" y="153841"/>
                </a:lnTo>
                <a:lnTo>
                  <a:pt x="1824135" y="154710"/>
                </a:lnTo>
                <a:lnTo>
                  <a:pt x="1825781" y="155581"/>
                </a:lnTo>
                <a:lnTo>
                  <a:pt x="1827428" y="156454"/>
                </a:lnTo>
                <a:lnTo>
                  <a:pt x="1829074" y="157328"/>
                </a:lnTo>
                <a:lnTo>
                  <a:pt x="1830720" y="158203"/>
                </a:lnTo>
                <a:lnTo>
                  <a:pt x="1832367" y="159080"/>
                </a:lnTo>
                <a:lnTo>
                  <a:pt x="1834013" y="159959"/>
                </a:lnTo>
                <a:lnTo>
                  <a:pt x="1835659" y="160839"/>
                </a:lnTo>
                <a:lnTo>
                  <a:pt x="1837306" y="161720"/>
                </a:lnTo>
                <a:lnTo>
                  <a:pt x="1838952" y="162604"/>
                </a:lnTo>
                <a:lnTo>
                  <a:pt x="1840598" y="163488"/>
                </a:lnTo>
                <a:lnTo>
                  <a:pt x="1842245" y="164374"/>
                </a:lnTo>
                <a:lnTo>
                  <a:pt x="1843891" y="165262"/>
                </a:lnTo>
                <a:lnTo>
                  <a:pt x="1845537" y="166151"/>
                </a:lnTo>
                <a:lnTo>
                  <a:pt x="1847184" y="167042"/>
                </a:lnTo>
                <a:lnTo>
                  <a:pt x="1848830" y="167934"/>
                </a:lnTo>
                <a:lnTo>
                  <a:pt x="1850476" y="168828"/>
                </a:lnTo>
                <a:lnTo>
                  <a:pt x="1852123" y="169723"/>
                </a:lnTo>
                <a:lnTo>
                  <a:pt x="1853769" y="170619"/>
                </a:lnTo>
                <a:lnTo>
                  <a:pt x="1855415" y="171517"/>
                </a:lnTo>
                <a:lnTo>
                  <a:pt x="1857062" y="172417"/>
                </a:lnTo>
                <a:lnTo>
                  <a:pt x="1858708" y="173318"/>
                </a:lnTo>
                <a:lnTo>
                  <a:pt x="1860354" y="174220"/>
                </a:lnTo>
                <a:lnTo>
                  <a:pt x="1862001" y="175124"/>
                </a:lnTo>
                <a:lnTo>
                  <a:pt x="1863647" y="176029"/>
                </a:lnTo>
                <a:lnTo>
                  <a:pt x="1865293" y="176936"/>
                </a:lnTo>
                <a:lnTo>
                  <a:pt x="1866940" y="177844"/>
                </a:lnTo>
                <a:lnTo>
                  <a:pt x="1868586" y="178753"/>
                </a:lnTo>
                <a:lnTo>
                  <a:pt x="1870232" y="179664"/>
                </a:lnTo>
                <a:lnTo>
                  <a:pt x="1871879" y="180577"/>
                </a:lnTo>
                <a:lnTo>
                  <a:pt x="1873525" y="181490"/>
                </a:lnTo>
                <a:lnTo>
                  <a:pt x="1875171" y="182405"/>
                </a:lnTo>
                <a:lnTo>
                  <a:pt x="1876818" y="183322"/>
                </a:lnTo>
                <a:lnTo>
                  <a:pt x="1878464" y="184240"/>
                </a:lnTo>
                <a:lnTo>
                  <a:pt x="1880110" y="185159"/>
                </a:lnTo>
                <a:lnTo>
                  <a:pt x="1881756" y="186079"/>
                </a:lnTo>
                <a:lnTo>
                  <a:pt x="1883403" y="187001"/>
                </a:lnTo>
                <a:lnTo>
                  <a:pt x="1885049" y="187925"/>
                </a:lnTo>
                <a:lnTo>
                  <a:pt x="1886695" y="188849"/>
                </a:lnTo>
                <a:lnTo>
                  <a:pt x="1888342" y="189775"/>
                </a:lnTo>
                <a:lnTo>
                  <a:pt x="1889988" y="190702"/>
                </a:lnTo>
                <a:lnTo>
                  <a:pt x="1891634" y="191631"/>
                </a:lnTo>
                <a:lnTo>
                  <a:pt x="1893281" y="192561"/>
                </a:lnTo>
                <a:lnTo>
                  <a:pt x="1894927" y="193492"/>
                </a:lnTo>
                <a:lnTo>
                  <a:pt x="1896573" y="194425"/>
                </a:lnTo>
                <a:lnTo>
                  <a:pt x="1898220" y="195359"/>
                </a:lnTo>
                <a:lnTo>
                  <a:pt x="1899866" y="196294"/>
                </a:lnTo>
                <a:lnTo>
                  <a:pt x="1901512" y="197231"/>
                </a:lnTo>
                <a:lnTo>
                  <a:pt x="1903159" y="198168"/>
                </a:lnTo>
                <a:lnTo>
                  <a:pt x="1904805" y="199107"/>
                </a:lnTo>
                <a:lnTo>
                  <a:pt x="1906451" y="200048"/>
                </a:lnTo>
                <a:lnTo>
                  <a:pt x="1908098" y="200989"/>
                </a:lnTo>
                <a:lnTo>
                  <a:pt x="1909744" y="201932"/>
                </a:lnTo>
                <a:lnTo>
                  <a:pt x="1911390" y="202876"/>
                </a:lnTo>
                <a:lnTo>
                  <a:pt x="1913037" y="203822"/>
                </a:lnTo>
                <a:lnTo>
                  <a:pt x="1914683" y="204769"/>
                </a:lnTo>
                <a:lnTo>
                  <a:pt x="1916329" y="205716"/>
                </a:lnTo>
                <a:lnTo>
                  <a:pt x="1917976" y="206666"/>
                </a:lnTo>
                <a:lnTo>
                  <a:pt x="1919622" y="207616"/>
                </a:lnTo>
                <a:lnTo>
                  <a:pt x="1921268" y="208568"/>
                </a:lnTo>
                <a:lnTo>
                  <a:pt x="1922915" y="209521"/>
                </a:lnTo>
                <a:lnTo>
                  <a:pt x="1924561" y="210475"/>
                </a:lnTo>
                <a:lnTo>
                  <a:pt x="1926207" y="211430"/>
                </a:lnTo>
                <a:lnTo>
                  <a:pt x="1927854" y="212386"/>
                </a:lnTo>
                <a:lnTo>
                  <a:pt x="1929500" y="213344"/>
                </a:lnTo>
                <a:lnTo>
                  <a:pt x="1931146" y="214303"/>
                </a:lnTo>
                <a:lnTo>
                  <a:pt x="1932793" y="215263"/>
                </a:lnTo>
                <a:lnTo>
                  <a:pt x="1934439" y="216224"/>
                </a:lnTo>
                <a:lnTo>
                  <a:pt x="1936085" y="217187"/>
                </a:lnTo>
                <a:lnTo>
                  <a:pt x="1937732" y="218150"/>
                </a:lnTo>
                <a:lnTo>
                  <a:pt x="1939378" y="219115"/>
                </a:lnTo>
                <a:lnTo>
                  <a:pt x="1941024" y="220081"/>
                </a:lnTo>
                <a:lnTo>
                  <a:pt x="1942671" y="221048"/>
                </a:lnTo>
                <a:lnTo>
                  <a:pt x="1944317" y="222017"/>
                </a:lnTo>
                <a:lnTo>
                  <a:pt x="1945963" y="222986"/>
                </a:lnTo>
                <a:lnTo>
                  <a:pt x="1947610" y="223957"/>
                </a:lnTo>
                <a:lnTo>
                  <a:pt x="1949256" y="224928"/>
                </a:lnTo>
                <a:lnTo>
                  <a:pt x="1950902" y="225901"/>
                </a:lnTo>
                <a:lnTo>
                  <a:pt x="1952549" y="226875"/>
                </a:lnTo>
                <a:lnTo>
                  <a:pt x="1954195" y="227850"/>
                </a:lnTo>
                <a:lnTo>
                  <a:pt x="1955841" y="228826"/>
                </a:lnTo>
                <a:lnTo>
                  <a:pt x="1957488" y="229804"/>
                </a:lnTo>
                <a:lnTo>
                  <a:pt x="1959134" y="230782"/>
                </a:lnTo>
                <a:lnTo>
                  <a:pt x="1960780" y="231762"/>
                </a:lnTo>
                <a:lnTo>
                  <a:pt x="1962427" y="232742"/>
                </a:lnTo>
                <a:lnTo>
                  <a:pt x="1964073" y="233724"/>
                </a:lnTo>
                <a:lnTo>
                  <a:pt x="1965719" y="234707"/>
                </a:lnTo>
                <a:lnTo>
                  <a:pt x="1967366" y="235691"/>
                </a:lnTo>
                <a:lnTo>
                  <a:pt x="1969012" y="236676"/>
                </a:lnTo>
                <a:lnTo>
                  <a:pt x="1970658" y="237662"/>
                </a:lnTo>
                <a:lnTo>
                  <a:pt x="1972305" y="238649"/>
                </a:lnTo>
                <a:lnTo>
                  <a:pt x="1973951" y="239637"/>
                </a:lnTo>
                <a:lnTo>
                  <a:pt x="1975597" y="240627"/>
                </a:lnTo>
                <a:lnTo>
                  <a:pt x="1977244" y="241617"/>
                </a:lnTo>
                <a:lnTo>
                  <a:pt x="1978890" y="242608"/>
                </a:lnTo>
                <a:lnTo>
                  <a:pt x="1980536" y="243601"/>
                </a:lnTo>
                <a:lnTo>
                  <a:pt x="1982183" y="244594"/>
                </a:lnTo>
                <a:lnTo>
                  <a:pt x="1983829" y="245589"/>
                </a:lnTo>
                <a:lnTo>
                  <a:pt x="1985475" y="246584"/>
                </a:lnTo>
                <a:lnTo>
                  <a:pt x="1987122" y="247581"/>
                </a:lnTo>
                <a:lnTo>
                  <a:pt x="1988768" y="248578"/>
                </a:lnTo>
                <a:lnTo>
                  <a:pt x="1990414" y="249577"/>
                </a:lnTo>
                <a:lnTo>
                  <a:pt x="1992061" y="250576"/>
                </a:lnTo>
                <a:lnTo>
                  <a:pt x="1993707" y="251577"/>
                </a:lnTo>
                <a:lnTo>
                  <a:pt x="1995353" y="252579"/>
                </a:lnTo>
                <a:lnTo>
                  <a:pt x="1997000" y="253581"/>
                </a:lnTo>
                <a:lnTo>
                  <a:pt x="1998646" y="254585"/>
                </a:lnTo>
                <a:lnTo>
                  <a:pt x="2000292" y="255589"/>
                </a:lnTo>
                <a:lnTo>
                  <a:pt x="2001939" y="256595"/>
                </a:lnTo>
                <a:lnTo>
                  <a:pt x="2003585" y="257601"/>
                </a:lnTo>
                <a:lnTo>
                  <a:pt x="2005231" y="258609"/>
                </a:lnTo>
                <a:lnTo>
                  <a:pt x="2006878" y="259617"/>
                </a:lnTo>
                <a:lnTo>
                  <a:pt x="2008524" y="260627"/>
                </a:lnTo>
                <a:lnTo>
                  <a:pt x="2010170" y="261637"/>
                </a:lnTo>
                <a:lnTo>
                  <a:pt x="2011817" y="262648"/>
                </a:lnTo>
                <a:lnTo>
                  <a:pt x="2013463" y="263661"/>
                </a:lnTo>
                <a:lnTo>
                  <a:pt x="2015109" y="264674"/>
                </a:lnTo>
                <a:lnTo>
                  <a:pt x="2016756" y="265688"/>
                </a:lnTo>
                <a:lnTo>
                  <a:pt x="2018402" y="266703"/>
                </a:lnTo>
                <a:lnTo>
                  <a:pt x="2020048" y="267719"/>
                </a:lnTo>
                <a:lnTo>
                  <a:pt x="2021695" y="268736"/>
                </a:lnTo>
                <a:lnTo>
                  <a:pt x="2023341" y="269754"/>
                </a:lnTo>
                <a:lnTo>
                  <a:pt x="2024987" y="270773"/>
                </a:lnTo>
                <a:lnTo>
                  <a:pt x="2026634" y="271792"/>
                </a:lnTo>
                <a:lnTo>
                  <a:pt x="2028280" y="272813"/>
                </a:lnTo>
                <a:lnTo>
                  <a:pt x="2029926" y="273834"/>
                </a:lnTo>
                <a:lnTo>
                  <a:pt x="2031573" y="274857"/>
                </a:lnTo>
                <a:lnTo>
                  <a:pt x="2033219" y="275880"/>
                </a:lnTo>
                <a:lnTo>
                  <a:pt x="2034865" y="276904"/>
                </a:lnTo>
                <a:lnTo>
                  <a:pt x="2036512" y="277929"/>
                </a:lnTo>
                <a:lnTo>
                  <a:pt x="2038158" y="278955"/>
                </a:lnTo>
                <a:lnTo>
                  <a:pt x="2039804" y="279982"/>
                </a:lnTo>
                <a:lnTo>
                  <a:pt x="2041451" y="281009"/>
                </a:lnTo>
                <a:lnTo>
                  <a:pt x="2043097" y="282038"/>
                </a:lnTo>
                <a:lnTo>
                  <a:pt x="2044743" y="283067"/>
                </a:lnTo>
                <a:lnTo>
                  <a:pt x="2046390" y="284098"/>
                </a:lnTo>
                <a:lnTo>
                  <a:pt x="2048036" y="285129"/>
                </a:lnTo>
                <a:lnTo>
                  <a:pt x="2049682" y="286161"/>
                </a:lnTo>
                <a:lnTo>
                  <a:pt x="2051329" y="287193"/>
                </a:lnTo>
                <a:lnTo>
                  <a:pt x="2052975" y="288227"/>
                </a:lnTo>
                <a:lnTo>
                  <a:pt x="2054621" y="289261"/>
                </a:lnTo>
                <a:lnTo>
                  <a:pt x="2056268" y="290297"/>
                </a:lnTo>
                <a:lnTo>
                  <a:pt x="2057914" y="291333"/>
                </a:lnTo>
                <a:lnTo>
                  <a:pt x="2059560" y="292370"/>
                </a:lnTo>
                <a:lnTo>
                  <a:pt x="2061207" y="293407"/>
                </a:lnTo>
                <a:lnTo>
                  <a:pt x="2062853" y="294446"/>
                </a:lnTo>
                <a:lnTo>
                  <a:pt x="2064499" y="295485"/>
                </a:lnTo>
                <a:lnTo>
                  <a:pt x="2066146" y="296526"/>
                </a:lnTo>
                <a:lnTo>
                  <a:pt x="2067792" y="297566"/>
                </a:lnTo>
                <a:lnTo>
                  <a:pt x="2069438" y="298608"/>
                </a:lnTo>
                <a:lnTo>
                  <a:pt x="2071085" y="299651"/>
                </a:lnTo>
                <a:lnTo>
                  <a:pt x="2072731" y="300694"/>
                </a:lnTo>
                <a:lnTo>
                  <a:pt x="2074377" y="301738"/>
                </a:lnTo>
                <a:lnTo>
                  <a:pt x="2076024" y="302783"/>
                </a:lnTo>
                <a:lnTo>
                  <a:pt x="2077670" y="303829"/>
                </a:lnTo>
                <a:lnTo>
                  <a:pt x="2079316" y="304875"/>
                </a:lnTo>
                <a:lnTo>
                  <a:pt x="2080963" y="305922"/>
                </a:lnTo>
                <a:lnTo>
                  <a:pt x="2082609" y="306970"/>
                </a:lnTo>
                <a:lnTo>
                  <a:pt x="2084255" y="308019"/>
                </a:lnTo>
                <a:lnTo>
                  <a:pt x="2085902" y="309069"/>
                </a:lnTo>
                <a:lnTo>
                  <a:pt x="2087548" y="310119"/>
                </a:lnTo>
                <a:lnTo>
                  <a:pt x="2089194" y="311170"/>
                </a:lnTo>
                <a:lnTo>
                  <a:pt x="2090841" y="312221"/>
                </a:lnTo>
                <a:lnTo>
                  <a:pt x="2092487" y="313274"/>
                </a:lnTo>
                <a:lnTo>
                  <a:pt x="2094133" y="314327"/>
                </a:lnTo>
                <a:lnTo>
                  <a:pt x="2095780" y="315381"/>
                </a:lnTo>
                <a:lnTo>
                  <a:pt x="2097426" y="316435"/>
                </a:lnTo>
                <a:lnTo>
                  <a:pt x="2099072" y="317491"/>
                </a:lnTo>
                <a:lnTo>
                  <a:pt x="2100719" y="318547"/>
                </a:lnTo>
                <a:lnTo>
                  <a:pt x="2102365" y="319604"/>
                </a:lnTo>
                <a:lnTo>
                  <a:pt x="2104011" y="320661"/>
                </a:lnTo>
                <a:lnTo>
                  <a:pt x="2105658" y="321719"/>
                </a:lnTo>
                <a:lnTo>
                  <a:pt x="2107304" y="322778"/>
                </a:lnTo>
                <a:lnTo>
                  <a:pt x="2108950" y="323838"/>
                </a:lnTo>
                <a:lnTo>
                  <a:pt x="2110597" y="324898"/>
                </a:lnTo>
                <a:lnTo>
                  <a:pt x="2112243" y="325959"/>
                </a:lnTo>
                <a:lnTo>
                  <a:pt x="2113889" y="327020"/>
                </a:lnTo>
                <a:lnTo>
                  <a:pt x="2115536" y="328083"/>
                </a:lnTo>
                <a:lnTo>
                  <a:pt x="2117182" y="329146"/>
                </a:lnTo>
                <a:lnTo>
                  <a:pt x="2118828" y="330209"/>
                </a:lnTo>
                <a:lnTo>
                  <a:pt x="2120475" y="331274"/>
                </a:lnTo>
                <a:lnTo>
                  <a:pt x="2122121" y="332339"/>
                </a:lnTo>
                <a:lnTo>
                  <a:pt x="2123767" y="333404"/>
                </a:lnTo>
                <a:lnTo>
                  <a:pt x="2125414" y="334470"/>
                </a:lnTo>
                <a:lnTo>
                  <a:pt x="2127060" y="335537"/>
                </a:lnTo>
                <a:lnTo>
                  <a:pt x="2128706" y="336605"/>
                </a:lnTo>
                <a:lnTo>
                  <a:pt x="2130353" y="337673"/>
                </a:lnTo>
                <a:lnTo>
                  <a:pt x="2131999" y="338742"/>
                </a:lnTo>
                <a:lnTo>
                  <a:pt x="2133645" y="339811"/>
                </a:lnTo>
                <a:lnTo>
                  <a:pt x="2135292" y="340882"/>
                </a:lnTo>
                <a:lnTo>
                  <a:pt x="2136938" y="341952"/>
                </a:lnTo>
                <a:lnTo>
                  <a:pt x="2138584" y="343024"/>
                </a:lnTo>
                <a:lnTo>
                  <a:pt x="2140231" y="344096"/>
                </a:lnTo>
                <a:lnTo>
                  <a:pt x="2141877" y="345168"/>
                </a:lnTo>
                <a:lnTo>
                  <a:pt x="2143523" y="346242"/>
                </a:lnTo>
                <a:lnTo>
                  <a:pt x="2145170" y="347315"/>
                </a:lnTo>
                <a:lnTo>
                  <a:pt x="2146816" y="348390"/>
                </a:lnTo>
                <a:lnTo>
                  <a:pt x="2148462" y="349465"/>
                </a:lnTo>
                <a:lnTo>
                  <a:pt x="2150109" y="350540"/>
                </a:lnTo>
                <a:lnTo>
                  <a:pt x="2151755" y="351617"/>
                </a:lnTo>
                <a:lnTo>
                  <a:pt x="2153401" y="352693"/>
                </a:lnTo>
                <a:lnTo>
                  <a:pt x="2155048" y="353771"/>
                </a:lnTo>
                <a:lnTo>
                  <a:pt x="2156694" y="354849"/>
                </a:lnTo>
                <a:lnTo>
                  <a:pt x="2158340" y="355927"/>
                </a:lnTo>
                <a:lnTo>
                  <a:pt x="2159987" y="357006"/>
                </a:lnTo>
                <a:lnTo>
                  <a:pt x="2161633" y="358086"/>
                </a:lnTo>
                <a:lnTo>
                  <a:pt x="2163279" y="359166"/>
                </a:lnTo>
                <a:lnTo>
                  <a:pt x="2164926" y="360247"/>
                </a:lnTo>
                <a:lnTo>
                  <a:pt x="2166572" y="361329"/>
                </a:lnTo>
                <a:lnTo>
                  <a:pt x="2168218" y="362410"/>
                </a:lnTo>
                <a:lnTo>
                  <a:pt x="2169865" y="363493"/>
                </a:lnTo>
                <a:lnTo>
                  <a:pt x="2171511" y="364576"/>
                </a:lnTo>
                <a:lnTo>
                  <a:pt x="2173157" y="365660"/>
                </a:lnTo>
                <a:lnTo>
                  <a:pt x="2174804" y="366744"/>
                </a:lnTo>
                <a:lnTo>
                  <a:pt x="2176450" y="367828"/>
                </a:lnTo>
                <a:lnTo>
                  <a:pt x="2178096" y="368913"/>
                </a:lnTo>
                <a:lnTo>
                  <a:pt x="2179743" y="369999"/>
                </a:lnTo>
                <a:lnTo>
                  <a:pt x="2181389" y="371085"/>
                </a:lnTo>
                <a:lnTo>
                  <a:pt x="2183035" y="372172"/>
                </a:lnTo>
                <a:lnTo>
                  <a:pt x="2184682" y="373259"/>
                </a:lnTo>
                <a:lnTo>
                  <a:pt x="2186328" y="374347"/>
                </a:lnTo>
                <a:lnTo>
                  <a:pt x="2187974" y="375436"/>
                </a:lnTo>
                <a:lnTo>
                  <a:pt x="2189621" y="376524"/>
                </a:lnTo>
                <a:lnTo>
                  <a:pt x="2191267" y="377614"/>
                </a:lnTo>
                <a:lnTo>
                  <a:pt x="2192913" y="378703"/>
                </a:lnTo>
                <a:lnTo>
                  <a:pt x="2194560" y="379794"/>
                </a:lnTo>
                <a:lnTo>
                  <a:pt x="2196206" y="380885"/>
                </a:lnTo>
                <a:lnTo>
                  <a:pt x="2197852" y="381976"/>
                </a:lnTo>
                <a:lnTo>
                  <a:pt x="2199498" y="383068"/>
                </a:lnTo>
                <a:lnTo>
                  <a:pt x="2201145" y="384160"/>
                </a:lnTo>
                <a:lnTo>
                  <a:pt x="2202791" y="385253"/>
                </a:lnTo>
                <a:lnTo>
                  <a:pt x="2204437" y="386346"/>
                </a:lnTo>
                <a:lnTo>
                  <a:pt x="2206084" y="387440"/>
                </a:lnTo>
                <a:lnTo>
                  <a:pt x="2207730" y="388534"/>
                </a:lnTo>
                <a:lnTo>
                  <a:pt x="2209376" y="389628"/>
                </a:lnTo>
                <a:lnTo>
                  <a:pt x="2211023" y="390723"/>
                </a:lnTo>
                <a:lnTo>
                  <a:pt x="2212669" y="391819"/>
                </a:lnTo>
                <a:lnTo>
                  <a:pt x="2214315" y="392915"/>
                </a:lnTo>
                <a:lnTo>
                  <a:pt x="2215962" y="394011"/>
                </a:lnTo>
                <a:lnTo>
                  <a:pt x="2217608" y="395108"/>
                </a:lnTo>
                <a:lnTo>
                  <a:pt x="2219254" y="396206"/>
                </a:lnTo>
                <a:lnTo>
                  <a:pt x="2220901" y="397303"/>
                </a:lnTo>
                <a:lnTo>
                  <a:pt x="2222547" y="398402"/>
                </a:lnTo>
                <a:lnTo>
                  <a:pt x="2224193" y="399500"/>
                </a:lnTo>
                <a:lnTo>
                  <a:pt x="2225840" y="400599"/>
                </a:lnTo>
                <a:lnTo>
                  <a:pt x="2227486" y="401699"/>
                </a:lnTo>
                <a:lnTo>
                  <a:pt x="2229132" y="402799"/>
                </a:lnTo>
                <a:lnTo>
                  <a:pt x="2230779" y="403899"/>
                </a:lnTo>
                <a:lnTo>
                  <a:pt x="2232425" y="405000"/>
                </a:lnTo>
                <a:lnTo>
                  <a:pt x="2234071" y="406101"/>
                </a:lnTo>
                <a:lnTo>
                  <a:pt x="2235718" y="407203"/>
                </a:lnTo>
                <a:lnTo>
                  <a:pt x="2237364" y="408305"/>
                </a:lnTo>
                <a:lnTo>
                  <a:pt x="2239010" y="409407"/>
                </a:lnTo>
                <a:lnTo>
                  <a:pt x="2240657" y="410510"/>
                </a:lnTo>
                <a:lnTo>
                  <a:pt x="2242303" y="411613"/>
                </a:lnTo>
                <a:lnTo>
                  <a:pt x="2243949" y="412717"/>
                </a:lnTo>
                <a:lnTo>
                  <a:pt x="2245596" y="413821"/>
                </a:lnTo>
                <a:lnTo>
                  <a:pt x="2247242" y="414925"/>
                </a:lnTo>
                <a:lnTo>
                  <a:pt x="2248888" y="416030"/>
                </a:lnTo>
                <a:lnTo>
                  <a:pt x="2250535" y="417135"/>
                </a:lnTo>
                <a:lnTo>
                  <a:pt x="2252181" y="418241"/>
                </a:lnTo>
                <a:lnTo>
                  <a:pt x="2253827" y="419346"/>
                </a:lnTo>
                <a:lnTo>
                  <a:pt x="2255474" y="420453"/>
                </a:lnTo>
                <a:lnTo>
                  <a:pt x="2257120" y="421559"/>
                </a:lnTo>
                <a:lnTo>
                  <a:pt x="2258766" y="422666"/>
                </a:lnTo>
                <a:lnTo>
                  <a:pt x="2260413" y="423774"/>
                </a:lnTo>
                <a:lnTo>
                  <a:pt x="2262059" y="424881"/>
                </a:lnTo>
                <a:lnTo>
                  <a:pt x="2263705" y="425989"/>
                </a:lnTo>
                <a:lnTo>
                  <a:pt x="2265352" y="427098"/>
                </a:lnTo>
                <a:lnTo>
                  <a:pt x="2266998" y="428207"/>
                </a:lnTo>
                <a:lnTo>
                  <a:pt x="2268644" y="429316"/>
                </a:lnTo>
                <a:lnTo>
                  <a:pt x="2270291" y="430425"/>
                </a:lnTo>
                <a:lnTo>
                  <a:pt x="2271937" y="431535"/>
                </a:lnTo>
                <a:lnTo>
                  <a:pt x="2273583" y="432645"/>
                </a:lnTo>
                <a:lnTo>
                  <a:pt x="2275230" y="433756"/>
                </a:lnTo>
                <a:lnTo>
                  <a:pt x="2276876" y="434866"/>
                </a:lnTo>
                <a:lnTo>
                  <a:pt x="2278522" y="435978"/>
                </a:lnTo>
                <a:lnTo>
                  <a:pt x="2280169" y="437089"/>
                </a:lnTo>
                <a:lnTo>
                  <a:pt x="2281815" y="438201"/>
                </a:lnTo>
                <a:lnTo>
                  <a:pt x="2283461" y="439313"/>
                </a:lnTo>
                <a:lnTo>
                  <a:pt x="2285108" y="440425"/>
                </a:lnTo>
                <a:lnTo>
                  <a:pt x="2286754" y="441538"/>
                </a:lnTo>
                <a:lnTo>
                  <a:pt x="2288400" y="442651"/>
                </a:lnTo>
                <a:lnTo>
                  <a:pt x="2290047" y="443764"/>
                </a:lnTo>
                <a:lnTo>
                  <a:pt x="2291693" y="444878"/>
                </a:lnTo>
                <a:lnTo>
                  <a:pt x="2293339" y="445992"/>
                </a:lnTo>
                <a:lnTo>
                  <a:pt x="2294986" y="447106"/>
                </a:lnTo>
                <a:lnTo>
                  <a:pt x="2296632" y="448221"/>
                </a:lnTo>
                <a:lnTo>
                  <a:pt x="2298278" y="449335"/>
                </a:lnTo>
                <a:lnTo>
                  <a:pt x="2299925" y="450450"/>
                </a:lnTo>
                <a:lnTo>
                  <a:pt x="2301571" y="451566"/>
                </a:lnTo>
                <a:lnTo>
                  <a:pt x="2303217" y="452681"/>
                </a:lnTo>
                <a:lnTo>
                  <a:pt x="2304864" y="453797"/>
                </a:lnTo>
                <a:lnTo>
                  <a:pt x="2306510" y="454914"/>
                </a:lnTo>
                <a:lnTo>
                  <a:pt x="2308156" y="456030"/>
                </a:lnTo>
                <a:lnTo>
                  <a:pt x="2309803" y="457147"/>
                </a:lnTo>
                <a:lnTo>
                  <a:pt x="2311449" y="458264"/>
                </a:lnTo>
                <a:lnTo>
                  <a:pt x="2313095" y="459381"/>
                </a:lnTo>
                <a:lnTo>
                  <a:pt x="2314742" y="460498"/>
                </a:lnTo>
                <a:lnTo>
                  <a:pt x="2316388" y="461616"/>
                </a:lnTo>
                <a:lnTo>
                  <a:pt x="2318034" y="462734"/>
                </a:lnTo>
                <a:lnTo>
                  <a:pt x="2319681" y="463853"/>
                </a:lnTo>
                <a:lnTo>
                  <a:pt x="2321327" y="464971"/>
                </a:lnTo>
                <a:lnTo>
                  <a:pt x="2322973" y="466090"/>
                </a:lnTo>
                <a:lnTo>
                  <a:pt x="2324620" y="467209"/>
                </a:lnTo>
                <a:lnTo>
                  <a:pt x="2326266" y="468328"/>
                </a:lnTo>
                <a:lnTo>
                  <a:pt x="2327912" y="469448"/>
                </a:lnTo>
                <a:lnTo>
                  <a:pt x="2329559" y="470567"/>
                </a:lnTo>
                <a:lnTo>
                  <a:pt x="2331205" y="471687"/>
                </a:lnTo>
                <a:lnTo>
                  <a:pt x="2332851" y="472807"/>
                </a:lnTo>
                <a:lnTo>
                  <a:pt x="2334498" y="473928"/>
                </a:lnTo>
                <a:lnTo>
                  <a:pt x="2336144" y="475048"/>
                </a:lnTo>
                <a:lnTo>
                  <a:pt x="2337790" y="476169"/>
                </a:lnTo>
                <a:lnTo>
                  <a:pt x="2339437" y="477290"/>
                </a:lnTo>
                <a:lnTo>
                  <a:pt x="2341083" y="478412"/>
                </a:lnTo>
                <a:lnTo>
                  <a:pt x="2342729" y="479533"/>
                </a:lnTo>
                <a:lnTo>
                  <a:pt x="2344376" y="480655"/>
                </a:lnTo>
                <a:lnTo>
                  <a:pt x="2346022" y="481777"/>
                </a:lnTo>
                <a:lnTo>
                  <a:pt x="2347668" y="482899"/>
                </a:lnTo>
                <a:lnTo>
                  <a:pt x="2349315" y="484021"/>
                </a:lnTo>
                <a:lnTo>
                  <a:pt x="2350961" y="485144"/>
                </a:lnTo>
                <a:lnTo>
                  <a:pt x="2352607" y="486266"/>
                </a:lnTo>
                <a:lnTo>
                  <a:pt x="2354254" y="487389"/>
                </a:lnTo>
                <a:lnTo>
                  <a:pt x="2355900" y="488512"/>
                </a:lnTo>
                <a:lnTo>
                  <a:pt x="2357546" y="489635"/>
                </a:lnTo>
                <a:lnTo>
                  <a:pt x="2359193" y="490759"/>
                </a:lnTo>
                <a:lnTo>
                  <a:pt x="2360839" y="491882"/>
                </a:lnTo>
                <a:lnTo>
                  <a:pt x="2362485" y="493006"/>
                </a:lnTo>
                <a:lnTo>
                  <a:pt x="2364132" y="494130"/>
                </a:lnTo>
                <a:lnTo>
                  <a:pt x="2365778" y="495254"/>
                </a:lnTo>
                <a:lnTo>
                  <a:pt x="2367424" y="496378"/>
                </a:lnTo>
                <a:lnTo>
                  <a:pt x="2369071" y="497503"/>
                </a:lnTo>
                <a:lnTo>
                  <a:pt x="2370717" y="498628"/>
                </a:lnTo>
                <a:lnTo>
                  <a:pt x="2372363" y="499752"/>
                </a:lnTo>
                <a:lnTo>
                  <a:pt x="2374010" y="500877"/>
                </a:lnTo>
                <a:lnTo>
                  <a:pt x="2375656" y="502002"/>
                </a:lnTo>
                <a:lnTo>
                  <a:pt x="2377302" y="503128"/>
                </a:lnTo>
                <a:lnTo>
                  <a:pt x="2378949" y="504253"/>
                </a:lnTo>
                <a:lnTo>
                  <a:pt x="2380595" y="505378"/>
                </a:lnTo>
                <a:lnTo>
                  <a:pt x="2382241" y="506504"/>
                </a:lnTo>
                <a:lnTo>
                  <a:pt x="2383888" y="507630"/>
                </a:lnTo>
                <a:lnTo>
                  <a:pt x="2385534" y="508756"/>
                </a:lnTo>
                <a:lnTo>
                  <a:pt x="2387180" y="509882"/>
                </a:lnTo>
                <a:lnTo>
                  <a:pt x="2388827" y="511008"/>
                </a:lnTo>
                <a:lnTo>
                  <a:pt x="2390473" y="512134"/>
                </a:lnTo>
                <a:lnTo>
                  <a:pt x="2392119" y="513261"/>
                </a:lnTo>
                <a:lnTo>
                  <a:pt x="2393766" y="514387"/>
                </a:lnTo>
                <a:lnTo>
                  <a:pt x="2395412" y="515514"/>
                </a:lnTo>
                <a:lnTo>
                  <a:pt x="2397058" y="516641"/>
                </a:lnTo>
                <a:lnTo>
                  <a:pt x="2398705" y="517768"/>
                </a:lnTo>
                <a:lnTo>
                  <a:pt x="2400351" y="518895"/>
                </a:lnTo>
                <a:lnTo>
                  <a:pt x="2401997" y="520022"/>
                </a:lnTo>
                <a:lnTo>
                  <a:pt x="2403644" y="521149"/>
                </a:lnTo>
                <a:lnTo>
                  <a:pt x="2405290" y="522277"/>
                </a:lnTo>
                <a:lnTo>
                  <a:pt x="2406936" y="523404"/>
                </a:lnTo>
                <a:lnTo>
                  <a:pt x="2408583" y="524532"/>
                </a:lnTo>
                <a:lnTo>
                  <a:pt x="2410229" y="525660"/>
                </a:lnTo>
                <a:lnTo>
                  <a:pt x="2411875" y="526787"/>
                </a:lnTo>
                <a:lnTo>
                  <a:pt x="2413522" y="527915"/>
                </a:lnTo>
                <a:lnTo>
                  <a:pt x="2415168" y="529043"/>
                </a:lnTo>
                <a:lnTo>
                  <a:pt x="2416814" y="530171"/>
                </a:lnTo>
                <a:lnTo>
                  <a:pt x="2418461" y="531299"/>
                </a:lnTo>
                <a:lnTo>
                  <a:pt x="2420107" y="532428"/>
                </a:lnTo>
                <a:lnTo>
                  <a:pt x="2421753" y="533556"/>
                </a:lnTo>
                <a:lnTo>
                  <a:pt x="2423400" y="534684"/>
                </a:lnTo>
                <a:lnTo>
                  <a:pt x="2425046" y="535813"/>
                </a:lnTo>
                <a:lnTo>
                  <a:pt x="2426692" y="536941"/>
                </a:lnTo>
                <a:lnTo>
                  <a:pt x="2428339" y="538070"/>
                </a:lnTo>
                <a:lnTo>
                  <a:pt x="2429985" y="539199"/>
                </a:lnTo>
                <a:lnTo>
                  <a:pt x="2431631" y="540327"/>
                </a:lnTo>
                <a:lnTo>
                  <a:pt x="2433278" y="541456"/>
                </a:lnTo>
                <a:lnTo>
                  <a:pt x="2434924" y="542585"/>
                </a:lnTo>
                <a:lnTo>
                  <a:pt x="2436570" y="543714"/>
                </a:lnTo>
                <a:lnTo>
                  <a:pt x="2438217" y="544843"/>
                </a:lnTo>
                <a:lnTo>
                  <a:pt x="2439863" y="545972"/>
                </a:lnTo>
                <a:lnTo>
                  <a:pt x="2441509" y="547101"/>
                </a:lnTo>
                <a:lnTo>
                  <a:pt x="2443156" y="548230"/>
                </a:lnTo>
                <a:lnTo>
                  <a:pt x="2444802" y="549359"/>
                </a:lnTo>
                <a:lnTo>
                  <a:pt x="2446448" y="550488"/>
                </a:lnTo>
                <a:lnTo>
                  <a:pt x="2448095" y="551617"/>
                </a:lnTo>
                <a:lnTo>
                  <a:pt x="2449741" y="552747"/>
                </a:lnTo>
                <a:lnTo>
                  <a:pt x="2451387" y="553876"/>
                </a:lnTo>
                <a:lnTo>
                  <a:pt x="2453034" y="555005"/>
                </a:lnTo>
                <a:lnTo>
                  <a:pt x="2454680" y="556135"/>
                </a:lnTo>
                <a:lnTo>
                  <a:pt x="2456326" y="557264"/>
                </a:lnTo>
                <a:lnTo>
                  <a:pt x="2457973" y="558394"/>
                </a:lnTo>
                <a:lnTo>
                  <a:pt x="2459619" y="559523"/>
                </a:lnTo>
                <a:lnTo>
                  <a:pt x="2461265" y="560653"/>
                </a:lnTo>
                <a:lnTo>
                  <a:pt x="2462912" y="561782"/>
                </a:lnTo>
                <a:lnTo>
                  <a:pt x="2464558" y="562911"/>
                </a:lnTo>
                <a:lnTo>
                  <a:pt x="2466204" y="564041"/>
                </a:lnTo>
                <a:lnTo>
                  <a:pt x="2467851" y="565171"/>
                </a:lnTo>
                <a:lnTo>
                  <a:pt x="2469497" y="566300"/>
                </a:lnTo>
                <a:lnTo>
                  <a:pt x="2471143" y="567430"/>
                </a:lnTo>
                <a:lnTo>
                  <a:pt x="2472790" y="568559"/>
                </a:lnTo>
                <a:lnTo>
                  <a:pt x="2474436" y="569689"/>
                </a:lnTo>
                <a:lnTo>
                  <a:pt x="2476082" y="570818"/>
                </a:lnTo>
                <a:lnTo>
                  <a:pt x="2477729" y="571948"/>
                </a:lnTo>
                <a:lnTo>
                  <a:pt x="2479375" y="573077"/>
                </a:lnTo>
                <a:lnTo>
                  <a:pt x="2481021" y="574207"/>
                </a:lnTo>
                <a:lnTo>
                  <a:pt x="2482668" y="575336"/>
                </a:lnTo>
                <a:lnTo>
                  <a:pt x="2484314" y="576466"/>
                </a:lnTo>
                <a:lnTo>
                  <a:pt x="2485960" y="577595"/>
                </a:lnTo>
                <a:lnTo>
                  <a:pt x="2487607" y="578725"/>
                </a:lnTo>
                <a:lnTo>
                  <a:pt x="2489253" y="579854"/>
                </a:lnTo>
                <a:lnTo>
                  <a:pt x="2490899" y="580984"/>
                </a:lnTo>
                <a:lnTo>
                  <a:pt x="2492546" y="582113"/>
                </a:lnTo>
                <a:lnTo>
                  <a:pt x="2494192" y="583242"/>
                </a:lnTo>
                <a:lnTo>
                  <a:pt x="2495838" y="584372"/>
                </a:lnTo>
                <a:lnTo>
                  <a:pt x="2497485" y="585501"/>
                </a:lnTo>
                <a:lnTo>
                  <a:pt x="2499131" y="586630"/>
                </a:lnTo>
                <a:lnTo>
                  <a:pt x="2500777" y="587760"/>
                </a:lnTo>
                <a:lnTo>
                  <a:pt x="2502424" y="588889"/>
                </a:lnTo>
                <a:lnTo>
                  <a:pt x="2504070" y="590018"/>
                </a:lnTo>
                <a:lnTo>
                  <a:pt x="2505716" y="591147"/>
                </a:lnTo>
                <a:lnTo>
                  <a:pt x="2507363" y="592276"/>
                </a:lnTo>
                <a:lnTo>
                  <a:pt x="2509009" y="593405"/>
                </a:lnTo>
                <a:lnTo>
                  <a:pt x="2510655" y="594534"/>
                </a:lnTo>
                <a:lnTo>
                  <a:pt x="2512301" y="595663"/>
                </a:lnTo>
                <a:lnTo>
                  <a:pt x="2513948" y="596792"/>
                </a:lnTo>
                <a:lnTo>
                  <a:pt x="2515594" y="597921"/>
                </a:lnTo>
                <a:lnTo>
                  <a:pt x="2517240" y="599050"/>
                </a:lnTo>
                <a:lnTo>
                  <a:pt x="2518887" y="600178"/>
                </a:lnTo>
                <a:lnTo>
                  <a:pt x="2520533" y="601307"/>
                </a:lnTo>
                <a:lnTo>
                  <a:pt x="2522179" y="602436"/>
                </a:lnTo>
                <a:lnTo>
                  <a:pt x="2523826" y="603564"/>
                </a:lnTo>
                <a:lnTo>
                  <a:pt x="2525472" y="604693"/>
                </a:lnTo>
                <a:lnTo>
                  <a:pt x="2527118" y="605821"/>
                </a:lnTo>
                <a:lnTo>
                  <a:pt x="2528765" y="606949"/>
                </a:lnTo>
                <a:lnTo>
                  <a:pt x="2530411" y="608077"/>
                </a:lnTo>
                <a:lnTo>
                  <a:pt x="2532057" y="609206"/>
                </a:lnTo>
                <a:lnTo>
                  <a:pt x="2533704" y="610334"/>
                </a:lnTo>
                <a:lnTo>
                  <a:pt x="2535350" y="611462"/>
                </a:lnTo>
                <a:lnTo>
                  <a:pt x="2536996" y="612590"/>
                </a:lnTo>
                <a:lnTo>
                  <a:pt x="2538643" y="613717"/>
                </a:lnTo>
                <a:lnTo>
                  <a:pt x="2540289" y="614845"/>
                </a:lnTo>
                <a:lnTo>
                  <a:pt x="2541935" y="615973"/>
                </a:lnTo>
                <a:lnTo>
                  <a:pt x="2543582" y="617100"/>
                </a:lnTo>
                <a:lnTo>
                  <a:pt x="2545228" y="618228"/>
                </a:lnTo>
                <a:lnTo>
                  <a:pt x="2546874" y="619355"/>
                </a:lnTo>
                <a:lnTo>
                  <a:pt x="2548521" y="620482"/>
                </a:lnTo>
                <a:lnTo>
                  <a:pt x="2550167" y="621609"/>
                </a:lnTo>
                <a:lnTo>
                  <a:pt x="2551813" y="622736"/>
                </a:lnTo>
                <a:lnTo>
                  <a:pt x="2553460" y="623863"/>
                </a:lnTo>
                <a:lnTo>
                  <a:pt x="2555106" y="624990"/>
                </a:lnTo>
                <a:lnTo>
                  <a:pt x="2556752" y="626117"/>
                </a:lnTo>
                <a:lnTo>
                  <a:pt x="2558399" y="627243"/>
                </a:lnTo>
                <a:lnTo>
                  <a:pt x="2560045" y="628370"/>
                </a:lnTo>
                <a:lnTo>
                  <a:pt x="2561691" y="629496"/>
                </a:lnTo>
                <a:lnTo>
                  <a:pt x="2563338" y="630623"/>
                </a:lnTo>
                <a:lnTo>
                  <a:pt x="2564984" y="631749"/>
                </a:lnTo>
                <a:lnTo>
                  <a:pt x="2566630" y="632875"/>
                </a:lnTo>
                <a:lnTo>
                  <a:pt x="2568277" y="634001"/>
                </a:lnTo>
                <a:lnTo>
                  <a:pt x="2569923" y="635126"/>
                </a:lnTo>
                <a:lnTo>
                  <a:pt x="2571569" y="636252"/>
                </a:lnTo>
                <a:lnTo>
                  <a:pt x="2573216" y="637377"/>
                </a:lnTo>
                <a:lnTo>
                  <a:pt x="2574862" y="638503"/>
                </a:lnTo>
                <a:lnTo>
                  <a:pt x="2576508" y="639628"/>
                </a:lnTo>
                <a:lnTo>
                  <a:pt x="2578155" y="640753"/>
                </a:lnTo>
                <a:lnTo>
                  <a:pt x="2579801" y="641878"/>
                </a:lnTo>
                <a:lnTo>
                  <a:pt x="2581447" y="643003"/>
                </a:lnTo>
                <a:lnTo>
                  <a:pt x="2583094" y="644128"/>
                </a:lnTo>
                <a:lnTo>
                  <a:pt x="2584740" y="645252"/>
                </a:lnTo>
                <a:lnTo>
                  <a:pt x="2586386" y="646376"/>
                </a:lnTo>
                <a:lnTo>
                  <a:pt x="2588033" y="647501"/>
                </a:lnTo>
                <a:lnTo>
                  <a:pt x="2589679" y="648625"/>
                </a:lnTo>
                <a:lnTo>
                  <a:pt x="2591325" y="649749"/>
                </a:lnTo>
                <a:lnTo>
                  <a:pt x="2592972" y="650872"/>
                </a:lnTo>
                <a:lnTo>
                  <a:pt x="2594618" y="651996"/>
                </a:lnTo>
                <a:lnTo>
                  <a:pt x="2596264" y="653120"/>
                </a:lnTo>
                <a:lnTo>
                  <a:pt x="2597911" y="654243"/>
                </a:lnTo>
                <a:lnTo>
                  <a:pt x="2599557" y="655366"/>
                </a:lnTo>
                <a:lnTo>
                  <a:pt x="2601203" y="656489"/>
                </a:lnTo>
                <a:lnTo>
                  <a:pt x="2602850" y="657612"/>
                </a:lnTo>
                <a:lnTo>
                  <a:pt x="2604496" y="658734"/>
                </a:lnTo>
                <a:lnTo>
                  <a:pt x="2606142" y="659857"/>
                </a:lnTo>
                <a:lnTo>
                  <a:pt x="2607789" y="660979"/>
                </a:lnTo>
                <a:lnTo>
                  <a:pt x="2609435" y="662101"/>
                </a:lnTo>
                <a:lnTo>
                  <a:pt x="2611081" y="663223"/>
                </a:lnTo>
                <a:lnTo>
                  <a:pt x="2612728" y="664345"/>
                </a:lnTo>
                <a:lnTo>
                  <a:pt x="2614374" y="665466"/>
                </a:lnTo>
                <a:lnTo>
                  <a:pt x="2616020" y="666588"/>
                </a:lnTo>
                <a:lnTo>
                  <a:pt x="2617667" y="667709"/>
                </a:lnTo>
                <a:lnTo>
                  <a:pt x="2619313" y="668830"/>
                </a:lnTo>
                <a:lnTo>
                  <a:pt x="2620959" y="669951"/>
                </a:lnTo>
                <a:lnTo>
                  <a:pt x="2622606" y="671071"/>
                </a:lnTo>
                <a:lnTo>
                  <a:pt x="2624252" y="672192"/>
                </a:lnTo>
                <a:lnTo>
                  <a:pt x="2625898" y="673312"/>
                </a:lnTo>
                <a:lnTo>
                  <a:pt x="2627545" y="674432"/>
                </a:lnTo>
                <a:lnTo>
                  <a:pt x="2629191" y="675552"/>
                </a:lnTo>
                <a:lnTo>
                  <a:pt x="2630837" y="676672"/>
                </a:lnTo>
                <a:lnTo>
                  <a:pt x="2632484" y="677791"/>
                </a:lnTo>
                <a:lnTo>
                  <a:pt x="2634130" y="678910"/>
                </a:lnTo>
                <a:lnTo>
                  <a:pt x="2635776" y="680029"/>
                </a:lnTo>
                <a:lnTo>
                  <a:pt x="2637423" y="681148"/>
                </a:lnTo>
                <a:lnTo>
                  <a:pt x="2639069" y="682267"/>
                </a:lnTo>
                <a:lnTo>
                  <a:pt x="2640715" y="683385"/>
                </a:lnTo>
                <a:lnTo>
                  <a:pt x="2642362" y="684503"/>
                </a:lnTo>
                <a:lnTo>
                  <a:pt x="2644008" y="685621"/>
                </a:lnTo>
                <a:lnTo>
                  <a:pt x="2645654" y="686739"/>
                </a:lnTo>
                <a:lnTo>
                  <a:pt x="2647301" y="687857"/>
                </a:lnTo>
                <a:lnTo>
                  <a:pt x="2648947" y="688974"/>
                </a:lnTo>
                <a:lnTo>
                  <a:pt x="2650593" y="690091"/>
                </a:lnTo>
                <a:lnTo>
                  <a:pt x="2652240" y="691208"/>
                </a:lnTo>
                <a:lnTo>
                  <a:pt x="2653886" y="692325"/>
                </a:lnTo>
                <a:lnTo>
                  <a:pt x="2655532" y="693441"/>
                </a:lnTo>
                <a:lnTo>
                  <a:pt x="2657179" y="694557"/>
                </a:lnTo>
                <a:lnTo>
                  <a:pt x="2658825" y="695673"/>
                </a:lnTo>
                <a:lnTo>
                  <a:pt x="2660471" y="696789"/>
                </a:lnTo>
                <a:lnTo>
                  <a:pt x="2662118" y="697905"/>
                </a:lnTo>
                <a:lnTo>
                  <a:pt x="2663764" y="699020"/>
                </a:lnTo>
                <a:lnTo>
                  <a:pt x="2665410" y="700135"/>
                </a:lnTo>
                <a:lnTo>
                  <a:pt x="2667057" y="701250"/>
                </a:lnTo>
                <a:lnTo>
                  <a:pt x="2668703" y="702364"/>
                </a:lnTo>
                <a:lnTo>
                  <a:pt x="2670349" y="703478"/>
                </a:lnTo>
                <a:lnTo>
                  <a:pt x="2671996" y="704592"/>
                </a:lnTo>
                <a:lnTo>
                  <a:pt x="2673642" y="705706"/>
                </a:lnTo>
                <a:lnTo>
                  <a:pt x="2675288" y="706820"/>
                </a:lnTo>
                <a:lnTo>
                  <a:pt x="2676935" y="707933"/>
                </a:lnTo>
                <a:lnTo>
                  <a:pt x="2678581" y="709046"/>
                </a:lnTo>
                <a:lnTo>
                  <a:pt x="2680227" y="710159"/>
                </a:lnTo>
                <a:lnTo>
                  <a:pt x="2681874" y="711271"/>
                </a:lnTo>
                <a:lnTo>
                  <a:pt x="2683520" y="712384"/>
                </a:lnTo>
                <a:lnTo>
                  <a:pt x="2685166" y="713496"/>
                </a:lnTo>
                <a:lnTo>
                  <a:pt x="2686813" y="714607"/>
                </a:lnTo>
                <a:lnTo>
                  <a:pt x="2688459" y="715719"/>
                </a:lnTo>
                <a:lnTo>
                  <a:pt x="2690105" y="716830"/>
                </a:lnTo>
                <a:lnTo>
                  <a:pt x="2691752" y="717941"/>
                </a:lnTo>
                <a:lnTo>
                  <a:pt x="2693398" y="719052"/>
                </a:lnTo>
                <a:lnTo>
                  <a:pt x="2695044" y="720162"/>
                </a:lnTo>
                <a:lnTo>
                  <a:pt x="2696691" y="721272"/>
                </a:lnTo>
                <a:lnTo>
                  <a:pt x="2698337" y="722382"/>
                </a:lnTo>
                <a:lnTo>
                  <a:pt x="2699983" y="723492"/>
                </a:lnTo>
                <a:lnTo>
                  <a:pt x="2701630" y="724601"/>
                </a:lnTo>
                <a:lnTo>
                  <a:pt x="2703276" y="725710"/>
                </a:lnTo>
                <a:lnTo>
                  <a:pt x="2704922" y="726819"/>
                </a:lnTo>
                <a:lnTo>
                  <a:pt x="2706569" y="727927"/>
                </a:lnTo>
                <a:lnTo>
                  <a:pt x="2708215" y="729036"/>
                </a:lnTo>
                <a:lnTo>
                  <a:pt x="2709861" y="730143"/>
                </a:lnTo>
                <a:lnTo>
                  <a:pt x="2711508" y="731251"/>
                </a:lnTo>
                <a:lnTo>
                  <a:pt x="2713154" y="732358"/>
                </a:lnTo>
                <a:lnTo>
                  <a:pt x="2714800" y="733465"/>
                </a:lnTo>
                <a:lnTo>
                  <a:pt x="2716447" y="734572"/>
                </a:lnTo>
                <a:lnTo>
                  <a:pt x="2718093" y="735679"/>
                </a:lnTo>
                <a:lnTo>
                  <a:pt x="2719739" y="736785"/>
                </a:lnTo>
                <a:lnTo>
                  <a:pt x="2721386" y="737891"/>
                </a:lnTo>
                <a:lnTo>
                  <a:pt x="2723032" y="738996"/>
                </a:lnTo>
                <a:lnTo>
                  <a:pt x="2724678" y="740101"/>
                </a:lnTo>
                <a:lnTo>
                  <a:pt x="2726325" y="741206"/>
                </a:lnTo>
                <a:lnTo>
                  <a:pt x="2727971" y="742311"/>
                </a:lnTo>
                <a:lnTo>
                  <a:pt x="2729617" y="743415"/>
                </a:lnTo>
                <a:lnTo>
                  <a:pt x="2731264" y="744519"/>
                </a:lnTo>
                <a:lnTo>
                  <a:pt x="2732910" y="745623"/>
                </a:lnTo>
                <a:lnTo>
                  <a:pt x="2734556" y="746726"/>
                </a:lnTo>
                <a:lnTo>
                  <a:pt x="2736203" y="747829"/>
                </a:lnTo>
                <a:lnTo>
                  <a:pt x="2737849" y="748932"/>
                </a:lnTo>
                <a:lnTo>
                  <a:pt x="2739495" y="750035"/>
                </a:lnTo>
                <a:lnTo>
                  <a:pt x="2741142" y="751137"/>
                </a:lnTo>
                <a:lnTo>
                  <a:pt x="2742788" y="752239"/>
                </a:lnTo>
                <a:lnTo>
                  <a:pt x="2744434" y="753340"/>
                </a:lnTo>
                <a:lnTo>
                  <a:pt x="2746081" y="754441"/>
                </a:lnTo>
                <a:lnTo>
                  <a:pt x="2747727" y="755542"/>
                </a:lnTo>
                <a:lnTo>
                  <a:pt x="2749373" y="756643"/>
                </a:lnTo>
                <a:lnTo>
                  <a:pt x="2751020" y="757743"/>
                </a:lnTo>
                <a:lnTo>
                  <a:pt x="2752666" y="758843"/>
                </a:lnTo>
                <a:lnTo>
                  <a:pt x="2754312" y="759942"/>
                </a:lnTo>
                <a:lnTo>
                  <a:pt x="2755959" y="761042"/>
                </a:lnTo>
                <a:lnTo>
                  <a:pt x="2757605" y="762140"/>
                </a:lnTo>
                <a:lnTo>
                  <a:pt x="2759251" y="763239"/>
                </a:lnTo>
                <a:lnTo>
                  <a:pt x="2760898" y="764337"/>
                </a:lnTo>
                <a:lnTo>
                  <a:pt x="2762544" y="765435"/>
                </a:lnTo>
                <a:lnTo>
                  <a:pt x="2764190" y="766533"/>
                </a:lnTo>
                <a:lnTo>
                  <a:pt x="2765837" y="767630"/>
                </a:lnTo>
                <a:lnTo>
                  <a:pt x="2767483" y="768727"/>
                </a:lnTo>
                <a:lnTo>
                  <a:pt x="2769129" y="769823"/>
                </a:lnTo>
                <a:lnTo>
                  <a:pt x="2770776" y="770919"/>
                </a:lnTo>
                <a:lnTo>
                  <a:pt x="2772422" y="772015"/>
                </a:lnTo>
                <a:lnTo>
                  <a:pt x="2774068" y="773110"/>
                </a:lnTo>
                <a:lnTo>
                  <a:pt x="2775715" y="774205"/>
                </a:lnTo>
                <a:lnTo>
                  <a:pt x="2777361" y="775300"/>
                </a:lnTo>
                <a:lnTo>
                  <a:pt x="2779007" y="776395"/>
                </a:lnTo>
                <a:lnTo>
                  <a:pt x="2780654" y="777489"/>
                </a:lnTo>
                <a:lnTo>
                  <a:pt x="2782300" y="778582"/>
                </a:lnTo>
                <a:lnTo>
                  <a:pt x="2783946" y="779676"/>
                </a:lnTo>
                <a:lnTo>
                  <a:pt x="2785593" y="780769"/>
                </a:lnTo>
                <a:lnTo>
                  <a:pt x="2787239" y="781861"/>
                </a:lnTo>
                <a:lnTo>
                  <a:pt x="2788885" y="782953"/>
                </a:lnTo>
                <a:lnTo>
                  <a:pt x="2790532" y="784045"/>
                </a:lnTo>
                <a:lnTo>
                  <a:pt x="2792178" y="785137"/>
                </a:lnTo>
                <a:lnTo>
                  <a:pt x="2793824" y="786228"/>
                </a:lnTo>
                <a:lnTo>
                  <a:pt x="2795471" y="787319"/>
                </a:lnTo>
                <a:lnTo>
                  <a:pt x="2797117" y="788409"/>
                </a:lnTo>
                <a:lnTo>
                  <a:pt x="2798763" y="789499"/>
                </a:lnTo>
                <a:lnTo>
                  <a:pt x="2800410" y="790589"/>
                </a:lnTo>
                <a:lnTo>
                  <a:pt x="2802056" y="791678"/>
                </a:lnTo>
                <a:lnTo>
                  <a:pt x="2803702" y="792767"/>
                </a:lnTo>
                <a:lnTo>
                  <a:pt x="2805349" y="793855"/>
                </a:lnTo>
                <a:lnTo>
                  <a:pt x="2806995" y="794943"/>
                </a:lnTo>
                <a:lnTo>
                  <a:pt x="2808641" y="796031"/>
                </a:lnTo>
                <a:lnTo>
                  <a:pt x="2810288" y="797119"/>
                </a:lnTo>
                <a:lnTo>
                  <a:pt x="2811934" y="798206"/>
                </a:lnTo>
                <a:lnTo>
                  <a:pt x="2813580" y="799292"/>
                </a:lnTo>
                <a:lnTo>
                  <a:pt x="2815227" y="800378"/>
                </a:lnTo>
                <a:lnTo>
                  <a:pt x="2816873" y="801464"/>
                </a:lnTo>
                <a:lnTo>
                  <a:pt x="2818519" y="802550"/>
                </a:lnTo>
                <a:lnTo>
                  <a:pt x="2820166" y="803635"/>
                </a:lnTo>
                <a:lnTo>
                  <a:pt x="2821812" y="804719"/>
                </a:lnTo>
                <a:lnTo>
                  <a:pt x="2823458" y="805803"/>
                </a:lnTo>
                <a:lnTo>
                  <a:pt x="2825104" y="806887"/>
                </a:lnTo>
                <a:lnTo>
                  <a:pt x="2826751" y="807971"/>
                </a:lnTo>
                <a:lnTo>
                  <a:pt x="2828397" y="809054"/>
                </a:lnTo>
                <a:lnTo>
                  <a:pt x="2830043" y="810137"/>
                </a:lnTo>
                <a:lnTo>
                  <a:pt x="2831690" y="811219"/>
                </a:lnTo>
                <a:lnTo>
                  <a:pt x="2833336" y="812301"/>
                </a:lnTo>
                <a:lnTo>
                  <a:pt x="2834982" y="813382"/>
                </a:lnTo>
                <a:lnTo>
                  <a:pt x="2836629" y="814463"/>
                </a:lnTo>
                <a:lnTo>
                  <a:pt x="2838275" y="815544"/>
                </a:lnTo>
                <a:lnTo>
                  <a:pt x="2839921" y="816624"/>
                </a:lnTo>
                <a:lnTo>
                  <a:pt x="2841568" y="817704"/>
                </a:lnTo>
                <a:lnTo>
                  <a:pt x="2843214" y="818783"/>
                </a:lnTo>
                <a:lnTo>
                  <a:pt x="2844860" y="819862"/>
                </a:lnTo>
                <a:lnTo>
                  <a:pt x="2846507" y="820941"/>
                </a:lnTo>
                <a:lnTo>
                  <a:pt x="2848153" y="822019"/>
                </a:lnTo>
                <a:lnTo>
                  <a:pt x="2849799" y="823097"/>
                </a:lnTo>
                <a:lnTo>
                  <a:pt x="2851446" y="824174"/>
                </a:lnTo>
                <a:lnTo>
                  <a:pt x="2853092" y="825251"/>
                </a:lnTo>
                <a:lnTo>
                  <a:pt x="2854738" y="826327"/>
                </a:lnTo>
                <a:lnTo>
                  <a:pt x="2856385" y="827403"/>
                </a:lnTo>
                <a:lnTo>
                  <a:pt x="2858031" y="828479"/>
                </a:lnTo>
                <a:lnTo>
                  <a:pt x="2859677" y="829554"/>
                </a:lnTo>
                <a:lnTo>
                  <a:pt x="2861324" y="830629"/>
                </a:lnTo>
                <a:lnTo>
                  <a:pt x="2862970" y="831703"/>
                </a:lnTo>
                <a:lnTo>
                  <a:pt x="2864616" y="832777"/>
                </a:lnTo>
                <a:lnTo>
                  <a:pt x="2866263" y="833851"/>
                </a:lnTo>
                <a:lnTo>
                  <a:pt x="2867909" y="834924"/>
                </a:lnTo>
                <a:lnTo>
                  <a:pt x="2869555" y="835996"/>
                </a:lnTo>
                <a:lnTo>
                  <a:pt x="2871202" y="837068"/>
                </a:lnTo>
                <a:lnTo>
                  <a:pt x="2872848" y="838140"/>
                </a:lnTo>
                <a:lnTo>
                  <a:pt x="2874494" y="839212"/>
                </a:lnTo>
                <a:lnTo>
                  <a:pt x="2876141" y="840282"/>
                </a:lnTo>
                <a:lnTo>
                  <a:pt x="2877787" y="841353"/>
                </a:lnTo>
                <a:lnTo>
                  <a:pt x="2879433" y="842423"/>
                </a:lnTo>
                <a:lnTo>
                  <a:pt x="2881080" y="843492"/>
                </a:lnTo>
                <a:lnTo>
                  <a:pt x="2882726" y="844561"/>
                </a:lnTo>
                <a:lnTo>
                  <a:pt x="2884372" y="845630"/>
                </a:lnTo>
                <a:lnTo>
                  <a:pt x="2886019" y="846698"/>
                </a:lnTo>
                <a:lnTo>
                  <a:pt x="2887665" y="847766"/>
                </a:lnTo>
                <a:lnTo>
                  <a:pt x="2889311" y="848833"/>
                </a:lnTo>
                <a:lnTo>
                  <a:pt x="2890958" y="849900"/>
                </a:lnTo>
                <a:lnTo>
                  <a:pt x="2892604" y="850967"/>
                </a:lnTo>
                <a:lnTo>
                  <a:pt x="2894250" y="852033"/>
                </a:lnTo>
                <a:lnTo>
                  <a:pt x="2895897" y="853098"/>
                </a:lnTo>
                <a:lnTo>
                  <a:pt x="2897543" y="854163"/>
                </a:lnTo>
                <a:lnTo>
                  <a:pt x="2899189" y="855228"/>
                </a:lnTo>
                <a:lnTo>
                  <a:pt x="2900836" y="856292"/>
                </a:lnTo>
                <a:lnTo>
                  <a:pt x="2902482" y="857355"/>
                </a:lnTo>
                <a:lnTo>
                  <a:pt x="2904128" y="858419"/>
                </a:lnTo>
                <a:lnTo>
                  <a:pt x="2905775" y="859481"/>
                </a:lnTo>
                <a:lnTo>
                  <a:pt x="2907421" y="860544"/>
                </a:lnTo>
                <a:lnTo>
                  <a:pt x="2909067" y="861605"/>
                </a:lnTo>
                <a:lnTo>
                  <a:pt x="2910714" y="862667"/>
                </a:lnTo>
                <a:lnTo>
                  <a:pt x="2912360" y="863728"/>
                </a:lnTo>
                <a:lnTo>
                  <a:pt x="2914006" y="864788"/>
                </a:lnTo>
                <a:lnTo>
                  <a:pt x="2915653" y="865848"/>
                </a:lnTo>
                <a:lnTo>
                  <a:pt x="2917299" y="866907"/>
                </a:lnTo>
                <a:lnTo>
                  <a:pt x="2918945" y="867966"/>
                </a:lnTo>
                <a:lnTo>
                  <a:pt x="2920592" y="869025"/>
                </a:lnTo>
                <a:lnTo>
                  <a:pt x="2922238" y="870083"/>
                </a:lnTo>
                <a:lnTo>
                  <a:pt x="2923884" y="871140"/>
                </a:lnTo>
                <a:lnTo>
                  <a:pt x="2925531" y="872197"/>
                </a:lnTo>
                <a:lnTo>
                  <a:pt x="2927177" y="873254"/>
                </a:lnTo>
                <a:lnTo>
                  <a:pt x="2928823" y="874310"/>
                </a:lnTo>
                <a:lnTo>
                  <a:pt x="2930470" y="875366"/>
                </a:lnTo>
                <a:lnTo>
                  <a:pt x="2932116" y="876421"/>
                </a:lnTo>
                <a:lnTo>
                  <a:pt x="2933762" y="877475"/>
                </a:lnTo>
                <a:lnTo>
                  <a:pt x="2935409" y="878530"/>
                </a:lnTo>
                <a:lnTo>
                  <a:pt x="2937055" y="879583"/>
                </a:lnTo>
                <a:lnTo>
                  <a:pt x="2938701" y="880637"/>
                </a:lnTo>
                <a:lnTo>
                  <a:pt x="2940348" y="881689"/>
                </a:lnTo>
                <a:lnTo>
                  <a:pt x="2941994" y="882741"/>
                </a:lnTo>
                <a:lnTo>
                  <a:pt x="2943640" y="883793"/>
                </a:lnTo>
                <a:lnTo>
                  <a:pt x="2945287" y="884844"/>
                </a:lnTo>
                <a:lnTo>
                  <a:pt x="2946933" y="885895"/>
                </a:lnTo>
                <a:lnTo>
                  <a:pt x="2948579" y="886945"/>
                </a:lnTo>
                <a:lnTo>
                  <a:pt x="2950226" y="887995"/>
                </a:lnTo>
                <a:lnTo>
                  <a:pt x="2951872" y="889044"/>
                </a:lnTo>
                <a:lnTo>
                  <a:pt x="2953518" y="890093"/>
                </a:lnTo>
                <a:lnTo>
                  <a:pt x="2955165" y="891141"/>
                </a:lnTo>
                <a:lnTo>
                  <a:pt x="2956811" y="892189"/>
                </a:lnTo>
                <a:lnTo>
                  <a:pt x="2958457" y="893236"/>
                </a:lnTo>
                <a:lnTo>
                  <a:pt x="2960104" y="894283"/>
                </a:lnTo>
                <a:lnTo>
                  <a:pt x="2961750" y="895329"/>
                </a:lnTo>
                <a:lnTo>
                  <a:pt x="2963396" y="896375"/>
                </a:lnTo>
                <a:lnTo>
                  <a:pt x="2965043" y="897420"/>
                </a:lnTo>
                <a:lnTo>
                  <a:pt x="2966689" y="898465"/>
                </a:lnTo>
                <a:lnTo>
                  <a:pt x="2968335" y="899509"/>
                </a:lnTo>
                <a:lnTo>
                  <a:pt x="2969982" y="900553"/>
                </a:lnTo>
                <a:lnTo>
                  <a:pt x="2971628" y="901596"/>
                </a:lnTo>
                <a:lnTo>
                  <a:pt x="2973274" y="902638"/>
                </a:lnTo>
                <a:lnTo>
                  <a:pt x="2974921" y="903681"/>
                </a:lnTo>
                <a:lnTo>
                  <a:pt x="2976567" y="904722"/>
                </a:lnTo>
                <a:lnTo>
                  <a:pt x="2978213" y="905763"/>
                </a:lnTo>
                <a:lnTo>
                  <a:pt x="2979860" y="906804"/>
                </a:lnTo>
                <a:lnTo>
                  <a:pt x="2981506" y="907844"/>
                </a:lnTo>
                <a:lnTo>
                  <a:pt x="2983152" y="908883"/>
                </a:lnTo>
                <a:lnTo>
                  <a:pt x="2984799" y="909923"/>
                </a:lnTo>
                <a:lnTo>
                  <a:pt x="2986445" y="910961"/>
                </a:lnTo>
                <a:lnTo>
                  <a:pt x="2988091" y="911999"/>
                </a:lnTo>
                <a:lnTo>
                  <a:pt x="2989738" y="913036"/>
                </a:lnTo>
                <a:lnTo>
                  <a:pt x="2991384" y="914073"/>
                </a:lnTo>
                <a:lnTo>
                  <a:pt x="2993030" y="915110"/>
                </a:lnTo>
                <a:lnTo>
                  <a:pt x="2994677" y="916146"/>
                </a:lnTo>
                <a:lnTo>
                  <a:pt x="2996323" y="917181"/>
                </a:lnTo>
                <a:lnTo>
                  <a:pt x="2997969" y="918216"/>
                </a:lnTo>
                <a:lnTo>
                  <a:pt x="2999616" y="919250"/>
                </a:lnTo>
                <a:lnTo>
                  <a:pt x="3001262" y="920284"/>
                </a:lnTo>
                <a:lnTo>
                  <a:pt x="3002908" y="921317"/>
                </a:lnTo>
                <a:lnTo>
                  <a:pt x="3004555" y="922350"/>
                </a:lnTo>
                <a:lnTo>
                  <a:pt x="3006201" y="923382"/>
                </a:lnTo>
                <a:lnTo>
                  <a:pt x="3007847" y="924413"/>
                </a:lnTo>
                <a:lnTo>
                  <a:pt x="3009494" y="925444"/>
                </a:lnTo>
                <a:lnTo>
                  <a:pt x="3011140" y="926475"/>
                </a:lnTo>
                <a:lnTo>
                  <a:pt x="3012786" y="927505"/>
                </a:lnTo>
                <a:lnTo>
                  <a:pt x="3014433" y="928534"/>
                </a:lnTo>
                <a:lnTo>
                  <a:pt x="3016079" y="929563"/>
                </a:lnTo>
                <a:lnTo>
                  <a:pt x="3017725" y="930591"/>
                </a:lnTo>
                <a:lnTo>
                  <a:pt x="3019372" y="931619"/>
                </a:lnTo>
                <a:lnTo>
                  <a:pt x="3021018" y="932646"/>
                </a:lnTo>
                <a:lnTo>
                  <a:pt x="3022664" y="933673"/>
                </a:lnTo>
                <a:lnTo>
                  <a:pt x="3024311" y="934699"/>
                </a:lnTo>
                <a:lnTo>
                  <a:pt x="3025957" y="935725"/>
                </a:lnTo>
                <a:lnTo>
                  <a:pt x="3027603" y="936750"/>
                </a:lnTo>
                <a:lnTo>
                  <a:pt x="3029250" y="937774"/>
                </a:lnTo>
                <a:lnTo>
                  <a:pt x="3030896" y="938798"/>
                </a:lnTo>
                <a:lnTo>
                  <a:pt x="3032542" y="939822"/>
                </a:lnTo>
                <a:lnTo>
                  <a:pt x="3034189" y="940844"/>
                </a:lnTo>
                <a:lnTo>
                  <a:pt x="3035835" y="941867"/>
                </a:lnTo>
                <a:lnTo>
                  <a:pt x="3037481" y="942888"/>
                </a:lnTo>
                <a:lnTo>
                  <a:pt x="3039128" y="943910"/>
                </a:lnTo>
                <a:lnTo>
                  <a:pt x="3040774" y="944930"/>
                </a:lnTo>
                <a:lnTo>
                  <a:pt x="3042420" y="945950"/>
                </a:lnTo>
                <a:lnTo>
                  <a:pt x="3044067" y="946970"/>
                </a:lnTo>
                <a:lnTo>
                  <a:pt x="3045713" y="947989"/>
                </a:lnTo>
                <a:lnTo>
                  <a:pt x="3047359" y="949007"/>
                </a:lnTo>
                <a:lnTo>
                  <a:pt x="3049006" y="950025"/>
                </a:lnTo>
                <a:lnTo>
                  <a:pt x="3050652" y="951042"/>
                </a:lnTo>
                <a:lnTo>
                  <a:pt x="3052298" y="952059"/>
                </a:lnTo>
                <a:lnTo>
                  <a:pt x="3053945" y="953075"/>
                </a:lnTo>
                <a:lnTo>
                  <a:pt x="3055591" y="954090"/>
                </a:lnTo>
                <a:lnTo>
                  <a:pt x="3057237" y="955105"/>
                </a:lnTo>
                <a:lnTo>
                  <a:pt x="3058884" y="956119"/>
                </a:lnTo>
                <a:lnTo>
                  <a:pt x="3060530" y="957133"/>
                </a:lnTo>
                <a:lnTo>
                  <a:pt x="3062176" y="958146"/>
                </a:lnTo>
                <a:lnTo>
                  <a:pt x="3063823" y="959159"/>
                </a:lnTo>
                <a:lnTo>
                  <a:pt x="3065469" y="960171"/>
                </a:lnTo>
                <a:lnTo>
                  <a:pt x="3067115" y="961183"/>
                </a:lnTo>
                <a:lnTo>
                  <a:pt x="3068762" y="962193"/>
                </a:lnTo>
                <a:lnTo>
                  <a:pt x="3070408" y="963204"/>
                </a:lnTo>
                <a:lnTo>
                  <a:pt x="3072054" y="964214"/>
                </a:lnTo>
                <a:lnTo>
                  <a:pt x="3073701" y="965223"/>
                </a:lnTo>
                <a:lnTo>
                  <a:pt x="3075347" y="966231"/>
                </a:lnTo>
                <a:lnTo>
                  <a:pt x="3076993" y="967239"/>
                </a:lnTo>
                <a:lnTo>
                  <a:pt x="3078640" y="968247"/>
                </a:lnTo>
                <a:lnTo>
                  <a:pt x="3080286" y="969254"/>
                </a:lnTo>
                <a:lnTo>
                  <a:pt x="3081932" y="970260"/>
                </a:lnTo>
                <a:lnTo>
                  <a:pt x="3083579" y="971265"/>
                </a:lnTo>
                <a:lnTo>
                  <a:pt x="3085225" y="972270"/>
                </a:lnTo>
                <a:lnTo>
                  <a:pt x="3086871" y="973275"/>
                </a:lnTo>
                <a:lnTo>
                  <a:pt x="3088518" y="974279"/>
                </a:lnTo>
                <a:lnTo>
                  <a:pt x="3090164" y="975282"/>
                </a:lnTo>
                <a:lnTo>
                  <a:pt x="3091810" y="976285"/>
                </a:lnTo>
                <a:lnTo>
                  <a:pt x="3093457" y="977287"/>
                </a:lnTo>
                <a:lnTo>
                  <a:pt x="3095103" y="978288"/>
                </a:lnTo>
                <a:lnTo>
                  <a:pt x="3096749" y="979289"/>
                </a:lnTo>
                <a:lnTo>
                  <a:pt x="3098396" y="980290"/>
                </a:lnTo>
                <a:lnTo>
                  <a:pt x="3100042" y="981289"/>
                </a:lnTo>
                <a:lnTo>
                  <a:pt x="3101688" y="982289"/>
                </a:lnTo>
                <a:lnTo>
                  <a:pt x="3103335" y="983287"/>
                </a:lnTo>
                <a:lnTo>
                  <a:pt x="3104981" y="984285"/>
                </a:lnTo>
                <a:lnTo>
                  <a:pt x="3106627" y="985282"/>
                </a:lnTo>
                <a:lnTo>
                  <a:pt x="3108274" y="986279"/>
                </a:lnTo>
                <a:lnTo>
                  <a:pt x="3109920" y="987275"/>
                </a:lnTo>
                <a:lnTo>
                  <a:pt x="3111566" y="988271"/>
                </a:lnTo>
                <a:lnTo>
                  <a:pt x="3113213" y="989266"/>
                </a:lnTo>
                <a:lnTo>
                  <a:pt x="3114859" y="990260"/>
                </a:lnTo>
                <a:lnTo>
                  <a:pt x="3116505" y="991254"/>
                </a:lnTo>
                <a:lnTo>
                  <a:pt x="3118152" y="992247"/>
                </a:lnTo>
                <a:lnTo>
                  <a:pt x="3119798" y="993239"/>
                </a:lnTo>
                <a:lnTo>
                  <a:pt x="3121444" y="994231"/>
                </a:lnTo>
                <a:lnTo>
                  <a:pt x="3123091" y="995222"/>
                </a:lnTo>
                <a:lnTo>
                  <a:pt x="3124737" y="996213"/>
                </a:lnTo>
                <a:lnTo>
                  <a:pt x="3126383" y="997203"/>
                </a:lnTo>
                <a:lnTo>
                  <a:pt x="3128030" y="998193"/>
                </a:lnTo>
                <a:lnTo>
                  <a:pt x="3129676" y="999181"/>
                </a:lnTo>
                <a:lnTo>
                  <a:pt x="3131322" y="1000170"/>
                </a:lnTo>
                <a:lnTo>
                  <a:pt x="3132969" y="1001157"/>
                </a:lnTo>
                <a:lnTo>
                  <a:pt x="3134615" y="1002144"/>
                </a:lnTo>
                <a:lnTo>
                  <a:pt x="3136261" y="1003130"/>
                </a:lnTo>
                <a:lnTo>
                  <a:pt x="3137907" y="1004116"/>
                </a:lnTo>
                <a:lnTo>
                  <a:pt x="3139554" y="1005101"/>
                </a:lnTo>
                <a:lnTo>
                  <a:pt x="3141200" y="1006086"/>
                </a:lnTo>
                <a:lnTo>
                  <a:pt x="3142846" y="1007070"/>
                </a:lnTo>
                <a:lnTo>
                  <a:pt x="3144493" y="1008053"/>
                </a:lnTo>
                <a:lnTo>
                  <a:pt x="3146139" y="1009035"/>
                </a:lnTo>
                <a:lnTo>
                  <a:pt x="3147785" y="1010017"/>
                </a:lnTo>
                <a:lnTo>
                  <a:pt x="3149432" y="1010999"/>
                </a:lnTo>
                <a:lnTo>
                  <a:pt x="3151078" y="1011980"/>
                </a:lnTo>
                <a:lnTo>
                  <a:pt x="3152724" y="1012960"/>
                </a:lnTo>
                <a:lnTo>
                  <a:pt x="3154371" y="1013939"/>
                </a:lnTo>
                <a:lnTo>
                  <a:pt x="3156017" y="1014918"/>
                </a:lnTo>
                <a:lnTo>
                  <a:pt x="3157663" y="1015896"/>
                </a:lnTo>
                <a:lnTo>
                  <a:pt x="3159310" y="1016874"/>
                </a:lnTo>
                <a:lnTo>
                  <a:pt x="3160956" y="1017851"/>
                </a:lnTo>
                <a:lnTo>
                  <a:pt x="3162602" y="1018827"/>
                </a:lnTo>
                <a:lnTo>
                  <a:pt x="3164249" y="1019803"/>
                </a:lnTo>
                <a:lnTo>
                  <a:pt x="3165895" y="1020778"/>
                </a:lnTo>
                <a:lnTo>
                  <a:pt x="3167541" y="1021752"/>
                </a:lnTo>
                <a:lnTo>
                  <a:pt x="3169188" y="1022726"/>
                </a:lnTo>
                <a:lnTo>
                  <a:pt x="3170834" y="1023699"/>
                </a:lnTo>
                <a:lnTo>
                  <a:pt x="3172480" y="1024672"/>
                </a:lnTo>
                <a:lnTo>
                  <a:pt x="3174127" y="1025644"/>
                </a:lnTo>
                <a:lnTo>
                  <a:pt x="3175773" y="1026615"/>
                </a:lnTo>
                <a:lnTo>
                  <a:pt x="3177419" y="1027585"/>
                </a:lnTo>
                <a:lnTo>
                  <a:pt x="3179066" y="1028555"/>
                </a:lnTo>
                <a:lnTo>
                  <a:pt x="3180712" y="1029525"/>
                </a:lnTo>
                <a:lnTo>
                  <a:pt x="3182358" y="1030493"/>
                </a:lnTo>
                <a:lnTo>
                  <a:pt x="3184005" y="1031461"/>
                </a:lnTo>
                <a:lnTo>
                  <a:pt x="3185651" y="1032429"/>
                </a:lnTo>
                <a:lnTo>
                  <a:pt x="3187297" y="1033395"/>
                </a:lnTo>
                <a:lnTo>
                  <a:pt x="3188944" y="1034362"/>
                </a:lnTo>
                <a:lnTo>
                  <a:pt x="3190590" y="1035327"/>
                </a:lnTo>
                <a:lnTo>
                  <a:pt x="3192236" y="1036292"/>
                </a:lnTo>
                <a:lnTo>
                  <a:pt x="3193883" y="1037256"/>
                </a:lnTo>
                <a:lnTo>
                  <a:pt x="3195529" y="1038219"/>
                </a:lnTo>
                <a:lnTo>
                  <a:pt x="3197175" y="1039182"/>
                </a:lnTo>
                <a:lnTo>
                  <a:pt x="3198822" y="1040144"/>
                </a:lnTo>
                <a:lnTo>
                  <a:pt x="3200468" y="1041106"/>
                </a:lnTo>
                <a:lnTo>
                  <a:pt x="3202114" y="1042067"/>
                </a:lnTo>
                <a:lnTo>
                  <a:pt x="3203761" y="1043027"/>
                </a:lnTo>
                <a:lnTo>
                  <a:pt x="3205407" y="1043987"/>
                </a:lnTo>
                <a:lnTo>
                  <a:pt x="3207053" y="1044945"/>
                </a:lnTo>
                <a:lnTo>
                  <a:pt x="3208700" y="1045904"/>
                </a:lnTo>
                <a:lnTo>
                  <a:pt x="3210346" y="1046861"/>
                </a:lnTo>
                <a:lnTo>
                  <a:pt x="3211992" y="1047818"/>
                </a:lnTo>
                <a:lnTo>
                  <a:pt x="3213639" y="1048774"/>
                </a:lnTo>
                <a:lnTo>
                  <a:pt x="3215285" y="1049730"/>
                </a:lnTo>
                <a:lnTo>
                  <a:pt x="3216931" y="1050685"/>
                </a:lnTo>
                <a:lnTo>
                  <a:pt x="3218578" y="1051639"/>
                </a:lnTo>
                <a:lnTo>
                  <a:pt x="3220224" y="1052593"/>
                </a:lnTo>
                <a:lnTo>
                  <a:pt x="3221870" y="1053546"/>
                </a:lnTo>
                <a:lnTo>
                  <a:pt x="3223517" y="1054498"/>
                </a:lnTo>
                <a:lnTo>
                  <a:pt x="3225163" y="1055450"/>
                </a:lnTo>
                <a:lnTo>
                  <a:pt x="3226809" y="1056401"/>
                </a:lnTo>
                <a:lnTo>
                  <a:pt x="3228456" y="1057351"/>
                </a:lnTo>
                <a:lnTo>
                  <a:pt x="3230102" y="1058301"/>
                </a:lnTo>
                <a:lnTo>
                  <a:pt x="3231748" y="1059250"/>
                </a:lnTo>
                <a:lnTo>
                  <a:pt x="3233395" y="1060198"/>
                </a:lnTo>
                <a:lnTo>
                  <a:pt x="3235041" y="1061145"/>
                </a:lnTo>
                <a:lnTo>
                  <a:pt x="3236687" y="1062092"/>
                </a:lnTo>
                <a:lnTo>
                  <a:pt x="3238334" y="1063039"/>
                </a:lnTo>
                <a:lnTo>
                  <a:pt x="3239980" y="1063984"/>
                </a:lnTo>
                <a:lnTo>
                  <a:pt x="3241626" y="1064929"/>
                </a:lnTo>
                <a:lnTo>
                  <a:pt x="3243273" y="1065873"/>
                </a:lnTo>
                <a:lnTo>
                  <a:pt x="3244919" y="1066817"/>
                </a:lnTo>
                <a:lnTo>
                  <a:pt x="3246565" y="1067760"/>
                </a:lnTo>
                <a:lnTo>
                  <a:pt x="3248212" y="1068702"/>
                </a:lnTo>
                <a:lnTo>
                  <a:pt x="3249858" y="1069644"/>
                </a:lnTo>
                <a:lnTo>
                  <a:pt x="3251504" y="1070585"/>
                </a:lnTo>
                <a:lnTo>
                  <a:pt x="3253151" y="1071525"/>
                </a:lnTo>
                <a:lnTo>
                  <a:pt x="3254797" y="1072464"/>
                </a:lnTo>
                <a:lnTo>
                  <a:pt x="3256443" y="1073403"/>
                </a:lnTo>
                <a:lnTo>
                  <a:pt x="3258090" y="1074341"/>
                </a:lnTo>
                <a:lnTo>
                  <a:pt x="3259736" y="1075279"/>
                </a:lnTo>
                <a:lnTo>
                  <a:pt x="3261382" y="1076215"/>
                </a:lnTo>
                <a:lnTo>
                  <a:pt x="3263029" y="1077152"/>
                </a:lnTo>
                <a:lnTo>
                  <a:pt x="3264675" y="1078087"/>
                </a:lnTo>
                <a:lnTo>
                  <a:pt x="3266321" y="1079022"/>
                </a:lnTo>
                <a:lnTo>
                  <a:pt x="3267968" y="1079956"/>
                </a:lnTo>
                <a:lnTo>
                  <a:pt x="3269614" y="1080889"/>
                </a:lnTo>
                <a:lnTo>
                  <a:pt x="3271260" y="1081822"/>
                </a:lnTo>
                <a:lnTo>
                  <a:pt x="3272907" y="1082754"/>
                </a:lnTo>
                <a:lnTo>
                  <a:pt x="3274553" y="1083685"/>
                </a:lnTo>
                <a:lnTo>
                  <a:pt x="3276199" y="1084616"/>
                </a:lnTo>
                <a:lnTo>
                  <a:pt x="3277846" y="1085545"/>
                </a:lnTo>
                <a:lnTo>
                  <a:pt x="3279492" y="1086475"/>
                </a:lnTo>
                <a:lnTo>
                  <a:pt x="3281138" y="1087403"/>
                </a:lnTo>
                <a:lnTo>
                  <a:pt x="3282785" y="1088331"/>
                </a:lnTo>
                <a:lnTo>
                  <a:pt x="3284431" y="1089258"/>
                </a:lnTo>
                <a:lnTo>
                  <a:pt x="3286077" y="1090185"/>
                </a:lnTo>
                <a:lnTo>
                  <a:pt x="3287724" y="1091110"/>
                </a:lnTo>
                <a:lnTo>
                  <a:pt x="3289370" y="1092035"/>
                </a:lnTo>
                <a:lnTo>
                  <a:pt x="3291016" y="1092960"/>
                </a:lnTo>
                <a:lnTo>
                  <a:pt x="3292663" y="1093883"/>
                </a:lnTo>
                <a:lnTo>
                  <a:pt x="3294309" y="1094806"/>
                </a:lnTo>
                <a:lnTo>
                  <a:pt x="3295955" y="1095728"/>
                </a:lnTo>
                <a:lnTo>
                  <a:pt x="3297602" y="1096650"/>
                </a:lnTo>
                <a:lnTo>
                  <a:pt x="3299248" y="1097571"/>
                </a:lnTo>
                <a:lnTo>
                  <a:pt x="3300894" y="1098491"/>
                </a:lnTo>
                <a:lnTo>
                  <a:pt x="3302541" y="1099410"/>
                </a:lnTo>
                <a:lnTo>
                  <a:pt x="3304187" y="1100329"/>
                </a:lnTo>
                <a:lnTo>
                  <a:pt x="3305833" y="1101247"/>
                </a:lnTo>
                <a:lnTo>
                  <a:pt x="3307480" y="1102165"/>
                </a:lnTo>
                <a:lnTo>
                  <a:pt x="3309126" y="1103081"/>
                </a:lnTo>
                <a:lnTo>
                  <a:pt x="3310772" y="1103997"/>
                </a:lnTo>
                <a:lnTo>
                  <a:pt x="3312419" y="1104912"/>
                </a:lnTo>
                <a:lnTo>
                  <a:pt x="3314065" y="1105827"/>
                </a:lnTo>
                <a:lnTo>
                  <a:pt x="3315711" y="1106741"/>
                </a:lnTo>
                <a:lnTo>
                  <a:pt x="3317358" y="1107654"/>
                </a:lnTo>
                <a:lnTo>
                  <a:pt x="3319004" y="1108566"/>
                </a:lnTo>
                <a:lnTo>
                  <a:pt x="3320650" y="1109478"/>
                </a:lnTo>
                <a:lnTo>
                  <a:pt x="3322297" y="1110389"/>
                </a:lnTo>
                <a:lnTo>
                  <a:pt x="3323943" y="1111299"/>
                </a:lnTo>
                <a:lnTo>
                  <a:pt x="3325589" y="1112209"/>
                </a:lnTo>
                <a:lnTo>
                  <a:pt x="3327236" y="1113117"/>
                </a:lnTo>
                <a:lnTo>
                  <a:pt x="3328882" y="1114025"/>
                </a:lnTo>
                <a:lnTo>
                  <a:pt x="3330528" y="1114933"/>
                </a:lnTo>
                <a:lnTo>
                  <a:pt x="3332175" y="1115840"/>
                </a:lnTo>
                <a:lnTo>
                  <a:pt x="3333821" y="1116745"/>
                </a:lnTo>
                <a:lnTo>
                  <a:pt x="3335467" y="1117651"/>
                </a:lnTo>
                <a:lnTo>
                  <a:pt x="3337114" y="1118555"/>
                </a:lnTo>
                <a:lnTo>
                  <a:pt x="3338760" y="1119459"/>
                </a:lnTo>
                <a:lnTo>
                  <a:pt x="3340406" y="1120362"/>
                </a:lnTo>
                <a:lnTo>
                  <a:pt x="3342053" y="1121265"/>
                </a:lnTo>
                <a:lnTo>
                  <a:pt x="3343699" y="1122166"/>
                </a:lnTo>
                <a:lnTo>
                  <a:pt x="3345345" y="1123067"/>
                </a:lnTo>
                <a:lnTo>
                  <a:pt x="3346992" y="1123967"/>
                </a:lnTo>
                <a:lnTo>
                  <a:pt x="3348638" y="1124867"/>
                </a:lnTo>
                <a:lnTo>
                  <a:pt x="3350284" y="1125766"/>
                </a:lnTo>
                <a:lnTo>
                  <a:pt x="3351931" y="1126664"/>
                </a:lnTo>
                <a:lnTo>
                  <a:pt x="3353577" y="1127561"/>
                </a:lnTo>
                <a:lnTo>
                  <a:pt x="3355223" y="1128458"/>
                </a:lnTo>
                <a:lnTo>
                  <a:pt x="3356870" y="1129353"/>
                </a:lnTo>
                <a:lnTo>
                  <a:pt x="3358516" y="1130249"/>
                </a:lnTo>
                <a:lnTo>
                  <a:pt x="3360162" y="1131143"/>
                </a:lnTo>
                <a:lnTo>
                  <a:pt x="3361809" y="1132037"/>
                </a:lnTo>
                <a:lnTo>
                  <a:pt x="3363455" y="1132930"/>
                </a:lnTo>
                <a:lnTo>
                  <a:pt x="3365101" y="1133822"/>
                </a:lnTo>
                <a:lnTo>
                  <a:pt x="3366748" y="1134713"/>
                </a:lnTo>
                <a:lnTo>
                  <a:pt x="3368394" y="1135604"/>
                </a:lnTo>
                <a:lnTo>
                  <a:pt x="3370040" y="1136494"/>
                </a:lnTo>
                <a:lnTo>
                  <a:pt x="3371687" y="1137383"/>
                </a:lnTo>
                <a:lnTo>
                  <a:pt x="3373333" y="1138272"/>
                </a:lnTo>
                <a:lnTo>
                  <a:pt x="3374979" y="1139160"/>
                </a:lnTo>
                <a:lnTo>
                  <a:pt x="3376626" y="1140047"/>
                </a:lnTo>
                <a:lnTo>
                  <a:pt x="3378272" y="1140933"/>
                </a:lnTo>
                <a:lnTo>
                  <a:pt x="3379918" y="1141819"/>
                </a:lnTo>
                <a:lnTo>
                  <a:pt x="3381565" y="1142704"/>
                </a:lnTo>
                <a:lnTo>
                  <a:pt x="3383211" y="1143588"/>
                </a:lnTo>
                <a:lnTo>
                  <a:pt x="3384857" y="1144472"/>
                </a:lnTo>
                <a:lnTo>
                  <a:pt x="3386504" y="1145354"/>
                </a:lnTo>
                <a:lnTo>
                  <a:pt x="3388150" y="1146236"/>
                </a:lnTo>
                <a:lnTo>
                  <a:pt x="3389796" y="1147117"/>
                </a:lnTo>
                <a:lnTo>
                  <a:pt x="3391443" y="1147998"/>
                </a:lnTo>
                <a:lnTo>
                  <a:pt x="3393089" y="1148878"/>
                </a:lnTo>
                <a:lnTo>
                  <a:pt x="3394735" y="1149757"/>
                </a:lnTo>
                <a:lnTo>
                  <a:pt x="3396382" y="1150635"/>
                </a:lnTo>
                <a:lnTo>
                  <a:pt x="3398028" y="1151512"/>
                </a:lnTo>
                <a:lnTo>
                  <a:pt x="3399674" y="1152389"/>
                </a:lnTo>
                <a:lnTo>
                  <a:pt x="3401321" y="1153265"/>
                </a:lnTo>
                <a:lnTo>
                  <a:pt x="3402967" y="1154141"/>
                </a:lnTo>
                <a:lnTo>
                  <a:pt x="3404613" y="1155015"/>
                </a:lnTo>
                <a:lnTo>
                  <a:pt x="3406260" y="1155889"/>
                </a:lnTo>
                <a:lnTo>
                  <a:pt x="3407906" y="1156762"/>
                </a:lnTo>
                <a:lnTo>
                  <a:pt x="3409552" y="1157634"/>
                </a:lnTo>
                <a:lnTo>
                  <a:pt x="3411199" y="1158506"/>
                </a:lnTo>
                <a:lnTo>
                  <a:pt x="3412845" y="1159377"/>
                </a:lnTo>
                <a:lnTo>
                  <a:pt x="3414491" y="1160247"/>
                </a:lnTo>
                <a:lnTo>
                  <a:pt x="3416138" y="1161116"/>
                </a:lnTo>
                <a:lnTo>
                  <a:pt x="3417784" y="1161985"/>
                </a:lnTo>
                <a:lnTo>
                  <a:pt x="3419430" y="1162852"/>
                </a:lnTo>
                <a:lnTo>
                  <a:pt x="3421077" y="1163719"/>
                </a:lnTo>
                <a:lnTo>
                  <a:pt x="3422723" y="1164586"/>
                </a:lnTo>
                <a:lnTo>
                  <a:pt x="3424369" y="1165451"/>
                </a:lnTo>
                <a:lnTo>
                  <a:pt x="3426016" y="1166316"/>
                </a:lnTo>
                <a:lnTo>
                  <a:pt x="3427662" y="1167180"/>
                </a:lnTo>
                <a:lnTo>
                  <a:pt x="3429308" y="1168044"/>
                </a:lnTo>
                <a:lnTo>
                  <a:pt x="3430955" y="1168906"/>
                </a:lnTo>
                <a:lnTo>
                  <a:pt x="3432601" y="1169768"/>
                </a:lnTo>
                <a:lnTo>
                  <a:pt x="3434247" y="1170629"/>
                </a:lnTo>
                <a:lnTo>
                  <a:pt x="3435894" y="1171489"/>
                </a:lnTo>
                <a:lnTo>
                  <a:pt x="3437540" y="1172349"/>
                </a:lnTo>
                <a:lnTo>
                  <a:pt x="3439186" y="1173208"/>
                </a:lnTo>
                <a:lnTo>
                  <a:pt x="3440833" y="1174066"/>
                </a:lnTo>
                <a:lnTo>
                  <a:pt x="3442479" y="1174923"/>
                </a:lnTo>
                <a:lnTo>
                  <a:pt x="3444125" y="1175779"/>
                </a:lnTo>
                <a:lnTo>
                  <a:pt x="3445772" y="1176635"/>
                </a:lnTo>
                <a:lnTo>
                  <a:pt x="3447418" y="1177490"/>
                </a:lnTo>
                <a:lnTo>
                  <a:pt x="3449064" y="1178344"/>
                </a:lnTo>
                <a:lnTo>
                  <a:pt x="3450710" y="1179198"/>
                </a:lnTo>
                <a:lnTo>
                  <a:pt x="3452357" y="1180050"/>
                </a:lnTo>
                <a:lnTo>
                  <a:pt x="3454003" y="1180902"/>
                </a:lnTo>
                <a:lnTo>
                  <a:pt x="3455649" y="1181753"/>
                </a:lnTo>
                <a:lnTo>
                  <a:pt x="3457296" y="1182604"/>
                </a:lnTo>
                <a:lnTo>
                  <a:pt x="3458942" y="1183454"/>
                </a:lnTo>
                <a:lnTo>
                  <a:pt x="3460588" y="1184302"/>
                </a:lnTo>
                <a:lnTo>
                  <a:pt x="3462235" y="1185151"/>
                </a:lnTo>
                <a:lnTo>
                  <a:pt x="3463881" y="1185998"/>
                </a:lnTo>
                <a:lnTo>
                  <a:pt x="3465527" y="1186844"/>
                </a:lnTo>
                <a:lnTo>
                  <a:pt x="3467174" y="1187690"/>
                </a:lnTo>
                <a:lnTo>
                  <a:pt x="3468820" y="1188535"/>
                </a:lnTo>
                <a:lnTo>
                  <a:pt x="3470466" y="1189380"/>
                </a:lnTo>
                <a:lnTo>
                  <a:pt x="3472113" y="1190223"/>
                </a:lnTo>
                <a:lnTo>
                  <a:pt x="3473759" y="1191066"/>
                </a:lnTo>
                <a:lnTo>
                  <a:pt x="3475405" y="1191908"/>
                </a:lnTo>
                <a:lnTo>
                  <a:pt x="3477052" y="1192749"/>
                </a:lnTo>
                <a:lnTo>
                  <a:pt x="3478698" y="1193589"/>
                </a:lnTo>
                <a:lnTo>
                  <a:pt x="3480344" y="1194429"/>
                </a:lnTo>
                <a:lnTo>
                  <a:pt x="3481991" y="1195268"/>
                </a:lnTo>
                <a:lnTo>
                  <a:pt x="3483637" y="1196106"/>
                </a:lnTo>
                <a:lnTo>
                  <a:pt x="3485283" y="1196943"/>
                </a:lnTo>
                <a:lnTo>
                  <a:pt x="3486930" y="1197780"/>
                </a:lnTo>
                <a:lnTo>
                  <a:pt x="3488576" y="1198616"/>
                </a:lnTo>
                <a:lnTo>
                  <a:pt x="3490222" y="1199451"/>
                </a:lnTo>
                <a:lnTo>
                  <a:pt x="3491869" y="1200285"/>
                </a:lnTo>
                <a:lnTo>
                  <a:pt x="3493515" y="1201119"/>
                </a:lnTo>
                <a:lnTo>
                  <a:pt x="3495161" y="1201951"/>
                </a:lnTo>
                <a:lnTo>
                  <a:pt x="3496808" y="1202783"/>
                </a:lnTo>
                <a:lnTo>
                  <a:pt x="3498454" y="1203614"/>
                </a:lnTo>
                <a:lnTo>
                  <a:pt x="3500100" y="1204445"/>
                </a:lnTo>
                <a:lnTo>
                  <a:pt x="3501747" y="1205274"/>
                </a:lnTo>
                <a:lnTo>
                  <a:pt x="3503393" y="1206103"/>
                </a:lnTo>
                <a:lnTo>
                  <a:pt x="3505039" y="1206931"/>
                </a:lnTo>
                <a:lnTo>
                  <a:pt x="3506686" y="1207758"/>
                </a:lnTo>
                <a:lnTo>
                  <a:pt x="3508332" y="1208585"/>
                </a:lnTo>
                <a:lnTo>
                  <a:pt x="3509978" y="1209411"/>
                </a:lnTo>
                <a:lnTo>
                  <a:pt x="3511625" y="1210235"/>
                </a:lnTo>
                <a:lnTo>
                  <a:pt x="3513271" y="1211060"/>
                </a:lnTo>
                <a:lnTo>
                  <a:pt x="3514917" y="1211883"/>
                </a:lnTo>
                <a:lnTo>
                  <a:pt x="3516564" y="1212705"/>
                </a:lnTo>
                <a:lnTo>
                  <a:pt x="3518210" y="1213527"/>
                </a:lnTo>
                <a:lnTo>
                  <a:pt x="3519856" y="1214348"/>
                </a:lnTo>
                <a:lnTo>
                  <a:pt x="3521503" y="1215168"/>
                </a:lnTo>
                <a:lnTo>
                  <a:pt x="3523149" y="1215988"/>
                </a:lnTo>
                <a:lnTo>
                  <a:pt x="3524795" y="1216806"/>
                </a:lnTo>
                <a:lnTo>
                  <a:pt x="3526442" y="1217624"/>
                </a:lnTo>
                <a:lnTo>
                  <a:pt x="3528088" y="1218441"/>
                </a:lnTo>
                <a:lnTo>
                  <a:pt x="3529734" y="1219258"/>
                </a:lnTo>
                <a:lnTo>
                  <a:pt x="3531381" y="1220073"/>
                </a:lnTo>
                <a:lnTo>
                  <a:pt x="3533027" y="1220888"/>
                </a:lnTo>
                <a:lnTo>
                  <a:pt x="3534673" y="1221702"/>
                </a:lnTo>
                <a:lnTo>
                  <a:pt x="3536320" y="1222515"/>
                </a:lnTo>
                <a:lnTo>
                  <a:pt x="3537966" y="1223327"/>
                </a:lnTo>
                <a:lnTo>
                  <a:pt x="3539612" y="1224139"/>
                </a:lnTo>
                <a:lnTo>
                  <a:pt x="3541259" y="1224949"/>
                </a:lnTo>
                <a:lnTo>
                  <a:pt x="3542905" y="1225759"/>
                </a:lnTo>
                <a:lnTo>
                  <a:pt x="3544551" y="1226569"/>
                </a:lnTo>
                <a:lnTo>
                  <a:pt x="3546198" y="1227377"/>
                </a:lnTo>
                <a:lnTo>
                  <a:pt x="3547844" y="1228185"/>
                </a:lnTo>
                <a:lnTo>
                  <a:pt x="3549490" y="1228991"/>
                </a:lnTo>
                <a:lnTo>
                  <a:pt x="3551137" y="1229797"/>
                </a:lnTo>
                <a:lnTo>
                  <a:pt x="3552783" y="1230602"/>
                </a:lnTo>
                <a:lnTo>
                  <a:pt x="3554429" y="1231407"/>
                </a:lnTo>
                <a:lnTo>
                  <a:pt x="3556076" y="1232210"/>
                </a:lnTo>
                <a:lnTo>
                  <a:pt x="3557722" y="1233013"/>
                </a:lnTo>
                <a:lnTo>
                  <a:pt x="3559368" y="1233815"/>
                </a:lnTo>
                <a:lnTo>
                  <a:pt x="3561015" y="1234617"/>
                </a:lnTo>
                <a:lnTo>
                  <a:pt x="3562661" y="1235417"/>
                </a:lnTo>
                <a:lnTo>
                  <a:pt x="3564307" y="1236217"/>
                </a:lnTo>
                <a:lnTo>
                  <a:pt x="3565954" y="1237015"/>
                </a:lnTo>
                <a:lnTo>
                  <a:pt x="3567600" y="1237813"/>
                </a:lnTo>
                <a:lnTo>
                  <a:pt x="3569246" y="1238611"/>
                </a:lnTo>
                <a:lnTo>
                  <a:pt x="3570893" y="1239407"/>
                </a:lnTo>
                <a:lnTo>
                  <a:pt x="3572539" y="1240203"/>
                </a:lnTo>
                <a:lnTo>
                  <a:pt x="3574185" y="1240998"/>
                </a:lnTo>
                <a:lnTo>
                  <a:pt x="3575832" y="1241792"/>
                </a:lnTo>
                <a:lnTo>
                  <a:pt x="3577478" y="1242585"/>
                </a:lnTo>
                <a:lnTo>
                  <a:pt x="3579124" y="1243377"/>
                </a:lnTo>
                <a:lnTo>
                  <a:pt x="3580771" y="1244169"/>
                </a:lnTo>
                <a:lnTo>
                  <a:pt x="3582417" y="1244960"/>
                </a:lnTo>
                <a:lnTo>
                  <a:pt x="3584063" y="1245750"/>
                </a:lnTo>
                <a:lnTo>
                  <a:pt x="3585710" y="1246539"/>
                </a:lnTo>
                <a:lnTo>
                  <a:pt x="3587356" y="1247327"/>
                </a:lnTo>
                <a:lnTo>
                  <a:pt x="3589002" y="1248115"/>
                </a:lnTo>
                <a:lnTo>
                  <a:pt x="3590649" y="1248902"/>
                </a:lnTo>
                <a:lnTo>
                  <a:pt x="3592295" y="1249688"/>
                </a:lnTo>
                <a:lnTo>
                  <a:pt x="3593941" y="1250473"/>
                </a:lnTo>
                <a:lnTo>
                  <a:pt x="3595588" y="1251257"/>
                </a:lnTo>
                <a:lnTo>
                  <a:pt x="3597234" y="1252041"/>
                </a:lnTo>
                <a:lnTo>
                  <a:pt x="3598880" y="1252824"/>
                </a:lnTo>
                <a:lnTo>
                  <a:pt x="3600527" y="1253606"/>
                </a:lnTo>
                <a:lnTo>
                  <a:pt x="3602173" y="1254387"/>
                </a:lnTo>
                <a:lnTo>
                  <a:pt x="3603819" y="1255167"/>
                </a:lnTo>
                <a:lnTo>
                  <a:pt x="3605466" y="1255947"/>
                </a:lnTo>
                <a:lnTo>
                  <a:pt x="3607112" y="1256725"/>
                </a:lnTo>
                <a:lnTo>
                  <a:pt x="3608758" y="1257503"/>
                </a:lnTo>
                <a:lnTo>
                  <a:pt x="3610405" y="1258280"/>
                </a:lnTo>
                <a:lnTo>
                  <a:pt x="3612051" y="1259057"/>
                </a:lnTo>
                <a:lnTo>
                  <a:pt x="3613697" y="1259832"/>
                </a:lnTo>
                <a:lnTo>
                  <a:pt x="3615344" y="1260607"/>
                </a:lnTo>
                <a:lnTo>
                  <a:pt x="3616990" y="1261381"/>
                </a:lnTo>
                <a:lnTo>
                  <a:pt x="3618636" y="1262154"/>
                </a:lnTo>
                <a:lnTo>
                  <a:pt x="3620283" y="1262926"/>
                </a:lnTo>
                <a:lnTo>
                  <a:pt x="3621929" y="1263697"/>
                </a:lnTo>
                <a:lnTo>
                  <a:pt x="3623575" y="1264468"/>
                </a:lnTo>
                <a:lnTo>
                  <a:pt x="3625222" y="1265238"/>
                </a:lnTo>
                <a:lnTo>
                  <a:pt x="3626868" y="1266007"/>
                </a:lnTo>
                <a:lnTo>
                  <a:pt x="3628514" y="1266775"/>
                </a:lnTo>
                <a:lnTo>
                  <a:pt x="3630161" y="1267542"/>
                </a:lnTo>
                <a:lnTo>
                  <a:pt x="3631807" y="1268309"/>
                </a:lnTo>
                <a:lnTo>
                  <a:pt x="3633453" y="1269075"/>
                </a:lnTo>
                <a:lnTo>
                  <a:pt x="3635100" y="1269839"/>
                </a:lnTo>
                <a:lnTo>
                  <a:pt x="3636746" y="1270604"/>
                </a:lnTo>
                <a:lnTo>
                  <a:pt x="3638392" y="1271367"/>
                </a:lnTo>
                <a:lnTo>
                  <a:pt x="3640039" y="1272129"/>
                </a:lnTo>
                <a:lnTo>
                  <a:pt x="3641685" y="1272891"/>
                </a:lnTo>
                <a:lnTo>
                  <a:pt x="3643331" y="1273652"/>
                </a:lnTo>
                <a:lnTo>
                  <a:pt x="3644978" y="1274412"/>
                </a:lnTo>
                <a:lnTo>
                  <a:pt x="3646624" y="1275171"/>
                </a:lnTo>
                <a:lnTo>
                  <a:pt x="3648270" y="1275929"/>
                </a:lnTo>
                <a:lnTo>
                  <a:pt x="3649917" y="1276687"/>
                </a:lnTo>
                <a:lnTo>
                  <a:pt x="3651563" y="1277443"/>
                </a:lnTo>
                <a:lnTo>
                  <a:pt x="3653209" y="1278199"/>
                </a:lnTo>
                <a:lnTo>
                  <a:pt x="3654856" y="1278954"/>
                </a:lnTo>
                <a:lnTo>
                  <a:pt x="3656502" y="1279709"/>
                </a:lnTo>
                <a:lnTo>
                  <a:pt x="3658148" y="1280462"/>
                </a:lnTo>
                <a:lnTo>
                  <a:pt x="3659795" y="1281215"/>
                </a:lnTo>
                <a:lnTo>
                  <a:pt x="3661441" y="1281966"/>
                </a:lnTo>
                <a:lnTo>
                  <a:pt x="3663087" y="1282717"/>
                </a:lnTo>
                <a:lnTo>
                  <a:pt x="3664734" y="1283467"/>
                </a:lnTo>
                <a:lnTo>
                  <a:pt x="3666380" y="1284217"/>
                </a:lnTo>
                <a:lnTo>
                  <a:pt x="3668026" y="1284965"/>
                </a:lnTo>
                <a:lnTo>
                  <a:pt x="3669673" y="1285713"/>
                </a:lnTo>
                <a:lnTo>
                  <a:pt x="3671319" y="1286460"/>
                </a:lnTo>
                <a:lnTo>
                  <a:pt x="3672965" y="1287206"/>
                </a:lnTo>
                <a:lnTo>
                  <a:pt x="3674612" y="1287951"/>
                </a:lnTo>
                <a:lnTo>
                  <a:pt x="3676258" y="1288695"/>
                </a:lnTo>
                <a:lnTo>
                  <a:pt x="3677904" y="1289439"/>
                </a:lnTo>
                <a:lnTo>
                  <a:pt x="3679551" y="1290181"/>
                </a:lnTo>
                <a:lnTo>
                  <a:pt x="3681197" y="1290923"/>
                </a:lnTo>
                <a:lnTo>
                  <a:pt x="3682843" y="1291664"/>
                </a:lnTo>
                <a:lnTo>
                  <a:pt x="3684490" y="1292404"/>
                </a:lnTo>
                <a:lnTo>
                  <a:pt x="3686136" y="1293144"/>
                </a:lnTo>
                <a:lnTo>
                  <a:pt x="3687782" y="1293882"/>
                </a:lnTo>
                <a:lnTo>
                  <a:pt x="3689429" y="1294620"/>
                </a:lnTo>
                <a:lnTo>
                  <a:pt x="3691075" y="1295357"/>
                </a:lnTo>
                <a:lnTo>
                  <a:pt x="3692721" y="1296093"/>
                </a:lnTo>
                <a:lnTo>
                  <a:pt x="3694368" y="1296828"/>
                </a:lnTo>
                <a:lnTo>
                  <a:pt x="3696014" y="1297563"/>
                </a:lnTo>
                <a:lnTo>
                  <a:pt x="3697660" y="1298296"/>
                </a:lnTo>
                <a:lnTo>
                  <a:pt x="3699307" y="1299029"/>
                </a:lnTo>
                <a:lnTo>
                  <a:pt x="3700953" y="1299761"/>
                </a:lnTo>
                <a:lnTo>
                  <a:pt x="3702599" y="1300492"/>
                </a:lnTo>
                <a:lnTo>
                  <a:pt x="3704246" y="1301222"/>
                </a:lnTo>
                <a:lnTo>
                  <a:pt x="3705892" y="1301952"/>
                </a:lnTo>
                <a:lnTo>
                  <a:pt x="3707538" y="1302680"/>
                </a:lnTo>
                <a:lnTo>
                  <a:pt x="3709185" y="1303408"/>
                </a:lnTo>
                <a:lnTo>
                  <a:pt x="3710831" y="1304135"/>
                </a:lnTo>
                <a:lnTo>
                  <a:pt x="3712477" y="1304861"/>
                </a:lnTo>
                <a:lnTo>
                  <a:pt x="3714124" y="1305586"/>
                </a:lnTo>
                <a:lnTo>
                  <a:pt x="3715770" y="1306310"/>
                </a:lnTo>
                <a:lnTo>
                  <a:pt x="3717416" y="1307034"/>
                </a:lnTo>
                <a:lnTo>
                  <a:pt x="3719063" y="1307757"/>
                </a:lnTo>
                <a:lnTo>
                  <a:pt x="3720709" y="1308479"/>
                </a:lnTo>
                <a:lnTo>
                  <a:pt x="3722355" y="1309200"/>
                </a:lnTo>
                <a:lnTo>
                  <a:pt x="3724002" y="1309920"/>
                </a:lnTo>
                <a:lnTo>
                  <a:pt x="3725648" y="1310639"/>
                </a:lnTo>
                <a:lnTo>
                  <a:pt x="3727294" y="1311358"/>
                </a:lnTo>
                <a:lnTo>
                  <a:pt x="3728941" y="1312075"/>
                </a:lnTo>
                <a:lnTo>
                  <a:pt x="3730587" y="1312792"/>
                </a:lnTo>
                <a:lnTo>
                  <a:pt x="3732233" y="1313508"/>
                </a:lnTo>
                <a:lnTo>
                  <a:pt x="3733880" y="1314223"/>
                </a:lnTo>
                <a:lnTo>
                  <a:pt x="3735526" y="1314938"/>
                </a:lnTo>
                <a:lnTo>
                  <a:pt x="3737172" y="1315651"/>
                </a:lnTo>
                <a:lnTo>
                  <a:pt x="3738819" y="1316364"/>
                </a:lnTo>
                <a:lnTo>
                  <a:pt x="3740465" y="1317076"/>
                </a:lnTo>
                <a:lnTo>
                  <a:pt x="3742111" y="1317787"/>
                </a:lnTo>
                <a:lnTo>
                  <a:pt x="3743758" y="1318497"/>
                </a:lnTo>
                <a:lnTo>
                  <a:pt x="3745404" y="1319206"/>
                </a:lnTo>
                <a:lnTo>
                  <a:pt x="3747050" y="1319914"/>
                </a:lnTo>
                <a:lnTo>
                  <a:pt x="3748697" y="1320622"/>
                </a:lnTo>
                <a:lnTo>
                  <a:pt x="3750343" y="1321329"/>
                </a:lnTo>
                <a:lnTo>
                  <a:pt x="3751989" y="1322035"/>
                </a:lnTo>
                <a:lnTo>
                  <a:pt x="3753636" y="1322740"/>
                </a:lnTo>
                <a:lnTo>
                  <a:pt x="3755282" y="1323444"/>
                </a:lnTo>
                <a:lnTo>
                  <a:pt x="3756928" y="1324147"/>
                </a:lnTo>
                <a:lnTo>
                  <a:pt x="3758575" y="1324850"/>
                </a:lnTo>
                <a:lnTo>
                  <a:pt x="3760221" y="1325552"/>
                </a:lnTo>
                <a:lnTo>
                  <a:pt x="3761867" y="1326252"/>
                </a:lnTo>
                <a:lnTo>
                  <a:pt x="3763513" y="1326952"/>
                </a:lnTo>
                <a:lnTo>
                  <a:pt x="3765160" y="1327652"/>
                </a:lnTo>
                <a:lnTo>
                  <a:pt x="3766806" y="1328350"/>
                </a:lnTo>
                <a:lnTo>
                  <a:pt x="3768452" y="1329047"/>
                </a:lnTo>
                <a:lnTo>
                  <a:pt x="3770099" y="1329744"/>
                </a:lnTo>
                <a:lnTo>
                  <a:pt x="3771745" y="1330440"/>
                </a:lnTo>
                <a:lnTo>
                  <a:pt x="3773391" y="1331135"/>
                </a:lnTo>
                <a:lnTo>
                  <a:pt x="3775038" y="1331829"/>
                </a:lnTo>
                <a:lnTo>
                  <a:pt x="3776684" y="1332522"/>
                </a:lnTo>
                <a:lnTo>
                  <a:pt x="3778330" y="1333214"/>
                </a:lnTo>
                <a:lnTo>
                  <a:pt x="3779977" y="1333906"/>
                </a:lnTo>
                <a:lnTo>
                  <a:pt x="3781623" y="1334596"/>
                </a:lnTo>
                <a:lnTo>
                  <a:pt x="3783269" y="1335286"/>
                </a:lnTo>
                <a:lnTo>
                  <a:pt x="3784916" y="1335975"/>
                </a:lnTo>
                <a:lnTo>
                  <a:pt x="3786562" y="1336663"/>
                </a:lnTo>
                <a:lnTo>
                  <a:pt x="3788208" y="1337351"/>
                </a:lnTo>
                <a:lnTo>
                  <a:pt x="3789855" y="1338037"/>
                </a:lnTo>
                <a:lnTo>
                  <a:pt x="3791501" y="1338723"/>
                </a:lnTo>
                <a:lnTo>
                  <a:pt x="3793147" y="1339407"/>
                </a:lnTo>
                <a:lnTo>
                  <a:pt x="3794794" y="1340091"/>
                </a:lnTo>
                <a:lnTo>
                  <a:pt x="3796440" y="1340774"/>
                </a:lnTo>
                <a:lnTo>
                  <a:pt x="3798086" y="1341456"/>
                </a:lnTo>
                <a:lnTo>
                  <a:pt x="3799733" y="1342138"/>
                </a:lnTo>
                <a:lnTo>
                  <a:pt x="3801379" y="1342818"/>
                </a:lnTo>
                <a:lnTo>
                  <a:pt x="3803025" y="1343498"/>
                </a:lnTo>
                <a:lnTo>
                  <a:pt x="3804672" y="1344176"/>
                </a:lnTo>
                <a:lnTo>
                  <a:pt x="3806318" y="1344854"/>
                </a:lnTo>
                <a:lnTo>
                  <a:pt x="3807964" y="1345531"/>
                </a:lnTo>
                <a:lnTo>
                  <a:pt x="3809611" y="1346208"/>
                </a:lnTo>
                <a:lnTo>
                  <a:pt x="3811257" y="1346883"/>
                </a:lnTo>
                <a:lnTo>
                  <a:pt x="3812903" y="1347557"/>
                </a:lnTo>
                <a:lnTo>
                  <a:pt x="3814550" y="1348231"/>
                </a:lnTo>
                <a:lnTo>
                  <a:pt x="3816196" y="1348904"/>
                </a:lnTo>
                <a:lnTo>
                  <a:pt x="3817842" y="1349576"/>
                </a:lnTo>
                <a:lnTo>
                  <a:pt x="3819489" y="1350247"/>
                </a:lnTo>
                <a:lnTo>
                  <a:pt x="3821135" y="1350917"/>
                </a:lnTo>
                <a:lnTo>
                  <a:pt x="3822781" y="1351586"/>
                </a:lnTo>
                <a:lnTo>
                  <a:pt x="3824428" y="1352255"/>
                </a:lnTo>
                <a:lnTo>
                  <a:pt x="3826074" y="1352922"/>
                </a:lnTo>
                <a:lnTo>
                  <a:pt x="3827720" y="1353589"/>
                </a:lnTo>
                <a:lnTo>
                  <a:pt x="3829367" y="1354255"/>
                </a:lnTo>
                <a:lnTo>
                  <a:pt x="3831013" y="1354920"/>
                </a:lnTo>
                <a:lnTo>
                  <a:pt x="3832659" y="1355584"/>
                </a:lnTo>
                <a:lnTo>
                  <a:pt x="3834306" y="1356248"/>
                </a:lnTo>
                <a:lnTo>
                  <a:pt x="3835952" y="1356910"/>
                </a:lnTo>
                <a:lnTo>
                  <a:pt x="3837598" y="1357572"/>
                </a:lnTo>
                <a:lnTo>
                  <a:pt x="3839245" y="1358233"/>
                </a:lnTo>
                <a:lnTo>
                  <a:pt x="3840891" y="1358892"/>
                </a:lnTo>
                <a:lnTo>
                  <a:pt x="3842537" y="1359551"/>
                </a:lnTo>
                <a:lnTo>
                  <a:pt x="3844184" y="1360210"/>
                </a:lnTo>
                <a:lnTo>
                  <a:pt x="3845830" y="1360867"/>
                </a:lnTo>
                <a:lnTo>
                  <a:pt x="3847476" y="1361523"/>
                </a:lnTo>
                <a:lnTo>
                  <a:pt x="3849123" y="1362179"/>
                </a:lnTo>
                <a:lnTo>
                  <a:pt x="3850769" y="1362834"/>
                </a:lnTo>
                <a:lnTo>
                  <a:pt x="3852415" y="1363488"/>
                </a:lnTo>
                <a:lnTo>
                  <a:pt x="3854062" y="1364141"/>
                </a:lnTo>
                <a:lnTo>
                  <a:pt x="3855708" y="1364793"/>
                </a:lnTo>
                <a:lnTo>
                  <a:pt x="3857354" y="1365444"/>
                </a:lnTo>
                <a:lnTo>
                  <a:pt x="3859001" y="1366095"/>
                </a:lnTo>
                <a:lnTo>
                  <a:pt x="3860647" y="1366744"/>
                </a:lnTo>
                <a:lnTo>
                  <a:pt x="3862293" y="1367393"/>
                </a:lnTo>
                <a:lnTo>
                  <a:pt x="3863940" y="1368041"/>
                </a:lnTo>
                <a:lnTo>
                  <a:pt x="3865586" y="1368688"/>
                </a:lnTo>
                <a:lnTo>
                  <a:pt x="3867232" y="1369334"/>
                </a:lnTo>
                <a:lnTo>
                  <a:pt x="3868879" y="1369979"/>
                </a:lnTo>
                <a:lnTo>
                  <a:pt x="3870525" y="1370623"/>
                </a:lnTo>
                <a:lnTo>
                  <a:pt x="3872171" y="1371267"/>
                </a:lnTo>
                <a:lnTo>
                  <a:pt x="3873818" y="1371910"/>
                </a:lnTo>
                <a:lnTo>
                  <a:pt x="3875464" y="1372551"/>
                </a:lnTo>
                <a:lnTo>
                  <a:pt x="3877110" y="1373192"/>
                </a:lnTo>
                <a:lnTo>
                  <a:pt x="3878757" y="1373832"/>
                </a:lnTo>
                <a:lnTo>
                  <a:pt x="3880403" y="1374472"/>
                </a:lnTo>
                <a:lnTo>
                  <a:pt x="3882049" y="1375110"/>
                </a:lnTo>
                <a:lnTo>
                  <a:pt x="3883696" y="1375747"/>
                </a:lnTo>
                <a:lnTo>
                  <a:pt x="3885342" y="1376384"/>
                </a:lnTo>
                <a:lnTo>
                  <a:pt x="3886988" y="1377020"/>
                </a:lnTo>
                <a:lnTo>
                  <a:pt x="3888635" y="1377655"/>
                </a:lnTo>
                <a:lnTo>
                  <a:pt x="3890281" y="1378289"/>
                </a:lnTo>
                <a:lnTo>
                  <a:pt x="3891927" y="1378922"/>
                </a:lnTo>
                <a:lnTo>
                  <a:pt x="3893574" y="1379554"/>
                </a:lnTo>
                <a:lnTo>
                  <a:pt x="3895220" y="1380185"/>
                </a:lnTo>
                <a:lnTo>
                  <a:pt x="3896866" y="1380816"/>
                </a:lnTo>
                <a:lnTo>
                  <a:pt x="3898513" y="1381445"/>
                </a:lnTo>
                <a:lnTo>
                  <a:pt x="3900159" y="1382074"/>
                </a:lnTo>
                <a:lnTo>
                  <a:pt x="3901805" y="1382702"/>
                </a:lnTo>
                <a:lnTo>
                  <a:pt x="3903452" y="1383329"/>
                </a:lnTo>
                <a:lnTo>
                  <a:pt x="3905098" y="1383955"/>
                </a:lnTo>
                <a:lnTo>
                  <a:pt x="3906744" y="1384581"/>
                </a:lnTo>
                <a:lnTo>
                  <a:pt x="3908391" y="1385205"/>
                </a:lnTo>
                <a:lnTo>
                  <a:pt x="3910037" y="1385829"/>
                </a:lnTo>
                <a:lnTo>
                  <a:pt x="3911683" y="1386451"/>
                </a:lnTo>
                <a:lnTo>
                  <a:pt x="3913330" y="1387073"/>
                </a:lnTo>
                <a:lnTo>
                  <a:pt x="3914976" y="1387694"/>
                </a:lnTo>
                <a:lnTo>
                  <a:pt x="3916622" y="1388314"/>
                </a:lnTo>
                <a:lnTo>
                  <a:pt x="3918269" y="1388934"/>
                </a:lnTo>
                <a:lnTo>
                  <a:pt x="3919915" y="1389552"/>
                </a:lnTo>
                <a:lnTo>
                  <a:pt x="3921561" y="1390169"/>
                </a:lnTo>
                <a:lnTo>
                  <a:pt x="3923208" y="1390786"/>
                </a:lnTo>
                <a:lnTo>
                  <a:pt x="3924854" y="1391402"/>
                </a:lnTo>
                <a:lnTo>
                  <a:pt x="3926500" y="1392017"/>
                </a:lnTo>
                <a:lnTo>
                  <a:pt x="3928147" y="1392631"/>
                </a:lnTo>
                <a:lnTo>
                  <a:pt x="3929793" y="1393244"/>
                </a:lnTo>
                <a:lnTo>
                  <a:pt x="3931439" y="1393856"/>
                </a:lnTo>
                <a:lnTo>
                  <a:pt x="3933086" y="1394467"/>
                </a:lnTo>
                <a:lnTo>
                  <a:pt x="3934732" y="1395078"/>
                </a:lnTo>
                <a:lnTo>
                  <a:pt x="3936378" y="1395687"/>
                </a:lnTo>
                <a:lnTo>
                  <a:pt x="3938025" y="1396296"/>
                </a:lnTo>
                <a:lnTo>
                  <a:pt x="3939671" y="1396904"/>
                </a:lnTo>
                <a:lnTo>
                  <a:pt x="3941317" y="1397511"/>
                </a:lnTo>
                <a:lnTo>
                  <a:pt x="3942964" y="1398117"/>
                </a:lnTo>
                <a:lnTo>
                  <a:pt x="3944610" y="1398722"/>
                </a:lnTo>
                <a:lnTo>
                  <a:pt x="3946256" y="1399327"/>
                </a:lnTo>
                <a:lnTo>
                  <a:pt x="3947903" y="1399930"/>
                </a:lnTo>
                <a:lnTo>
                  <a:pt x="3949549" y="1400533"/>
                </a:lnTo>
                <a:lnTo>
                  <a:pt x="3951195" y="1401135"/>
                </a:lnTo>
                <a:lnTo>
                  <a:pt x="3952842" y="1401736"/>
                </a:lnTo>
                <a:lnTo>
                  <a:pt x="3954488" y="1402336"/>
                </a:lnTo>
                <a:lnTo>
                  <a:pt x="3956134" y="1402935"/>
                </a:lnTo>
                <a:lnTo>
                  <a:pt x="3957781" y="1403533"/>
                </a:lnTo>
                <a:lnTo>
                  <a:pt x="3959427" y="1404130"/>
                </a:lnTo>
                <a:lnTo>
                  <a:pt x="3961073" y="1404727"/>
                </a:lnTo>
                <a:lnTo>
                  <a:pt x="3962720" y="1405322"/>
                </a:lnTo>
                <a:lnTo>
                  <a:pt x="3964366" y="1405917"/>
                </a:lnTo>
                <a:lnTo>
                  <a:pt x="3966012" y="1406511"/>
                </a:lnTo>
                <a:lnTo>
                  <a:pt x="3967659" y="1407104"/>
                </a:lnTo>
                <a:lnTo>
                  <a:pt x="3969305" y="1407696"/>
                </a:lnTo>
                <a:lnTo>
                  <a:pt x="3970951" y="1408287"/>
                </a:lnTo>
                <a:lnTo>
                  <a:pt x="3972598" y="1408878"/>
                </a:lnTo>
                <a:lnTo>
                  <a:pt x="3974244" y="1409467"/>
                </a:lnTo>
                <a:lnTo>
                  <a:pt x="3975890" y="1410056"/>
                </a:lnTo>
                <a:lnTo>
                  <a:pt x="3977537" y="1410643"/>
                </a:lnTo>
                <a:lnTo>
                  <a:pt x="3979183" y="1411230"/>
                </a:lnTo>
                <a:lnTo>
                  <a:pt x="3980829" y="1411816"/>
                </a:lnTo>
                <a:lnTo>
                  <a:pt x="3982476" y="1412401"/>
                </a:lnTo>
                <a:lnTo>
                  <a:pt x="3984122" y="1412986"/>
                </a:lnTo>
                <a:lnTo>
                  <a:pt x="3985768" y="1413569"/>
                </a:lnTo>
                <a:lnTo>
                  <a:pt x="3987415" y="1414151"/>
                </a:lnTo>
                <a:lnTo>
                  <a:pt x="3989061" y="1414733"/>
                </a:lnTo>
                <a:lnTo>
                  <a:pt x="3990707" y="1415314"/>
                </a:lnTo>
                <a:lnTo>
                  <a:pt x="3992354" y="1415893"/>
                </a:lnTo>
                <a:lnTo>
                  <a:pt x="3994000" y="1416472"/>
                </a:lnTo>
                <a:lnTo>
                  <a:pt x="3995646" y="1417050"/>
                </a:lnTo>
                <a:lnTo>
                  <a:pt x="3997293" y="1417628"/>
                </a:lnTo>
                <a:lnTo>
                  <a:pt x="3998939" y="1418204"/>
                </a:lnTo>
                <a:lnTo>
                  <a:pt x="4000585" y="1418779"/>
                </a:lnTo>
                <a:lnTo>
                  <a:pt x="4002232" y="1419354"/>
                </a:lnTo>
                <a:lnTo>
                  <a:pt x="4003878" y="1419927"/>
                </a:lnTo>
                <a:lnTo>
                  <a:pt x="4005524" y="1420500"/>
                </a:lnTo>
                <a:lnTo>
                  <a:pt x="4007171" y="1421072"/>
                </a:lnTo>
                <a:lnTo>
                  <a:pt x="4008817" y="1421643"/>
                </a:lnTo>
                <a:lnTo>
                  <a:pt x="4010463" y="1422213"/>
                </a:lnTo>
                <a:lnTo>
                  <a:pt x="4012110" y="1422782"/>
                </a:lnTo>
                <a:lnTo>
                  <a:pt x="4013756" y="1423351"/>
                </a:lnTo>
                <a:lnTo>
                  <a:pt x="4015402" y="1423918"/>
                </a:lnTo>
                <a:lnTo>
                  <a:pt x="4017049" y="1424485"/>
                </a:lnTo>
                <a:lnTo>
                  <a:pt x="4018695" y="1425051"/>
                </a:lnTo>
                <a:lnTo>
                  <a:pt x="4020341" y="1425615"/>
                </a:lnTo>
                <a:lnTo>
                  <a:pt x="4021988" y="1426179"/>
                </a:lnTo>
                <a:lnTo>
                  <a:pt x="4023634" y="1426742"/>
                </a:lnTo>
                <a:lnTo>
                  <a:pt x="4025280" y="1427305"/>
                </a:lnTo>
                <a:lnTo>
                  <a:pt x="4026927" y="1427866"/>
                </a:lnTo>
                <a:lnTo>
                  <a:pt x="4028573" y="1428426"/>
                </a:lnTo>
                <a:lnTo>
                  <a:pt x="4030219" y="1428986"/>
                </a:lnTo>
                <a:lnTo>
                  <a:pt x="4031866" y="1429544"/>
                </a:lnTo>
                <a:lnTo>
                  <a:pt x="4033512" y="1430102"/>
                </a:lnTo>
                <a:lnTo>
                  <a:pt x="4035158" y="1430659"/>
                </a:lnTo>
                <a:lnTo>
                  <a:pt x="4036805" y="1431215"/>
                </a:lnTo>
                <a:lnTo>
                  <a:pt x="4038451" y="1431770"/>
                </a:lnTo>
                <a:lnTo>
                  <a:pt x="4040097" y="1432324"/>
                </a:lnTo>
                <a:lnTo>
                  <a:pt x="4041744" y="1432878"/>
                </a:lnTo>
                <a:lnTo>
                  <a:pt x="4043390" y="1433430"/>
                </a:lnTo>
                <a:lnTo>
                  <a:pt x="4045036" y="1433982"/>
                </a:lnTo>
                <a:lnTo>
                  <a:pt x="4046683" y="1434532"/>
                </a:lnTo>
                <a:lnTo>
                  <a:pt x="4048329" y="1435082"/>
                </a:lnTo>
                <a:lnTo>
                  <a:pt x="4049975" y="1435631"/>
                </a:lnTo>
                <a:lnTo>
                  <a:pt x="4051622" y="1436179"/>
                </a:lnTo>
                <a:lnTo>
                  <a:pt x="4053268" y="1436726"/>
                </a:lnTo>
                <a:lnTo>
                  <a:pt x="4054914" y="1437273"/>
                </a:lnTo>
                <a:lnTo>
                  <a:pt x="4056561" y="1437818"/>
                </a:lnTo>
                <a:lnTo>
                  <a:pt x="4058207" y="1438362"/>
                </a:lnTo>
                <a:lnTo>
                  <a:pt x="4059853" y="1438906"/>
                </a:lnTo>
                <a:lnTo>
                  <a:pt x="4061500" y="1439449"/>
                </a:lnTo>
                <a:lnTo>
                  <a:pt x="4063146" y="1439991"/>
                </a:lnTo>
                <a:lnTo>
                  <a:pt x="4064792" y="1440532"/>
                </a:lnTo>
                <a:lnTo>
                  <a:pt x="4066439" y="1441072"/>
                </a:lnTo>
                <a:lnTo>
                  <a:pt x="4068085" y="1441611"/>
                </a:lnTo>
                <a:lnTo>
                  <a:pt x="4069731" y="1442149"/>
                </a:lnTo>
                <a:lnTo>
                  <a:pt x="4071378" y="1442686"/>
                </a:lnTo>
                <a:lnTo>
                  <a:pt x="4073024" y="1443223"/>
                </a:lnTo>
                <a:lnTo>
                  <a:pt x="4074670" y="1443759"/>
                </a:lnTo>
                <a:lnTo>
                  <a:pt x="4076316" y="1444293"/>
                </a:lnTo>
                <a:lnTo>
                  <a:pt x="4077963" y="1444827"/>
                </a:lnTo>
                <a:lnTo>
                  <a:pt x="4079609" y="1445360"/>
                </a:lnTo>
                <a:lnTo>
                  <a:pt x="4081255" y="1445892"/>
                </a:lnTo>
                <a:lnTo>
                  <a:pt x="4082902" y="1446423"/>
                </a:lnTo>
                <a:lnTo>
                  <a:pt x="4084548" y="1446954"/>
                </a:lnTo>
                <a:lnTo>
                  <a:pt x="4086194" y="1447483"/>
                </a:lnTo>
                <a:lnTo>
                  <a:pt x="4087841" y="1448011"/>
                </a:lnTo>
                <a:lnTo>
                  <a:pt x="4089487" y="1448539"/>
                </a:lnTo>
                <a:lnTo>
                  <a:pt x="4091133" y="1449066"/>
                </a:lnTo>
                <a:lnTo>
                  <a:pt x="4092780" y="1449592"/>
                </a:lnTo>
                <a:lnTo>
                  <a:pt x="4094426" y="1450117"/>
                </a:lnTo>
                <a:lnTo>
                  <a:pt x="4096072" y="1450641"/>
                </a:lnTo>
                <a:lnTo>
                  <a:pt x="4097719" y="1451164"/>
                </a:lnTo>
                <a:lnTo>
                  <a:pt x="4099365" y="1451686"/>
                </a:lnTo>
                <a:lnTo>
                  <a:pt x="4101011" y="1452208"/>
                </a:lnTo>
                <a:lnTo>
                  <a:pt x="4102658" y="1452728"/>
                </a:lnTo>
                <a:lnTo>
                  <a:pt x="4104304" y="1453248"/>
                </a:lnTo>
                <a:lnTo>
                  <a:pt x="4105950" y="1453766"/>
                </a:lnTo>
                <a:lnTo>
                  <a:pt x="4107597" y="1454284"/>
                </a:lnTo>
                <a:lnTo>
                  <a:pt x="4109243" y="1454801"/>
                </a:lnTo>
                <a:lnTo>
                  <a:pt x="4110889" y="1455317"/>
                </a:lnTo>
                <a:lnTo>
                  <a:pt x="4112536" y="1455833"/>
                </a:lnTo>
                <a:lnTo>
                  <a:pt x="4114182" y="1456347"/>
                </a:lnTo>
                <a:lnTo>
                  <a:pt x="4115828" y="1456860"/>
                </a:lnTo>
                <a:lnTo>
                  <a:pt x="4117475" y="1457373"/>
                </a:lnTo>
                <a:lnTo>
                  <a:pt x="4119121" y="1457884"/>
                </a:lnTo>
                <a:lnTo>
                  <a:pt x="4120767" y="1458395"/>
                </a:lnTo>
                <a:lnTo>
                  <a:pt x="4122414" y="1458905"/>
                </a:lnTo>
                <a:lnTo>
                  <a:pt x="4124060" y="1459414"/>
                </a:lnTo>
                <a:lnTo>
                  <a:pt x="4125706" y="1459922"/>
                </a:lnTo>
                <a:lnTo>
                  <a:pt x="4127353" y="1460429"/>
                </a:lnTo>
                <a:lnTo>
                  <a:pt x="4128999" y="1460935"/>
                </a:lnTo>
                <a:lnTo>
                  <a:pt x="4130645" y="1461441"/>
                </a:lnTo>
                <a:lnTo>
                  <a:pt x="4132292" y="1461945"/>
                </a:lnTo>
                <a:lnTo>
                  <a:pt x="4133938" y="1462449"/>
                </a:lnTo>
                <a:lnTo>
                  <a:pt x="4135584" y="1462951"/>
                </a:lnTo>
                <a:lnTo>
                  <a:pt x="4137231" y="1463453"/>
                </a:lnTo>
                <a:lnTo>
                  <a:pt x="4138877" y="1463954"/>
                </a:lnTo>
                <a:lnTo>
                  <a:pt x="4140523" y="1464454"/>
                </a:lnTo>
                <a:lnTo>
                  <a:pt x="4142170" y="1464953"/>
                </a:lnTo>
                <a:lnTo>
                  <a:pt x="4143816" y="1465452"/>
                </a:lnTo>
                <a:lnTo>
                  <a:pt x="4145462" y="1465949"/>
                </a:lnTo>
                <a:lnTo>
                  <a:pt x="4147109" y="1466445"/>
                </a:lnTo>
                <a:lnTo>
                  <a:pt x="4148755" y="1466941"/>
                </a:lnTo>
                <a:lnTo>
                  <a:pt x="4150401" y="1467436"/>
                </a:lnTo>
                <a:lnTo>
                  <a:pt x="4152048" y="1467930"/>
                </a:lnTo>
                <a:lnTo>
                  <a:pt x="4153694" y="1468422"/>
                </a:lnTo>
                <a:lnTo>
                  <a:pt x="4155340" y="1468914"/>
                </a:lnTo>
                <a:lnTo>
                  <a:pt x="4156987" y="1469406"/>
                </a:lnTo>
                <a:lnTo>
                  <a:pt x="4158633" y="1469896"/>
                </a:lnTo>
                <a:lnTo>
                  <a:pt x="4160279" y="1470385"/>
                </a:lnTo>
                <a:lnTo>
                  <a:pt x="4161926" y="1470874"/>
                </a:lnTo>
                <a:lnTo>
                  <a:pt x="4163572" y="1471361"/>
                </a:lnTo>
                <a:lnTo>
                  <a:pt x="4165218" y="1471848"/>
                </a:lnTo>
                <a:lnTo>
                  <a:pt x="4166865" y="1472333"/>
                </a:lnTo>
                <a:lnTo>
                  <a:pt x="4168511" y="1472818"/>
                </a:lnTo>
                <a:lnTo>
                  <a:pt x="4170157" y="1473302"/>
                </a:lnTo>
                <a:lnTo>
                  <a:pt x="4171804" y="1473785"/>
                </a:lnTo>
                <a:lnTo>
                  <a:pt x="4173450" y="1474268"/>
                </a:lnTo>
                <a:lnTo>
                  <a:pt x="4175096" y="1474749"/>
                </a:lnTo>
                <a:lnTo>
                  <a:pt x="4176743" y="1475229"/>
                </a:lnTo>
                <a:lnTo>
                  <a:pt x="4178389" y="1475709"/>
                </a:lnTo>
                <a:lnTo>
                  <a:pt x="4180035" y="1476187"/>
                </a:lnTo>
                <a:lnTo>
                  <a:pt x="4181682" y="1476665"/>
                </a:lnTo>
                <a:lnTo>
                  <a:pt x="4183328" y="1477142"/>
                </a:lnTo>
                <a:lnTo>
                  <a:pt x="4184974" y="1477618"/>
                </a:lnTo>
                <a:lnTo>
                  <a:pt x="4186621" y="1478093"/>
                </a:lnTo>
                <a:lnTo>
                  <a:pt x="4188267" y="1478567"/>
                </a:lnTo>
                <a:lnTo>
                  <a:pt x="4189913" y="1479040"/>
                </a:lnTo>
                <a:lnTo>
                  <a:pt x="4191560" y="1479513"/>
                </a:lnTo>
                <a:lnTo>
                  <a:pt x="4193206" y="1479984"/>
                </a:lnTo>
                <a:lnTo>
                  <a:pt x="4194852" y="1480455"/>
                </a:lnTo>
                <a:lnTo>
                  <a:pt x="4196499" y="1480924"/>
                </a:lnTo>
                <a:lnTo>
                  <a:pt x="4198145" y="1481393"/>
                </a:lnTo>
                <a:lnTo>
                  <a:pt x="4199791" y="1481861"/>
                </a:lnTo>
                <a:lnTo>
                  <a:pt x="4201438" y="1482328"/>
                </a:lnTo>
                <a:lnTo>
                  <a:pt x="4203084" y="1482794"/>
                </a:lnTo>
                <a:lnTo>
                  <a:pt x="4204730" y="1483259"/>
                </a:lnTo>
                <a:lnTo>
                  <a:pt x="4206377" y="1483724"/>
                </a:lnTo>
                <a:lnTo>
                  <a:pt x="4208023" y="1484187"/>
                </a:lnTo>
                <a:lnTo>
                  <a:pt x="4209669" y="1484649"/>
                </a:lnTo>
                <a:lnTo>
                  <a:pt x="4211316" y="1485111"/>
                </a:lnTo>
                <a:lnTo>
                  <a:pt x="4212962" y="1485572"/>
                </a:lnTo>
                <a:lnTo>
                  <a:pt x="4214608" y="1486032"/>
                </a:lnTo>
                <a:lnTo>
                  <a:pt x="4216255" y="1486491"/>
                </a:lnTo>
                <a:lnTo>
                  <a:pt x="4217901" y="1486949"/>
                </a:lnTo>
                <a:lnTo>
                  <a:pt x="4219547" y="1487406"/>
                </a:lnTo>
                <a:lnTo>
                  <a:pt x="4221194" y="1487862"/>
                </a:lnTo>
                <a:lnTo>
                  <a:pt x="4222840" y="1488317"/>
                </a:lnTo>
                <a:lnTo>
                  <a:pt x="4224486" y="1488772"/>
                </a:lnTo>
                <a:lnTo>
                  <a:pt x="4226133" y="1489225"/>
                </a:lnTo>
                <a:lnTo>
                  <a:pt x="4227779" y="1489678"/>
                </a:lnTo>
                <a:lnTo>
                  <a:pt x="4229425" y="1490130"/>
                </a:lnTo>
                <a:lnTo>
                  <a:pt x="4231072" y="1490581"/>
                </a:lnTo>
                <a:lnTo>
                  <a:pt x="4232718" y="1491031"/>
                </a:lnTo>
                <a:lnTo>
                  <a:pt x="4234364" y="1491480"/>
                </a:lnTo>
                <a:lnTo>
                  <a:pt x="4236011" y="1491928"/>
                </a:lnTo>
                <a:lnTo>
                  <a:pt x="4237657" y="1492375"/>
                </a:lnTo>
                <a:lnTo>
                  <a:pt x="4239303" y="1492822"/>
                </a:lnTo>
                <a:lnTo>
                  <a:pt x="4240950" y="1493267"/>
                </a:lnTo>
                <a:lnTo>
                  <a:pt x="4242596" y="1493712"/>
                </a:lnTo>
                <a:lnTo>
                  <a:pt x="4244242" y="1494156"/>
                </a:lnTo>
                <a:lnTo>
                  <a:pt x="4245889" y="1494598"/>
                </a:lnTo>
                <a:lnTo>
                  <a:pt x="4247535" y="1495040"/>
                </a:lnTo>
                <a:lnTo>
                  <a:pt x="4249181" y="1495481"/>
                </a:lnTo>
                <a:lnTo>
                  <a:pt x="4250828" y="1495922"/>
                </a:lnTo>
                <a:lnTo>
                  <a:pt x="4252474" y="1496361"/>
                </a:lnTo>
                <a:lnTo>
                  <a:pt x="4254120" y="1496799"/>
                </a:lnTo>
                <a:lnTo>
                  <a:pt x="4255767" y="1497237"/>
                </a:lnTo>
                <a:lnTo>
                  <a:pt x="4257413" y="1497673"/>
                </a:lnTo>
                <a:lnTo>
                  <a:pt x="4259059" y="1498109"/>
                </a:lnTo>
                <a:lnTo>
                  <a:pt x="4260706" y="1498544"/>
                </a:lnTo>
                <a:lnTo>
                  <a:pt x="4262352" y="1498977"/>
                </a:lnTo>
                <a:lnTo>
                  <a:pt x="4263998" y="1499410"/>
                </a:lnTo>
                <a:lnTo>
                  <a:pt x="4265645" y="1499842"/>
                </a:lnTo>
                <a:lnTo>
                  <a:pt x="4267291" y="1500274"/>
                </a:lnTo>
                <a:lnTo>
                  <a:pt x="4268937" y="1500704"/>
                </a:lnTo>
                <a:lnTo>
                  <a:pt x="4270584" y="1501133"/>
                </a:lnTo>
                <a:lnTo>
                  <a:pt x="4272230" y="1501562"/>
                </a:lnTo>
                <a:lnTo>
                  <a:pt x="4273876" y="1501989"/>
                </a:lnTo>
                <a:lnTo>
                  <a:pt x="4275523" y="1502416"/>
                </a:lnTo>
                <a:lnTo>
                  <a:pt x="4277169" y="1502842"/>
                </a:lnTo>
                <a:lnTo>
                  <a:pt x="4278815" y="1503267"/>
                </a:lnTo>
                <a:lnTo>
                  <a:pt x="4280462" y="1503691"/>
                </a:lnTo>
                <a:lnTo>
                  <a:pt x="4282108" y="1504114"/>
                </a:lnTo>
                <a:lnTo>
                  <a:pt x="4283754" y="1504536"/>
                </a:lnTo>
                <a:lnTo>
                  <a:pt x="4285401" y="1504958"/>
                </a:lnTo>
                <a:lnTo>
                  <a:pt x="4287047" y="1505378"/>
                </a:lnTo>
                <a:lnTo>
                  <a:pt x="4288693" y="1505797"/>
                </a:lnTo>
                <a:lnTo>
                  <a:pt x="4290340" y="1506216"/>
                </a:lnTo>
                <a:lnTo>
                  <a:pt x="4291986" y="1506634"/>
                </a:lnTo>
                <a:lnTo>
                  <a:pt x="4293632" y="1507051"/>
                </a:lnTo>
                <a:lnTo>
                  <a:pt x="4295279" y="1507467"/>
                </a:lnTo>
                <a:lnTo>
                  <a:pt x="4296925" y="1507882"/>
                </a:lnTo>
                <a:lnTo>
                  <a:pt x="4298571" y="1508296"/>
                </a:lnTo>
                <a:lnTo>
                  <a:pt x="4300218" y="1508709"/>
                </a:lnTo>
                <a:lnTo>
                  <a:pt x="4301864" y="1509122"/>
                </a:lnTo>
                <a:lnTo>
                  <a:pt x="4303510" y="1509533"/>
                </a:lnTo>
                <a:lnTo>
                  <a:pt x="4305157" y="1509944"/>
                </a:lnTo>
                <a:lnTo>
                  <a:pt x="4306803" y="1510353"/>
                </a:lnTo>
                <a:lnTo>
                  <a:pt x="4308449" y="1510762"/>
                </a:lnTo>
                <a:lnTo>
                  <a:pt x="4310096" y="1511170"/>
                </a:lnTo>
                <a:lnTo>
                  <a:pt x="4311742" y="1511577"/>
                </a:lnTo>
                <a:lnTo>
                  <a:pt x="4313388" y="1511983"/>
                </a:lnTo>
                <a:lnTo>
                  <a:pt x="4315035" y="1512388"/>
                </a:lnTo>
                <a:lnTo>
                  <a:pt x="4316681" y="1512792"/>
                </a:lnTo>
                <a:lnTo>
                  <a:pt x="4318327" y="1513196"/>
                </a:lnTo>
                <a:lnTo>
                  <a:pt x="4319974" y="1513598"/>
                </a:lnTo>
                <a:lnTo>
                  <a:pt x="4321620" y="1514000"/>
                </a:lnTo>
                <a:lnTo>
                  <a:pt x="4323266" y="1514401"/>
                </a:lnTo>
                <a:lnTo>
                  <a:pt x="4324913" y="1514801"/>
                </a:lnTo>
                <a:lnTo>
                  <a:pt x="4326559" y="1515199"/>
                </a:lnTo>
                <a:lnTo>
                  <a:pt x="4328205" y="1515598"/>
                </a:lnTo>
                <a:lnTo>
                  <a:pt x="4329852" y="1515995"/>
                </a:lnTo>
                <a:lnTo>
                  <a:pt x="4331498" y="1516391"/>
                </a:lnTo>
                <a:lnTo>
                  <a:pt x="4333144" y="1516786"/>
                </a:lnTo>
                <a:lnTo>
                  <a:pt x="4334791" y="1517181"/>
                </a:lnTo>
                <a:lnTo>
                  <a:pt x="4336437" y="1517574"/>
                </a:lnTo>
                <a:lnTo>
                  <a:pt x="4338083" y="1517967"/>
                </a:lnTo>
                <a:lnTo>
                  <a:pt x="4339730" y="1518359"/>
                </a:lnTo>
                <a:lnTo>
                  <a:pt x="4341376" y="1518749"/>
                </a:lnTo>
                <a:lnTo>
                  <a:pt x="4343022" y="1519139"/>
                </a:lnTo>
                <a:lnTo>
                  <a:pt x="4344669" y="1519529"/>
                </a:lnTo>
                <a:lnTo>
                  <a:pt x="4346315" y="1519917"/>
                </a:lnTo>
                <a:lnTo>
                  <a:pt x="4347961" y="1520304"/>
                </a:lnTo>
                <a:lnTo>
                  <a:pt x="4349608" y="1520690"/>
                </a:lnTo>
                <a:lnTo>
                  <a:pt x="4351254" y="1521076"/>
                </a:lnTo>
                <a:lnTo>
                  <a:pt x="4352900" y="1521460"/>
                </a:lnTo>
                <a:lnTo>
                  <a:pt x="4354547" y="1521844"/>
                </a:lnTo>
                <a:lnTo>
                  <a:pt x="4356193" y="1522227"/>
                </a:lnTo>
                <a:lnTo>
                  <a:pt x="4357839" y="1522609"/>
                </a:lnTo>
                <a:lnTo>
                  <a:pt x="4359486" y="1522990"/>
                </a:lnTo>
                <a:lnTo>
                  <a:pt x="4361132" y="1523370"/>
                </a:lnTo>
                <a:lnTo>
                  <a:pt x="4362778" y="1523749"/>
                </a:lnTo>
                <a:lnTo>
                  <a:pt x="4364425" y="1524127"/>
                </a:lnTo>
                <a:lnTo>
                  <a:pt x="4366071" y="1524505"/>
                </a:lnTo>
                <a:lnTo>
                  <a:pt x="4367717" y="1524881"/>
                </a:lnTo>
                <a:lnTo>
                  <a:pt x="4369364" y="1525257"/>
                </a:lnTo>
                <a:lnTo>
                  <a:pt x="4371010" y="1525632"/>
                </a:lnTo>
                <a:lnTo>
                  <a:pt x="4372656" y="1526006"/>
                </a:lnTo>
                <a:lnTo>
                  <a:pt x="4374303" y="1526379"/>
                </a:lnTo>
                <a:lnTo>
                  <a:pt x="4375949" y="1526751"/>
                </a:lnTo>
                <a:lnTo>
                  <a:pt x="4377595" y="1527122"/>
                </a:lnTo>
                <a:lnTo>
                  <a:pt x="4379242" y="1527492"/>
                </a:lnTo>
                <a:lnTo>
                  <a:pt x="4380888" y="1527861"/>
                </a:lnTo>
                <a:lnTo>
                  <a:pt x="4382534" y="1528230"/>
                </a:lnTo>
                <a:lnTo>
                  <a:pt x="4384181" y="1528597"/>
                </a:lnTo>
                <a:lnTo>
                  <a:pt x="4385827" y="1528964"/>
                </a:lnTo>
                <a:lnTo>
                  <a:pt x="4387473" y="1529330"/>
                </a:lnTo>
                <a:lnTo>
                  <a:pt x="4389120" y="1529695"/>
                </a:lnTo>
                <a:lnTo>
                  <a:pt x="4390766" y="1530059"/>
                </a:lnTo>
                <a:lnTo>
                  <a:pt x="4392412" y="1530422"/>
                </a:lnTo>
                <a:lnTo>
                  <a:pt x="4394058" y="1530784"/>
                </a:lnTo>
                <a:lnTo>
                  <a:pt x="4395705" y="1531145"/>
                </a:lnTo>
                <a:lnTo>
                  <a:pt x="4397351" y="1531506"/>
                </a:lnTo>
                <a:lnTo>
                  <a:pt x="4398997" y="1531865"/>
                </a:lnTo>
                <a:lnTo>
                  <a:pt x="4400644" y="1532224"/>
                </a:lnTo>
                <a:lnTo>
                  <a:pt x="4402290" y="1532582"/>
                </a:lnTo>
                <a:lnTo>
                  <a:pt x="4403936" y="1532939"/>
                </a:lnTo>
                <a:lnTo>
                  <a:pt x="4405583" y="1533294"/>
                </a:lnTo>
                <a:lnTo>
                  <a:pt x="4407229" y="1533649"/>
                </a:lnTo>
                <a:lnTo>
                  <a:pt x="4408875" y="1534004"/>
                </a:lnTo>
                <a:lnTo>
                  <a:pt x="4410522" y="1534357"/>
                </a:lnTo>
                <a:lnTo>
                  <a:pt x="4412168" y="1534709"/>
                </a:lnTo>
                <a:lnTo>
                  <a:pt x="4413814" y="1535061"/>
                </a:lnTo>
                <a:lnTo>
                  <a:pt x="4415461" y="1535411"/>
                </a:lnTo>
                <a:lnTo>
                  <a:pt x="4417107" y="1535761"/>
                </a:lnTo>
                <a:lnTo>
                  <a:pt x="4418753" y="1536110"/>
                </a:lnTo>
                <a:lnTo>
                  <a:pt x="4420400" y="1536458"/>
                </a:lnTo>
                <a:lnTo>
                  <a:pt x="4422046" y="1536805"/>
                </a:lnTo>
                <a:lnTo>
                  <a:pt x="4423692" y="1537151"/>
                </a:lnTo>
                <a:lnTo>
                  <a:pt x="4425339" y="1537496"/>
                </a:lnTo>
                <a:lnTo>
                  <a:pt x="4426985" y="1537840"/>
                </a:lnTo>
                <a:lnTo>
                  <a:pt x="4428631" y="1538184"/>
                </a:lnTo>
                <a:lnTo>
                  <a:pt x="4430278" y="1538526"/>
                </a:lnTo>
                <a:lnTo>
                  <a:pt x="4431924" y="1538868"/>
                </a:lnTo>
                <a:lnTo>
                  <a:pt x="4433570" y="1539209"/>
                </a:lnTo>
                <a:lnTo>
                  <a:pt x="4435217" y="1539548"/>
                </a:lnTo>
                <a:lnTo>
                  <a:pt x="4436863" y="1539887"/>
                </a:lnTo>
                <a:lnTo>
                  <a:pt x="4438509" y="1540225"/>
                </a:lnTo>
                <a:lnTo>
                  <a:pt x="4440156" y="1540563"/>
                </a:lnTo>
                <a:lnTo>
                  <a:pt x="4441802" y="1540899"/>
                </a:lnTo>
                <a:lnTo>
                  <a:pt x="4443448" y="1541234"/>
                </a:lnTo>
                <a:lnTo>
                  <a:pt x="4445095" y="1541569"/>
                </a:lnTo>
                <a:lnTo>
                  <a:pt x="4446741" y="1541902"/>
                </a:lnTo>
                <a:lnTo>
                  <a:pt x="4448387" y="1542235"/>
                </a:lnTo>
                <a:lnTo>
                  <a:pt x="4450034" y="1542567"/>
                </a:lnTo>
                <a:lnTo>
                  <a:pt x="4451680" y="1542898"/>
                </a:lnTo>
                <a:lnTo>
                  <a:pt x="4453326" y="1543228"/>
                </a:lnTo>
                <a:lnTo>
                  <a:pt x="4454973" y="1543557"/>
                </a:lnTo>
                <a:lnTo>
                  <a:pt x="4456619" y="1543885"/>
                </a:lnTo>
                <a:lnTo>
                  <a:pt x="4458265" y="1544212"/>
                </a:lnTo>
                <a:lnTo>
                  <a:pt x="4459912" y="1544539"/>
                </a:lnTo>
                <a:lnTo>
                  <a:pt x="4461558" y="1544864"/>
                </a:lnTo>
                <a:lnTo>
                  <a:pt x="4463204" y="1545189"/>
                </a:lnTo>
                <a:lnTo>
                  <a:pt x="4464851" y="1545513"/>
                </a:lnTo>
                <a:lnTo>
                  <a:pt x="4466497" y="1545836"/>
                </a:lnTo>
                <a:lnTo>
                  <a:pt x="4468143" y="1546158"/>
                </a:lnTo>
                <a:lnTo>
                  <a:pt x="4469790" y="1546479"/>
                </a:lnTo>
                <a:lnTo>
                  <a:pt x="4471436" y="1546799"/>
                </a:lnTo>
                <a:lnTo>
                  <a:pt x="4473082" y="1547118"/>
                </a:lnTo>
                <a:lnTo>
                  <a:pt x="4474729" y="1547437"/>
                </a:lnTo>
                <a:lnTo>
                  <a:pt x="4476375" y="1547754"/>
                </a:lnTo>
                <a:lnTo>
                  <a:pt x="4478021" y="1548071"/>
                </a:lnTo>
                <a:lnTo>
                  <a:pt x="4479668" y="1548386"/>
                </a:lnTo>
                <a:lnTo>
                  <a:pt x="4481314" y="1548701"/>
                </a:lnTo>
                <a:lnTo>
                  <a:pt x="4482960" y="1549015"/>
                </a:lnTo>
                <a:lnTo>
                  <a:pt x="4484607" y="1549328"/>
                </a:lnTo>
                <a:lnTo>
                  <a:pt x="4486253" y="1549640"/>
                </a:lnTo>
                <a:lnTo>
                  <a:pt x="4487899" y="1549952"/>
                </a:lnTo>
                <a:lnTo>
                  <a:pt x="4489546" y="1550262"/>
                </a:lnTo>
                <a:lnTo>
                  <a:pt x="4491192" y="1550572"/>
                </a:lnTo>
                <a:lnTo>
                  <a:pt x="4492838" y="1550880"/>
                </a:lnTo>
                <a:lnTo>
                  <a:pt x="4494485" y="1551188"/>
                </a:lnTo>
                <a:lnTo>
                  <a:pt x="4496131" y="1551495"/>
                </a:lnTo>
                <a:lnTo>
                  <a:pt x="4497777" y="1551801"/>
                </a:lnTo>
                <a:lnTo>
                  <a:pt x="4499424" y="1552106"/>
                </a:lnTo>
                <a:lnTo>
                  <a:pt x="4501070" y="1552410"/>
                </a:lnTo>
                <a:lnTo>
                  <a:pt x="4502716" y="1552713"/>
                </a:lnTo>
                <a:lnTo>
                  <a:pt x="4504363" y="1553015"/>
                </a:lnTo>
                <a:lnTo>
                  <a:pt x="4506009" y="1553317"/>
                </a:lnTo>
                <a:lnTo>
                  <a:pt x="4507655" y="1553617"/>
                </a:lnTo>
                <a:lnTo>
                  <a:pt x="4509302" y="1553917"/>
                </a:lnTo>
                <a:lnTo>
                  <a:pt x="4510948" y="1554216"/>
                </a:lnTo>
                <a:lnTo>
                  <a:pt x="4512594" y="1554514"/>
                </a:lnTo>
                <a:lnTo>
                  <a:pt x="4514241" y="1554811"/>
                </a:lnTo>
                <a:lnTo>
                  <a:pt x="4515887" y="1555107"/>
                </a:lnTo>
                <a:lnTo>
                  <a:pt x="4517533" y="1555402"/>
                </a:lnTo>
                <a:lnTo>
                  <a:pt x="4519180" y="1555697"/>
                </a:lnTo>
                <a:lnTo>
                  <a:pt x="4520826" y="1555990"/>
                </a:lnTo>
                <a:lnTo>
                  <a:pt x="4522472" y="1556283"/>
                </a:lnTo>
                <a:lnTo>
                  <a:pt x="4524119" y="1556574"/>
                </a:lnTo>
                <a:lnTo>
                  <a:pt x="4525765" y="1556865"/>
                </a:lnTo>
                <a:lnTo>
                  <a:pt x="4527411" y="1557155"/>
                </a:lnTo>
                <a:lnTo>
                  <a:pt x="4529058" y="1557444"/>
                </a:lnTo>
                <a:lnTo>
                  <a:pt x="4530704" y="1557732"/>
                </a:lnTo>
                <a:lnTo>
                  <a:pt x="4532350" y="1558019"/>
                </a:lnTo>
                <a:lnTo>
                  <a:pt x="4533997" y="1558306"/>
                </a:lnTo>
                <a:lnTo>
                  <a:pt x="4535643" y="1558591"/>
                </a:lnTo>
                <a:lnTo>
                  <a:pt x="4537289" y="1558876"/>
                </a:lnTo>
                <a:lnTo>
                  <a:pt x="4538936" y="1559159"/>
                </a:lnTo>
                <a:lnTo>
                  <a:pt x="4540582" y="1559442"/>
                </a:lnTo>
                <a:lnTo>
                  <a:pt x="4542228" y="1559724"/>
                </a:lnTo>
                <a:lnTo>
                  <a:pt x="4543875" y="1560005"/>
                </a:lnTo>
                <a:lnTo>
                  <a:pt x="4545521" y="1560285"/>
                </a:lnTo>
                <a:lnTo>
                  <a:pt x="4547167" y="1560565"/>
                </a:lnTo>
                <a:lnTo>
                  <a:pt x="4548814" y="1560843"/>
                </a:lnTo>
                <a:lnTo>
                  <a:pt x="4550460" y="1561120"/>
                </a:lnTo>
                <a:lnTo>
                  <a:pt x="4552106" y="1561397"/>
                </a:lnTo>
                <a:lnTo>
                  <a:pt x="4553753" y="1561673"/>
                </a:lnTo>
                <a:lnTo>
                  <a:pt x="4555399" y="1561947"/>
                </a:lnTo>
                <a:lnTo>
                  <a:pt x="4557045" y="1562221"/>
                </a:lnTo>
                <a:lnTo>
                  <a:pt x="4558692" y="1562494"/>
                </a:lnTo>
                <a:lnTo>
                  <a:pt x="4560338" y="1562766"/>
                </a:lnTo>
                <a:lnTo>
                  <a:pt x="4561984" y="1563038"/>
                </a:lnTo>
                <a:lnTo>
                  <a:pt x="4563631" y="1563308"/>
                </a:lnTo>
                <a:lnTo>
                  <a:pt x="4565277" y="1563578"/>
                </a:lnTo>
                <a:lnTo>
                  <a:pt x="4566923" y="1563846"/>
                </a:lnTo>
                <a:lnTo>
                  <a:pt x="4568570" y="1564114"/>
                </a:lnTo>
                <a:lnTo>
                  <a:pt x="4570216" y="1564381"/>
                </a:lnTo>
                <a:lnTo>
                  <a:pt x="4571862" y="1564647"/>
                </a:lnTo>
                <a:lnTo>
                  <a:pt x="4573509" y="1564912"/>
                </a:lnTo>
                <a:lnTo>
                  <a:pt x="4575155" y="1565176"/>
                </a:lnTo>
                <a:lnTo>
                  <a:pt x="4576801" y="1565439"/>
                </a:lnTo>
                <a:lnTo>
                  <a:pt x="4578448" y="1565701"/>
                </a:lnTo>
                <a:lnTo>
                  <a:pt x="4580094" y="1565963"/>
                </a:lnTo>
                <a:lnTo>
                  <a:pt x="4581740" y="1566224"/>
                </a:lnTo>
                <a:lnTo>
                  <a:pt x="4583387" y="1566483"/>
                </a:lnTo>
                <a:lnTo>
                  <a:pt x="4585033" y="1566742"/>
                </a:lnTo>
                <a:lnTo>
                  <a:pt x="4586679" y="1567000"/>
                </a:lnTo>
                <a:lnTo>
                  <a:pt x="4588326" y="1567257"/>
                </a:lnTo>
                <a:lnTo>
                  <a:pt x="4589972" y="1567513"/>
                </a:lnTo>
                <a:lnTo>
                  <a:pt x="4591618" y="1567769"/>
                </a:lnTo>
                <a:lnTo>
                  <a:pt x="4593265" y="1568023"/>
                </a:lnTo>
                <a:lnTo>
                  <a:pt x="4594911" y="1568277"/>
                </a:lnTo>
                <a:lnTo>
                  <a:pt x="4596557" y="1568529"/>
                </a:lnTo>
                <a:lnTo>
                  <a:pt x="4598204" y="1568781"/>
                </a:lnTo>
                <a:lnTo>
                  <a:pt x="4599850" y="1569032"/>
                </a:lnTo>
                <a:lnTo>
                  <a:pt x="4601496" y="1569282"/>
                </a:lnTo>
                <a:lnTo>
                  <a:pt x="4603143" y="1569531"/>
                </a:lnTo>
                <a:lnTo>
                  <a:pt x="4604789" y="1569779"/>
                </a:lnTo>
                <a:lnTo>
                  <a:pt x="4606435" y="1570027"/>
                </a:lnTo>
                <a:lnTo>
                  <a:pt x="4608082" y="1570273"/>
                </a:lnTo>
                <a:lnTo>
                  <a:pt x="4609728" y="1570519"/>
                </a:lnTo>
                <a:lnTo>
                  <a:pt x="4611374" y="1570763"/>
                </a:lnTo>
                <a:lnTo>
                  <a:pt x="4613021" y="1571007"/>
                </a:lnTo>
                <a:lnTo>
                  <a:pt x="4614667" y="1571250"/>
                </a:lnTo>
                <a:lnTo>
                  <a:pt x="4616313" y="1571492"/>
                </a:lnTo>
                <a:lnTo>
                  <a:pt x="4617960" y="1571733"/>
                </a:lnTo>
                <a:lnTo>
                  <a:pt x="4619606" y="1571974"/>
                </a:lnTo>
                <a:lnTo>
                  <a:pt x="4621252" y="1572213"/>
                </a:lnTo>
                <a:lnTo>
                  <a:pt x="4622899" y="1572452"/>
                </a:lnTo>
                <a:lnTo>
                  <a:pt x="4624545" y="1572689"/>
                </a:lnTo>
                <a:lnTo>
                  <a:pt x="4626191" y="1572926"/>
                </a:lnTo>
                <a:lnTo>
                  <a:pt x="4627838" y="1573162"/>
                </a:lnTo>
                <a:lnTo>
                  <a:pt x="4629484" y="1573397"/>
                </a:lnTo>
                <a:lnTo>
                  <a:pt x="4631130" y="1573631"/>
                </a:lnTo>
                <a:lnTo>
                  <a:pt x="4632777" y="1573864"/>
                </a:lnTo>
                <a:lnTo>
                  <a:pt x="4634423" y="1574096"/>
                </a:lnTo>
                <a:lnTo>
                  <a:pt x="4636069" y="1574328"/>
                </a:lnTo>
                <a:lnTo>
                  <a:pt x="4637716" y="1574559"/>
                </a:lnTo>
                <a:lnTo>
                  <a:pt x="4639362" y="1574788"/>
                </a:lnTo>
                <a:lnTo>
                  <a:pt x="4641008" y="1575017"/>
                </a:lnTo>
                <a:lnTo>
                  <a:pt x="4642655" y="1575245"/>
                </a:lnTo>
                <a:lnTo>
                  <a:pt x="4644301" y="1575472"/>
                </a:lnTo>
                <a:lnTo>
                  <a:pt x="4645947" y="1575698"/>
                </a:lnTo>
                <a:lnTo>
                  <a:pt x="4647594" y="1575924"/>
                </a:lnTo>
                <a:lnTo>
                  <a:pt x="4649240" y="1576148"/>
                </a:lnTo>
                <a:lnTo>
                  <a:pt x="4650886" y="1576372"/>
                </a:lnTo>
                <a:lnTo>
                  <a:pt x="4652533" y="1576594"/>
                </a:lnTo>
                <a:lnTo>
                  <a:pt x="4654179" y="1576816"/>
                </a:lnTo>
                <a:lnTo>
                  <a:pt x="4655825" y="1577037"/>
                </a:lnTo>
                <a:lnTo>
                  <a:pt x="4657472" y="1577257"/>
                </a:lnTo>
                <a:lnTo>
                  <a:pt x="4659118" y="1577476"/>
                </a:lnTo>
                <a:lnTo>
                  <a:pt x="4660764" y="1577694"/>
                </a:lnTo>
                <a:lnTo>
                  <a:pt x="4662411" y="1577912"/>
                </a:lnTo>
                <a:lnTo>
                  <a:pt x="4664057" y="1578128"/>
                </a:lnTo>
                <a:lnTo>
                  <a:pt x="4665703" y="1578344"/>
                </a:lnTo>
                <a:lnTo>
                  <a:pt x="4667350" y="1578559"/>
                </a:lnTo>
                <a:lnTo>
                  <a:pt x="4668996" y="1578772"/>
                </a:lnTo>
                <a:lnTo>
                  <a:pt x="4670642" y="1578985"/>
                </a:lnTo>
                <a:lnTo>
                  <a:pt x="4672289" y="1579198"/>
                </a:lnTo>
                <a:lnTo>
                  <a:pt x="4673935" y="1579409"/>
                </a:lnTo>
                <a:lnTo>
                  <a:pt x="4675581" y="1579619"/>
                </a:lnTo>
                <a:lnTo>
                  <a:pt x="4677228" y="1579829"/>
                </a:lnTo>
                <a:lnTo>
                  <a:pt x="4678874" y="1580037"/>
                </a:lnTo>
                <a:lnTo>
                  <a:pt x="4680520" y="1580245"/>
                </a:lnTo>
                <a:lnTo>
                  <a:pt x="4682167" y="1580452"/>
                </a:lnTo>
                <a:lnTo>
                  <a:pt x="4683813" y="1580658"/>
                </a:lnTo>
                <a:lnTo>
                  <a:pt x="4685459" y="1580863"/>
                </a:lnTo>
                <a:lnTo>
                  <a:pt x="4687106" y="1581067"/>
                </a:lnTo>
                <a:lnTo>
                  <a:pt x="4688752" y="1581271"/>
                </a:lnTo>
                <a:lnTo>
                  <a:pt x="4690398" y="1581473"/>
                </a:lnTo>
                <a:lnTo>
                  <a:pt x="4692045" y="1581675"/>
                </a:lnTo>
                <a:lnTo>
                  <a:pt x="4693691" y="1581875"/>
                </a:lnTo>
                <a:lnTo>
                  <a:pt x="4695337" y="1582075"/>
                </a:lnTo>
                <a:lnTo>
                  <a:pt x="4696984" y="1582274"/>
                </a:lnTo>
                <a:lnTo>
                  <a:pt x="4698630" y="1582472"/>
                </a:lnTo>
                <a:lnTo>
                  <a:pt x="4700276" y="1582670"/>
                </a:lnTo>
                <a:lnTo>
                  <a:pt x="4701923" y="1582866"/>
                </a:lnTo>
                <a:lnTo>
                  <a:pt x="4703569" y="1583061"/>
                </a:lnTo>
                <a:lnTo>
                  <a:pt x="4705215" y="1583256"/>
                </a:lnTo>
                <a:lnTo>
                  <a:pt x="4706861" y="1583450"/>
                </a:lnTo>
                <a:lnTo>
                  <a:pt x="4708508" y="1583643"/>
                </a:lnTo>
                <a:lnTo>
                  <a:pt x="4710154" y="1583835"/>
                </a:lnTo>
                <a:lnTo>
                  <a:pt x="4711800" y="1584026"/>
                </a:lnTo>
                <a:lnTo>
                  <a:pt x="4713447" y="1584216"/>
                </a:lnTo>
                <a:lnTo>
                  <a:pt x="4715093" y="1584405"/>
                </a:lnTo>
                <a:lnTo>
                  <a:pt x="4716739" y="1584594"/>
                </a:lnTo>
                <a:lnTo>
                  <a:pt x="4718386" y="1584781"/>
                </a:lnTo>
                <a:lnTo>
                  <a:pt x="4720032" y="1584968"/>
                </a:lnTo>
                <a:lnTo>
                  <a:pt x="4721678" y="1585154"/>
                </a:lnTo>
                <a:lnTo>
                  <a:pt x="4723325" y="1585339"/>
                </a:lnTo>
                <a:lnTo>
                  <a:pt x="4724971" y="1585523"/>
                </a:lnTo>
                <a:lnTo>
                  <a:pt x="4726617" y="1585706"/>
                </a:lnTo>
                <a:lnTo>
                  <a:pt x="4728264" y="1585889"/>
                </a:lnTo>
                <a:lnTo>
                  <a:pt x="4729910" y="1586070"/>
                </a:lnTo>
                <a:lnTo>
                  <a:pt x="4731556" y="1586251"/>
                </a:lnTo>
                <a:lnTo>
                  <a:pt x="4733203" y="1586431"/>
                </a:lnTo>
                <a:lnTo>
                  <a:pt x="4734849" y="1586610"/>
                </a:lnTo>
                <a:lnTo>
                  <a:pt x="4736495" y="1586788"/>
                </a:lnTo>
                <a:lnTo>
                  <a:pt x="4738142" y="1586965"/>
                </a:lnTo>
                <a:lnTo>
                  <a:pt x="4739788" y="1587141"/>
                </a:lnTo>
                <a:lnTo>
                  <a:pt x="4741434" y="1587317"/>
                </a:lnTo>
                <a:lnTo>
                  <a:pt x="4743081" y="1587491"/>
                </a:lnTo>
                <a:lnTo>
                  <a:pt x="4744727" y="1587665"/>
                </a:lnTo>
                <a:lnTo>
                  <a:pt x="4746373" y="1587838"/>
                </a:lnTo>
                <a:lnTo>
                  <a:pt x="4748020" y="1588010"/>
                </a:lnTo>
                <a:lnTo>
                  <a:pt x="4749666" y="1588181"/>
                </a:lnTo>
                <a:lnTo>
                  <a:pt x="4751312" y="1588351"/>
                </a:lnTo>
                <a:lnTo>
                  <a:pt x="4752959" y="1588520"/>
                </a:lnTo>
                <a:lnTo>
                  <a:pt x="4754605" y="1588689"/>
                </a:lnTo>
                <a:lnTo>
                  <a:pt x="4756251" y="1588856"/>
                </a:lnTo>
                <a:lnTo>
                  <a:pt x="4757898" y="1589023"/>
                </a:lnTo>
                <a:lnTo>
                  <a:pt x="4759544" y="1589189"/>
                </a:lnTo>
                <a:lnTo>
                  <a:pt x="4761190" y="1589354"/>
                </a:lnTo>
                <a:lnTo>
                  <a:pt x="4762837" y="1589518"/>
                </a:lnTo>
                <a:lnTo>
                  <a:pt x="4764483" y="1589681"/>
                </a:lnTo>
                <a:lnTo>
                  <a:pt x="4766129" y="1589844"/>
                </a:lnTo>
                <a:lnTo>
                  <a:pt x="4767776" y="1590005"/>
                </a:lnTo>
                <a:lnTo>
                  <a:pt x="4769422" y="1590166"/>
                </a:lnTo>
                <a:lnTo>
                  <a:pt x="4771068" y="1590326"/>
                </a:lnTo>
                <a:lnTo>
                  <a:pt x="4772715" y="1590485"/>
                </a:lnTo>
                <a:lnTo>
                  <a:pt x="4774361" y="1590643"/>
                </a:lnTo>
                <a:lnTo>
                  <a:pt x="4776007" y="1590800"/>
                </a:lnTo>
                <a:lnTo>
                  <a:pt x="4777654" y="1590956"/>
                </a:lnTo>
                <a:lnTo>
                  <a:pt x="4779300" y="1591112"/>
                </a:lnTo>
                <a:lnTo>
                  <a:pt x="4780946" y="1591266"/>
                </a:lnTo>
                <a:lnTo>
                  <a:pt x="4782593" y="1591420"/>
                </a:lnTo>
                <a:lnTo>
                  <a:pt x="4784239" y="1591573"/>
                </a:lnTo>
                <a:lnTo>
                  <a:pt x="4785885" y="1591725"/>
                </a:lnTo>
                <a:lnTo>
                  <a:pt x="4787532" y="1591876"/>
                </a:lnTo>
                <a:lnTo>
                  <a:pt x="4789178" y="1592026"/>
                </a:lnTo>
                <a:lnTo>
                  <a:pt x="4790824" y="1592176"/>
                </a:lnTo>
                <a:lnTo>
                  <a:pt x="4792471" y="1592324"/>
                </a:lnTo>
                <a:lnTo>
                  <a:pt x="4794117" y="1592472"/>
                </a:lnTo>
                <a:lnTo>
                  <a:pt x="4795763" y="1592619"/>
                </a:lnTo>
                <a:lnTo>
                  <a:pt x="4797410" y="1592765"/>
                </a:lnTo>
                <a:lnTo>
                  <a:pt x="4799056" y="1592910"/>
                </a:lnTo>
                <a:lnTo>
                  <a:pt x="4800702" y="1593054"/>
                </a:lnTo>
                <a:lnTo>
                  <a:pt x="4802349" y="1593197"/>
                </a:lnTo>
                <a:lnTo>
                  <a:pt x="4803995" y="1593340"/>
                </a:lnTo>
                <a:lnTo>
                  <a:pt x="4805641" y="1593481"/>
                </a:lnTo>
                <a:lnTo>
                  <a:pt x="4807288" y="1593622"/>
                </a:lnTo>
                <a:lnTo>
                  <a:pt x="4808934" y="1593762"/>
                </a:lnTo>
                <a:lnTo>
                  <a:pt x="4810580" y="1593901"/>
                </a:lnTo>
                <a:lnTo>
                  <a:pt x="4812227" y="1594039"/>
                </a:lnTo>
                <a:lnTo>
                  <a:pt x="4813873" y="1594177"/>
                </a:lnTo>
                <a:lnTo>
                  <a:pt x="4815519" y="1594313"/>
                </a:lnTo>
                <a:lnTo>
                  <a:pt x="4817166" y="1594449"/>
                </a:lnTo>
                <a:lnTo>
                  <a:pt x="4818812" y="1594584"/>
                </a:lnTo>
                <a:lnTo>
                  <a:pt x="4820458" y="1594718"/>
                </a:lnTo>
                <a:lnTo>
                  <a:pt x="4822105" y="1594851"/>
                </a:lnTo>
                <a:lnTo>
                  <a:pt x="4823751" y="1594983"/>
                </a:lnTo>
                <a:lnTo>
                  <a:pt x="4825397" y="1595114"/>
                </a:lnTo>
                <a:lnTo>
                  <a:pt x="4827044" y="1595245"/>
                </a:lnTo>
                <a:lnTo>
                  <a:pt x="4828690" y="1595374"/>
                </a:lnTo>
                <a:lnTo>
                  <a:pt x="4830336" y="1595503"/>
                </a:lnTo>
                <a:lnTo>
                  <a:pt x="4831983" y="1595631"/>
                </a:lnTo>
                <a:lnTo>
                  <a:pt x="4833629" y="1595758"/>
                </a:lnTo>
                <a:lnTo>
                  <a:pt x="4835275" y="1595884"/>
                </a:lnTo>
                <a:lnTo>
                  <a:pt x="4836922" y="1596009"/>
                </a:lnTo>
                <a:lnTo>
                  <a:pt x="4838568" y="1596134"/>
                </a:lnTo>
                <a:lnTo>
                  <a:pt x="4840214" y="1596257"/>
                </a:lnTo>
                <a:lnTo>
                  <a:pt x="4841861" y="1596380"/>
                </a:lnTo>
                <a:lnTo>
                  <a:pt x="4843507" y="1596502"/>
                </a:lnTo>
                <a:lnTo>
                  <a:pt x="4845153" y="1596623"/>
                </a:lnTo>
                <a:lnTo>
                  <a:pt x="4846800" y="1596743"/>
                </a:lnTo>
                <a:lnTo>
                  <a:pt x="4848446" y="1596862"/>
                </a:lnTo>
                <a:lnTo>
                  <a:pt x="4850092" y="1596981"/>
                </a:lnTo>
                <a:lnTo>
                  <a:pt x="4851739" y="1597099"/>
                </a:lnTo>
                <a:lnTo>
                  <a:pt x="4853385" y="1597215"/>
                </a:lnTo>
                <a:lnTo>
                  <a:pt x="4855031" y="1597331"/>
                </a:lnTo>
                <a:lnTo>
                  <a:pt x="4856678" y="1597446"/>
                </a:lnTo>
                <a:lnTo>
                  <a:pt x="4858324" y="1597560"/>
                </a:lnTo>
                <a:lnTo>
                  <a:pt x="4859970" y="1597674"/>
                </a:lnTo>
                <a:lnTo>
                  <a:pt x="4861617" y="1597786"/>
                </a:lnTo>
                <a:lnTo>
                  <a:pt x="4863263" y="1597898"/>
                </a:lnTo>
                <a:lnTo>
                  <a:pt x="4864909" y="1598009"/>
                </a:lnTo>
                <a:lnTo>
                  <a:pt x="4866556" y="1598119"/>
                </a:lnTo>
                <a:lnTo>
                  <a:pt x="4868202" y="1598228"/>
                </a:lnTo>
                <a:lnTo>
                  <a:pt x="4869848" y="1598336"/>
                </a:lnTo>
                <a:lnTo>
                  <a:pt x="4871495" y="1598443"/>
                </a:lnTo>
                <a:lnTo>
                  <a:pt x="4873141" y="1598550"/>
                </a:lnTo>
                <a:lnTo>
                  <a:pt x="4874787" y="1598655"/>
                </a:lnTo>
                <a:lnTo>
                  <a:pt x="4876434" y="1598760"/>
                </a:lnTo>
                <a:lnTo>
                  <a:pt x="4878080" y="1598864"/>
                </a:lnTo>
                <a:lnTo>
                  <a:pt x="4879726" y="1598967"/>
                </a:lnTo>
                <a:lnTo>
                  <a:pt x="4881373" y="1599069"/>
                </a:lnTo>
                <a:lnTo>
                  <a:pt x="4883019" y="1599171"/>
                </a:lnTo>
                <a:lnTo>
                  <a:pt x="4884665" y="1599271"/>
                </a:lnTo>
                <a:lnTo>
                  <a:pt x="4886312" y="1599371"/>
                </a:lnTo>
                <a:lnTo>
                  <a:pt x="4887958" y="1599470"/>
                </a:lnTo>
                <a:lnTo>
                  <a:pt x="4889604" y="1599568"/>
                </a:lnTo>
                <a:lnTo>
                  <a:pt x="4891251" y="1599665"/>
                </a:lnTo>
                <a:lnTo>
                  <a:pt x="4892897" y="1599761"/>
                </a:lnTo>
                <a:lnTo>
                  <a:pt x="4894543" y="1599857"/>
                </a:lnTo>
                <a:lnTo>
                  <a:pt x="4896190" y="1599951"/>
                </a:lnTo>
                <a:lnTo>
                  <a:pt x="4897836" y="1600045"/>
                </a:lnTo>
                <a:lnTo>
                  <a:pt x="4899482" y="1600138"/>
                </a:lnTo>
                <a:lnTo>
                  <a:pt x="4901129" y="1600230"/>
                </a:lnTo>
                <a:lnTo>
                  <a:pt x="4902775" y="1600321"/>
                </a:lnTo>
                <a:lnTo>
                  <a:pt x="4904421" y="1600412"/>
                </a:lnTo>
                <a:lnTo>
                  <a:pt x="4906068" y="1600501"/>
                </a:lnTo>
                <a:lnTo>
                  <a:pt x="4907714" y="1600590"/>
                </a:lnTo>
                <a:lnTo>
                  <a:pt x="4909360" y="1600678"/>
                </a:lnTo>
                <a:lnTo>
                  <a:pt x="4911007" y="1600765"/>
                </a:lnTo>
                <a:lnTo>
                  <a:pt x="4912653" y="1600851"/>
                </a:lnTo>
                <a:lnTo>
                  <a:pt x="4914299" y="1600936"/>
                </a:lnTo>
                <a:lnTo>
                  <a:pt x="4915946" y="1601020"/>
                </a:lnTo>
                <a:lnTo>
                  <a:pt x="4917592" y="1601104"/>
                </a:lnTo>
                <a:lnTo>
                  <a:pt x="4919238" y="1601187"/>
                </a:lnTo>
                <a:lnTo>
                  <a:pt x="4920885" y="1601269"/>
                </a:lnTo>
                <a:lnTo>
                  <a:pt x="4922531" y="1601350"/>
                </a:lnTo>
                <a:lnTo>
                  <a:pt x="4924177" y="1601430"/>
                </a:lnTo>
                <a:lnTo>
                  <a:pt x="4925824" y="1601509"/>
                </a:lnTo>
                <a:lnTo>
                  <a:pt x="4927470" y="1601588"/>
                </a:lnTo>
                <a:lnTo>
                  <a:pt x="4929116" y="1601665"/>
                </a:lnTo>
                <a:lnTo>
                  <a:pt x="4930763" y="1601742"/>
                </a:lnTo>
                <a:lnTo>
                  <a:pt x="4932409" y="1601818"/>
                </a:lnTo>
                <a:lnTo>
                  <a:pt x="4934055" y="1601893"/>
                </a:lnTo>
                <a:lnTo>
                  <a:pt x="4935702" y="1601968"/>
                </a:lnTo>
                <a:lnTo>
                  <a:pt x="4937348" y="1602041"/>
                </a:lnTo>
                <a:lnTo>
                  <a:pt x="4938994" y="1602114"/>
                </a:lnTo>
                <a:lnTo>
                  <a:pt x="4940641" y="1602186"/>
                </a:lnTo>
                <a:lnTo>
                  <a:pt x="4942287" y="1602257"/>
                </a:lnTo>
                <a:lnTo>
                  <a:pt x="4943933" y="1602327"/>
                </a:lnTo>
                <a:lnTo>
                  <a:pt x="4945580" y="1602396"/>
                </a:lnTo>
                <a:lnTo>
                  <a:pt x="4947226" y="1602464"/>
                </a:lnTo>
                <a:lnTo>
                  <a:pt x="4948872" y="1602532"/>
                </a:lnTo>
                <a:lnTo>
                  <a:pt x="4950519" y="1602599"/>
                </a:lnTo>
                <a:lnTo>
                  <a:pt x="4952165" y="1602665"/>
                </a:lnTo>
                <a:lnTo>
                  <a:pt x="4953811" y="1602730"/>
                </a:lnTo>
                <a:lnTo>
                  <a:pt x="4955458" y="1602794"/>
                </a:lnTo>
                <a:lnTo>
                  <a:pt x="4957104" y="1602857"/>
                </a:lnTo>
                <a:lnTo>
                  <a:pt x="4958750" y="1602920"/>
                </a:lnTo>
                <a:lnTo>
                  <a:pt x="4960397" y="1602981"/>
                </a:lnTo>
                <a:lnTo>
                  <a:pt x="4962043" y="1603042"/>
                </a:lnTo>
                <a:lnTo>
                  <a:pt x="4963689" y="1603102"/>
                </a:lnTo>
                <a:lnTo>
                  <a:pt x="4965336" y="1603161"/>
                </a:lnTo>
                <a:lnTo>
                  <a:pt x="4966982" y="1603220"/>
                </a:lnTo>
                <a:lnTo>
                  <a:pt x="4968628" y="1603277"/>
                </a:lnTo>
                <a:lnTo>
                  <a:pt x="4970275" y="1603334"/>
                </a:lnTo>
                <a:lnTo>
                  <a:pt x="4971921" y="1603390"/>
                </a:lnTo>
                <a:lnTo>
                  <a:pt x="4973567" y="1603445"/>
                </a:lnTo>
                <a:lnTo>
                  <a:pt x="4975214" y="1603499"/>
                </a:lnTo>
                <a:lnTo>
                  <a:pt x="4976860" y="1603552"/>
                </a:lnTo>
                <a:lnTo>
                  <a:pt x="4978506" y="1603605"/>
                </a:lnTo>
                <a:lnTo>
                  <a:pt x="4980153" y="1603657"/>
                </a:lnTo>
                <a:lnTo>
                  <a:pt x="4981799" y="1603707"/>
                </a:lnTo>
                <a:lnTo>
                  <a:pt x="4983445" y="1603757"/>
                </a:lnTo>
                <a:lnTo>
                  <a:pt x="4985092" y="1603807"/>
                </a:lnTo>
                <a:lnTo>
                  <a:pt x="4986738" y="1603855"/>
                </a:lnTo>
                <a:lnTo>
                  <a:pt x="4988384" y="1603902"/>
                </a:lnTo>
                <a:lnTo>
                  <a:pt x="4990031" y="1603949"/>
                </a:lnTo>
                <a:lnTo>
                  <a:pt x="4991677" y="1603995"/>
                </a:lnTo>
                <a:lnTo>
                  <a:pt x="4993323" y="1604040"/>
                </a:lnTo>
                <a:lnTo>
                  <a:pt x="4994970" y="1604084"/>
                </a:lnTo>
                <a:lnTo>
                  <a:pt x="4996616" y="1604127"/>
                </a:lnTo>
                <a:lnTo>
                  <a:pt x="4998262" y="1604170"/>
                </a:lnTo>
                <a:lnTo>
                  <a:pt x="4999909" y="1604211"/>
                </a:lnTo>
                <a:lnTo>
                  <a:pt x="5001555" y="1604252"/>
                </a:lnTo>
                <a:lnTo>
                  <a:pt x="5003201" y="1604292"/>
                </a:lnTo>
                <a:lnTo>
                  <a:pt x="5004848" y="1604332"/>
                </a:lnTo>
                <a:lnTo>
                  <a:pt x="5006494" y="1604370"/>
                </a:lnTo>
                <a:lnTo>
                  <a:pt x="5008140" y="1604407"/>
                </a:lnTo>
                <a:lnTo>
                  <a:pt x="5009787" y="1604444"/>
                </a:lnTo>
                <a:lnTo>
                  <a:pt x="5011433" y="1604480"/>
                </a:lnTo>
                <a:lnTo>
                  <a:pt x="5013079" y="1604515"/>
                </a:lnTo>
                <a:lnTo>
                  <a:pt x="5014726" y="1604549"/>
                </a:lnTo>
                <a:lnTo>
                  <a:pt x="5016372" y="1604583"/>
                </a:lnTo>
                <a:lnTo>
                  <a:pt x="5018018" y="1604615"/>
                </a:lnTo>
                <a:lnTo>
                  <a:pt x="5019664" y="1604647"/>
                </a:lnTo>
                <a:lnTo>
                  <a:pt x="5021311" y="1604678"/>
                </a:lnTo>
                <a:lnTo>
                  <a:pt x="5022957" y="1604708"/>
                </a:lnTo>
                <a:lnTo>
                  <a:pt x="5024603" y="1604737"/>
                </a:lnTo>
                <a:lnTo>
                  <a:pt x="5026250" y="1604765"/>
                </a:lnTo>
                <a:lnTo>
                  <a:pt x="5027896" y="1604793"/>
                </a:lnTo>
                <a:lnTo>
                  <a:pt x="5029542" y="1604820"/>
                </a:lnTo>
                <a:lnTo>
                  <a:pt x="5031189" y="1604846"/>
                </a:lnTo>
                <a:lnTo>
                  <a:pt x="5032835" y="1604871"/>
                </a:lnTo>
                <a:lnTo>
                  <a:pt x="5034481" y="1604895"/>
                </a:lnTo>
                <a:lnTo>
                  <a:pt x="5036128" y="1604918"/>
                </a:lnTo>
                <a:lnTo>
                  <a:pt x="5037774" y="1604941"/>
                </a:lnTo>
                <a:lnTo>
                  <a:pt x="5039420" y="1604963"/>
                </a:lnTo>
                <a:lnTo>
                  <a:pt x="5041067" y="1604984"/>
                </a:lnTo>
                <a:lnTo>
                  <a:pt x="5042713" y="1605004"/>
                </a:lnTo>
                <a:lnTo>
                  <a:pt x="5044359" y="1605023"/>
                </a:lnTo>
                <a:lnTo>
                  <a:pt x="5046006" y="1605042"/>
                </a:lnTo>
                <a:lnTo>
                  <a:pt x="5047652" y="1605060"/>
                </a:lnTo>
                <a:lnTo>
                  <a:pt x="5049298" y="1605076"/>
                </a:lnTo>
                <a:lnTo>
                  <a:pt x="5050945" y="1605093"/>
                </a:lnTo>
                <a:lnTo>
                  <a:pt x="5052591" y="1605108"/>
                </a:lnTo>
                <a:lnTo>
                  <a:pt x="5054237" y="1605122"/>
                </a:lnTo>
                <a:lnTo>
                  <a:pt x="5055884" y="1605136"/>
                </a:lnTo>
                <a:lnTo>
                  <a:pt x="5057530" y="1605149"/>
                </a:lnTo>
                <a:lnTo>
                  <a:pt x="5059176" y="1605160"/>
                </a:lnTo>
                <a:lnTo>
                  <a:pt x="5060823" y="1605172"/>
                </a:lnTo>
                <a:lnTo>
                  <a:pt x="5062469" y="1605182"/>
                </a:lnTo>
                <a:lnTo>
                  <a:pt x="5064115" y="1605191"/>
                </a:lnTo>
                <a:lnTo>
                  <a:pt x="5065762" y="1605200"/>
                </a:lnTo>
                <a:lnTo>
                  <a:pt x="5067408" y="1605208"/>
                </a:lnTo>
                <a:lnTo>
                  <a:pt x="5069054" y="1605215"/>
                </a:lnTo>
                <a:lnTo>
                  <a:pt x="5070701" y="1605221"/>
                </a:lnTo>
                <a:lnTo>
                  <a:pt x="5072347" y="1605227"/>
                </a:lnTo>
                <a:lnTo>
                  <a:pt x="5073993" y="1605231"/>
                </a:lnTo>
                <a:lnTo>
                  <a:pt x="5075640" y="1605235"/>
                </a:lnTo>
                <a:lnTo>
                  <a:pt x="5077286" y="1605238"/>
                </a:lnTo>
                <a:lnTo>
                  <a:pt x="5078932" y="1605240"/>
                </a:lnTo>
                <a:lnTo>
                  <a:pt x="5080579" y="1605241"/>
                </a:lnTo>
                <a:lnTo>
                  <a:pt x="5082225" y="1605242"/>
                </a:lnTo>
                <a:lnTo>
                  <a:pt x="5083871" y="1605241"/>
                </a:lnTo>
                <a:lnTo>
                  <a:pt x="5085518" y="1605240"/>
                </a:lnTo>
                <a:lnTo>
                  <a:pt x="5087164" y="1605238"/>
                </a:lnTo>
                <a:lnTo>
                  <a:pt x="5088810" y="1605236"/>
                </a:lnTo>
                <a:lnTo>
                  <a:pt x="5090457" y="1605232"/>
                </a:lnTo>
                <a:lnTo>
                  <a:pt x="5092103" y="1605228"/>
                </a:lnTo>
                <a:lnTo>
                  <a:pt x="5093749" y="1605222"/>
                </a:lnTo>
                <a:lnTo>
                  <a:pt x="5095396" y="1605216"/>
                </a:lnTo>
                <a:lnTo>
                  <a:pt x="5097042" y="1605210"/>
                </a:lnTo>
                <a:lnTo>
                  <a:pt x="5098688" y="1605202"/>
                </a:lnTo>
                <a:lnTo>
                  <a:pt x="5100335" y="1605194"/>
                </a:lnTo>
                <a:lnTo>
                  <a:pt x="5101981" y="1605184"/>
                </a:lnTo>
                <a:lnTo>
                  <a:pt x="5103627" y="1605174"/>
                </a:lnTo>
                <a:lnTo>
                  <a:pt x="5105274" y="1605163"/>
                </a:lnTo>
                <a:lnTo>
                  <a:pt x="5106920" y="1605152"/>
                </a:lnTo>
                <a:lnTo>
                  <a:pt x="5108566" y="1605139"/>
                </a:lnTo>
                <a:lnTo>
                  <a:pt x="5110213" y="1605126"/>
                </a:lnTo>
                <a:lnTo>
                  <a:pt x="5111859" y="1605112"/>
                </a:lnTo>
                <a:lnTo>
                  <a:pt x="5113505" y="1605097"/>
                </a:lnTo>
                <a:lnTo>
                  <a:pt x="5115152" y="1605081"/>
                </a:lnTo>
                <a:lnTo>
                  <a:pt x="5116798" y="1605064"/>
                </a:lnTo>
                <a:lnTo>
                  <a:pt x="5118444" y="1605047"/>
                </a:lnTo>
                <a:lnTo>
                  <a:pt x="5120091" y="1605029"/>
                </a:lnTo>
                <a:lnTo>
                  <a:pt x="5121737" y="1605010"/>
                </a:lnTo>
                <a:lnTo>
                  <a:pt x="5123383" y="1604990"/>
                </a:lnTo>
                <a:lnTo>
                  <a:pt x="5125030" y="1604970"/>
                </a:lnTo>
                <a:lnTo>
                  <a:pt x="5126676" y="1604948"/>
                </a:lnTo>
                <a:lnTo>
                  <a:pt x="5128322" y="1604926"/>
                </a:lnTo>
                <a:lnTo>
                  <a:pt x="5129969" y="1604903"/>
                </a:lnTo>
                <a:lnTo>
                  <a:pt x="5131615" y="1604879"/>
                </a:lnTo>
                <a:lnTo>
                  <a:pt x="5133261" y="1604855"/>
                </a:lnTo>
                <a:lnTo>
                  <a:pt x="5134908" y="1604829"/>
                </a:lnTo>
                <a:lnTo>
                  <a:pt x="5136554" y="1604803"/>
                </a:lnTo>
                <a:lnTo>
                  <a:pt x="5138200" y="1604776"/>
                </a:lnTo>
                <a:lnTo>
                  <a:pt x="5139847" y="1604748"/>
                </a:lnTo>
                <a:lnTo>
                  <a:pt x="5141493" y="1604719"/>
                </a:lnTo>
                <a:lnTo>
                  <a:pt x="5143139" y="1604690"/>
                </a:lnTo>
                <a:lnTo>
                  <a:pt x="5144786" y="1604660"/>
                </a:lnTo>
                <a:lnTo>
                  <a:pt x="5146432" y="1604629"/>
                </a:lnTo>
                <a:lnTo>
                  <a:pt x="5148078" y="1604597"/>
                </a:lnTo>
                <a:lnTo>
                  <a:pt x="5149725" y="1604564"/>
                </a:lnTo>
                <a:lnTo>
                  <a:pt x="5151371" y="1604531"/>
                </a:lnTo>
                <a:lnTo>
                  <a:pt x="5153017" y="1604496"/>
                </a:lnTo>
                <a:lnTo>
                  <a:pt x="5154664" y="1604461"/>
                </a:lnTo>
                <a:lnTo>
                  <a:pt x="5156310" y="1604426"/>
                </a:lnTo>
                <a:lnTo>
                  <a:pt x="5157956" y="1604389"/>
                </a:lnTo>
                <a:lnTo>
                  <a:pt x="5159603" y="1604351"/>
                </a:lnTo>
                <a:lnTo>
                  <a:pt x="5161249" y="1604313"/>
                </a:lnTo>
                <a:lnTo>
                  <a:pt x="5162895" y="1604274"/>
                </a:lnTo>
                <a:lnTo>
                  <a:pt x="5164542" y="1604234"/>
                </a:lnTo>
                <a:lnTo>
                  <a:pt x="5166188" y="1604194"/>
                </a:lnTo>
                <a:lnTo>
                  <a:pt x="5167834" y="1604152"/>
                </a:lnTo>
                <a:lnTo>
                  <a:pt x="5169481" y="1604110"/>
                </a:lnTo>
                <a:lnTo>
                  <a:pt x="5171127" y="1604067"/>
                </a:lnTo>
                <a:lnTo>
                  <a:pt x="5172773" y="1604023"/>
                </a:lnTo>
                <a:lnTo>
                  <a:pt x="5174420" y="1603979"/>
                </a:lnTo>
                <a:lnTo>
                  <a:pt x="5176066" y="1603933"/>
                </a:lnTo>
                <a:lnTo>
                  <a:pt x="5177712" y="1603887"/>
                </a:lnTo>
                <a:lnTo>
                  <a:pt x="5179359" y="1603840"/>
                </a:lnTo>
                <a:lnTo>
                  <a:pt x="5181005" y="1603792"/>
                </a:lnTo>
                <a:lnTo>
                  <a:pt x="5182651" y="1603743"/>
                </a:lnTo>
                <a:lnTo>
                  <a:pt x="5184298" y="1603694"/>
                </a:lnTo>
                <a:lnTo>
                  <a:pt x="5185944" y="1603644"/>
                </a:lnTo>
                <a:lnTo>
                  <a:pt x="5187590" y="1603593"/>
                </a:lnTo>
                <a:lnTo>
                  <a:pt x="5189237" y="1603541"/>
                </a:lnTo>
                <a:lnTo>
                  <a:pt x="5190883" y="1603489"/>
                </a:lnTo>
                <a:lnTo>
                  <a:pt x="5192529" y="1603435"/>
                </a:lnTo>
                <a:lnTo>
                  <a:pt x="5194176" y="1603381"/>
                </a:lnTo>
                <a:lnTo>
                  <a:pt x="5195822" y="1603326"/>
                </a:lnTo>
                <a:lnTo>
                  <a:pt x="5197468" y="1603270"/>
                </a:lnTo>
                <a:lnTo>
                  <a:pt x="5199115" y="1603214"/>
                </a:lnTo>
                <a:lnTo>
                  <a:pt x="5200761" y="1603157"/>
                </a:lnTo>
                <a:lnTo>
                  <a:pt x="5202407" y="1603098"/>
                </a:lnTo>
                <a:lnTo>
                  <a:pt x="5204054" y="1603040"/>
                </a:lnTo>
                <a:lnTo>
                  <a:pt x="5205700" y="1602980"/>
                </a:lnTo>
                <a:lnTo>
                  <a:pt x="5207346" y="1602919"/>
                </a:lnTo>
                <a:lnTo>
                  <a:pt x="5208993" y="1602858"/>
                </a:lnTo>
                <a:lnTo>
                  <a:pt x="5210639" y="1602796"/>
                </a:lnTo>
                <a:lnTo>
                  <a:pt x="5212285" y="1602733"/>
                </a:lnTo>
                <a:lnTo>
                  <a:pt x="5213932" y="1602670"/>
                </a:lnTo>
                <a:lnTo>
                  <a:pt x="5215578" y="1602605"/>
                </a:lnTo>
                <a:lnTo>
                  <a:pt x="5217224" y="1602540"/>
                </a:lnTo>
                <a:lnTo>
                  <a:pt x="5218871" y="1602474"/>
                </a:lnTo>
                <a:lnTo>
                  <a:pt x="5220517" y="1602407"/>
                </a:lnTo>
                <a:lnTo>
                  <a:pt x="5222163" y="1602340"/>
                </a:lnTo>
                <a:lnTo>
                  <a:pt x="5223810" y="1602271"/>
                </a:lnTo>
                <a:lnTo>
                  <a:pt x="5225456" y="1602202"/>
                </a:lnTo>
                <a:lnTo>
                  <a:pt x="5227102" y="1602132"/>
                </a:lnTo>
                <a:lnTo>
                  <a:pt x="5228749" y="1602062"/>
                </a:lnTo>
                <a:lnTo>
                  <a:pt x="5230395" y="1601990"/>
                </a:lnTo>
                <a:lnTo>
                  <a:pt x="5232041" y="1601918"/>
                </a:lnTo>
                <a:lnTo>
                  <a:pt x="5233688" y="1601845"/>
                </a:lnTo>
                <a:lnTo>
                  <a:pt x="5235334" y="1601771"/>
                </a:lnTo>
                <a:lnTo>
                  <a:pt x="5236980" y="1601697"/>
                </a:lnTo>
                <a:lnTo>
                  <a:pt x="5238627" y="1601621"/>
                </a:lnTo>
                <a:lnTo>
                  <a:pt x="5240273" y="1601545"/>
                </a:lnTo>
                <a:lnTo>
                  <a:pt x="5241919" y="1601468"/>
                </a:lnTo>
                <a:lnTo>
                  <a:pt x="5243566" y="1601390"/>
                </a:lnTo>
                <a:lnTo>
                  <a:pt x="5245212" y="1601312"/>
                </a:lnTo>
                <a:lnTo>
                  <a:pt x="5246858" y="1601233"/>
                </a:lnTo>
                <a:lnTo>
                  <a:pt x="5248505" y="1601153"/>
                </a:lnTo>
                <a:lnTo>
                  <a:pt x="5250151" y="1601072"/>
                </a:lnTo>
                <a:lnTo>
                  <a:pt x="5251797" y="1600990"/>
                </a:lnTo>
                <a:lnTo>
                  <a:pt x="5253444" y="1600908"/>
                </a:lnTo>
                <a:lnTo>
                  <a:pt x="5255090" y="1600825"/>
                </a:lnTo>
                <a:lnTo>
                  <a:pt x="5256736" y="1600741"/>
                </a:lnTo>
                <a:lnTo>
                  <a:pt x="5258383" y="1600656"/>
                </a:lnTo>
                <a:lnTo>
                  <a:pt x="5260029" y="1600570"/>
                </a:lnTo>
                <a:lnTo>
                  <a:pt x="5261675" y="1600484"/>
                </a:lnTo>
                <a:lnTo>
                  <a:pt x="5263322" y="1600397"/>
                </a:lnTo>
                <a:lnTo>
                  <a:pt x="5264968" y="1600309"/>
                </a:lnTo>
                <a:lnTo>
                  <a:pt x="5266614" y="1600221"/>
                </a:lnTo>
                <a:lnTo>
                  <a:pt x="5268261" y="1600131"/>
                </a:lnTo>
                <a:lnTo>
                  <a:pt x="5269907" y="1600041"/>
                </a:lnTo>
                <a:lnTo>
                  <a:pt x="5271553" y="1599950"/>
                </a:lnTo>
                <a:lnTo>
                  <a:pt x="5273200" y="1599858"/>
                </a:lnTo>
                <a:lnTo>
                  <a:pt x="5274846" y="1599766"/>
                </a:lnTo>
                <a:lnTo>
                  <a:pt x="5276492" y="1599673"/>
                </a:lnTo>
                <a:lnTo>
                  <a:pt x="5278139" y="1599579"/>
                </a:lnTo>
                <a:lnTo>
                  <a:pt x="5279785" y="1599484"/>
                </a:lnTo>
                <a:lnTo>
                  <a:pt x="5281431" y="1599388"/>
                </a:lnTo>
                <a:lnTo>
                  <a:pt x="5283078" y="1599292"/>
                </a:lnTo>
                <a:lnTo>
                  <a:pt x="5284724" y="1599195"/>
                </a:lnTo>
                <a:lnTo>
                  <a:pt x="5286370" y="1599097"/>
                </a:lnTo>
                <a:lnTo>
                  <a:pt x="5288017" y="1598999"/>
                </a:lnTo>
                <a:lnTo>
                  <a:pt x="5289663" y="1598899"/>
                </a:lnTo>
                <a:lnTo>
                  <a:pt x="5291309" y="1598799"/>
                </a:lnTo>
                <a:lnTo>
                  <a:pt x="5292956" y="1598698"/>
                </a:lnTo>
                <a:lnTo>
                  <a:pt x="5294602" y="1598596"/>
                </a:lnTo>
                <a:lnTo>
                  <a:pt x="5296248" y="1598494"/>
                </a:lnTo>
                <a:lnTo>
                  <a:pt x="5297895" y="1598391"/>
                </a:lnTo>
                <a:lnTo>
                  <a:pt x="5299541" y="1598287"/>
                </a:lnTo>
                <a:lnTo>
                  <a:pt x="5301187" y="1598182"/>
                </a:lnTo>
                <a:lnTo>
                  <a:pt x="5302834" y="1598076"/>
                </a:lnTo>
                <a:lnTo>
                  <a:pt x="5304480" y="1597970"/>
                </a:lnTo>
                <a:lnTo>
                  <a:pt x="5306126" y="1597863"/>
                </a:lnTo>
                <a:lnTo>
                  <a:pt x="5307773" y="1597755"/>
                </a:lnTo>
                <a:lnTo>
                  <a:pt x="5309419" y="1597647"/>
                </a:lnTo>
                <a:lnTo>
                  <a:pt x="5311065" y="1597537"/>
                </a:lnTo>
                <a:lnTo>
                  <a:pt x="5312712" y="1597427"/>
                </a:lnTo>
                <a:lnTo>
                  <a:pt x="5314358" y="1597316"/>
                </a:lnTo>
                <a:lnTo>
                  <a:pt x="5316004" y="1597205"/>
                </a:lnTo>
                <a:lnTo>
                  <a:pt x="5317651" y="1597092"/>
                </a:lnTo>
                <a:lnTo>
                  <a:pt x="5319297" y="1596979"/>
                </a:lnTo>
                <a:lnTo>
                  <a:pt x="5320943" y="1596865"/>
                </a:lnTo>
                <a:lnTo>
                  <a:pt x="5322590" y="1596750"/>
                </a:lnTo>
                <a:lnTo>
                  <a:pt x="5324236" y="1596635"/>
                </a:lnTo>
                <a:lnTo>
                  <a:pt x="5325882" y="1596519"/>
                </a:lnTo>
                <a:lnTo>
                  <a:pt x="5327529" y="1596402"/>
                </a:lnTo>
                <a:lnTo>
                  <a:pt x="5329175" y="1596284"/>
                </a:lnTo>
                <a:lnTo>
                  <a:pt x="5330821" y="1596166"/>
                </a:lnTo>
                <a:lnTo>
                  <a:pt x="5332467" y="1596046"/>
                </a:lnTo>
                <a:lnTo>
                  <a:pt x="5334114" y="1595926"/>
                </a:lnTo>
                <a:lnTo>
                  <a:pt x="5335760" y="1595806"/>
                </a:lnTo>
                <a:lnTo>
                  <a:pt x="5337406" y="1595684"/>
                </a:lnTo>
                <a:lnTo>
                  <a:pt x="5339053" y="1595562"/>
                </a:lnTo>
                <a:lnTo>
                  <a:pt x="5340699" y="1595439"/>
                </a:lnTo>
                <a:lnTo>
                  <a:pt x="5342345" y="1595315"/>
                </a:lnTo>
                <a:lnTo>
                  <a:pt x="5343992" y="1595190"/>
                </a:lnTo>
                <a:lnTo>
                  <a:pt x="5345638" y="1595065"/>
                </a:lnTo>
                <a:lnTo>
                  <a:pt x="5347284" y="1594939"/>
                </a:lnTo>
                <a:lnTo>
                  <a:pt x="5348931" y="1594812"/>
                </a:lnTo>
                <a:lnTo>
                  <a:pt x="5350577" y="1594685"/>
                </a:lnTo>
                <a:lnTo>
                  <a:pt x="5352223" y="1594556"/>
                </a:lnTo>
                <a:lnTo>
                  <a:pt x="5353870" y="1594427"/>
                </a:lnTo>
                <a:lnTo>
                  <a:pt x="5355516" y="1594298"/>
                </a:lnTo>
                <a:lnTo>
                  <a:pt x="5357162" y="1594167"/>
                </a:lnTo>
                <a:lnTo>
                  <a:pt x="5358809" y="1594036"/>
                </a:lnTo>
                <a:lnTo>
                  <a:pt x="5360455" y="1593904"/>
                </a:lnTo>
                <a:lnTo>
                  <a:pt x="5362101" y="1593771"/>
                </a:lnTo>
                <a:lnTo>
                  <a:pt x="5363748" y="1593637"/>
                </a:lnTo>
                <a:lnTo>
                  <a:pt x="5365394" y="1593503"/>
                </a:lnTo>
                <a:lnTo>
                  <a:pt x="5367040" y="1593368"/>
                </a:lnTo>
                <a:lnTo>
                  <a:pt x="5368687" y="1593232"/>
                </a:lnTo>
                <a:lnTo>
                  <a:pt x="5370333" y="1593096"/>
                </a:lnTo>
                <a:lnTo>
                  <a:pt x="5371979" y="1592958"/>
                </a:lnTo>
                <a:lnTo>
                  <a:pt x="5373626" y="1592820"/>
                </a:lnTo>
                <a:lnTo>
                  <a:pt x="5375272" y="1592681"/>
                </a:lnTo>
                <a:lnTo>
                  <a:pt x="5376918" y="1592542"/>
                </a:lnTo>
                <a:lnTo>
                  <a:pt x="5378565" y="1592402"/>
                </a:lnTo>
                <a:lnTo>
                  <a:pt x="5380211" y="1592261"/>
                </a:lnTo>
                <a:lnTo>
                  <a:pt x="5381857" y="1592119"/>
                </a:lnTo>
                <a:lnTo>
                  <a:pt x="5383504" y="1591976"/>
                </a:lnTo>
                <a:lnTo>
                  <a:pt x="5385150" y="1591833"/>
                </a:lnTo>
                <a:lnTo>
                  <a:pt x="5386796" y="1591689"/>
                </a:lnTo>
                <a:lnTo>
                  <a:pt x="5388443" y="1591544"/>
                </a:lnTo>
                <a:lnTo>
                  <a:pt x="5390089" y="1591399"/>
                </a:lnTo>
                <a:lnTo>
                  <a:pt x="5391735" y="1591252"/>
                </a:lnTo>
                <a:lnTo>
                  <a:pt x="5393382" y="1591106"/>
                </a:lnTo>
                <a:lnTo>
                  <a:pt x="5395028" y="1590958"/>
                </a:lnTo>
                <a:lnTo>
                  <a:pt x="5396674" y="1590809"/>
                </a:lnTo>
                <a:lnTo>
                  <a:pt x="5398321" y="1590660"/>
                </a:lnTo>
                <a:lnTo>
                  <a:pt x="5399967" y="1590510"/>
                </a:lnTo>
                <a:lnTo>
                  <a:pt x="5401613" y="1590360"/>
                </a:lnTo>
                <a:lnTo>
                  <a:pt x="5403260" y="1590208"/>
                </a:lnTo>
                <a:lnTo>
                  <a:pt x="5404906" y="1590056"/>
                </a:lnTo>
                <a:lnTo>
                  <a:pt x="5406552" y="1589903"/>
                </a:lnTo>
                <a:lnTo>
                  <a:pt x="5408199" y="1589749"/>
                </a:lnTo>
                <a:lnTo>
                  <a:pt x="5409845" y="1589595"/>
                </a:lnTo>
                <a:lnTo>
                  <a:pt x="5411491" y="1589440"/>
                </a:lnTo>
                <a:lnTo>
                  <a:pt x="5413138" y="1589284"/>
                </a:lnTo>
                <a:lnTo>
                  <a:pt x="5414784" y="1589128"/>
                </a:lnTo>
                <a:lnTo>
                  <a:pt x="5416430" y="1588970"/>
                </a:lnTo>
                <a:lnTo>
                  <a:pt x="5418077" y="1588812"/>
                </a:lnTo>
                <a:lnTo>
                  <a:pt x="5419723" y="1588653"/>
                </a:lnTo>
                <a:lnTo>
                  <a:pt x="5421369" y="1588494"/>
                </a:lnTo>
                <a:lnTo>
                  <a:pt x="5423016" y="1588334"/>
                </a:lnTo>
                <a:lnTo>
                  <a:pt x="5424662" y="1588173"/>
                </a:lnTo>
                <a:lnTo>
                  <a:pt x="5426308" y="1588011"/>
                </a:lnTo>
                <a:lnTo>
                  <a:pt x="5427955" y="1587849"/>
                </a:lnTo>
                <a:lnTo>
                  <a:pt x="5429601" y="1587685"/>
                </a:lnTo>
                <a:lnTo>
                  <a:pt x="5431247" y="1587521"/>
                </a:lnTo>
                <a:lnTo>
                  <a:pt x="5432894" y="1587357"/>
                </a:lnTo>
                <a:lnTo>
                  <a:pt x="5434540" y="1587191"/>
                </a:lnTo>
                <a:lnTo>
                  <a:pt x="5436186" y="1587025"/>
                </a:lnTo>
                <a:lnTo>
                  <a:pt x="5437833" y="1586858"/>
                </a:lnTo>
                <a:lnTo>
                  <a:pt x="5439479" y="1586691"/>
                </a:lnTo>
                <a:lnTo>
                  <a:pt x="5441125" y="1586523"/>
                </a:lnTo>
                <a:lnTo>
                  <a:pt x="5442772" y="1586354"/>
                </a:lnTo>
                <a:lnTo>
                  <a:pt x="5444418" y="1586184"/>
                </a:lnTo>
                <a:lnTo>
                  <a:pt x="5446064" y="1586013"/>
                </a:lnTo>
                <a:lnTo>
                  <a:pt x="5447711" y="1585842"/>
                </a:lnTo>
                <a:lnTo>
                  <a:pt x="5449357" y="1585670"/>
                </a:lnTo>
                <a:lnTo>
                  <a:pt x="5451003" y="1585498"/>
                </a:lnTo>
                <a:lnTo>
                  <a:pt x="5452650" y="1585324"/>
                </a:lnTo>
                <a:lnTo>
                  <a:pt x="5454296" y="1585150"/>
                </a:lnTo>
                <a:lnTo>
                  <a:pt x="5455942" y="1584975"/>
                </a:lnTo>
                <a:lnTo>
                  <a:pt x="5457589" y="1584800"/>
                </a:lnTo>
                <a:lnTo>
                  <a:pt x="5459235" y="1584624"/>
                </a:lnTo>
                <a:lnTo>
                  <a:pt x="5460881" y="1584447"/>
                </a:lnTo>
                <a:lnTo>
                  <a:pt x="5462528" y="1584269"/>
                </a:lnTo>
                <a:lnTo>
                  <a:pt x="5464174" y="1584090"/>
                </a:lnTo>
                <a:lnTo>
                  <a:pt x="5465820" y="1583911"/>
                </a:lnTo>
                <a:lnTo>
                  <a:pt x="5467467" y="1583731"/>
                </a:lnTo>
                <a:lnTo>
                  <a:pt x="5469113" y="1583551"/>
                </a:lnTo>
                <a:lnTo>
                  <a:pt x="5470759" y="1583370"/>
                </a:lnTo>
                <a:lnTo>
                  <a:pt x="5472406" y="1583188"/>
                </a:lnTo>
                <a:lnTo>
                  <a:pt x="5474052" y="1583005"/>
                </a:lnTo>
                <a:lnTo>
                  <a:pt x="5475698" y="1582821"/>
                </a:lnTo>
                <a:lnTo>
                  <a:pt x="5477345" y="1582637"/>
                </a:lnTo>
                <a:lnTo>
                  <a:pt x="5478991" y="1582452"/>
                </a:lnTo>
                <a:lnTo>
                  <a:pt x="5480637" y="1582267"/>
                </a:lnTo>
                <a:lnTo>
                  <a:pt x="5482284" y="1582080"/>
                </a:lnTo>
                <a:lnTo>
                  <a:pt x="5483930" y="1581893"/>
                </a:lnTo>
                <a:lnTo>
                  <a:pt x="5485576" y="1581705"/>
                </a:lnTo>
                <a:lnTo>
                  <a:pt x="5487223" y="1581517"/>
                </a:lnTo>
                <a:lnTo>
                  <a:pt x="5488869" y="1581328"/>
                </a:lnTo>
                <a:lnTo>
                  <a:pt x="5490515" y="1581138"/>
                </a:lnTo>
                <a:lnTo>
                  <a:pt x="5492162" y="1580947"/>
                </a:lnTo>
                <a:lnTo>
                  <a:pt x="5493808" y="1580756"/>
                </a:lnTo>
                <a:lnTo>
                  <a:pt x="5495454" y="1580564"/>
                </a:lnTo>
                <a:lnTo>
                  <a:pt x="5497101" y="1580371"/>
                </a:lnTo>
                <a:lnTo>
                  <a:pt x="5498747" y="1580178"/>
                </a:lnTo>
                <a:lnTo>
                  <a:pt x="5500393" y="1579983"/>
                </a:lnTo>
                <a:lnTo>
                  <a:pt x="5502040" y="1579789"/>
                </a:lnTo>
                <a:lnTo>
                  <a:pt x="5503686" y="1579593"/>
                </a:lnTo>
                <a:lnTo>
                  <a:pt x="5505332" y="1579397"/>
                </a:lnTo>
                <a:lnTo>
                  <a:pt x="5506979" y="1579200"/>
                </a:lnTo>
                <a:lnTo>
                  <a:pt x="5508625" y="1579002"/>
                </a:lnTo>
                <a:lnTo>
                  <a:pt x="5510271" y="1578803"/>
                </a:lnTo>
                <a:lnTo>
                  <a:pt x="5511918" y="1578604"/>
                </a:lnTo>
                <a:lnTo>
                  <a:pt x="5513564" y="1578404"/>
                </a:lnTo>
                <a:lnTo>
                  <a:pt x="5515210" y="1578204"/>
                </a:lnTo>
                <a:lnTo>
                  <a:pt x="5516857" y="1578003"/>
                </a:lnTo>
                <a:lnTo>
                  <a:pt x="5518503" y="1577801"/>
                </a:lnTo>
                <a:lnTo>
                  <a:pt x="5520149" y="1577598"/>
                </a:lnTo>
                <a:lnTo>
                  <a:pt x="5521796" y="1577395"/>
                </a:lnTo>
                <a:lnTo>
                  <a:pt x="5523442" y="1577190"/>
                </a:lnTo>
                <a:lnTo>
                  <a:pt x="5525088" y="1576986"/>
                </a:lnTo>
                <a:lnTo>
                  <a:pt x="5526735" y="1576780"/>
                </a:lnTo>
                <a:lnTo>
                  <a:pt x="5528381" y="1576574"/>
                </a:lnTo>
                <a:lnTo>
                  <a:pt x="5530027" y="1576367"/>
                </a:lnTo>
                <a:lnTo>
                  <a:pt x="5531674" y="1576160"/>
                </a:lnTo>
                <a:lnTo>
                  <a:pt x="5533320" y="1575951"/>
                </a:lnTo>
                <a:lnTo>
                  <a:pt x="5534966" y="1575742"/>
                </a:lnTo>
                <a:lnTo>
                  <a:pt x="5536613" y="1575533"/>
                </a:lnTo>
                <a:lnTo>
                  <a:pt x="5538259" y="1575322"/>
                </a:lnTo>
                <a:lnTo>
                  <a:pt x="5539905" y="1575111"/>
                </a:lnTo>
                <a:lnTo>
                  <a:pt x="5541552" y="1574899"/>
                </a:lnTo>
                <a:lnTo>
                  <a:pt x="5543198" y="1574687"/>
                </a:lnTo>
                <a:lnTo>
                  <a:pt x="5544844" y="1574474"/>
                </a:lnTo>
                <a:lnTo>
                  <a:pt x="5546491" y="1574260"/>
                </a:lnTo>
                <a:lnTo>
                  <a:pt x="5548137" y="1574045"/>
                </a:lnTo>
                <a:lnTo>
                  <a:pt x="5549783" y="1573830"/>
                </a:lnTo>
                <a:lnTo>
                  <a:pt x="5551430" y="1573614"/>
                </a:lnTo>
                <a:lnTo>
                  <a:pt x="5553076" y="1573397"/>
                </a:lnTo>
                <a:lnTo>
                  <a:pt x="5554722" y="1573180"/>
                </a:lnTo>
                <a:lnTo>
                  <a:pt x="5556369" y="1572962"/>
                </a:lnTo>
                <a:lnTo>
                  <a:pt x="5558015" y="1572743"/>
                </a:lnTo>
                <a:lnTo>
                  <a:pt x="5559661" y="1572524"/>
                </a:lnTo>
                <a:lnTo>
                  <a:pt x="5561308" y="1572303"/>
                </a:lnTo>
                <a:lnTo>
                  <a:pt x="5562954" y="1572083"/>
                </a:lnTo>
                <a:lnTo>
                  <a:pt x="5564600" y="1571861"/>
                </a:lnTo>
                <a:lnTo>
                  <a:pt x="5566247" y="1571639"/>
                </a:lnTo>
                <a:lnTo>
                  <a:pt x="5567893" y="1571416"/>
                </a:lnTo>
                <a:lnTo>
                  <a:pt x="5569539" y="1571192"/>
                </a:lnTo>
                <a:lnTo>
                  <a:pt x="5571186" y="1570968"/>
                </a:lnTo>
                <a:lnTo>
                  <a:pt x="5572832" y="1570743"/>
                </a:lnTo>
                <a:lnTo>
                  <a:pt x="5574478" y="1570517"/>
                </a:lnTo>
                <a:lnTo>
                  <a:pt x="5576125" y="1570291"/>
                </a:lnTo>
                <a:lnTo>
                  <a:pt x="5577771" y="1570064"/>
                </a:lnTo>
                <a:lnTo>
                  <a:pt x="5579417" y="1569836"/>
                </a:lnTo>
                <a:lnTo>
                  <a:pt x="5581064" y="1569608"/>
                </a:lnTo>
                <a:lnTo>
                  <a:pt x="5582710" y="1569379"/>
                </a:lnTo>
                <a:lnTo>
                  <a:pt x="5584356" y="1569149"/>
                </a:lnTo>
                <a:lnTo>
                  <a:pt x="5586003" y="1568919"/>
                </a:lnTo>
                <a:lnTo>
                  <a:pt x="5587649" y="1568687"/>
                </a:lnTo>
                <a:lnTo>
                  <a:pt x="5589295" y="1568456"/>
                </a:lnTo>
                <a:lnTo>
                  <a:pt x="5590942" y="1568223"/>
                </a:lnTo>
                <a:lnTo>
                  <a:pt x="5592588" y="1567990"/>
                </a:lnTo>
                <a:lnTo>
                  <a:pt x="5594234" y="1567756"/>
                </a:lnTo>
                <a:lnTo>
                  <a:pt x="5595881" y="1567522"/>
                </a:lnTo>
                <a:lnTo>
                  <a:pt x="5597527" y="1567286"/>
                </a:lnTo>
                <a:lnTo>
                  <a:pt x="5599173" y="1567050"/>
                </a:lnTo>
                <a:lnTo>
                  <a:pt x="5600820" y="1566814"/>
                </a:lnTo>
                <a:lnTo>
                  <a:pt x="5602466" y="1566577"/>
                </a:lnTo>
                <a:lnTo>
                  <a:pt x="5604112" y="1566339"/>
                </a:lnTo>
                <a:lnTo>
                  <a:pt x="5605759" y="1566100"/>
                </a:lnTo>
                <a:lnTo>
                  <a:pt x="5607405" y="1565861"/>
                </a:lnTo>
                <a:lnTo>
                  <a:pt x="5609051" y="1565621"/>
                </a:lnTo>
                <a:lnTo>
                  <a:pt x="5610698" y="1565380"/>
                </a:lnTo>
                <a:lnTo>
                  <a:pt x="5612344" y="1565139"/>
                </a:lnTo>
                <a:lnTo>
                  <a:pt x="5613990" y="1564897"/>
                </a:lnTo>
                <a:lnTo>
                  <a:pt x="5615637" y="1564654"/>
                </a:lnTo>
                <a:lnTo>
                  <a:pt x="5617283" y="1564411"/>
                </a:lnTo>
                <a:lnTo>
                  <a:pt x="5618929" y="1564167"/>
                </a:lnTo>
                <a:lnTo>
                  <a:pt x="5620576" y="1563922"/>
                </a:lnTo>
                <a:lnTo>
                  <a:pt x="5622222" y="1563676"/>
                </a:lnTo>
                <a:lnTo>
                  <a:pt x="5623868" y="1563430"/>
                </a:lnTo>
                <a:lnTo>
                  <a:pt x="5625515" y="1563184"/>
                </a:lnTo>
                <a:lnTo>
                  <a:pt x="5627161" y="1562936"/>
                </a:lnTo>
                <a:lnTo>
                  <a:pt x="5628807" y="1562688"/>
                </a:lnTo>
                <a:lnTo>
                  <a:pt x="5630454" y="1562439"/>
                </a:lnTo>
                <a:lnTo>
                  <a:pt x="5632100" y="1562190"/>
                </a:lnTo>
                <a:lnTo>
                  <a:pt x="5633746" y="1561940"/>
                </a:lnTo>
                <a:lnTo>
                  <a:pt x="5635393" y="1561689"/>
                </a:lnTo>
                <a:lnTo>
                  <a:pt x="5637039" y="1561438"/>
                </a:lnTo>
                <a:lnTo>
                  <a:pt x="5638685" y="1561186"/>
                </a:lnTo>
                <a:lnTo>
                  <a:pt x="5640332" y="1560933"/>
                </a:lnTo>
                <a:lnTo>
                  <a:pt x="5641978" y="1560680"/>
                </a:lnTo>
                <a:lnTo>
                  <a:pt x="5643624" y="1560425"/>
                </a:lnTo>
                <a:lnTo>
                  <a:pt x="5645270" y="1560171"/>
                </a:lnTo>
                <a:lnTo>
                  <a:pt x="5646917" y="1559915"/>
                </a:lnTo>
                <a:lnTo>
                  <a:pt x="5648563" y="1559659"/>
                </a:lnTo>
                <a:lnTo>
                  <a:pt x="5650209" y="1559403"/>
                </a:lnTo>
                <a:lnTo>
                  <a:pt x="5651856" y="1559145"/>
                </a:lnTo>
                <a:lnTo>
                  <a:pt x="5653502" y="1558887"/>
                </a:lnTo>
                <a:lnTo>
                  <a:pt x="5655148" y="1558628"/>
                </a:lnTo>
                <a:lnTo>
                  <a:pt x="5656795" y="1558369"/>
                </a:lnTo>
                <a:lnTo>
                  <a:pt x="5658441" y="1558109"/>
                </a:lnTo>
                <a:lnTo>
                  <a:pt x="5660087" y="1557848"/>
                </a:lnTo>
                <a:lnTo>
                  <a:pt x="5661734" y="1557587"/>
                </a:lnTo>
                <a:lnTo>
                  <a:pt x="5663380" y="1557325"/>
                </a:lnTo>
                <a:lnTo>
                  <a:pt x="5665026" y="1557062"/>
                </a:lnTo>
                <a:lnTo>
                  <a:pt x="5666673" y="1556799"/>
                </a:lnTo>
                <a:lnTo>
                  <a:pt x="5668319" y="1556535"/>
                </a:lnTo>
                <a:lnTo>
                  <a:pt x="5669965" y="1556270"/>
                </a:lnTo>
                <a:lnTo>
                  <a:pt x="5671612" y="1556005"/>
                </a:lnTo>
                <a:lnTo>
                  <a:pt x="5673258" y="1555739"/>
                </a:lnTo>
                <a:lnTo>
                  <a:pt x="5674904" y="1555472"/>
                </a:lnTo>
                <a:lnTo>
                  <a:pt x="5676551" y="1555205"/>
                </a:lnTo>
                <a:lnTo>
                  <a:pt x="5678197" y="1554937"/>
                </a:lnTo>
                <a:lnTo>
                  <a:pt x="5679843" y="1554668"/>
                </a:lnTo>
                <a:lnTo>
                  <a:pt x="5681490" y="1554399"/>
                </a:lnTo>
                <a:lnTo>
                  <a:pt x="5683136" y="1554129"/>
                </a:lnTo>
                <a:lnTo>
                  <a:pt x="5684782" y="1553859"/>
                </a:lnTo>
                <a:lnTo>
                  <a:pt x="5686429" y="1553588"/>
                </a:lnTo>
                <a:lnTo>
                  <a:pt x="5688075" y="1553316"/>
                </a:lnTo>
                <a:lnTo>
                  <a:pt x="5689721" y="1553043"/>
                </a:lnTo>
                <a:lnTo>
                  <a:pt x="5691368" y="1552770"/>
                </a:lnTo>
                <a:lnTo>
                  <a:pt x="5693014" y="1552496"/>
                </a:lnTo>
                <a:lnTo>
                  <a:pt x="5694660" y="1552222"/>
                </a:lnTo>
                <a:lnTo>
                  <a:pt x="5696307" y="1551947"/>
                </a:lnTo>
                <a:lnTo>
                  <a:pt x="5697953" y="1551671"/>
                </a:lnTo>
                <a:lnTo>
                  <a:pt x="5699599" y="1551395"/>
                </a:lnTo>
                <a:lnTo>
                  <a:pt x="5701246" y="1551118"/>
                </a:lnTo>
                <a:lnTo>
                  <a:pt x="5702892" y="1550840"/>
                </a:lnTo>
                <a:lnTo>
                  <a:pt x="5704538" y="1550562"/>
                </a:lnTo>
                <a:lnTo>
                  <a:pt x="5706185" y="1550283"/>
                </a:lnTo>
                <a:lnTo>
                  <a:pt x="5707831" y="1550003"/>
                </a:lnTo>
                <a:lnTo>
                  <a:pt x="5709477" y="1549723"/>
                </a:lnTo>
                <a:lnTo>
                  <a:pt x="5711124" y="1549442"/>
                </a:lnTo>
                <a:lnTo>
                  <a:pt x="5712770" y="1549160"/>
                </a:lnTo>
                <a:lnTo>
                  <a:pt x="5714416" y="1548878"/>
                </a:lnTo>
                <a:lnTo>
                  <a:pt x="5716063" y="1548595"/>
                </a:lnTo>
                <a:lnTo>
                  <a:pt x="5717709" y="1548312"/>
                </a:lnTo>
                <a:lnTo>
                  <a:pt x="5719355" y="1548028"/>
                </a:lnTo>
                <a:lnTo>
                  <a:pt x="5721002" y="1547743"/>
                </a:lnTo>
                <a:lnTo>
                  <a:pt x="5722648" y="1547458"/>
                </a:lnTo>
                <a:lnTo>
                  <a:pt x="5724294" y="1547172"/>
                </a:lnTo>
                <a:lnTo>
                  <a:pt x="5725941" y="1546885"/>
                </a:lnTo>
                <a:lnTo>
                  <a:pt x="5727587" y="1546598"/>
                </a:lnTo>
                <a:lnTo>
                  <a:pt x="5729233" y="1546310"/>
                </a:lnTo>
                <a:lnTo>
                  <a:pt x="5730880" y="1546021"/>
                </a:lnTo>
                <a:lnTo>
                  <a:pt x="5732526" y="1545732"/>
                </a:lnTo>
                <a:lnTo>
                  <a:pt x="5734172" y="1545442"/>
                </a:lnTo>
                <a:lnTo>
                  <a:pt x="5735819" y="1545152"/>
                </a:lnTo>
                <a:lnTo>
                  <a:pt x="5737465" y="1544861"/>
                </a:lnTo>
                <a:lnTo>
                  <a:pt x="5739111" y="1544569"/>
                </a:lnTo>
                <a:lnTo>
                  <a:pt x="5740758" y="1544277"/>
                </a:lnTo>
                <a:lnTo>
                  <a:pt x="5742404" y="1543984"/>
                </a:lnTo>
                <a:lnTo>
                  <a:pt x="5744050" y="1543690"/>
                </a:lnTo>
                <a:lnTo>
                  <a:pt x="5745697" y="1543396"/>
                </a:lnTo>
                <a:lnTo>
                  <a:pt x="5747343" y="1543101"/>
                </a:lnTo>
                <a:lnTo>
                  <a:pt x="5748989" y="1542805"/>
                </a:lnTo>
                <a:lnTo>
                  <a:pt x="5750636" y="1542509"/>
                </a:lnTo>
                <a:lnTo>
                  <a:pt x="5752282" y="1542212"/>
                </a:lnTo>
                <a:lnTo>
                  <a:pt x="5753928" y="1541915"/>
                </a:lnTo>
                <a:lnTo>
                  <a:pt x="5755575" y="1541617"/>
                </a:lnTo>
                <a:lnTo>
                  <a:pt x="5757221" y="1541318"/>
                </a:lnTo>
                <a:lnTo>
                  <a:pt x="5758867" y="1541019"/>
                </a:lnTo>
                <a:lnTo>
                  <a:pt x="5760514" y="1540719"/>
                </a:lnTo>
                <a:lnTo>
                  <a:pt x="5762160" y="1540419"/>
                </a:lnTo>
                <a:lnTo>
                  <a:pt x="5763806" y="1540118"/>
                </a:lnTo>
                <a:lnTo>
                  <a:pt x="5765453" y="1539816"/>
                </a:lnTo>
                <a:lnTo>
                  <a:pt x="5767099" y="1539513"/>
                </a:lnTo>
                <a:lnTo>
                  <a:pt x="5768745" y="1539210"/>
                </a:lnTo>
                <a:lnTo>
                  <a:pt x="5770392" y="1538907"/>
                </a:lnTo>
                <a:lnTo>
                  <a:pt x="5772038" y="1538602"/>
                </a:lnTo>
                <a:lnTo>
                  <a:pt x="5773684" y="1538298"/>
                </a:lnTo>
                <a:lnTo>
                  <a:pt x="5775331" y="1537992"/>
                </a:lnTo>
                <a:lnTo>
                  <a:pt x="5776977" y="1537686"/>
                </a:lnTo>
                <a:lnTo>
                  <a:pt x="5778623" y="1537379"/>
                </a:lnTo>
                <a:lnTo>
                  <a:pt x="5780270" y="1537072"/>
                </a:lnTo>
                <a:lnTo>
                  <a:pt x="5781916" y="1536764"/>
                </a:lnTo>
                <a:lnTo>
                  <a:pt x="5783562" y="1536455"/>
                </a:lnTo>
                <a:lnTo>
                  <a:pt x="5785209" y="1536146"/>
                </a:lnTo>
                <a:lnTo>
                  <a:pt x="5786855" y="1535836"/>
                </a:lnTo>
                <a:lnTo>
                  <a:pt x="5788501" y="1535526"/>
                </a:lnTo>
                <a:lnTo>
                  <a:pt x="5790148" y="1535215"/>
                </a:lnTo>
                <a:lnTo>
                  <a:pt x="5791794" y="1534903"/>
                </a:lnTo>
                <a:lnTo>
                  <a:pt x="5793440" y="1534591"/>
                </a:lnTo>
                <a:lnTo>
                  <a:pt x="5795087" y="1534278"/>
                </a:lnTo>
                <a:lnTo>
                  <a:pt x="5796733" y="1533964"/>
                </a:lnTo>
                <a:lnTo>
                  <a:pt x="5798379" y="1533650"/>
                </a:lnTo>
                <a:lnTo>
                  <a:pt x="5800026" y="1533336"/>
                </a:lnTo>
                <a:lnTo>
                  <a:pt x="5801672" y="1533020"/>
                </a:lnTo>
                <a:lnTo>
                  <a:pt x="5803318" y="1532704"/>
                </a:lnTo>
                <a:lnTo>
                  <a:pt x="5804965" y="1532388"/>
                </a:lnTo>
                <a:lnTo>
                  <a:pt x="5806611" y="1532071"/>
                </a:lnTo>
                <a:lnTo>
                  <a:pt x="5808257" y="1531753"/>
                </a:lnTo>
                <a:lnTo>
                  <a:pt x="5809904" y="1531434"/>
                </a:lnTo>
                <a:lnTo>
                  <a:pt x="5811550" y="1531115"/>
                </a:lnTo>
                <a:lnTo>
                  <a:pt x="5813196" y="1530796"/>
                </a:lnTo>
                <a:lnTo>
                  <a:pt x="5814843" y="1530476"/>
                </a:lnTo>
                <a:lnTo>
                  <a:pt x="5816489" y="1530155"/>
                </a:lnTo>
                <a:lnTo>
                  <a:pt x="5818135" y="1529834"/>
                </a:lnTo>
                <a:lnTo>
                  <a:pt x="5819782" y="1529512"/>
                </a:lnTo>
                <a:lnTo>
                  <a:pt x="5821428" y="1529189"/>
                </a:lnTo>
                <a:lnTo>
                  <a:pt x="5823074" y="1528866"/>
                </a:lnTo>
                <a:lnTo>
                  <a:pt x="5824721" y="1528542"/>
                </a:lnTo>
                <a:lnTo>
                  <a:pt x="5826367" y="1528217"/>
                </a:lnTo>
                <a:lnTo>
                  <a:pt x="5828013" y="1527892"/>
                </a:lnTo>
                <a:lnTo>
                  <a:pt x="5829660" y="1527567"/>
                </a:lnTo>
                <a:lnTo>
                  <a:pt x="5831306" y="1527241"/>
                </a:lnTo>
                <a:lnTo>
                  <a:pt x="5832952" y="1526914"/>
                </a:lnTo>
                <a:lnTo>
                  <a:pt x="5834599" y="1526586"/>
                </a:lnTo>
                <a:lnTo>
                  <a:pt x="5836245" y="1526258"/>
                </a:lnTo>
                <a:lnTo>
                  <a:pt x="5837891" y="1525930"/>
                </a:lnTo>
                <a:lnTo>
                  <a:pt x="5839538" y="1525601"/>
                </a:lnTo>
                <a:lnTo>
                  <a:pt x="5841184" y="1525271"/>
                </a:lnTo>
                <a:lnTo>
                  <a:pt x="5842830" y="1524940"/>
                </a:lnTo>
                <a:lnTo>
                  <a:pt x="5844477" y="1524609"/>
                </a:lnTo>
                <a:lnTo>
                  <a:pt x="5846123" y="1524278"/>
                </a:lnTo>
                <a:lnTo>
                  <a:pt x="5847769" y="1523946"/>
                </a:lnTo>
                <a:lnTo>
                  <a:pt x="5849416" y="1523613"/>
                </a:lnTo>
                <a:lnTo>
                  <a:pt x="5851062" y="1523280"/>
                </a:lnTo>
                <a:lnTo>
                  <a:pt x="5852708" y="1522946"/>
                </a:lnTo>
                <a:lnTo>
                  <a:pt x="5854355" y="1522611"/>
                </a:lnTo>
                <a:lnTo>
                  <a:pt x="5856001" y="1522276"/>
                </a:lnTo>
                <a:lnTo>
                  <a:pt x="5857647" y="1521940"/>
                </a:lnTo>
                <a:lnTo>
                  <a:pt x="5859294" y="1521604"/>
                </a:lnTo>
                <a:lnTo>
                  <a:pt x="5860940" y="1521267"/>
                </a:lnTo>
                <a:lnTo>
                  <a:pt x="5862586" y="1520930"/>
                </a:lnTo>
                <a:lnTo>
                  <a:pt x="5864233" y="1520592"/>
                </a:lnTo>
                <a:lnTo>
                  <a:pt x="5865879" y="1520253"/>
                </a:lnTo>
                <a:lnTo>
                  <a:pt x="5867525" y="1519914"/>
                </a:lnTo>
                <a:lnTo>
                  <a:pt x="5869172" y="1519574"/>
                </a:lnTo>
                <a:lnTo>
                  <a:pt x="5870818" y="1519234"/>
                </a:lnTo>
                <a:lnTo>
                  <a:pt x="5872464" y="1518893"/>
                </a:lnTo>
                <a:lnTo>
                  <a:pt x="5874111" y="1518551"/>
                </a:lnTo>
                <a:lnTo>
                  <a:pt x="5875757" y="1518209"/>
                </a:lnTo>
                <a:lnTo>
                  <a:pt x="5877403" y="1517866"/>
                </a:lnTo>
                <a:lnTo>
                  <a:pt x="5879050" y="1517523"/>
                </a:lnTo>
                <a:lnTo>
                  <a:pt x="5880696" y="1517179"/>
                </a:lnTo>
                <a:lnTo>
                  <a:pt x="5882342" y="1516834"/>
                </a:lnTo>
                <a:lnTo>
                  <a:pt x="5883989" y="1516489"/>
                </a:lnTo>
                <a:lnTo>
                  <a:pt x="5885635" y="1516144"/>
                </a:lnTo>
                <a:lnTo>
                  <a:pt x="5887281" y="1515798"/>
                </a:lnTo>
                <a:lnTo>
                  <a:pt x="5888928" y="1515451"/>
                </a:lnTo>
                <a:lnTo>
                  <a:pt x="5890574" y="1515103"/>
                </a:lnTo>
                <a:lnTo>
                  <a:pt x="5892220" y="1514756"/>
                </a:lnTo>
                <a:lnTo>
                  <a:pt x="5893867" y="1514407"/>
                </a:lnTo>
                <a:lnTo>
                  <a:pt x="5895513" y="1514058"/>
                </a:lnTo>
                <a:lnTo>
                  <a:pt x="5897159" y="1513708"/>
                </a:lnTo>
                <a:lnTo>
                  <a:pt x="5898806" y="1513358"/>
                </a:lnTo>
                <a:lnTo>
                  <a:pt x="5900452" y="1513007"/>
                </a:lnTo>
                <a:lnTo>
                  <a:pt x="5902098" y="1512656"/>
                </a:lnTo>
                <a:lnTo>
                  <a:pt x="5903745" y="1512304"/>
                </a:lnTo>
                <a:lnTo>
                  <a:pt x="5905391" y="1511951"/>
                </a:lnTo>
                <a:lnTo>
                  <a:pt x="5907037" y="1511598"/>
                </a:lnTo>
                <a:lnTo>
                  <a:pt x="5908684" y="1511245"/>
                </a:lnTo>
                <a:lnTo>
                  <a:pt x="5910330" y="1510891"/>
                </a:lnTo>
                <a:lnTo>
                  <a:pt x="5911976" y="1510536"/>
                </a:lnTo>
                <a:lnTo>
                  <a:pt x="5913623" y="1510180"/>
                </a:lnTo>
                <a:lnTo>
                  <a:pt x="5915269" y="1509824"/>
                </a:lnTo>
                <a:lnTo>
                  <a:pt x="5916915" y="1509468"/>
                </a:lnTo>
                <a:lnTo>
                  <a:pt x="5918562" y="1509111"/>
                </a:lnTo>
                <a:lnTo>
                  <a:pt x="5920208" y="1508753"/>
                </a:lnTo>
                <a:lnTo>
                  <a:pt x="5921854" y="1508395"/>
                </a:lnTo>
                <a:lnTo>
                  <a:pt x="5923501" y="1508036"/>
                </a:lnTo>
                <a:lnTo>
                  <a:pt x="5925147" y="1507677"/>
                </a:lnTo>
                <a:lnTo>
                  <a:pt x="5926793" y="1507317"/>
                </a:lnTo>
                <a:lnTo>
                  <a:pt x="5928440" y="1506957"/>
                </a:lnTo>
                <a:lnTo>
                  <a:pt x="5930086" y="1506596"/>
                </a:lnTo>
                <a:lnTo>
                  <a:pt x="5931732" y="1506234"/>
                </a:lnTo>
                <a:lnTo>
                  <a:pt x="5933379" y="1505872"/>
                </a:lnTo>
                <a:lnTo>
                  <a:pt x="5935025" y="1505510"/>
                </a:lnTo>
                <a:lnTo>
                  <a:pt x="5936671" y="1505146"/>
                </a:lnTo>
                <a:lnTo>
                  <a:pt x="5938318" y="1504783"/>
                </a:lnTo>
                <a:lnTo>
                  <a:pt x="5939964" y="1504418"/>
                </a:lnTo>
                <a:lnTo>
                  <a:pt x="5941610" y="1504053"/>
                </a:lnTo>
                <a:lnTo>
                  <a:pt x="5943257" y="1503688"/>
                </a:lnTo>
                <a:lnTo>
                  <a:pt x="5944903" y="1503322"/>
                </a:lnTo>
                <a:lnTo>
                  <a:pt x="5946549" y="1502955"/>
                </a:lnTo>
                <a:lnTo>
                  <a:pt x="5948196" y="1502588"/>
                </a:lnTo>
                <a:lnTo>
                  <a:pt x="5949842" y="1502221"/>
                </a:lnTo>
                <a:lnTo>
                  <a:pt x="5951488" y="1501852"/>
                </a:lnTo>
                <a:lnTo>
                  <a:pt x="5953135" y="1501484"/>
                </a:lnTo>
                <a:lnTo>
                  <a:pt x="5954781" y="1501114"/>
                </a:lnTo>
                <a:lnTo>
                  <a:pt x="5956427" y="1500744"/>
                </a:lnTo>
                <a:lnTo>
                  <a:pt x="5958073" y="1500374"/>
                </a:lnTo>
                <a:lnTo>
                  <a:pt x="5959720" y="1500003"/>
                </a:lnTo>
                <a:lnTo>
                  <a:pt x="5961366" y="1499632"/>
                </a:lnTo>
                <a:lnTo>
                  <a:pt x="5963012" y="1499259"/>
                </a:lnTo>
                <a:lnTo>
                  <a:pt x="5964659" y="1498887"/>
                </a:lnTo>
                <a:lnTo>
                  <a:pt x="5966305" y="1498514"/>
                </a:lnTo>
                <a:lnTo>
                  <a:pt x="5967951" y="1498140"/>
                </a:lnTo>
                <a:lnTo>
                  <a:pt x="5969598" y="1497766"/>
                </a:lnTo>
                <a:lnTo>
                  <a:pt x="5971244" y="1497391"/>
                </a:lnTo>
                <a:lnTo>
                  <a:pt x="5972890" y="1497016"/>
                </a:lnTo>
                <a:lnTo>
                  <a:pt x="5974537" y="1496640"/>
                </a:lnTo>
                <a:lnTo>
                  <a:pt x="5976183" y="1496263"/>
                </a:lnTo>
                <a:lnTo>
                  <a:pt x="5977829" y="1495886"/>
                </a:lnTo>
                <a:lnTo>
                  <a:pt x="5979476" y="1495509"/>
                </a:lnTo>
                <a:lnTo>
                  <a:pt x="5981122" y="1495131"/>
                </a:lnTo>
                <a:lnTo>
                  <a:pt x="5982768" y="1494752"/>
                </a:lnTo>
                <a:lnTo>
                  <a:pt x="5984415" y="1494373"/>
                </a:lnTo>
                <a:lnTo>
                  <a:pt x="5986061" y="1493994"/>
                </a:lnTo>
                <a:lnTo>
                  <a:pt x="5987707" y="1493613"/>
                </a:lnTo>
                <a:lnTo>
                  <a:pt x="5989354" y="1493233"/>
                </a:lnTo>
                <a:lnTo>
                  <a:pt x="5991000" y="1492852"/>
                </a:lnTo>
                <a:lnTo>
                  <a:pt x="5992646" y="1492470"/>
                </a:lnTo>
                <a:lnTo>
                  <a:pt x="5994293" y="1492087"/>
                </a:lnTo>
                <a:lnTo>
                  <a:pt x="5995939" y="1491705"/>
                </a:lnTo>
                <a:lnTo>
                  <a:pt x="5997585" y="1491321"/>
                </a:lnTo>
                <a:lnTo>
                  <a:pt x="5999232" y="1490937"/>
                </a:lnTo>
                <a:lnTo>
                  <a:pt x="6000878" y="1490553"/>
                </a:lnTo>
                <a:lnTo>
                  <a:pt x="6002524" y="1490168"/>
                </a:lnTo>
                <a:lnTo>
                  <a:pt x="6004171" y="1489782"/>
                </a:lnTo>
                <a:lnTo>
                  <a:pt x="6005817" y="1489396"/>
                </a:lnTo>
                <a:lnTo>
                  <a:pt x="6007463" y="1489010"/>
                </a:lnTo>
                <a:lnTo>
                  <a:pt x="6009110" y="1488623"/>
                </a:lnTo>
                <a:lnTo>
                  <a:pt x="6010756" y="1488235"/>
                </a:lnTo>
                <a:lnTo>
                  <a:pt x="6012402" y="1487847"/>
                </a:lnTo>
                <a:lnTo>
                  <a:pt x="6014049" y="1487458"/>
                </a:lnTo>
                <a:lnTo>
                  <a:pt x="6015695" y="1487069"/>
                </a:lnTo>
                <a:lnTo>
                  <a:pt x="6017341" y="1486679"/>
                </a:lnTo>
                <a:lnTo>
                  <a:pt x="6018988" y="1486289"/>
                </a:lnTo>
                <a:lnTo>
                  <a:pt x="6020634" y="1485898"/>
                </a:lnTo>
                <a:lnTo>
                  <a:pt x="6022280" y="1485507"/>
                </a:lnTo>
                <a:lnTo>
                  <a:pt x="6023927" y="1485115"/>
                </a:lnTo>
                <a:lnTo>
                  <a:pt x="6025573" y="1484723"/>
                </a:lnTo>
                <a:lnTo>
                  <a:pt x="6027219" y="1484330"/>
                </a:lnTo>
                <a:lnTo>
                  <a:pt x="6028866" y="1483937"/>
                </a:lnTo>
                <a:lnTo>
                  <a:pt x="6030512" y="1483543"/>
                </a:lnTo>
                <a:lnTo>
                  <a:pt x="6032158" y="1483148"/>
                </a:lnTo>
                <a:lnTo>
                  <a:pt x="6033805" y="1482753"/>
                </a:lnTo>
                <a:lnTo>
                  <a:pt x="6035451" y="1482358"/>
                </a:lnTo>
                <a:lnTo>
                  <a:pt x="6037097" y="1481962"/>
                </a:lnTo>
                <a:lnTo>
                  <a:pt x="6038744" y="1481565"/>
                </a:lnTo>
                <a:lnTo>
                  <a:pt x="6040390" y="1481168"/>
                </a:lnTo>
                <a:lnTo>
                  <a:pt x="6042036" y="1480771"/>
                </a:lnTo>
                <a:lnTo>
                  <a:pt x="6043683" y="1480373"/>
                </a:lnTo>
                <a:lnTo>
                  <a:pt x="6045329" y="1479974"/>
                </a:lnTo>
                <a:lnTo>
                  <a:pt x="6046975" y="1479575"/>
                </a:lnTo>
                <a:lnTo>
                  <a:pt x="6048622" y="1479176"/>
                </a:lnTo>
                <a:lnTo>
                  <a:pt x="6050268" y="1478776"/>
                </a:lnTo>
                <a:lnTo>
                  <a:pt x="6051914" y="1478375"/>
                </a:lnTo>
                <a:lnTo>
                  <a:pt x="6053561" y="1477974"/>
                </a:lnTo>
                <a:lnTo>
                  <a:pt x="6055207" y="1477573"/>
                </a:lnTo>
                <a:lnTo>
                  <a:pt x="6056853" y="1477170"/>
                </a:lnTo>
                <a:lnTo>
                  <a:pt x="6058500" y="1476768"/>
                </a:lnTo>
                <a:lnTo>
                  <a:pt x="6060146" y="1476365"/>
                </a:lnTo>
                <a:lnTo>
                  <a:pt x="6061792" y="1475961"/>
                </a:lnTo>
                <a:lnTo>
                  <a:pt x="6063439" y="1475557"/>
                </a:lnTo>
                <a:lnTo>
                  <a:pt x="6065085" y="1475152"/>
                </a:lnTo>
                <a:lnTo>
                  <a:pt x="6066731" y="1474747"/>
                </a:lnTo>
                <a:lnTo>
                  <a:pt x="6068378" y="1474342"/>
                </a:lnTo>
                <a:lnTo>
                  <a:pt x="6070024" y="1473936"/>
                </a:lnTo>
                <a:lnTo>
                  <a:pt x="6071670" y="1473529"/>
                </a:lnTo>
                <a:lnTo>
                  <a:pt x="6073317" y="1473122"/>
                </a:lnTo>
                <a:lnTo>
                  <a:pt x="6074963" y="1472714"/>
                </a:lnTo>
                <a:lnTo>
                  <a:pt x="6076609" y="1472306"/>
                </a:lnTo>
                <a:lnTo>
                  <a:pt x="6078256" y="1471897"/>
                </a:lnTo>
                <a:lnTo>
                  <a:pt x="6079902" y="1471488"/>
                </a:lnTo>
                <a:lnTo>
                  <a:pt x="6081548" y="1471079"/>
                </a:lnTo>
                <a:lnTo>
                  <a:pt x="6083195" y="1470668"/>
                </a:lnTo>
                <a:lnTo>
                  <a:pt x="6084841" y="1470258"/>
                </a:lnTo>
                <a:lnTo>
                  <a:pt x="6086487" y="1469847"/>
                </a:lnTo>
                <a:lnTo>
                  <a:pt x="6088134" y="1469435"/>
                </a:lnTo>
                <a:lnTo>
                  <a:pt x="6089780" y="1469023"/>
                </a:lnTo>
                <a:lnTo>
                  <a:pt x="6091426" y="1468610"/>
                </a:lnTo>
                <a:lnTo>
                  <a:pt x="6093073" y="1468197"/>
                </a:lnTo>
                <a:lnTo>
                  <a:pt x="6094719" y="1467784"/>
                </a:lnTo>
                <a:lnTo>
                  <a:pt x="6096365" y="1467370"/>
                </a:lnTo>
                <a:lnTo>
                  <a:pt x="6098012" y="1466955"/>
                </a:lnTo>
                <a:lnTo>
                  <a:pt x="6099658" y="1466540"/>
                </a:lnTo>
                <a:lnTo>
                  <a:pt x="6101304" y="1466125"/>
                </a:lnTo>
                <a:lnTo>
                  <a:pt x="6102951" y="1465709"/>
                </a:lnTo>
                <a:lnTo>
                  <a:pt x="6104597" y="1465292"/>
                </a:lnTo>
                <a:lnTo>
                  <a:pt x="6106243" y="1464875"/>
                </a:lnTo>
                <a:lnTo>
                  <a:pt x="6107890" y="1464458"/>
                </a:lnTo>
                <a:lnTo>
                  <a:pt x="6109536" y="1464040"/>
                </a:lnTo>
                <a:lnTo>
                  <a:pt x="6111182" y="1463621"/>
                </a:lnTo>
                <a:lnTo>
                  <a:pt x="6112829" y="1463202"/>
                </a:lnTo>
                <a:lnTo>
                  <a:pt x="6114475" y="1462783"/>
                </a:lnTo>
                <a:lnTo>
                  <a:pt x="6116121" y="1462363"/>
                </a:lnTo>
                <a:lnTo>
                  <a:pt x="6117768" y="1461943"/>
                </a:lnTo>
                <a:lnTo>
                  <a:pt x="6119414" y="1461522"/>
                </a:lnTo>
                <a:lnTo>
                  <a:pt x="6121060" y="1461101"/>
                </a:lnTo>
                <a:lnTo>
                  <a:pt x="6122707" y="1460679"/>
                </a:lnTo>
                <a:lnTo>
                  <a:pt x="6124353" y="1460257"/>
                </a:lnTo>
                <a:lnTo>
                  <a:pt x="6125999" y="1459834"/>
                </a:lnTo>
                <a:lnTo>
                  <a:pt x="6127646" y="1459411"/>
                </a:lnTo>
                <a:lnTo>
                  <a:pt x="6129292" y="1458987"/>
                </a:lnTo>
                <a:lnTo>
                  <a:pt x="6130938" y="1458563"/>
                </a:lnTo>
                <a:lnTo>
                  <a:pt x="6132585" y="1458138"/>
                </a:lnTo>
                <a:lnTo>
                  <a:pt x="6134231" y="1457713"/>
                </a:lnTo>
                <a:lnTo>
                  <a:pt x="6135877" y="1457287"/>
                </a:lnTo>
                <a:lnTo>
                  <a:pt x="6137524" y="1456861"/>
                </a:lnTo>
                <a:lnTo>
                  <a:pt x="6139170" y="1456435"/>
                </a:lnTo>
                <a:lnTo>
                  <a:pt x="6140816" y="1456008"/>
                </a:lnTo>
                <a:lnTo>
                  <a:pt x="6142463" y="1455580"/>
                </a:lnTo>
                <a:lnTo>
                  <a:pt x="6144109" y="1455152"/>
                </a:lnTo>
                <a:lnTo>
                  <a:pt x="6145755" y="1454724"/>
                </a:lnTo>
                <a:lnTo>
                  <a:pt x="6147402" y="1454295"/>
                </a:lnTo>
                <a:lnTo>
                  <a:pt x="6149048" y="1453866"/>
                </a:lnTo>
                <a:lnTo>
                  <a:pt x="6150694" y="1453436"/>
                </a:lnTo>
                <a:lnTo>
                  <a:pt x="6152341" y="1453006"/>
                </a:lnTo>
                <a:lnTo>
                  <a:pt x="6153987" y="1452575"/>
                </a:lnTo>
                <a:lnTo>
                  <a:pt x="6155633" y="1452144"/>
                </a:lnTo>
                <a:lnTo>
                  <a:pt x="6157280" y="1451712"/>
                </a:lnTo>
                <a:lnTo>
                  <a:pt x="6158926" y="1451280"/>
                </a:lnTo>
                <a:lnTo>
                  <a:pt x="6160572" y="1450847"/>
                </a:lnTo>
                <a:lnTo>
                  <a:pt x="6162219" y="1450414"/>
                </a:lnTo>
                <a:lnTo>
                  <a:pt x="6163865" y="1449981"/>
                </a:lnTo>
                <a:lnTo>
                  <a:pt x="6165511" y="1449547"/>
                </a:lnTo>
                <a:lnTo>
                  <a:pt x="6167158" y="1449112"/>
                </a:lnTo>
                <a:lnTo>
                  <a:pt x="6168804" y="1448677"/>
                </a:lnTo>
                <a:lnTo>
                  <a:pt x="6170450" y="1448242"/>
                </a:lnTo>
                <a:lnTo>
                  <a:pt x="6172097" y="1447806"/>
                </a:lnTo>
                <a:lnTo>
                  <a:pt x="6173743" y="1447370"/>
                </a:lnTo>
                <a:lnTo>
                  <a:pt x="6175389" y="1446933"/>
                </a:lnTo>
                <a:lnTo>
                  <a:pt x="6177036" y="1446496"/>
                </a:lnTo>
                <a:lnTo>
                  <a:pt x="6178682" y="1446058"/>
                </a:lnTo>
                <a:lnTo>
                  <a:pt x="6180328" y="1445620"/>
                </a:lnTo>
                <a:lnTo>
                  <a:pt x="6181975" y="1445182"/>
                </a:lnTo>
                <a:lnTo>
                  <a:pt x="6183621" y="1444743"/>
                </a:lnTo>
                <a:lnTo>
                  <a:pt x="6185267" y="1444304"/>
                </a:lnTo>
                <a:lnTo>
                  <a:pt x="6186914" y="1443864"/>
                </a:lnTo>
                <a:lnTo>
                  <a:pt x="6188560" y="1443423"/>
                </a:lnTo>
                <a:lnTo>
                  <a:pt x="6190206" y="1442983"/>
                </a:lnTo>
                <a:lnTo>
                  <a:pt x="6191853" y="1442541"/>
                </a:lnTo>
                <a:lnTo>
                  <a:pt x="6193499" y="1442100"/>
                </a:lnTo>
                <a:lnTo>
                  <a:pt x="6195145" y="1441658"/>
                </a:lnTo>
                <a:lnTo>
                  <a:pt x="6196792" y="1441215"/>
                </a:lnTo>
                <a:lnTo>
                  <a:pt x="6198438" y="1440772"/>
                </a:lnTo>
                <a:lnTo>
                  <a:pt x="6200084" y="1440329"/>
                </a:lnTo>
                <a:lnTo>
                  <a:pt x="6201731" y="1439885"/>
                </a:lnTo>
                <a:lnTo>
                  <a:pt x="6203377" y="1439441"/>
                </a:lnTo>
                <a:lnTo>
                  <a:pt x="6205023" y="1438996"/>
                </a:lnTo>
                <a:lnTo>
                  <a:pt x="6206670" y="1438551"/>
                </a:lnTo>
                <a:lnTo>
                  <a:pt x="6208316" y="1438105"/>
                </a:lnTo>
                <a:lnTo>
                  <a:pt x="6209962" y="1437659"/>
                </a:lnTo>
                <a:lnTo>
                  <a:pt x="6211609" y="1437212"/>
                </a:lnTo>
                <a:lnTo>
                  <a:pt x="6213255" y="1436765"/>
                </a:lnTo>
                <a:lnTo>
                  <a:pt x="6214901" y="1436318"/>
                </a:lnTo>
                <a:lnTo>
                  <a:pt x="6216548" y="1435870"/>
                </a:lnTo>
                <a:lnTo>
                  <a:pt x="6218194" y="1435422"/>
                </a:lnTo>
                <a:lnTo>
                  <a:pt x="6219840" y="1434973"/>
                </a:lnTo>
                <a:lnTo>
                  <a:pt x="6221487" y="1434524"/>
                </a:lnTo>
                <a:lnTo>
                  <a:pt x="6223133" y="1434075"/>
                </a:lnTo>
                <a:lnTo>
                  <a:pt x="6224779" y="1433625"/>
                </a:lnTo>
                <a:lnTo>
                  <a:pt x="6226426" y="1433174"/>
                </a:lnTo>
                <a:lnTo>
                  <a:pt x="6228072" y="1432723"/>
                </a:lnTo>
                <a:lnTo>
                  <a:pt x="6229718" y="1432272"/>
                </a:lnTo>
                <a:lnTo>
                  <a:pt x="6231365" y="1431821"/>
                </a:lnTo>
                <a:lnTo>
                  <a:pt x="6233011" y="1431368"/>
                </a:lnTo>
                <a:lnTo>
                  <a:pt x="6234657" y="1430916"/>
                </a:lnTo>
                <a:lnTo>
                  <a:pt x="6236304" y="1430463"/>
                </a:lnTo>
                <a:lnTo>
                  <a:pt x="6237950" y="1430010"/>
                </a:lnTo>
                <a:lnTo>
                  <a:pt x="6239596" y="1429556"/>
                </a:lnTo>
                <a:lnTo>
                  <a:pt x="6241243" y="1429101"/>
                </a:lnTo>
                <a:lnTo>
                  <a:pt x="6242889" y="1428647"/>
                </a:lnTo>
                <a:lnTo>
                  <a:pt x="6244535" y="1428192"/>
                </a:lnTo>
                <a:lnTo>
                  <a:pt x="6246182" y="1427736"/>
                </a:lnTo>
                <a:lnTo>
                  <a:pt x="6247828" y="1427280"/>
                </a:lnTo>
                <a:lnTo>
                  <a:pt x="6249474" y="1426824"/>
                </a:lnTo>
                <a:lnTo>
                  <a:pt x="6251121" y="1426367"/>
                </a:lnTo>
                <a:lnTo>
                  <a:pt x="6252767" y="1425910"/>
                </a:lnTo>
                <a:lnTo>
                  <a:pt x="6254413" y="1425452"/>
                </a:lnTo>
                <a:lnTo>
                  <a:pt x="6256060" y="1424994"/>
                </a:lnTo>
                <a:lnTo>
                  <a:pt x="6257706" y="1424536"/>
                </a:lnTo>
                <a:lnTo>
                  <a:pt x="6259352" y="1424077"/>
                </a:lnTo>
                <a:lnTo>
                  <a:pt x="6260999" y="1423618"/>
                </a:lnTo>
                <a:lnTo>
                  <a:pt x="6262645" y="1423158"/>
                </a:lnTo>
                <a:lnTo>
                  <a:pt x="6264291" y="1422698"/>
                </a:lnTo>
                <a:lnTo>
                  <a:pt x="6265938" y="1422238"/>
                </a:lnTo>
                <a:lnTo>
                  <a:pt x="6267584" y="1421777"/>
                </a:lnTo>
                <a:lnTo>
                  <a:pt x="6269230" y="1421316"/>
                </a:lnTo>
                <a:lnTo>
                  <a:pt x="6270876" y="1420854"/>
                </a:lnTo>
                <a:lnTo>
                  <a:pt x="6272523" y="1420392"/>
                </a:lnTo>
                <a:lnTo>
                  <a:pt x="6274169" y="1419929"/>
                </a:lnTo>
                <a:lnTo>
                  <a:pt x="6275815" y="1419466"/>
                </a:lnTo>
                <a:lnTo>
                  <a:pt x="6277462" y="1419003"/>
                </a:lnTo>
                <a:lnTo>
                  <a:pt x="6279108" y="1418539"/>
                </a:lnTo>
                <a:lnTo>
                  <a:pt x="6280754" y="1418075"/>
                </a:lnTo>
                <a:lnTo>
                  <a:pt x="6282401" y="1417610"/>
                </a:lnTo>
                <a:lnTo>
                  <a:pt x="6284047" y="1417146"/>
                </a:lnTo>
                <a:lnTo>
                  <a:pt x="6285693" y="1416680"/>
                </a:lnTo>
                <a:lnTo>
                  <a:pt x="6287340" y="1416214"/>
                </a:lnTo>
                <a:lnTo>
                  <a:pt x="6288986" y="1415748"/>
                </a:lnTo>
                <a:lnTo>
                  <a:pt x="6290632" y="1415282"/>
                </a:lnTo>
                <a:lnTo>
                  <a:pt x="6292279" y="1414815"/>
                </a:lnTo>
                <a:lnTo>
                  <a:pt x="6293925" y="1414347"/>
                </a:lnTo>
                <a:lnTo>
                  <a:pt x="6295571" y="1413880"/>
                </a:lnTo>
                <a:lnTo>
                  <a:pt x="6297218" y="1413412"/>
                </a:lnTo>
                <a:lnTo>
                  <a:pt x="6298864" y="1412943"/>
                </a:lnTo>
                <a:lnTo>
                  <a:pt x="6300510" y="1412474"/>
                </a:lnTo>
                <a:lnTo>
                  <a:pt x="6302157" y="1412005"/>
                </a:lnTo>
                <a:lnTo>
                  <a:pt x="6303803" y="1411535"/>
                </a:lnTo>
                <a:lnTo>
                  <a:pt x="6305449" y="1411065"/>
                </a:lnTo>
                <a:lnTo>
                  <a:pt x="6307096" y="1410594"/>
                </a:lnTo>
                <a:lnTo>
                  <a:pt x="6308742" y="1410124"/>
                </a:lnTo>
                <a:lnTo>
                  <a:pt x="6310388" y="1409652"/>
                </a:lnTo>
                <a:lnTo>
                  <a:pt x="6312035" y="1409181"/>
                </a:lnTo>
                <a:lnTo>
                  <a:pt x="6313681" y="1408709"/>
                </a:lnTo>
                <a:lnTo>
                  <a:pt x="6315327" y="1408236"/>
                </a:lnTo>
                <a:lnTo>
                  <a:pt x="6316974" y="1407763"/>
                </a:lnTo>
                <a:lnTo>
                  <a:pt x="6318620" y="1407290"/>
                </a:lnTo>
                <a:lnTo>
                  <a:pt x="6320266" y="1406816"/>
                </a:lnTo>
                <a:lnTo>
                  <a:pt x="6321913" y="1406343"/>
                </a:lnTo>
                <a:lnTo>
                  <a:pt x="6323559" y="1405868"/>
                </a:lnTo>
                <a:lnTo>
                  <a:pt x="6325205" y="1405393"/>
                </a:lnTo>
                <a:lnTo>
                  <a:pt x="6326852" y="1404918"/>
                </a:lnTo>
                <a:lnTo>
                  <a:pt x="6328498" y="1404443"/>
                </a:lnTo>
                <a:lnTo>
                  <a:pt x="6330144" y="1403967"/>
                </a:lnTo>
                <a:lnTo>
                  <a:pt x="6331791" y="1403491"/>
                </a:lnTo>
                <a:lnTo>
                  <a:pt x="6333437" y="1403014"/>
                </a:lnTo>
                <a:lnTo>
                  <a:pt x="6335083" y="1402537"/>
                </a:lnTo>
                <a:lnTo>
                  <a:pt x="6336730" y="1402060"/>
                </a:lnTo>
                <a:lnTo>
                  <a:pt x="6338376" y="1401582"/>
                </a:lnTo>
                <a:lnTo>
                  <a:pt x="6340022" y="1401104"/>
                </a:lnTo>
                <a:lnTo>
                  <a:pt x="6341669" y="1400625"/>
                </a:lnTo>
                <a:lnTo>
                  <a:pt x="6343315" y="1400146"/>
                </a:lnTo>
                <a:lnTo>
                  <a:pt x="6344961" y="1399667"/>
                </a:lnTo>
                <a:lnTo>
                  <a:pt x="6346608" y="1399187"/>
                </a:lnTo>
                <a:lnTo>
                  <a:pt x="6348254" y="1398708"/>
                </a:lnTo>
                <a:lnTo>
                  <a:pt x="6349900" y="1398227"/>
                </a:lnTo>
                <a:lnTo>
                  <a:pt x="6351547" y="1397746"/>
                </a:lnTo>
                <a:lnTo>
                  <a:pt x="6353193" y="1397265"/>
                </a:lnTo>
                <a:lnTo>
                  <a:pt x="6354839" y="1396784"/>
                </a:lnTo>
                <a:lnTo>
                  <a:pt x="6356486" y="1396302"/>
                </a:lnTo>
                <a:lnTo>
                  <a:pt x="6358132" y="1395820"/>
                </a:lnTo>
                <a:lnTo>
                  <a:pt x="6359778" y="1395337"/>
                </a:lnTo>
                <a:lnTo>
                  <a:pt x="6361425" y="1394854"/>
                </a:lnTo>
                <a:lnTo>
                  <a:pt x="6363071" y="1394371"/>
                </a:lnTo>
                <a:lnTo>
                  <a:pt x="6364717" y="1393887"/>
                </a:lnTo>
                <a:lnTo>
                  <a:pt x="6366364" y="1393403"/>
                </a:lnTo>
                <a:lnTo>
                  <a:pt x="6368010" y="1392919"/>
                </a:lnTo>
                <a:lnTo>
                  <a:pt x="6369656" y="1392434"/>
                </a:lnTo>
                <a:lnTo>
                  <a:pt x="6371303" y="1391949"/>
                </a:lnTo>
                <a:lnTo>
                  <a:pt x="6372949" y="1391464"/>
                </a:lnTo>
                <a:lnTo>
                  <a:pt x="6374595" y="1390978"/>
                </a:lnTo>
                <a:lnTo>
                  <a:pt x="6376242" y="1390492"/>
                </a:lnTo>
                <a:lnTo>
                  <a:pt x="6377888" y="1390005"/>
                </a:lnTo>
                <a:lnTo>
                  <a:pt x="6379534" y="1389519"/>
                </a:lnTo>
                <a:lnTo>
                  <a:pt x="6381181" y="1389031"/>
                </a:lnTo>
                <a:lnTo>
                  <a:pt x="6382827" y="1388544"/>
                </a:lnTo>
                <a:lnTo>
                  <a:pt x="6384473" y="1388056"/>
                </a:lnTo>
                <a:lnTo>
                  <a:pt x="6386120" y="1387568"/>
                </a:lnTo>
                <a:lnTo>
                  <a:pt x="6387766" y="1387079"/>
                </a:lnTo>
                <a:lnTo>
                  <a:pt x="6389412" y="1386590"/>
                </a:lnTo>
                <a:lnTo>
                  <a:pt x="6391059" y="1386101"/>
                </a:lnTo>
                <a:lnTo>
                  <a:pt x="6392705" y="1385611"/>
                </a:lnTo>
                <a:lnTo>
                  <a:pt x="6394351" y="1385121"/>
                </a:lnTo>
                <a:lnTo>
                  <a:pt x="6395998" y="1384631"/>
                </a:lnTo>
                <a:lnTo>
                  <a:pt x="6397644" y="1384140"/>
                </a:lnTo>
                <a:lnTo>
                  <a:pt x="6399290" y="1383649"/>
                </a:lnTo>
                <a:lnTo>
                  <a:pt x="6400937" y="1383158"/>
                </a:lnTo>
                <a:lnTo>
                  <a:pt x="6402583" y="1382666"/>
                </a:lnTo>
                <a:lnTo>
                  <a:pt x="6404229" y="1382174"/>
                </a:lnTo>
                <a:lnTo>
                  <a:pt x="6405876" y="1381681"/>
                </a:lnTo>
                <a:lnTo>
                  <a:pt x="6407522" y="1381189"/>
                </a:lnTo>
                <a:lnTo>
                  <a:pt x="6409168" y="1380696"/>
                </a:lnTo>
                <a:lnTo>
                  <a:pt x="6410815" y="1380202"/>
                </a:lnTo>
                <a:lnTo>
                  <a:pt x="6412461" y="1379708"/>
                </a:lnTo>
                <a:lnTo>
                  <a:pt x="6414107" y="1379214"/>
                </a:lnTo>
                <a:lnTo>
                  <a:pt x="6415754" y="1378720"/>
                </a:lnTo>
                <a:lnTo>
                  <a:pt x="6417400" y="1378225"/>
                </a:lnTo>
                <a:lnTo>
                  <a:pt x="6419046" y="1377730"/>
                </a:lnTo>
                <a:lnTo>
                  <a:pt x="6420693" y="1377235"/>
                </a:lnTo>
                <a:lnTo>
                  <a:pt x="6422339" y="1376739"/>
                </a:lnTo>
                <a:lnTo>
                  <a:pt x="6423985" y="1376243"/>
                </a:lnTo>
                <a:lnTo>
                  <a:pt x="6425632" y="1375746"/>
                </a:lnTo>
                <a:lnTo>
                  <a:pt x="6427278" y="1375250"/>
                </a:lnTo>
                <a:lnTo>
                  <a:pt x="6428924" y="1374753"/>
                </a:lnTo>
                <a:lnTo>
                  <a:pt x="6430571" y="1374255"/>
                </a:lnTo>
                <a:lnTo>
                  <a:pt x="6432217" y="1373758"/>
                </a:lnTo>
                <a:lnTo>
                  <a:pt x="6433863" y="1373259"/>
                </a:lnTo>
                <a:lnTo>
                  <a:pt x="6435510" y="1372761"/>
                </a:lnTo>
                <a:lnTo>
                  <a:pt x="6437156" y="1372262"/>
                </a:lnTo>
                <a:lnTo>
                  <a:pt x="6438802" y="1371763"/>
                </a:lnTo>
                <a:lnTo>
                  <a:pt x="6440449" y="1371264"/>
                </a:lnTo>
                <a:lnTo>
                  <a:pt x="6442095" y="1370764"/>
                </a:lnTo>
                <a:lnTo>
                  <a:pt x="6443741" y="1370264"/>
                </a:lnTo>
                <a:lnTo>
                  <a:pt x="6445388" y="1369764"/>
                </a:lnTo>
                <a:lnTo>
                  <a:pt x="6447034" y="1369264"/>
                </a:lnTo>
                <a:lnTo>
                  <a:pt x="6448680" y="1368763"/>
                </a:lnTo>
                <a:lnTo>
                  <a:pt x="6450327" y="1368261"/>
                </a:lnTo>
                <a:lnTo>
                  <a:pt x="6451973" y="1367760"/>
                </a:lnTo>
                <a:lnTo>
                  <a:pt x="6453619" y="1367258"/>
                </a:lnTo>
                <a:lnTo>
                  <a:pt x="6455266" y="1366756"/>
                </a:lnTo>
                <a:lnTo>
                  <a:pt x="6456912" y="1366253"/>
                </a:lnTo>
                <a:lnTo>
                  <a:pt x="6458558" y="1365750"/>
                </a:lnTo>
                <a:lnTo>
                  <a:pt x="6460205" y="1365247"/>
                </a:lnTo>
                <a:lnTo>
                  <a:pt x="6461851" y="1364744"/>
                </a:lnTo>
                <a:lnTo>
                  <a:pt x="6463497" y="1364240"/>
                </a:lnTo>
                <a:lnTo>
                  <a:pt x="6465144" y="1363736"/>
                </a:lnTo>
                <a:lnTo>
                  <a:pt x="6466790" y="1363232"/>
                </a:lnTo>
                <a:lnTo>
                  <a:pt x="6468436" y="1362727"/>
                </a:lnTo>
                <a:lnTo>
                  <a:pt x="6470083" y="1362222"/>
                </a:lnTo>
                <a:lnTo>
                  <a:pt x="6471729" y="1361717"/>
                </a:lnTo>
                <a:lnTo>
                  <a:pt x="6473375" y="1361211"/>
                </a:lnTo>
                <a:lnTo>
                  <a:pt x="6475022" y="1360705"/>
                </a:lnTo>
                <a:lnTo>
                  <a:pt x="6476668" y="1360199"/>
                </a:lnTo>
                <a:lnTo>
                  <a:pt x="6478314" y="1359693"/>
                </a:lnTo>
                <a:lnTo>
                  <a:pt x="6479961" y="1359186"/>
                </a:lnTo>
                <a:lnTo>
                  <a:pt x="6481607" y="1358679"/>
                </a:lnTo>
                <a:lnTo>
                  <a:pt x="6483253" y="1358171"/>
                </a:lnTo>
                <a:lnTo>
                  <a:pt x="6484900" y="1357664"/>
                </a:lnTo>
                <a:lnTo>
                  <a:pt x="6486546" y="1357156"/>
                </a:lnTo>
                <a:lnTo>
                  <a:pt x="6488192" y="1356647"/>
                </a:lnTo>
                <a:lnTo>
                  <a:pt x="6489839" y="1356139"/>
                </a:lnTo>
                <a:lnTo>
                  <a:pt x="6491485" y="1355630"/>
                </a:lnTo>
                <a:lnTo>
                  <a:pt x="6493131" y="1355121"/>
                </a:lnTo>
                <a:lnTo>
                  <a:pt x="6494778" y="1354611"/>
                </a:lnTo>
                <a:lnTo>
                  <a:pt x="6496424" y="1354102"/>
                </a:lnTo>
                <a:lnTo>
                  <a:pt x="6498070" y="1353592"/>
                </a:lnTo>
                <a:lnTo>
                  <a:pt x="6499717" y="1353081"/>
                </a:lnTo>
                <a:lnTo>
                  <a:pt x="6501363" y="1352571"/>
                </a:lnTo>
                <a:lnTo>
                  <a:pt x="6503009" y="1352060"/>
                </a:lnTo>
                <a:lnTo>
                  <a:pt x="6504656" y="1351549"/>
                </a:lnTo>
                <a:lnTo>
                  <a:pt x="6506302" y="1351037"/>
                </a:lnTo>
                <a:lnTo>
                  <a:pt x="6507948" y="1350525"/>
                </a:lnTo>
                <a:lnTo>
                  <a:pt x="6509595" y="1350013"/>
                </a:lnTo>
                <a:lnTo>
                  <a:pt x="6511241" y="1349501"/>
                </a:lnTo>
                <a:lnTo>
                  <a:pt x="6512887" y="1348989"/>
                </a:lnTo>
                <a:lnTo>
                  <a:pt x="6514534" y="1348476"/>
                </a:lnTo>
                <a:lnTo>
                  <a:pt x="6516180" y="1347963"/>
                </a:lnTo>
                <a:lnTo>
                  <a:pt x="6517826" y="1347449"/>
                </a:lnTo>
                <a:lnTo>
                  <a:pt x="6519473" y="1346935"/>
                </a:lnTo>
                <a:lnTo>
                  <a:pt x="6521119" y="1346421"/>
                </a:lnTo>
                <a:lnTo>
                  <a:pt x="6522765" y="1345907"/>
                </a:lnTo>
                <a:lnTo>
                  <a:pt x="6524412" y="1345393"/>
                </a:lnTo>
                <a:lnTo>
                  <a:pt x="6526058" y="1344878"/>
                </a:lnTo>
                <a:lnTo>
                  <a:pt x="6527704" y="1344363"/>
                </a:lnTo>
                <a:lnTo>
                  <a:pt x="6529351" y="1343847"/>
                </a:lnTo>
                <a:lnTo>
                  <a:pt x="6530997" y="1343332"/>
                </a:lnTo>
                <a:lnTo>
                  <a:pt x="6532643" y="1342816"/>
                </a:lnTo>
                <a:lnTo>
                  <a:pt x="6534290" y="1342300"/>
                </a:lnTo>
                <a:lnTo>
                  <a:pt x="6535936" y="1341783"/>
                </a:lnTo>
                <a:lnTo>
                  <a:pt x="6537582" y="1341266"/>
                </a:lnTo>
                <a:lnTo>
                  <a:pt x="6539229" y="1340749"/>
                </a:lnTo>
                <a:lnTo>
                  <a:pt x="6540875" y="1340232"/>
                </a:lnTo>
                <a:lnTo>
                  <a:pt x="6542521" y="1339715"/>
                </a:lnTo>
                <a:lnTo>
                  <a:pt x="6544168" y="1339197"/>
                </a:lnTo>
                <a:lnTo>
                  <a:pt x="6545814" y="1338679"/>
                </a:lnTo>
                <a:lnTo>
                  <a:pt x="6547460" y="1338161"/>
                </a:lnTo>
                <a:lnTo>
                  <a:pt x="6549107" y="1337642"/>
                </a:lnTo>
                <a:lnTo>
                  <a:pt x="6550753" y="1337123"/>
                </a:lnTo>
                <a:lnTo>
                  <a:pt x="6552399" y="1336604"/>
                </a:lnTo>
                <a:lnTo>
                  <a:pt x="6554046" y="1336085"/>
                </a:lnTo>
                <a:lnTo>
                  <a:pt x="6555692" y="1335565"/>
                </a:lnTo>
                <a:lnTo>
                  <a:pt x="6557338" y="1335045"/>
                </a:lnTo>
                <a:lnTo>
                  <a:pt x="6558985" y="1334525"/>
                </a:lnTo>
                <a:lnTo>
                  <a:pt x="6560631" y="1334005"/>
                </a:lnTo>
                <a:lnTo>
                  <a:pt x="6562277" y="1333484"/>
                </a:lnTo>
                <a:lnTo>
                  <a:pt x="6563924" y="1332963"/>
                </a:lnTo>
                <a:lnTo>
                  <a:pt x="6565570" y="1332442"/>
                </a:lnTo>
                <a:lnTo>
                  <a:pt x="6567216" y="1331921"/>
                </a:lnTo>
                <a:lnTo>
                  <a:pt x="6568863" y="1331399"/>
                </a:lnTo>
                <a:lnTo>
                  <a:pt x="6570509" y="1330877"/>
                </a:lnTo>
                <a:lnTo>
                  <a:pt x="6572155" y="1330355"/>
                </a:lnTo>
                <a:lnTo>
                  <a:pt x="6573802" y="1329833"/>
                </a:lnTo>
                <a:lnTo>
                  <a:pt x="6575448" y="1329310"/>
                </a:lnTo>
                <a:lnTo>
                  <a:pt x="6577094" y="1328787"/>
                </a:lnTo>
                <a:lnTo>
                  <a:pt x="6578741" y="1328264"/>
                </a:lnTo>
                <a:lnTo>
                  <a:pt x="6580387" y="1327741"/>
                </a:lnTo>
                <a:lnTo>
                  <a:pt x="6582033" y="1327217"/>
                </a:lnTo>
                <a:lnTo>
                  <a:pt x="6583679" y="1326693"/>
                </a:lnTo>
                <a:lnTo>
                  <a:pt x="6583679" y="1957685"/>
                </a:lnTo>
                <a:lnTo>
                  <a:pt x="6582033" y="1958342"/>
                </a:lnTo>
                <a:lnTo>
                  <a:pt x="6580387" y="1958999"/>
                </a:lnTo>
                <a:lnTo>
                  <a:pt x="6578741" y="1959656"/>
                </a:lnTo>
                <a:lnTo>
                  <a:pt x="6577094" y="1960312"/>
                </a:lnTo>
                <a:lnTo>
                  <a:pt x="6575448" y="1960968"/>
                </a:lnTo>
                <a:lnTo>
                  <a:pt x="6573802" y="1961623"/>
                </a:lnTo>
                <a:lnTo>
                  <a:pt x="6572155" y="1962279"/>
                </a:lnTo>
                <a:lnTo>
                  <a:pt x="6570509" y="1962933"/>
                </a:lnTo>
                <a:lnTo>
                  <a:pt x="6568863" y="1963588"/>
                </a:lnTo>
                <a:lnTo>
                  <a:pt x="6567216" y="1964242"/>
                </a:lnTo>
                <a:lnTo>
                  <a:pt x="6565570" y="1964895"/>
                </a:lnTo>
                <a:lnTo>
                  <a:pt x="6563924" y="1965548"/>
                </a:lnTo>
                <a:lnTo>
                  <a:pt x="6562277" y="1966201"/>
                </a:lnTo>
                <a:lnTo>
                  <a:pt x="6560631" y="1966853"/>
                </a:lnTo>
                <a:lnTo>
                  <a:pt x="6558985" y="1967505"/>
                </a:lnTo>
                <a:lnTo>
                  <a:pt x="6557338" y="1968157"/>
                </a:lnTo>
                <a:lnTo>
                  <a:pt x="6555692" y="1968808"/>
                </a:lnTo>
                <a:lnTo>
                  <a:pt x="6554046" y="1969459"/>
                </a:lnTo>
                <a:lnTo>
                  <a:pt x="6552399" y="1970110"/>
                </a:lnTo>
                <a:lnTo>
                  <a:pt x="6550753" y="1970760"/>
                </a:lnTo>
                <a:lnTo>
                  <a:pt x="6549107" y="1971409"/>
                </a:lnTo>
                <a:lnTo>
                  <a:pt x="6547460" y="1972058"/>
                </a:lnTo>
                <a:lnTo>
                  <a:pt x="6545814" y="1972707"/>
                </a:lnTo>
                <a:lnTo>
                  <a:pt x="6544168" y="1973356"/>
                </a:lnTo>
                <a:lnTo>
                  <a:pt x="6542521" y="1974004"/>
                </a:lnTo>
                <a:lnTo>
                  <a:pt x="6540875" y="1974652"/>
                </a:lnTo>
                <a:lnTo>
                  <a:pt x="6539229" y="1975299"/>
                </a:lnTo>
                <a:lnTo>
                  <a:pt x="6537582" y="1975946"/>
                </a:lnTo>
                <a:lnTo>
                  <a:pt x="6535936" y="1976592"/>
                </a:lnTo>
                <a:lnTo>
                  <a:pt x="6534290" y="1977238"/>
                </a:lnTo>
                <a:lnTo>
                  <a:pt x="6532643" y="1977884"/>
                </a:lnTo>
                <a:lnTo>
                  <a:pt x="6530997" y="1978529"/>
                </a:lnTo>
                <a:lnTo>
                  <a:pt x="6529351" y="1979174"/>
                </a:lnTo>
                <a:lnTo>
                  <a:pt x="6527704" y="1979818"/>
                </a:lnTo>
                <a:lnTo>
                  <a:pt x="6526058" y="1980462"/>
                </a:lnTo>
                <a:lnTo>
                  <a:pt x="6524412" y="1981106"/>
                </a:lnTo>
                <a:lnTo>
                  <a:pt x="6522765" y="1981749"/>
                </a:lnTo>
                <a:lnTo>
                  <a:pt x="6521119" y="1982392"/>
                </a:lnTo>
                <a:lnTo>
                  <a:pt x="6519473" y="1983034"/>
                </a:lnTo>
                <a:lnTo>
                  <a:pt x="6517826" y="1983676"/>
                </a:lnTo>
                <a:lnTo>
                  <a:pt x="6516180" y="1984318"/>
                </a:lnTo>
                <a:lnTo>
                  <a:pt x="6514534" y="1984959"/>
                </a:lnTo>
                <a:lnTo>
                  <a:pt x="6512887" y="1985600"/>
                </a:lnTo>
                <a:lnTo>
                  <a:pt x="6511241" y="1986240"/>
                </a:lnTo>
                <a:lnTo>
                  <a:pt x="6509595" y="1986880"/>
                </a:lnTo>
                <a:lnTo>
                  <a:pt x="6507948" y="1987519"/>
                </a:lnTo>
                <a:lnTo>
                  <a:pt x="6506302" y="1988158"/>
                </a:lnTo>
                <a:lnTo>
                  <a:pt x="6504656" y="1988797"/>
                </a:lnTo>
                <a:lnTo>
                  <a:pt x="6503009" y="1989435"/>
                </a:lnTo>
                <a:lnTo>
                  <a:pt x="6501363" y="1990073"/>
                </a:lnTo>
                <a:lnTo>
                  <a:pt x="6499717" y="1990710"/>
                </a:lnTo>
                <a:lnTo>
                  <a:pt x="6498070" y="1991347"/>
                </a:lnTo>
                <a:lnTo>
                  <a:pt x="6496424" y="1991984"/>
                </a:lnTo>
                <a:lnTo>
                  <a:pt x="6494778" y="1992620"/>
                </a:lnTo>
                <a:lnTo>
                  <a:pt x="6493131" y="1993256"/>
                </a:lnTo>
                <a:lnTo>
                  <a:pt x="6491485" y="1993891"/>
                </a:lnTo>
                <a:lnTo>
                  <a:pt x="6489839" y="1994526"/>
                </a:lnTo>
                <a:lnTo>
                  <a:pt x="6488192" y="1995160"/>
                </a:lnTo>
                <a:lnTo>
                  <a:pt x="6486546" y="1995794"/>
                </a:lnTo>
                <a:lnTo>
                  <a:pt x="6484900" y="1996428"/>
                </a:lnTo>
                <a:lnTo>
                  <a:pt x="6483253" y="1997061"/>
                </a:lnTo>
                <a:lnTo>
                  <a:pt x="6481607" y="1997693"/>
                </a:lnTo>
                <a:lnTo>
                  <a:pt x="6479961" y="1998325"/>
                </a:lnTo>
                <a:lnTo>
                  <a:pt x="6478314" y="1998957"/>
                </a:lnTo>
                <a:lnTo>
                  <a:pt x="6476668" y="1999589"/>
                </a:lnTo>
                <a:lnTo>
                  <a:pt x="6475022" y="2000219"/>
                </a:lnTo>
                <a:lnTo>
                  <a:pt x="6473375" y="2000850"/>
                </a:lnTo>
                <a:lnTo>
                  <a:pt x="6471729" y="2001480"/>
                </a:lnTo>
                <a:lnTo>
                  <a:pt x="6470083" y="2002110"/>
                </a:lnTo>
                <a:lnTo>
                  <a:pt x="6468436" y="2002739"/>
                </a:lnTo>
                <a:lnTo>
                  <a:pt x="6466790" y="2003367"/>
                </a:lnTo>
                <a:lnTo>
                  <a:pt x="6465144" y="2003996"/>
                </a:lnTo>
                <a:lnTo>
                  <a:pt x="6463497" y="2004623"/>
                </a:lnTo>
                <a:lnTo>
                  <a:pt x="6461851" y="2005251"/>
                </a:lnTo>
                <a:lnTo>
                  <a:pt x="6460205" y="2005878"/>
                </a:lnTo>
                <a:lnTo>
                  <a:pt x="6458558" y="2006504"/>
                </a:lnTo>
                <a:lnTo>
                  <a:pt x="6456912" y="2007130"/>
                </a:lnTo>
                <a:lnTo>
                  <a:pt x="6455266" y="2007756"/>
                </a:lnTo>
                <a:lnTo>
                  <a:pt x="6453619" y="2008381"/>
                </a:lnTo>
                <a:lnTo>
                  <a:pt x="6451973" y="2009006"/>
                </a:lnTo>
                <a:lnTo>
                  <a:pt x="6450327" y="2009630"/>
                </a:lnTo>
                <a:lnTo>
                  <a:pt x="6448680" y="2010254"/>
                </a:lnTo>
                <a:lnTo>
                  <a:pt x="6447034" y="2010877"/>
                </a:lnTo>
                <a:lnTo>
                  <a:pt x="6445388" y="2011500"/>
                </a:lnTo>
                <a:lnTo>
                  <a:pt x="6443741" y="2012122"/>
                </a:lnTo>
                <a:lnTo>
                  <a:pt x="6442095" y="2012744"/>
                </a:lnTo>
                <a:lnTo>
                  <a:pt x="6440449" y="2013366"/>
                </a:lnTo>
                <a:lnTo>
                  <a:pt x="6438802" y="2013987"/>
                </a:lnTo>
                <a:lnTo>
                  <a:pt x="6437156" y="2014607"/>
                </a:lnTo>
                <a:lnTo>
                  <a:pt x="6435510" y="2015227"/>
                </a:lnTo>
                <a:lnTo>
                  <a:pt x="6433863" y="2015847"/>
                </a:lnTo>
                <a:lnTo>
                  <a:pt x="6432217" y="2016466"/>
                </a:lnTo>
                <a:lnTo>
                  <a:pt x="6430571" y="2017085"/>
                </a:lnTo>
                <a:lnTo>
                  <a:pt x="6428924" y="2017703"/>
                </a:lnTo>
                <a:lnTo>
                  <a:pt x="6427278" y="2018321"/>
                </a:lnTo>
                <a:lnTo>
                  <a:pt x="6425632" y="2018939"/>
                </a:lnTo>
                <a:lnTo>
                  <a:pt x="6423985" y="2019555"/>
                </a:lnTo>
                <a:lnTo>
                  <a:pt x="6422339" y="2020172"/>
                </a:lnTo>
                <a:lnTo>
                  <a:pt x="6420693" y="2020788"/>
                </a:lnTo>
                <a:lnTo>
                  <a:pt x="6419046" y="2021403"/>
                </a:lnTo>
                <a:lnTo>
                  <a:pt x="6417400" y="2022018"/>
                </a:lnTo>
                <a:lnTo>
                  <a:pt x="6415754" y="2022633"/>
                </a:lnTo>
                <a:lnTo>
                  <a:pt x="6414107" y="2023247"/>
                </a:lnTo>
                <a:lnTo>
                  <a:pt x="6412461" y="2023860"/>
                </a:lnTo>
                <a:lnTo>
                  <a:pt x="6410815" y="2024474"/>
                </a:lnTo>
                <a:lnTo>
                  <a:pt x="6409168" y="2025086"/>
                </a:lnTo>
                <a:lnTo>
                  <a:pt x="6407522" y="2025698"/>
                </a:lnTo>
                <a:lnTo>
                  <a:pt x="6405876" y="2026310"/>
                </a:lnTo>
                <a:lnTo>
                  <a:pt x="6404229" y="2026921"/>
                </a:lnTo>
                <a:lnTo>
                  <a:pt x="6402583" y="2027532"/>
                </a:lnTo>
                <a:lnTo>
                  <a:pt x="6400937" y="2028142"/>
                </a:lnTo>
                <a:lnTo>
                  <a:pt x="6399290" y="2028752"/>
                </a:lnTo>
                <a:lnTo>
                  <a:pt x="6397644" y="2029361"/>
                </a:lnTo>
                <a:lnTo>
                  <a:pt x="6395998" y="2029970"/>
                </a:lnTo>
                <a:lnTo>
                  <a:pt x="6394351" y="2030579"/>
                </a:lnTo>
                <a:lnTo>
                  <a:pt x="6392705" y="2031186"/>
                </a:lnTo>
                <a:lnTo>
                  <a:pt x="6391059" y="2031794"/>
                </a:lnTo>
                <a:lnTo>
                  <a:pt x="6389412" y="2032401"/>
                </a:lnTo>
                <a:lnTo>
                  <a:pt x="6387766" y="2033007"/>
                </a:lnTo>
                <a:lnTo>
                  <a:pt x="6386120" y="2033613"/>
                </a:lnTo>
                <a:lnTo>
                  <a:pt x="6384473" y="2034218"/>
                </a:lnTo>
                <a:lnTo>
                  <a:pt x="6382827" y="2034823"/>
                </a:lnTo>
                <a:lnTo>
                  <a:pt x="6381181" y="2035428"/>
                </a:lnTo>
                <a:lnTo>
                  <a:pt x="6379534" y="2036032"/>
                </a:lnTo>
                <a:lnTo>
                  <a:pt x="6377888" y="2036635"/>
                </a:lnTo>
                <a:lnTo>
                  <a:pt x="6376242" y="2037238"/>
                </a:lnTo>
                <a:lnTo>
                  <a:pt x="6374595" y="2037841"/>
                </a:lnTo>
                <a:lnTo>
                  <a:pt x="6372949" y="2038443"/>
                </a:lnTo>
                <a:lnTo>
                  <a:pt x="6371303" y="2039044"/>
                </a:lnTo>
                <a:lnTo>
                  <a:pt x="6369656" y="2039645"/>
                </a:lnTo>
                <a:lnTo>
                  <a:pt x="6368010" y="2040246"/>
                </a:lnTo>
                <a:lnTo>
                  <a:pt x="6366364" y="2040846"/>
                </a:lnTo>
                <a:lnTo>
                  <a:pt x="6364717" y="2041445"/>
                </a:lnTo>
                <a:lnTo>
                  <a:pt x="6363071" y="2042044"/>
                </a:lnTo>
                <a:lnTo>
                  <a:pt x="6361425" y="2042643"/>
                </a:lnTo>
                <a:lnTo>
                  <a:pt x="6359778" y="2043241"/>
                </a:lnTo>
                <a:lnTo>
                  <a:pt x="6358132" y="2043838"/>
                </a:lnTo>
                <a:lnTo>
                  <a:pt x="6356486" y="2044435"/>
                </a:lnTo>
                <a:lnTo>
                  <a:pt x="6354839" y="2045032"/>
                </a:lnTo>
                <a:lnTo>
                  <a:pt x="6353193" y="2045628"/>
                </a:lnTo>
                <a:lnTo>
                  <a:pt x="6351547" y="2046223"/>
                </a:lnTo>
                <a:lnTo>
                  <a:pt x="6349900" y="2046818"/>
                </a:lnTo>
                <a:lnTo>
                  <a:pt x="6348254" y="2047413"/>
                </a:lnTo>
                <a:lnTo>
                  <a:pt x="6346608" y="2048007"/>
                </a:lnTo>
                <a:lnTo>
                  <a:pt x="6344961" y="2048600"/>
                </a:lnTo>
                <a:lnTo>
                  <a:pt x="6343315" y="2049193"/>
                </a:lnTo>
                <a:lnTo>
                  <a:pt x="6341669" y="2049786"/>
                </a:lnTo>
                <a:lnTo>
                  <a:pt x="6340022" y="2050377"/>
                </a:lnTo>
                <a:lnTo>
                  <a:pt x="6338376" y="2050969"/>
                </a:lnTo>
                <a:lnTo>
                  <a:pt x="6336730" y="2051560"/>
                </a:lnTo>
                <a:lnTo>
                  <a:pt x="6335083" y="2052150"/>
                </a:lnTo>
                <a:lnTo>
                  <a:pt x="6333437" y="2052740"/>
                </a:lnTo>
                <a:lnTo>
                  <a:pt x="6331791" y="2053329"/>
                </a:lnTo>
                <a:lnTo>
                  <a:pt x="6330144" y="2053918"/>
                </a:lnTo>
                <a:lnTo>
                  <a:pt x="6328498" y="2054507"/>
                </a:lnTo>
                <a:lnTo>
                  <a:pt x="6326852" y="2055094"/>
                </a:lnTo>
                <a:lnTo>
                  <a:pt x="6325205" y="2055682"/>
                </a:lnTo>
                <a:lnTo>
                  <a:pt x="6323559" y="2056268"/>
                </a:lnTo>
                <a:lnTo>
                  <a:pt x="6321913" y="2056855"/>
                </a:lnTo>
                <a:lnTo>
                  <a:pt x="6320266" y="2057440"/>
                </a:lnTo>
                <a:lnTo>
                  <a:pt x="6318620" y="2058026"/>
                </a:lnTo>
                <a:lnTo>
                  <a:pt x="6316974" y="2058610"/>
                </a:lnTo>
                <a:lnTo>
                  <a:pt x="6315327" y="2059194"/>
                </a:lnTo>
                <a:lnTo>
                  <a:pt x="6313681" y="2059778"/>
                </a:lnTo>
                <a:lnTo>
                  <a:pt x="6312035" y="2060361"/>
                </a:lnTo>
                <a:lnTo>
                  <a:pt x="6310388" y="2060944"/>
                </a:lnTo>
                <a:lnTo>
                  <a:pt x="6308742" y="2061526"/>
                </a:lnTo>
                <a:lnTo>
                  <a:pt x="6307096" y="2062107"/>
                </a:lnTo>
                <a:lnTo>
                  <a:pt x="6305449" y="2062688"/>
                </a:lnTo>
                <a:lnTo>
                  <a:pt x="6303803" y="2063269"/>
                </a:lnTo>
                <a:lnTo>
                  <a:pt x="6302157" y="2063849"/>
                </a:lnTo>
                <a:lnTo>
                  <a:pt x="6300510" y="2064428"/>
                </a:lnTo>
                <a:lnTo>
                  <a:pt x="6298864" y="2065007"/>
                </a:lnTo>
                <a:lnTo>
                  <a:pt x="6297218" y="2065585"/>
                </a:lnTo>
                <a:lnTo>
                  <a:pt x="6295571" y="2066163"/>
                </a:lnTo>
                <a:lnTo>
                  <a:pt x="6293925" y="2066740"/>
                </a:lnTo>
                <a:lnTo>
                  <a:pt x="6292279" y="2067317"/>
                </a:lnTo>
                <a:lnTo>
                  <a:pt x="6290632" y="2067893"/>
                </a:lnTo>
                <a:lnTo>
                  <a:pt x="6288986" y="2068469"/>
                </a:lnTo>
                <a:lnTo>
                  <a:pt x="6287340" y="2069044"/>
                </a:lnTo>
                <a:lnTo>
                  <a:pt x="6285693" y="2069619"/>
                </a:lnTo>
                <a:lnTo>
                  <a:pt x="6284047" y="2070193"/>
                </a:lnTo>
                <a:lnTo>
                  <a:pt x="6282401" y="2070766"/>
                </a:lnTo>
                <a:lnTo>
                  <a:pt x="6280754" y="2071339"/>
                </a:lnTo>
                <a:lnTo>
                  <a:pt x="6279108" y="2071912"/>
                </a:lnTo>
                <a:lnTo>
                  <a:pt x="6277462" y="2072483"/>
                </a:lnTo>
                <a:lnTo>
                  <a:pt x="6275815" y="2073055"/>
                </a:lnTo>
                <a:lnTo>
                  <a:pt x="6274169" y="2073626"/>
                </a:lnTo>
                <a:lnTo>
                  <a:pt x="6272523" y="2074196"/>
                </a:lnTo>
                <a:lnTo>
                  <a:pt x="6270876" y="2074765"/>
                </a:lnTo>
                <a:lnTo>
                  <a:pt x="6269230" y="2075335"/>
                </a:lnTo>
                <a:lnTo>
                  <a:pt x="6267584" y="2075903"/>
                </a:lnTo>
                <a:lnTo>
                  <a:pt x="6265938" y="2076471"/>
                </a:lnTo>
                <a:lnTo>
                  <a:pt x="6264291" y="2077039"/>
                </a:lnTo>
                <a:lnTo>
                  <a:pt x="6262645" y="2077606"/>
                </a:lnTo>
                <a:lnTo>
                  <a:pt x="6260999" y="2078172"/>
                </a:lnTo>
                <a:lnTo>
                  <a:pt x="6259352" y="2078738"/>
                </a:lnTo>
                <a:lnTo>
                  <a:pt x="6257706" y="2079303"/>
                </a:lnTo>
                <a:lnTo>
                  <a:pt x="6256060" y="2079868"/>
                </a:lnTo>
                <a:lnTo>
                  <a:pt x="6254413" y="2080432"/>
                </a:lnTo>
                <a:lnTo>
                  <a:pt x="6252767" y="2080996"/>
                </a:lnTo>
                <a:lnTo>
                  <a:pt x="6251121" y="2081559"/>
                </a:lnTo>
                <a:lnTo>
                  <a:pt x="6249474" y="2082121"/>
                </a:lnTo>
                <a:lnTo>
                  <a:pt x="6247828" y="2082683"/>
                </a:lnTo>
                <a:lnTo>
                  <a:pt x="6246182" y="2083244"/>
                </a:lnTo>
                <a:lnTo>
                  <a:pt x="6244535" y="2083805"/>
                </a:lnTo>
                <a:lnTo>
                  <a:pt x="6242889" y="2084366"/>
                </a:lnTo>
                <a:lnTo>
                  <a:pt x="6241243" y="2084925"/>
                </a:lnTo>
                <a:lnTo>
                  <a:pt x="6239596" y="2085484"/>
                </a:lnTo>
                <a:lnTo>
                  <a:pt x="6237950" y="2086043"/>
                </a:lnTo>
                <a:lnTo>
                  <a:pt x="6236304" y="2086601"/>
                </a:lnTo>
                <a:lnTo>
                  <a:pt x="6234657" y="2087158"/>
                </a:lnTo>
                <a:lnTo>
                  <a:pt x="6233011" y="2087715"/>
                </a:lnTo>
                <a:lnTo>
                  <a:pt x="6231365" y="2088272"/>
                </a:lnTo>
                <a:lnTo>
                  <a:pt x="6229718" y="2088827"/>
                </a:lnTo>
                <a:lnTo>
                  <a:pt x="6228072" y="2089382"/>
                </a:lnTo>
                <a:lnTo>
                  <a:pt x="6226426" y="2089937"/>
                </a:lnTo>
                <a:lnTo>
                  <a:pt x="6224779" y="2090491"/>
                </a:lnTo>
                <a:lnTo>
                  <a:pt x="6223133" y="2091045"/>
                </a:lnTo>
                <a:lnTo>
                  <a:pt x="6221487" y="2091597"/>
                </a:lnTo>
                <a:lnTo>
                  <a:pt x="6219840" y="2092150"/>
                </a:lnTo>
                <a:lnTo>
                  <a:pt x="6218194" y="2092701"/>
                </a:lnTo>
                <a:lnTo>
                  <a:pt x="6216548" y="2093253"/>
                </a:lnTo>
                <a:lnTo>
                  <a:pt x="6214901" y="2093803"/>
                </a:lnTo>
                <a:lnTo>
                  <a:pt x="6213255" y="2094353"/>
                </a:lnTo>
                <a:lnTo>
                  <a:pt x="6211609" y="2094903"/>
                </a:lnTo>
                <a:lnTo>
                  <a:pt x="6209962" y="2095452"/>
                </a:lnTo>
                <a:lnTo>
                  <a:pt x="6208316" y="2096000"/>
                </a:lnTo>
                <a:lnTo>
                  <a:pt x="6206670" y="2096547"/>
                </a:lnTo>
                <a:lnTo>
                  <a:pt x="6205023" y="2097095"/>
                </a:lnTo>
                <a:lnTo>
                  <a:pt x="6203377" y="2097641"/>
                </a:lnTo>
                <a:lnTo>
                  <a:pt x="6201731" y="2098187"/>
                </a:lnTo>
                <a:lnTo>
                  <a:pt x="6200084" y="2098732"/>
                </a:lnTo>
                <a:lnTo>
                  <a:pt x="6198438" y="2099277"/>
                </a:lnTo>
                <a:lnTo>
                  <a:pt x="6196792" y="2099821"/>
                </a:lnTo>
                <a:lnTo>
                  <a:pt x="6195145" y="2100365"/>
                </a:lnTo>
                <a:lnTo>
                  <a:pt x="6193499" y="2100908"/>
                </a:lnTo>
                <a:lnTo>
                  <a:pt x="6191853" y="2101451"/>
                </a:lnTo>
                <a:lnTo>
                  <a:pt x="6190206" y="2101992"/>
                </a:lnTo>
                <a:lnTo>
                  <a:pt x="6188560" y="2102534"/>
                </a:lnTo>
                <a:lnTo>
                  <a:pt x="6186914" y="2103074"/>
                </a:lnTo>
                <a:lnTo>
                  <a:pt x="6185267" y="2103615"/>
                </a:lnTo>
                <a:lnTo>
                  <a:pt x="6183621" y="2104154"/>
                </a:lnTo>
                <a:lnTo>
                  <a:pt x="6181975" y="2104693"/>
                </a:lnTo>
                <a:lnTo>
                  <a:pt x="6180328" y="2105231"/>
                </a:lnTo>
                <a:lnTo>
                  <a:pt x="6178682" y="2105769"/>
                </a:lnTo>
                <a:lnTo>
                  <a:pt x="6177036" y="2106306"/>
                </a:lnTo>
                <a:lnTo>
                  <a:pt x="6175389" y="2106843"/>
                </a:lnTo>
                <a:lnTo>
                  <a:pt x="6173743" y="2107379"/>
                </a:lnTo>
                <a:lnTo>
                  <a:pt x="6172097" y="2107914"/>
                </a:lnTo>
                <a:lnTo>
                  <a:pt x="6170450" y="2108449"/>
                </a:lnTo>
                <a:lnTo>
                  <a:pt x="6168804" y="2108983"/>
                </a:lnTo>
                <a:lnTo>
                  <a:pt x="6167158" y="2109516"/>
                </a:lnTo>
                <a:lnTo>
                  <a:pt x="6165511" y="2110049"/>
                </a:lnTo>
                <a:lnTo>
                  <a:pt x="6163865" y="2110582"/>
                </a:lnTo>
                <a:lnTo>
                  <a:pt x="6162219" y="2111114"/>
                </a:lnTo>
                <a:lnTo>
                  <a:pt x="6160572" y="2111645"/>
                </a:lnTo>
                <a:lnTo>
                  <a:pt x="6158926" y="2112175"/>
                </a:lnTo>
                <a:lnTo>
                  <a:pt x="6157280" y="2112705"/>
                </a:lnTo>
                <a:lnTo>
                  <a:pt x="6155633" y="2113235"/>
                </a:lnTo>
                <a:lnTo>
                  <a:pt x="6153987" y="2113763"/>
                </a:lnTo>
                <a:lnTo>
                  <a:pt x="6152341" y="2114291"/>
                </a:lnTo>
                <a:lnTo>
                  <a:pt x="6150694" y="2114819"/>
                </a:lnTo>
                <a:lnTo>
                  <a:pt x="6149048" y="2115346"/>
                </a:lnTo>
                <a:lnTo>
                  <a:pt x="6147402" y="2115872"/>
                </a:lnTo>
                <a:lnTo>
                  <a:pt x="6145755" y="2116398"/>
                </a:lnTo>
                <a:lnTo>
                  <a:pt x="6144109" y="2116923"/>
                </a:lnTo>
                <a:lnTo>
                  <a:pt x="6142463" y="2117448"/>
                </a:lnTo>
                <a:lnTo>
                  <a:pt x="6140816" y="2117971"/>
                </a:lnTo>
                <a:lnTo>
                  <a:pt x="6139170" y="2118495"/>
                </a:lnTo>
                <a:lnTo>
                  <a:pt x="6137524" y="2119017"/>
                </a:lnTo>
                <a:lnTo>
                  <a:pt x="6135877" y="2119539"/>
                </a:lnTo>
                <a:lnTo>
                  <a:pt x="6134231" y="2120061"/>
                </a:lnTo>
                <a:lnTo>
                  <a:pt x="6132585" y="2120582"/>
                </a:lnTo>
                <a:lnTo>
                  <a:pt x="6130938" y="2121102"/>
                </a:lnTo>
                <a:lnTo>
                  <a:pt x="6129292" y="2121621"/>
                </a:lnTo>
                <a:lnTo>
                  <a:pt x="6127646" y="2122140"/>
                </a:lnTo>
                <a:lnTo>
                  <a:pt x="6125999" y="2122659"/>
                </a:lnTo>
                <a:lnTo>
                  <a:pt x="6124353" y="2123177"/>
                </a:lnTo>
                <a:lnTo>
                  <a:pt x="6122707" y="2123694"/>
                </a:lnTo>
                <a:lnTo>
                  <a:pt x="6121060" y="2124210"/>
                </a:lnTo>
                <a:lnTo>
                  <a:pt x="6119414" y="2124726"/>
                </a:lnTo>
                <a:lnTo>
                  <a:pt x="6117768" y="2125241"/>
                </a:lnTo>
                <a:lnTo>
                  <a:pt x="6116121" y="2125756"/>
                </a:lnTo>
                <a:lnTo>
                  <a:pt x="6114475" y="2126270"/>
                </a:lnTo>
                <a:lnTo>
                  <a:pt x="6112829" y="2126783"/>
                </a:lnTo>
                <a:lnTo>
                  <a:pt x="6111182" y="2127296"/>
                </a:lnTo>
                <a:lnTo>
                  <a:pt x="6109536" y="2127808"/>
                </a:lnTo>
                <a:lnTo>
                  <a:pt x="6107890" y="2128320"/>
                </a:lnTo>
                <a:lnTo>
                  <a:pt x="6106243" y="2128830"/>
                </a:lnTo>
                <a:lnTo>
                  <a:pt x="6104597" y="2129341"/>
                </a:lnTo>
                <a:lnTo>
                  <a:pt x="6102951" y="2129850"/>
                </a:lnTo>
                <a:lnTo>
                  <a:pt x="6101304" y="2130359"/>
                </a:lnTo>
                <a:lnTo>
                  <a:pt x="6099658" y="2130868"/>
                </a:lnTo>
                <a:lnTo>
                  <a:pt x="6098012" y="2131375"/>
                </a:lnTo>
                <a:lnTo>
                  <a:pt x="6096365" y="2131883"/>
                </a:lnTo>
                <a:lnTo>
                  <a:pt x="6094719" y="2132389"/>
                </a:lnTo>
                <a:lnTo>
                  <a:pt x="6093073" y="2132895"/>
                </a:lnTo>
                <a:lnTo>
                  <a:pt x="6091426" y="2133400"/>
                </a:lnTo>
                <a:lnTo>
                  <a:pt x="6089780" y="2133905"/>
                </a:lnTo>
                <a:lnTo>
                  <a:pt x="6088134" y="2134409"/>
                </a:lnTo>
                <a:lnTo>
                  <a:pt x="6086487" y="2134912"/>
                </a:lnTo>
                <a:lnTo>
                  <a:pt x="6084841" y="2135414"/>
                </a:lnTo>
                <a:lnTo>
                  <a:pt x="6083195" y="2135916"/>
                </a:lnTo>
                <a:lnTo>
                  <a:pt x="6081548" y="2136418"/>
                </a:lnTo>
                <a:lnTo>
                  <a:pt x="6079902" y="2136919"/>
                </a:lnTo>
                <a:lnTo>
                  <a:pt x="6078256" y="2137419"/>
                </a:lnTo>
                <a:lnTo>
                  <a:pt x="6076609" y="2137918"/>
                </a:lnTo>
                <a:lnTo>
                  <a:pt x="6074963" y="2138417"/>
                </a:lnTo>
                <a:lnTo>
                  <a:pt x="6073317" y="2138915"/>
                </a:lnTo>
                <a:lnTo>
                  <a:pt x="6071670" y="2139413"/>
                </a:lnTo>
                <a:lnTo>
                  <a:pt x="6070024" y="2139910"/>
                </a:lnTo>
                <a:lnTo>
                  <a:pt x="6068378" y="2140406"/>
                </a:lnTo>
                <a:lnTo>
                  <a:pt x="6066731" y="2140901"/>
                </a:lnTo>
                <a:lnTo>
                  <a:pt x="6065085" y="2141396"/>
                </a:lnTo>
                <a:lnTo>
                  <a:pt x="6063439" y="2141891"/>
                </a:lnTo>
                <a:lnTo>
                  <a:pt x="6061792" y="2142384"/>
                </a:lnTo>
                <a:lnTo>
                  <a:pt x="6060146" y="2142877"/>
                </a:lnTo>
                <a:lnTo>
                  <a:pt x="6058500" y="2143370"/>
                </a:lnTo>
                <a:lnTo>
                  <a:pt x="6056853" y="2143861"/>
                </a:lnTo>
                <a:lnTo>
                  <a:pt x="6055207" y="2144352"/>
                </a:lnTo>
                <a:lnTo>
                  <a:pt x="6053561" y="2144843"/>
                </a:lnTo>
                <a:lnTo>
                  <a:pt x="6051914" y="2145333"/>
                </a:lnTo>
                <a:lnTo>
                  <a:pt x="6050268" y="2145822"/>
                </a:lnTo>
                <a:lnTo>
                  <a:pt x="6048622" y="2146310"/>
                </a:lnTo>
                <a:lnTo>
                  <a:pt x="6046975" y="2146798"/>
                </a:lnTo>
                <a:lnTo>
                  <a:pt x="6045329" y="2147285"/>
                </a:lnTo>
                <a:lnTo>
                  <a:pt x="6043683" y="2147772"/>
                </a:lnTo>
                <a:lnTo>
                  <a:pt x="6042036" y="2148257"/>
                </a:lnTo>
                <a:lnTo>
                  <a:pt x="6040390" y="2148743"/>
                </a:lnTo>
                <a:lnTo>
                  <a:pt x="6038744" y="2149227"/>
                </a:lnTo>
                <a:lnTo>
                  <a:pt x="6037097" y="2149711"/>
                </a:lnTo>
                <a:lnTo>
                  <a:pt x="6035451" y="2150194"/>
                </a:lnTo>
                <a:lnTo>
                  <a:pt x="6033805" y="2150677"/>
                </a:lnTo>
                <a:lnTo>
                  <a:pt x="6032158" y="2151159"/>
                </a:lnTo>
                <a:lnTo>
                  <a:pt x="6030512" y="2151640"/>
                </a:lnTo>
                <a:lnTo>
                  <a:pt x="6028866" y="2152120"/>
                </a:lnTo>
                <a:lnTo>
                  <a:pt x="6027219" y="2152600"/>
                </a:lnTo>
                <a:lnTo>
                  <a:pt x="6025573" y="2153079"/>
                </a:lnTo>
                <a:lnTo>
                  <a:pt x="6023927" y="2153558"/>
                </a:lnTo>
                <a:lnTo>
                  <a:pt x="6022280" y="2154036"/>
                </a:lnTo>
                <a:lnTo>
                  <a:pt x="6020634" y="2154513"/>
                </a:lnTo>
                <a:lnTo>
                  <a:pt x="6018988" y="2154990"/>
                </a:lnTo>
                <a:lnTo>
                  <a:pt x="6017341" y="2155466"/>
                </a:lnTo>
                <a:lnTo>
                  <a:pt x="6015695" y="2155941"/>
                </a:lnTo>
                <a:lnTo>
                  <a:pt x="6014049" y="2156415"/>
                </a:lnTo>
                <a:lnTo>
                  <a:pt x="6012402" y="2156889"/>
                </a:lnTo>
                <a:lnTo>
                  <a:pt x="6010756" y="2157363"/>
                </a:lnTo>
                <a:lnTo>
                  <a:pt x="6009110" y="2157835"/>
                </a:lnTo>
                <a:lnTo>
                  <a:pt x="6007463" y="2158307"/>
                </a:lnTo>
                <a:lnTo>
                  <a:pt x="6005817" y="2158778"/>
                </a:lnTo>
                <a:lnTo>
                  <a:pt x="6004171" y="2159249"/>
                </a:lnTo>
                <a:lnTo>
                  <a:pt x="6002524" y="2159719"/>
                </a:lnTo>
                <a:lnTo>
                  <a:pt x="6000878" y="2160188"/>
                </a:lnTo>
                <a:lnTo>
                  <a:pt x="5999232" y="2160656"/>
                </a:lnTo>
                <a:lnTo>
                  <a:pt x="5997585" y="2161124"/>
                </a:lnTo>
                <a:lnTo>
                  <a:pt x="5995939" y="2161591"/>
                </a:lnTo>
                <a:lnTo>
                  <a:pt x="5994293" y="2162058"/>
                </a:lnTo>
                <a:lnTo>
                  <a:pt x="5992646" y="2162524"/>
                </a:lnTo>
                <a:lnTo>
                  <a:pt x="5991000" y="2162989"/>
                </a:lnTo>
                <a:lnTo>
                  <a:pt x="5989354" y="2163453"/>
                </a:lnTo>
                <a:lnTo>
                  <a:pt x="5987707" y="2163917"/>
                </a:lnTo>
                <a:lnTo>
                  <a:pt x="5986061" y="2164380"/>
                </a:lnTo>
                <a:lnTo>
                  <a:pt x="5984415" y="2164842"/>
                </a:lnTo>
                <a:lnTo>
                  <a:pt x="5982768" y="2165304"/>
                </a:lnTo>
                <a:lnTo>
                  <a:pt x="5981122" y="2165765"/>
                </a:lnTo>
                <a:lnTo>
                  <a:pt x="5979476" y="2166226"/>
                </a:lnTo>
                <a:lnTo>
                  <a:pt x="5977829" y="2166685"/>
                </a:lnTo>
                <a:lnTo>
                  <a:pt x="5976183" y="2167144"/>
                </a:lnTo>
                <a:lnTo>
                  <a:pt x="5974537" y="2167602"/>
                </a:lnTo>
                <a:lnTo>
                  <a:pt x="5972890" y="2168060"/>
                </a:lnTo>
                <a:lnTo>
                  <a:pt x="5971244" y="2168517"/>
                </a:lnTo>
                <a:lnTo>
                  <a:pt x="5969598" y="2168973"/>
                </a:lnTo>
                <a:lnTo>
                  <a:pt x="5967951" y="2169429"/>
                </a:lnTo>
                <a:lnTo>
                  <a:pt x="5966305" y="2169884"/>
                </a:lnTo>
                <a:lnTo>
                  <a:pt x="5964659" y="2170338"/>
                </a:lnTo>
                <a:lnTo>
                  <a:pt x="5963012" y="2170791"/>
                </a:lnTo>
                <a:lnTo>
                  <a:pt x="5961366" y="2171244"/>
                </a:lnTo>
                <a:lnTo>
                  <a:pt x="5959720" y="2171696"/>
                </a:lnTo>
                <a:lnTo>
                  <a:pt x="5958073" y="2172148"/>
                </a:lnTo>
                <a:lnTo>
                  <a:pt x="5956427" y="2172598"/>
                </a:lnTo>
                <a:lnTo>
                  <a:pt x="5954781" y="2173048"/>
                </a:lnTo>
                <a:lnTo>
                  <a:pt x="5953135" y="2173498"/>
                </a:lnTo>
                <a:lnTo>
                  <a:pt x="5951488" y="2173946"/>
                </a:lnTo>
                <a:lnTo>
                  <a:pt x="5949842" y="2174394"/>
                </a:lnTo>
                <a:lnTo>
                  <a:pt x="5948196" y="2174841"/>
                </a:lnTo>
                <a:lnTo>
                  <a:pt x="5946549" y="2175288"/>
                </a:lnTo>
                <a:lnTo>
                  <a:pt x="5944903" y="2175734"/>
                </a:lnTo>
                <a:lnTo>
                  <a:pt x="5943257" y="2176179"/>
                </a:lnTo>
                <a:lnTo>
                  <a:pt x="5941610" y="2176623"/>
                </a:lnTo>
                <a:lnTo>
                  <a:pt x="5939964" y="2177067"/>
                </a:lnTo>
                <a:lnTo>
                  <a:pt x="5938318" y="2177510"/>
                </a:lnTo>
                <a:lnTo>
                  <a:pt x="5936671" y="2177952"/>
                </a:lnTo>
                <a:lnTo>
                  <a:pt x="5935025" y="2178394"/>
                </a:lnTo>
                <a:lnTo>
                  <a:pt x="5933379" y="2178835"/>
                </a:lnTo>
                <a:lnTo>
                  <a:pt x="5931732" y="2179275"/>
                </a:lnTo>
                <a:lnTo>
                  <a:pt x="5930086" y="2179715"/>
                </a:lnTo>
                <a:lnTo>
                  <a:pt x="5928440" y="2180154"/>
                </a:lnTo>
                <a:lnTo>
                  <a:pt x="5926793" y="2180592"/>
                </a:lnTo>
                <a:lnTo>
                  <a:pt x="5925147" y="2181029"/>
                </a:lnTo>
                <a:lnTo>
                  <a:pt x="5923501" y="2181466"/>
                </a:lnTo>
                <a:lnTo>
                  <a:pt x="5921854" y="2181902"/>
                </a:lnTo>
                <a:lnTo>
                  <a:pt x="5920208" y="2182337"/>
                </a:lnTo>
                <a:lnTo>
                  <a:pt x="5918562" y="2182772"/>
                </a:lnTo>
                <a:lnTo>
                  <a:pt x="5916915" y="2183205"/>
                </a:lnTo>
                <a:lnTo>
                  <a:pt x="5915269" y="2183639"/>
                </a:lnTo>
                <a:lnTo>
                  <a:pt x="5913623" y="2184071"/>
                </a:lnTo>
                <a:lnTo>
                  <a:pt x="5911976" y="2184503"/>
                </a:lnTo>
                <a:lnTo>
                  <a:pt x="5910330" y="2184934"/>
                </a:lnTo>
                <a:lnTo>
                  <a:pt x="5908684" y="2185364"/>
                </a:lnTo>
                <a:lnTo>
                  <a:pt x="5907037" y="2185794"/>
                </a:lnTo>
                <a:lnTo>
                  <a:pt x="5905391" y="2186222"/>
                </a:lnTo>
                <a:lnTo>
                  <a:pt x="5903745" y="2186651"/>
                </a:lnTo>
                <a:lnTo>
                  <a:pt x="5902098" y="2187078"/>
                </a:lnTo>
                <a:lnTo>
                  <a:pt x="5900452" y="2187505"/>
                </a:lnTo>
                <a:lnTo>
                  <a:pt x="5898806" y="2187931"/>
                </a:lnTo>
                <a:lnTo>
                  <a:pt x="5897159" y="2188356"/>
                </a:lnTo>
                <a:lnTo>
                  <a:pt x="5895513" y="2188781"/>
                </a:lnTo>
                <a:lnTo>
                  <a:pt x="5893867" y="2189204"/>
                </a:lnTo>
                <a:lnTo>
                  <a:pt x="5892220" y="2189628"/>
                </a:lnTo>
                <a:lnTo>
                  <a:pt x="5890574" y="2190050"/>
                </a:lnTo>
                <a:lnTo>
                  <a:pt x="5888928" y="2190472"/>
                </a:lnTo>
                <a:lnTo>
                  <a:pt x="5887281" y="2190893"/>
                </a:lnTo>
                <a:lnTo>
                  <a:pt x="5885635" y="2191313"/>
                </a:lnTo>
                <a:lnTo>
                  <a:pt x="5883989" y="2191732"/>
                </a:lnTo>
                <a:lnTo>
                  <a:pt x="5882342" y="2192151"/>
                </a:lnTo>
                <a:lnTo>
                  <a:pt x="5880696" y="2192569"/>
                </a:lnTo>
                <a:lnTo>
                  <a:pt x="5879050" y="2192987"/>
                </a:lnTo>
                <a:lnTo>
                  <a:pt x="5877403" y="2193403"/>
                </a:lnTo>
                <a:lnTo>
                  <a:pt x="5875757" y="2193819"/>
                </a:lnTo>
                <a:lnTo>
                  <a:pt x="5874111" y="2194234"/>
                </a:lnTo>
                <a:lnTo>
                  <a:pt x="5872464" y="2194649"/>
                </a:lnTo>
                <a:lnTo>
                  <a:pt x="5870818" y="2195062"/>
                </a:lnTo>
                <a:lnTo>
                  <a:pt x="5869172" y="2195475"/>
                </a:lnTo>
                <a:lnTo>
                  <a:pt x="5867525" y="2195887"/>
                </a:lnTo>
                <a:lnTo>
                  <a:pt x="5865879" y="2196299"/>
                </a:lnTo>
                <a:lnTo>
                  <a:pt x="5864233" y="2196710"/>
                </a:lnTo>
                <a:lnTo>
                  <a:pt x="5862586" y="2197120"/>
                </a:lnTo>
                <a:lnTo>
                  <a:pt x="5860940" y="2197529"/>
                </a:lnTo>
                <a:lnTo>
                  <a:pt x="5859294" y="2197938"/>
                </a:lnTo>
                <a:lnTo>
                  <a:pt x="5857647" y="2198346"/>
                </a:lnTo>
                <a:lnTo>
                  <a:pt x="5856001" y="2198753"/>
                </a:lnTo>
                <a:lnTo>
                  <a:pt x="5854355" y="2199159"/>
                </a:lnTo>
                <a:lnTo>
                  <a:pt x="5852708" y="2199565"/>
                </a:lnTo>
                <a:lnTo>
                  <a:pt x="5851062" y="2199970"/>
                </a:lnTo>
                <a:lnTo>
                  <a:pt x="5849416" y="2200374"/>
                </a:lnTo>
                <a:lnTo>
                  <a:pt x="5847769" y="2200777"/>
                </a:lnTo>
                <a:lnTo>
                  <a:pt x="5846123" y="2201180"/>
                </a:lnTo>
                <a:lnTo>
                  <a:pt x="5844477" y="2201582"/>
                </a:lnTo>
                <a:lnTo>
                  <a:pt x="5842830" y="2201983"/>
                </a:lnTo>
                <a:lnTo>
                  <a:pt x="5841184" y="2202383"/>
                </a:lnTo>
                <a:lnTo>
                  <a:pt x="5839538" y="2202783"/>
                </a:lnTo>
                <a:lnTo>
                  <a:pt x="5837891" y="2203182"/>
                </a:lnTo>
                <a:lnTo>
                  <a:pt x="5836245" y="2203580"/>
                </a:lnTo>
                <a:lnTo>
                  <a:pt x="5834599" y="2203978"/>
                </a:lnTo>
                <a:lnTo>
                  <a:pt x="5832952" y="2204375"/>
                </a:lnTo>
                <a:lnTo>
                  <a:pt x="5831306" y="2204771"/>
                </a:lnTo>
                <a:lnTo>
                  <a:pt x="5829660" y="2205166"/>
                </a:lnTo>
                <a:lnTo>
                  <a:pt x="5828013" y="2205560"/>
                </a:lnTo>
                <a:lnTo>
                  <a:pt x="5826367" y="2205954"/>
                </a:lnTo>
                <a:lnTo>
                  <a:pt x="5824721" y="2206347"/>
                </a:lnTo>
                <a:lnTo>
                  <a:pt x="5823074" y="2206739"/>
                </a:lnTo>
                <a:lnTo>
                  <a:pt x="5821428" y="2207131"/>
                </a:lnTo>
                <a:lnTo>
                  <a:pt x="5819782" y="2207522"/>
                </a:lnTo>
                <a:lnTo>
                  <a:pt x="5818135" y="2207912"/>
                </a:lnTo>
                <a:lnTo>
                  <a:pt x="5816489" y="2208301"/>
                </a:lnTo>
                <a:lnTo>
                  <a:pt x="5814843" y="2208689"/>
                </a:lnTo>
                <a:lnTo>
                  <a:pt x="5813196" y="2209077"/>
                </a:lnTo>
                <a:lnTo>
                  <a:pt x="5811550" y="2209464"/>
                </a:lnTo>
                <a:lnTo>
                  <a:pt x="5809904" y="2209851"/>
                </a:lnTo>
                <a:lnTo>
                  <a:pt x="5808257" y="2210236"/>
                </a:lnTo>
                <a:lnTo>
                  <a:pt x="5806611" y="2210621"/>
                </a:lnTo>
                <a:lnTo>
                  <a:pt x="5804965" y="2211005"/>
                </a:lnTo>
                <a:lnTo>
                  <a:pt x="5803318" y="2211388"/>
                </a:lnTo>
                <a:lnTo>
                  <a:pt x="5801672" y="2211771"/>
                </a:lnTo>
                <a:lnTo>
                  <a:pt x="5800026" y="2212152"/>
                </a:lnTo>
                <a:lnTo>
                  <a:pt x="5798379" y="2212533"/>
                </a:lnTo>
                <a:lnTo>
                  <a:pt x="5796733" y="2212913"/>
                </a:lnTo>
                <a:lnTo>
                  <a:pt x="5795087" y="2213293"/>
                </a:lnTo>
                <a:lnTo>
                  <a:pt x="5793440" y="2213672"/>
                </a:lnTo>
                <a:lnTo>
                  <a:pt x="5791794" y="2214050"/>
                </a:lnTo>
                <a:lnTo>
                  <a:pt x="5790148" y="2214427"/>
                </a:lnTo>
                <a:lnTo>
                  <a:pt x="5788501" y="2214803"/>
                </a:lnTo>
                <a:lnTo>
                  <a:pt x="5786855" y="2215179"/>
                </a:lnTo>
                <a:lnTo>
                  <a:pt x="5785209" y="2215554"/>
                </a:lnTo>
                <a:lnTo>
                  <a:pt x="5783562" y="2215928"/>
                </a:lnTo>
                <a:lnTo>
                  <a:pt x="5781916" y="2216301"/>
                </a:lnTo>
                <a:lnTo>
                  <a:pt x="5780270" y="2216674"/>
                </a:lnTo>
                <a:lnTo>
                  <a:pt x="5778623" y="2217046"/>
                </a:lnTo>
                <a:lnTo>
                  <a:pt x="5776977" y="2217417"/>
                </a:lnTo>
                <a:lnTo>
                  <a:pt x="5775331" y="2217787"/>
                </a:lnTo>
                <a:lnTo>
                  <a:pt x="5773684" y="2218156"/>
                </a:lnTo>
                <a:lnTo>
                  <a:pt x="5772038" y="2218525"/>
                </a:lnTo>
                <a:lnTo>
                  <a:pt x="5770392" y="2218893"/>
                </a:lnTo>
                <a:lnTo>
                  <a:pt x="5768745" y="2219260"/>
                </a:lnTo>
                <a:lnTo>
                  <a:pt x="5767099" y="2219627"/>
                </a:lnTo>
                <a:lnTo>
                  <a:pt x="5765453" y="2219993"/>
                </a:lnTo>
                <a:lnTo>
                  <a:pt x="5763806" y="2220358"/>
                </a:lnTo>
                <a:lnTo>
                  <a:pt x="5762160" y="2220722"/>
                </a:lnTo>
                <a:lnTo>
                  <a:pt x="5760514" y="2221085"/>
                </a:lnTo>
                <a:lnTo>
                  <a:pt x="5758867" y="2221448"/>
                </a:lnTo>
                <a:lnTo>
                  <a:pt x="5757221" y="2221809"/>
                </a:lnTo>
                <a:lnTo>
                  <a:pt x="5755575" y="2222171"/>
                </a:lnTo>
                <a:lnTo>
                  <a:pt x="5753928" y="2222531"/>
                </a:lnTo>
                <a:lnTo>
                  <a:pt x="5752282" y="2222890"/>
                </a:lnTo>
                <a:lnTo>
                  <a:pt x="5750636" y="2223249"/>
                </a:lnTo>
                <a:lnTo>
                  <a:pt x="5748989" y="2223607"/>
                </a:lnTo>
                <a:lnTo>
                  <a:pt x="5747343" y="2223964"/>
                </a:lnTo>
                <a:lnTo>
                  <a:pt x="5745697" y="2224321"/>
                </a:lnTo>
                <a:lnTo>
                  <a:pt x="5744050" y="2224676"/>
                </a:lnTo>
                <a:lnTo>
                  <a:pt x="5742404" y="2225031"/>
                </a:lnTo>
                <a:lnTo>
                  <a:pt x="5740758" y="2225385"/>
                </a:lnTo>
                <a:lnTo>
                  <a:pt x="5739111" y="2225738"/>
                </a:lnTo>
                <a:lnTo>
                  <a:pt x="5737465" y="2226091"/>
                </a:lnTo>
                <a:lnTo>
                  <a:pt x="5735819" y="2226443"/>
                </a:lnTo>
                <a:lnTo>
                  <a:pt x="5734172" y="2226794"/>
                </a:lnTo>
                <a:lnTo>
                  <a:pt x="5732526" y="2227144"/>
                </a:lnTo>
                <a:lnTo>
                  <a:pt x="5730880" y="2227493"/>
                </a:lnTo>
                <a:lnTo>
                  <a:pt x="5729233" y="2227842"/>
                </a:lnTo>
                <a:lnTo>
                  <a:pt x="5727587" y="2228189"/>
                </a:lnTo>
                <a:lnTo>
                  <a:pt x="5725941" y="2228537"/>
                </a:lnTo>
                <a:lnTo>
                  <a:pt x="5724294" y="2228883"/>
                </a:lnTo>
                <a:lnTo>
                  <a:pt x="5722648" y="2229228"/>
                </a:lnTo>
                <a:lnTo>
                  <a:pt x="5721002" y="2229573"/>
                </a:lnTo>
                <a:lnTo>
                  <a:pt x="5719355" y="2229917"/>
                </a:lnTo>
                <a:lnTo>
                  <a:pt x="5717709" y="2230260"/>
                </a:lnTo>
                <a:lnTo>
                  <a:pt x="5716063" y="2230602"/>
                </a:lnTo>
                <a:lnTo>
                  <a:pt x="5714416" y="2230944"/>
                </a:lnTo>
                <a:lnTo>
                  <a:pt x="5712770" y="2231284"/>
                </a:lnTo>
                <a:lnTo>
                  <a:pt x="5711124" y="2231624"/>
                </a:lnTo>
                <a:lnTo>
                  <a:pt x="5709477" y="2231963"/>
                </a:lnTo>
                <a:lnTo>
                  <a:pt x="5707831" y="2232302"/>
                </a:lnTo>
                <a:lnTo>
                  <a:pt x="5706185" y="2232639"/>
                </a:lnTo>
                <a:lnTo>
                  <a:pt x="5704538" y="2232976"/>
                </a:lnTo>
                <a:lnTo>
                  <a:pt x="5702892" y="2233312"/>
                </a:lnTo>
                <a:lnTo>
                  <a:pt x="5701246" y="2233647"/>
                </a:lnTo>
                <a:lnTo>
                  <a:pt x="5699599" y="2233982"/>
                </a:lnTo>
                <a:lnTo>
                  <a:pt x="5697953" y="2234315"/>
                </a:lnTo>
                <a:lnTo>
                  <a:pt x="5696307" y="2234648"/>
                </a:lnTo>
                <a:lnTo>
                  <a:pt x="5694660" y="2234980"/>
                </a:lnTo>
                <a:lnTo>
                  <a:pt x="5693014" y="2235311"/>
                </a:lnTo>
                <a:lnTo>
                  <a:pt x="5691368" y="2235642"/>
                </a:lnTo>
                <a:lnTo>
                  <a:pt x="5689721" y="2235971"/>
                </a:lnTo>
                <a:lnTo>
                  <a:pt x="5688075" y="2236300"/>
                </a:lnTo>
                <a:lnTo>
                  <a:pt x="5686429" y="2236628"/>
                </a:lnTo>
                <a:lnTo>
                  <a:pt x="5684782" y="2236955"/>
                </a:lnTo>
                <a:lnTo>
                  <a:pt x="5683136" y="2237282"/>
                </a:lnTo>
                <a:lnTo>
                  <a:pt x="5681490" y="2237607"/>
                </a:lnTo>
                <a:lnTo>
                  <a:pt x="5679843" y="2237932"/>
                </a:lnTo>
                <a:lnTo>
                  <a:pt x="5678197" y="2238256"/>
                </a:lnTo>
                <a:lnTo>
                  <a:pt x="5676551" y="2238579"/>
                </a:lnTo>
                <a:lnTo>
                  <a:pt x="5674904" y="2238902"/>
                </a:lnTo>
                <a:lnTo>
                  <a:pt x="5673258" y="2239223"/>
                </a:lnTo>
                <a:lnTo>
                  <a:pt x="5671612" y="2239544"/>
                </a:lnTo>
                <a:lnTo>
                  <a:pt x="5669965" y="2239864"/>
                </a:lnTo>
                <a:lnTo>
                  <a:pt x="5668319" y="2240183"/>
                </a:lnTo>
                <a:lnTo>
                  <a:pt x="5666673" y="2240502"/>
                </a:lnTo>
                <a:lnTo>
                  <a:pt x="5665026" y="2240819"/>
                </a:lnTo>
                <a:lnTo>
                  <a:pt x="5663380" y="2241136"/>
                </a:lnTo>
                <a:lnTo>
                  <a:pt x="5661734" y="2241452"/>
                </a:lnTo>
                <a:lnTo>
                  <a:pt x="5660087" y="2241767"/>
                </a:lnTo>
                <a:lnTo>
                  <a:pt x="5658441" y="2242081"/>
                </a:lnTo>
                <a:lnTo>
                  <a:pt x="5656795" y="2242395"/>
                </a:lnTo>
                <a:lnTo>
                  <a:pt x="5655148" y="2242708"/>
                </a:lnTo>
                <a:lnTo>
                  <a:pt x="5653502" y="2243020"/>
                </a:lnTo>
                <a:lnTo>
                  <a:pt x="5651856" y="2243331"/>
                </a:lnTo>
                <a:lnTo>
                  <a:pt x="5650209" y="2243641"/>
                </a:lnTo>
                <a:lnTo>
                  <a:pt x="5648563" y="2243950"/>
                </a:lnTo>
                <a:lnTo>
                  <a:pt x="5646917" y="2244259"/>
                </a:lnTo>
                <a:lnTo>
                  <a:pt x="5645270" y="2244567"/>
                </a:lnTo>
                <a:lnTo>
                  <a:pt x="5643624" y="2244874"/>
                </a:lnTo>
                <a:lnTo>
                  <a:pt x="5641978" y="2245180"/>
                </a:lnTo>
                <a:lnTo>
                  <a:pt x="5640332" y="2245486"/>
                </a:lnTo>
                <a:lnTo>
                  <a:pt x="5638685" y="2245790"/>
                </a:lnTo>
                <a:lnTo>
                  <a:pt x="5637039" y="2246094"/>
                </a:lnTo>
                <a:lnTo>
                  <a:pt x="5635393" y="2246397"/>
                </a:lnTo>
                <a:lnTo>
                  <a:pt x="5633746" y="2246699"/>
                </a:lnTo>
                <a:lnTo>
                  <a:pt x="5632100" y="2247000"/>
                </a:lnTo>
                <a:lnTo>
                  <a:pt x="5630454" y="2247301"/>
                </a:lnTo>
                <a:lnTo>
                  <a:pt x="5628807" y="2247600"/>
                </a:lnTo>
                <a:lnTo>
                  <a:pt x="5627161" y="2247899"/>
                </a:lnTo>
                <a:lnTo>
                  <a:pt x="5625515" y="2248197"/>
                </a:lnTo>
                <a:lnTo>
                  <a:pt x="5623868" y="2248495"/>
                </a:lnTo>
                <a:lnTo>
                  <a:pt x="5622222" y="2248791"/>
                </a:lnTo>
                <a:lnTo>
                  <a:pt x="5620576" y="2249086"/>
                </a:lnTo>
                <a:lnTo>
                  <a:pt x="5618929" y="2249381"/>
                </a:lnTo>
                <a:lnTo>
                  <a:pt x="5617283" y="2249675"/>
                </a:lnTo>
                <a:lnTo>
                  <a:pt x="5615637" y="2249968"/>
                </a:lnTo>
                <a:lnTo>
                  <a:pt x="5613990" y="2250261"/>
                </a:lnTo>
                <a:lnTo>
                  <a:pt x="5612344" y="2250552"/>
                </a:lnTo>
                <a:lnTo>
                  <a:pt x="5610698" y="2250843"/>
                </a:lnTo>
                <a:lnTo>
                  <a:pt x="5609051" y="2251132"/>
                </a:lnTo>
                <a:lnTo>
                  <a:pt x="5607405" y="2251421"/>
                </a:lnTo>
                <a:lnTo>
                  <a:pt x="5605759" y="2251710"/>
                </a:lnTo>
                <a:lnTo>
                  <a:pt x="5604112" y="2251997"/>
                </a:lnTo>
                <a:lnTo>
                  <a:pt x="5602466" y="2252283"/>
                </a:lnTo>
                <a:lnTo>
                  <a:pt x="5600820" y="2252569"/>
                </a:lnTo>
                <a:lnTo>
                  <a:pt x="5599173" y="2252854"/>
                </a:lnTo>
                <a:lnTo>
                  <a:pt x="5597527" y="2253138"/>
                </a:lnTo>
                <a:lnTo>
                  <a:pt x="5595881" y="2253421"/>
                </a:lnTo>
                <a:lnTo>
                  <a:pt x="5594234" y="2253703"/>
                </a:lnTo>
                <a:lnTo>
                  <a:pt x="5592588" y="2253985"/>
                </a:lnTo>
                <a:lnTo>
                  <a:pt x="5590942" y="2254265"/>
                </a:lnTo>
                <a:lnTo>
                  <a:pt x="5589295" y="2254545"/>
                </a:lnTo>
                <a:lnTo>
                  <a:pt x="5587649" y="2254824"/>
                </a:lnTo>
                <a:lnTo>
                  <a:pt x="5586003" y="2255103"/>
                </a:lnTo>
                <a:lnTo>
                  <a:pt x="5584356" y="2255380"/>
                </a:lnTo>
                <a:lnTo>
                  <a:pt x="5582710" y="2255656"/>
                </a:lnTo>
                <a:lnTo>
                  <a:pt x="5581064" y="2255932"/>
                </a:lnTo>
                <a:lnTo>
                  <a:pt x="5579417" y="2256207"/>
                </a:lnTo>
                <a:lnTo>
                  <a:pt x="5577771" y="2256481"/>
                </a:lnTo>
                <a:lnTo>
                  <a:pt x="5576125" y="2256754"/>
                </a:lnTo>
                <a:lnTo>
                  <a:pt x="5574478" y="2257026"/>
                </a:lnTo>
                <a:lnTo>
                  <a:pt x="5572832" y="2257298"/>
                </a:lnTo>
                <a:lnTo>
                  <a:pt x="5571186" y="2257568"/>
                </a:lnTo>
                <a:lnTo>
                  <a:pt x="5569539" y="2257838"/>
                </a:lnTo>
                <a:lnTo>
                  <a:pt x="5567893" y="2258107"/>
                </a:lnTo>
                <a:lnTo>
                  <a:pt x="5566247" y="2258375"/>
                </a:lnTo>
                <a:lnTo>
                  <a:pt x="5564600" y="2258643"/>
                </a:lnTo>
                <a:lnTo>
                  <a:pt x="5562954" y="2258909"/>
                </a:lnTo>
                <a:lnTo>
                  <a:pt x="5561308" y="2259175"/>
                </a:lnTo>
                <a:lnTo>
                  <a:pt x="5559661" y="2259440"/>
                </a:lnTo>
                <a:lnTo>
                  <a:pt x="5558015" y="2259703"/>
                </a:lnTo>
                <a:lnTo>
                  <a:pt x="5556369" y="2259966"/>
                </a:lnTo>
                <a:lnTo>
                  <a:pt x="5554722" y="2260229"/>
                </a:lnTo>
                <a:lnTo>
                  <a:pt x="5553076" y="2260490"/>
                </a:lnTo>
                <a:lnTo>
                  <a:pt x="5551430" y="2260751"/>
                </a:lnTo>
                <a:lnTo>
                  <a:pt x="5549783" y="2261010"/>
                </a:lnTo>
                <a:lnTo>
                  <a:pt x="5548137" y="2261269"/>
                </a:lnTo>
                <a:lnTo>
                  <a:pt x="5546491" y="2261527"/>
                </a:lnTo>
                <a:lnTo>
                  <a:pt x="5544844" y="2261784"/>
                </a:lnTo>
                <a:lnTo>
                  <a:pt x="5543198" y="2262041"/>
                </a:lnTo>
                <a:lnTo>
                  <a:pt x="5541552" y="2262296"/>
                </a:lnTo>
                <a:lnTo>
                  <a:pt x="5539905" y="2262551"/>
                </a:lnTo>
                <a:lnTo>
                  <a:pt x="5538259" y="2262804"/>
                </a:lnTo>
                <a:lnTo>
                  <a:pt x="5536613" y="2263057"/>
                </a:lnTo>
                <a:lnTo>
                  <a:pt x="5534966" y="2263309"/>
                </a:lnTo>
                <a:lnTo>
                  <a:pt x="5533320" y="2263561"/>
                </a:lnTo>
                <a:lnTo>
                  <a:pt x="5531674" y="2263811"/>
                </a:lnTo>
                <a:lnTo>
                  <a:pt x="5530027" y="2264061"/>
                </a:lnTo>
                <a:lnTo>
                  <a:pt x="5528381" y="2264309"/>
                </a:lnTo>
                <a:lnTo>
                  <a:pt x="5526735" y="2264557"/>
                </a:lnTo>
                <a:lnTo>
                  <a:pt x="5525088" y="2264804"/>
                </a:lnTo>
                <a:lnTo>
                  <a:pt x="5523442" y="2265050"/>
                </a:lnTo>
                <a:lnTo>
                  <a:pt x="5521796" y="2265295"/>
                </a:lnTo>
                <a:lnTo>
                  <a:pt x="5520149" y="2265540"/>
                </a:lnTo>
                <a:lnTo>
                  <a:pt x="5518503" y="2265783"/>
                </a:lnTo>
                <a:lnTo>
                  <a:pt x="5516857" y="2266026"/>
                </a:lnTo>
                <a:lnTo>
                  <a:pt x="5515210" y="2266268"/>
                </a:lnTo>
                <a:lnTo>
                  <a:pt x="5513564" y="2266509"/>
                </a:lnTo>
                <a:lnTo>
                  <a:pt x="5511918" y="2266749"/>
                </a:lnTo>
                <a:lnTo>
                  <a:pt x="5510271" y="2266988"/>
                </a:lnTo>
                <a:lnTo>
                  <a:pt x="5508625" y="2267226"/>
                </a:lnTo>
                <a:lnTo>
                  <a:pt x="5506979" y="2267464"/>
                </a:lnTo>
                <a:lnTo>
                  <a:pt x="5505332" y="2267701"/>
                </a:lnTo>
                <a:lnTo>
                  <a:pt x="5503686" y="2267936"/>
                </a:lnTo>
                <a:lnTo>
                  <a:pt x="5502040" y="2268171"/>
                </a:lnTo>
                <a:lnTo>
                  <a:pt x="5500393" y="2268405"/>
                </a:lnTo>
                <a:lnTo>
                  <a:pt x="5498747" y="2268639"/>
                </a:lnTo>
                <a:lnTo>
                  <a:pt x="5497101" y="2268871"/>
                </a:lnTo>
                <a:lnTo>
                  <a:pt x="5495454" y="2269102"/>
                </a:lnTo>
                <a:lnTo>
                  <a:pt x="5493808" y="2269333"/>
                </a:lnTo>
                <a:lnTo>
                  <a:pt x="5492162" y="2269563"/>
                </a:lnTo>
                <a:lnTo>
                  <a:pt x="5490515" y="2269792"/>
                </a:lnTo>
                <a:lnTo>
                  <a:pt x="5488869" y="2270020"/>
                </a:lnTo>
                <a:lnTo>
                  <a:pt x="5487223" y="2270247"/>
                </a:lnTo>
                <a:lnTo>
                  <a:pt x="5485576" y="2270473"/>
                </a:lnTo>
                <a:lnTo>
                  <a:pt x="5483930" y="2270699"/>
                </a:lnTo>
                <a:lnTo>
                  <a:pt x="5482284" y="2270923"/>
                </a:lnTo>
                <a:lnTo>
                  <a:pt x="5480637" y="2271147"/>
                </a:lnTo>
                <a:lnTo>
                  <a:pt x="5478991" y="2271370"/>
                </a:lnTo>
                <a:lnTo>
                  <a:pt x="5477345" y="2271592"/>
                </a:lnTo>
                <a:lnTo>
                  <a:pt x="5475698" y="2271813"/>
                </a:lnTo>
                <a:lnTo>
                  <a:pt x="5474052" y="2272033"/>
                </a:lnTo>
                <a:lnTo>
                  <a:pt x="5472406" y="2272252"/>
                </a:lnTo>
                <a:lnTo>
                  <a:pt x="5470759" y="2272471"/>
                </a:lnTo>
                <a:lnTo>
                  <a:pt x="5469113" y="2272689"/>
                </a:lnTo>
                <a:lnTo>
                  <a:pt x="5467467" y="2272905"/>
                </a:lnTo>
                <a:lnTo>
                  <a:pt x="5465820" y="2273121"/>
                </a:lnTo>
                <a:lnTo>
                  <a:pt x="5464174" y="2273336"/>
                </a:lnTo>
                <a:lnTo>
                  <a:pt x="5462528" y="2273550"/>
                </a:lnTo>
                <a:lnTo>
                  <a:pt x="5460881" y="2273764"/>
                </a:lnTo>
                <a:lnTo>
                  <a:pt x="5459235" y="2273976"/>
                </a:lnTo>
                <a:lnTo>
                  <a:pt x="5457589" y="2274187"/>
                </a:lnTo>
                <a:lnTo>
                  <a:pt x="5455942" y="2274398"/>
                </a:lnTo>
                <a:lnTo>
                  <a:pt x="5454296" y="2274608"/>
                </a:lnTo>
                <a:lnTo>
                  <a:pt x="5452650" y="2274817"/>
                </a:lnTo>
                <a:lnTo>
                  <a:pt x="5451003" y="2275025"/>
                </a:lnTo>
                <a:lnTo>
                  <a:pt x="5449357" y="2275232"/>
                </a:lnTo>
                <a:lnTo>
                  <a:pt x="5447711" y="2275438"/>
                </a:lnTo>
                <a:lnTo>
                  <a:pt x="5446064" y="2275643"/>
                </a:lnTo>
                <a:lnTo>
                  <a:pt x="5444418" y="2275848"/>
                </a:lnTo>
                <a:lnTo>
                  <a:pt x="5442772" y="2276051"/>
                </a:lnTo>
                <a:lnTo>
                  <a:pt x="5441125" y="2276254"/>
                </a:lnTo>
                <a:lnTo>
                  <a:pt x="5439479" y="2276456"/>
                </a:lnTo>
                <a:lnTo>
                  <a:pt x="5437833" y="2276657"/>
                </a:lnTo>
                <a:lnTo>
                  <a:pt x="5436186" y="2276857"/>
                </a:lnTo>
                <a:lnTo>
                  <a:pt x="5434540" y="2277056"/>
                </a:lnTo>
                <a:lnTo>
                  <a:pt x="5432894" y="2277255"/>
                </a:lnTo>
                <a:lnTo>
                  <a:pt x="5431247" y="2277452"/>
                </a:lnTo>
                <a:lnTo>
                  <a:pt x="5429601" y="2277649"/>
                </a:lnTo>
                <a:lnTo>
                  <a:pt x="5427955" y="2277844"/>
                </a:lnTo>
                <a:lnTo>
                  <a:pt x="5426308" y="2278039"/>
                </a:lnTo>
                <a:lnTo>
                  <a:pt x="5424662" y="2278233"/>
                </a:lnTo>
                <a:lnTo>
                  <a:pt x="5423016" y="2278426"/>
                </a:lnTo>
                <a:lnTo>
                  <a:pt x="5421369" y="2278618"/>
                </a:lnTo>
                <a:lnTo>
                  <a:pt x="5419723" y="2278809"/>
                </a:lnTo>
                <a:lnTo>
                  <a:pt x="5418077" y="2279000"/>
                </a:lnTo>
                <a:lnTo>
                  <a:pt x="5416430" y="2279189"/>
                </a:lnTo>
                <a:lnTo>
                  <a:pt x="5414784" y="2279378"/>
                </a:lnTo>
                <a:lnTo>
                  <a:pt x="5413138" y="2279566"/>
                </a:lnTo>
                <a:lnTo>
                  <a:pt x="5411491" y="2279752"/>
                </a:lnTo>
                <a:lnTo>
                  <a:pt x="5409845" y="2279938"/>
                </a:lnTo>
                <a:lnTo>
                  <a:pt x="5408199" y="2280123"/>
                </a:lnTo>
                <a:lnTo>
                  <a:pt x="5406552" y="2280308"/>
                </a:lnTo>
                <a:lnTo>
                  <a:pt x="5404906" y="2280491"/>
                </a:lnTo>
                <a:lnTo>
                  <a:pt x="5403260" y="2280673"/>
                </a:lnTo>
                <a:lnTo>
                  <a:pt x="5401613" y="2280855"/>
                </a:lnTo>
                <a:lnTo>
                  <a:pt x="5399967" y="2281035"/>
                </a:lnTo>
                <a:lnTo>
                  <a:pt x="5398321" y="2281215"/>
                </a:lnTo>
                <a:lnTo>
                  <a:pt x="5396674" y="2281394"/>
                </a:lnTo>
                <a:lnTo>
                  <a:pt x="5395028" y="2281572"/>
                </a:lnTo>
                <a:lnTo>
                  <a:pt x="5393382" y="2281749"/>
                </a:lnTo>
                <a:lnTo>
                  <a:pt x="5391735" y="2281925"/>
                </a:lnTo>
                <a:lnTo>
                  <a:pt x="5390089" y="2282100"/>
                </a:lnTo>
                <a:lnTo>
                  <a:pt x="5388443" y="2282274"/>
                </a:lnTo>
                <a:lnTo>
                  <a:pt x="5386796" y="2282448"/>
                </a:lnTo>
                <a:lnTo>
                  <a:pt x="5385150" y="2282620"/>
                </a:lnTo>
                <a:lnTo>
                  <a:pt x="5383504" y="2282792"/>
                </a:lnTo>
                <a:lnTo>
                  <a:pt x="5381857" y="2282963"/>
                </a:lnTo>
                <a:lnTo>
                  <a:pt x="5380211" y="2283133"/>
                </a:lnTo>
                <a:lnTo>
                  <a:pt x="5378565" y="2283301"/>
                </a:lnTo>
                <a:lnTo>
                  <a:pt x="5376918" y="2283470"/>
                </a:lnTo>
                <a:lnTo>
                  <a:pt x="5375272" y="2283637"/>
                </a:lnTo>
                <a:lnTo>
                  <a:pt x="5373626" y="2283803"/>
                </a:lnTo>
                <a:lnTo>
                  <a:pt x="5371979" y="2283968"/>
                </a:lnTo>
                <a:lnTo>
                  <a:pt x="5370333" y="2284133"/>
                </a:lnTo>
                <a:lnTo>
                  <a:pt x="5368687" y="2284296"/>
                </a:lnTo>
                <a:lnTo>
                  <a:pt x="5367040" y="2284459"/>
                </a:lnTo>
                <a:lnTo>
                  <a:pt x="5365394" y="2284621"/>
                </a:lnTo>
                <a:lnTo>
                  <a:pt x="5363748" y="2284782"/>
                </a:lnTo>
                <a:lnTo>
                  <a:pt x="5362101" y="2284941"/>
                </a:lnTo>
                <a:lnTo>
                  <a:pt x="5360455" y="2285101"/>
                </a:lnTo>
                <a:lnTo>
                  <a:pt x="5358809" y="2285259"/>
                </a:lnTo>
                <a:lnTo>
                  <a:pt x="5357162" y="2285416"/>
                </a:lnTo>
                <a:lnTo>
                  <a:pt x="5355516" y="2285572"/>
                </a:lnTo>
                <a:lnTo>
                  <a:pt x="5353870" y="2285728"/>
                </a:lnTo>
                <a:lnTo>
                  <a:pt x="5352223" y="2285882"/>
                </a:lnTo>
                <a:lnTo>
                  <a:pt x="5350577" y="2286036"/>
                </a:lnTo>
                <a:lnTo>
                  <a:pt x="5348931" y="2286189"/>
                </a:lnTo>
                <a:lnTo>
                  <a:pt x="5347284" y="2286340"/>
                </a:lnTo>
                <a:lnTo>
                  <a:pt x="5345638" y="2286491"/>
                </a:lnTo>
                <a:lnTo>
                  <a:pt x="5343992" y="2286641"/>
                </a:lnTo>
                <a:lnTo>
                  <a:pt x="5342345" y="2286790"/>
                </a:lnTo>
                <a:lnTo>
                  <a:pt x="5340699" y="2286938"/>
                </a:lnTo>
                <a:lnTo>
                  <a:pt x="5339053" y="2287086"/>
                </a:lnTo>
                <a:lnTo>
                  <a:pt x="5337406" y="2287232"/>
                </a:lnTo>
                <a:lnTo>
                  <a:pt x="5335760" y="2287378"/>
                </a:lnTo>
                <a:lnTo>
                  <a:pt x="5334114" y="2287522"/>
                </a:lnTo>
                <a:lnTo>
                  <a:pt x="5332467" y="2287666"/>
                </a:lnTo>
                <a:lnTo>
                  <a:pt x="5330821" y="2287808"/>
                </a:lnTo>
                <a:lnTo>
                  <a:pt x="5329175" y="2287950"/>
                </a:lnTo>
                <a:lnTo>
                  <a:pt x="5327529" y="2288091"/>
                </a:lnTo>
                <a:lnTo>
                  <a:pt x="5325882" y="2288231"/>
                </a:lnTo>
                <a:lnTo>
                  <a:pt x="5324236" y="2288370"/>
                </a:lnTo>
                <a:lnTo>
                  <a:pt x="5322590" y="2288508"/>
                </a:lnTo>
                <a:lnTo>
                  <a:pt x="5320943" y="2288646"/>
                </a:lnTo>
                <a:lnTo>
                  <a:pt x="5319297" y="2288782"/>
                </a:lnTo>
                <a:lnTo>
                  <a:pt x="5317651" y="2288917"/>
                </a:lnTo>
                <a:lnTo>
                  <a:pt x="5316004" y="2289052"/>
                </a:lnTo>
                <a:lnTo>
                  <a:pt x="5314358" y="2289185"/>
                </a:lnTo>
                <a:lnTo>
                  <a:pt x="5312712" y="2289318"/>
                </a:lnTo>
                <a:lnTo>
                  <a:pt x="5311065" y="2289450"/>
                </a:lnTo>
                <a:lnTo>
                  <a:pt x="5309419" y="2289581"/>
                </a:lnTo>
                <a:lnTo>
                  <a:pt x="5307773" y="2289711"/>
                </a:lnTo>
                <a:lnTo>
                  <a:pt x="5306126" y="2289840"/>
                </a:lnTo>
                <a:lnTo>
                  <a:pt x="5304480" y="2289968"/>
                </a:lnTo>
                <a:lnTo>
                  <a:pt x="5302834" y="2290095"/>
                </a:lnTo>
                <a:lnTo>
                  <a:pt x="5301187" y="2290221"/>
                </a:lnTo>
                <a:lnTo>
                  <a:pt x="5299541" y="2290346"/>
                </a:lnTo>
                <a:lnTo>
                  <a:pt x="5297895" y="2290471"/>
                </a:lnTo>
                <a:lnTo>
                  <a:pt x="5296248" y="2290594"/>
                </a:lnTo>
                <a:lnTo>
                  <a:pt x="5294602" y="2290717"/>
                </a:lnTo>
                <a:lnTo>
                  <a:pt x="5292956" y="2290838"/>
                </a:lnTo>
                <a:lnTo>
                  <a:pt x="5291309" y="2290959"/>
                </a:lnTo>
                <a:lnTo>
                  <a:pt x="5289663" y="2291079"/>
                </a:lnTo>
                <a:lnTo>
                  <a:pt x="5288017" y="2291198"/>
                </a:lnTo>
                <a:lnTo>
                  <a:pt x="5286370" y="2291316"/>
                </a:lnTo>
                <a:lnTo>
                  <a:pt x="5284724" y="2291433"/>
                </a:lnTo>
                <a:lnTo>
                  <a:pt x="5283078" y="2291549"/>
                </a:lnTo>
                <a:lnTo>
                  <a:pt x="5281431" y="2291664"/>
                </a:lnTo>
                <a:lnTo>
                  <a:pt x="5279785" y="2291778"/>
                </a:lnTo>
                <a:lnTo>
                  <a:pt x="5278139" y="2291892"/>
                </a:lnTo>
                <a:lnTo>
                  <a:pt x="5276492" y="2292004"/>
                </a:lnTo>
                <a:lnTo>
                  <a:pt x="5274846" y="2292116"/>
                </a:lnTo>
                <a:lnTo>
                  <a:pt x="5273200" y="2292226"/>
                </a:lnTo>
                <a:lnTo>
                  <a:pt x="5271553" y="2292336"/>
                </a:lnTo>
                <a:lnTo>
                  <a:pt x="5269907" y="2292444"/>
                </a:lnTo>
                <a:lnTo>
                  <a:pt x="5268261" y="2292552"/>
                </a:lnTo>
                <a:lnTo>
                  <a:pt x="5266614" y="2292659"/>
                </a:lnTo>
                <a:lnTo>
                  <a:pt x="5264968" y="2292765"/>
                </a:lnTo>
                <a:lnTo>
                  <a:pt x="5263322" y="2292870"/>
                </a:lnTo>
                <a:lnTo>
                  <a:pt x="5261675" y="2292974"/>
                </a:lnTo>
                <a:lnTo>
                  <a:pt x="5260029" y="2293077"/>
                </a:lnTo>
                <a:lnTo>
                  <a:pt x="5258383" y="2293179"/>
                </a:lnTo>
                <a:lnTo>
                  <a:pt x="5256736" y="2293281"/>
                </a:lnTo>
                <a:lnTo>
                  <a:pt x="5255090" y="2293381"/>
                </a:lnTo>
                <a:lnTo>
                  <a:pt x="5253444" y="2293480"/>
                </a:lnTo>
                <a:lnTo>
                  <a:pt x="5251797" y="2293579"/>
                </a:lnTo>
                <a:lnTo>
                  <a:pt x="5250151" y="2293676"/>
                </a:lnTo>
                <a:lnTo>
                  <a:pt x="5248505" y="2293773"/>
                </a:lnTo>
                <a:lnTo>
                  <a:pt x="5246858" y="2293869"/>
                </a:lnTo>
                <a:lnTo>
                  <a:pt x="5245212" y="2293963"/>
                </a:lnTo>
                <a:lnTo>
                  <a:pt x="5243566" y="2294057"/>
                </a:lnTo>
                <a:lnTo>
                  <a:pt x="5241919" y="2294150"/>
                </a:lnTo>
                <a:lnTo>
                  <a:pt x="5240273" y="2294242"/>
                </a:lnTo>
                <a:lnTo>
                  <a:pt x="5238627" y="2294333"/>
                </a:lnTo>
                <a:lnTo>
                  <a:pt x="5236980" y="2294423"/>
                </a:lnTo>
                <a:lnTo>
                  <a:pt x="5235334" y="2294512"/>
                </a:lnTo>
                <a:lnTo>
                  <a:pt x="5233688" y="2294600"/>
                </a:lnTo>
                <a:lnTo>
                  <a:pt x="5232041" y="2294688"/>
                </a:lnTo>
                <a:lnTo>
                  <a:pt x="5230395" y="2294774"/>
                </a:lnTo>
                <a:lnTo>
                  <a:pt x="5228749" y="2294859"/>
                </a:lnTo>
                <a:lnTo>
                  <a:pt x="5227102" y="2294944"/>
                </a:lnTo>
                <a:lnTo>
                  <a:pt x="5225456" y="2295027"/>
                </a:lnTo>
                <a:lnTo>
                  <a:pt x="5223810" y="2295110"/>
                </a:lnTo>
                <a:lnTo>
                  <a:pt x="5222163" y="2295191"/>
                </a:lnTo>
                <a:lnTo>
                  <a:pt x="5220517" y="2295272"/>
                </a:lnTo>
                <a:lnTo>
                  <a:pt x="5218871" y="2295352"/>
                </a:lnTo>
                <a:lnTo>
                  <a:pt x="5217224" y="2295431"/>
                </a:lnTo>
                <a:lnTo>
                  <a:pt x="5215578" y="2295509"/>
                </a:lnTo>
                <a:lnTo>
                  <a:pt x="5213932" y="2295586"/>
                </a:lnTo>
                <a:lnTo>
                  <a:pt x="5212285" y="2295662"/>
                </a:lnTo>
                <a:lnTo>
                  <a:pt x="5210639" y="2295737"/>
                </a:lnTo>
                <a:lnTo>
                  <a:pt x="5208993" y="2295811"/>
                </a:lnTo>
                <a:lnTo>
                  <a:pt x="5207346" y="2295884"/>
                </a:lnTo>
                <a:lnTo>
                  <a:pt x="5205700" y="2295956"/>
                </a:lnTo>
                <a:lnTo>
                  <a:pt x="5204054" y="2296027"/>
                </a:lnTo>
                <a:lnTo>
                  <a:pt x="5202407" y="2296098"/>
                </a:lnTo>
                <a:lnTo>
                  <a:pt x="5200761" y="2296167"/>
                </a:lnTo>
                <a:lnTo>
                  <a:pt x="5199115" y="2296235"/>
                </a:lnTo>
                <a:lnTo>
                  <a:pt x="5197468" y="2296303"/>
                </a:lnTo>
                <a:lnTo>
                  <a:pt x="5195822" y="2296369"/>
                </a:lnTo>
                <a:lnTo>
                  <a:pt x="5194176" y="2296435"/>
                </a:lnTo>
                <a:lnTo>
                  <a:pt x="5192529" y="2296500"/>
                </a:lnTo>
                <a:lnTo>
                  <a:pt x="5190883" y="2296563"/>
                </a:lnTo>
                <a:lnTo>
                  <a:pt x="5189237" y="2296626"/>
                </a:lnTo>
                <a:lnTo>
                  <a:pt x="5187590" y="2296688"/>
                </a:lnTo>
                <a:lnTo>
                  <a:pt x="5185944" y="2296749"/>
                </a:lnTo>
                <a:lnTo>
                  <a:pt x="5184298" y="2296809"/>
                </a:lnTo>
                <a:lnTo>
                  <a:pt x="5182651" y="2296868"/>
                </a:lnTo>
                <a:lnTo>
                  <a:pt x="5181005" y="2296926"/>
                </a:lnTo>
                <a:lnTo>
                  <a:pt x="5179359" y="2296983"/>
                </a:lnTo>
                <a:lnTo>
                  <a:pt x="5177712" y="2297039"/>
                </a:lnTo>
                <a:lnTo>
                  <a:pt x="5176066" y="2297094"/>
                </a:lnTo>
                <a:lnTo>
                  <a:pt x="5174420" y="2297148"/>
                </a:lnTo>
                <a:lnTo>
                  <a:pt x="5172773" y="2297202"/>
                </a:lnTo>
                <a:lnTo>
                  <a:pt x="5171127" y="2297254"/>
                </a:lnTo>
                <a:lnTo>
                  <a:pt x="5169481" y="2297305"/>
                </a:lnTo>
                <a:lnTo>
                  <a:pt x="5167834" y="2297356"/>
                </a:lnTo>
                <a:lnTo>
                  <a:pt x="5166188" y="2297405"/>
                </a:lnTo>
                <a:lnTo>
                  <a:pt x="5164542" y="2297454"/>
                </a:lnTo>
                <a:lnTo>
                  <a:pt x="5162895" y="2297501"/>
                </a:lnTo>
                <a:lnTo>
                  <a:pt x="5161249" y="2297548"/>
                </a:lnTo>
                <a:lnTo>
                  <a:pt x="5159603" y="2297593"/>
                </a:lnTo>
                <a:lnTo>
                  <a:pt x="5157956" y="2297638"/>
                </a:lnTo>
                <a:lnTo>
                  <a:pt x="5156310" y="2297682"/>
                </a:lnTo>
                <a:lnTo>
                  <a:pt x="5154664" y="2297725"/>
                </a:lnTo>
                <a:lnTo>
                  <a:pt x="5153017" y="2297766"/>
                </a:lnTo>
                <a:lnTo>
                  <a:pt x="5151371" y="2297807"/>
                </a:lnTo>
                <a:lnTo>
                  <a:pt x="5149725" y="2297847"/>
                </a:lnTo>
                <a:lnTo>
                  <a:pt x="5148078" y="2297886"/>
                </a:lnTo>
                <a:lnTo>
                  <a:pt x="5146432" y="2297924"/>
                </a:lnTo>
                <a:lnTo>
                  <a:pt x="5144786" y="2297961"/>
                </a:lnTo>
                <a:lnTo>
                  <a:pt x="5143139" y="2297997"/>
                </a:lnTo>
                <a:lnTo>
                  <a:pt x="5141493" y="2298032"/>
                </a:lnTo>
                <a:lnTo>
                  <a:pt x="5139847" y="2298067"/>
                </a:lnTo>
                <a:lnTo>
                  <a:pt x="5138200" y="2298100"/>
                </a:lnTo>
                <a:lnTo>
                  <a:pt x="5136554" y="2298132"/>
                </a:lnTo>
                <a:lnTo>
                  <a:pt x="5134908" y="2298163"/>
                </a:lnTo>
                <a:lnTo>
                  <a:pt x="5133261" y="2298194"/>
                </a:lnTo>
                <a:lnTo>
                  <a:pt x="5131615" y="2298223"/>
                </a:lnTo>
                <a:lnTo>
                  <a:pt x="5129969" y="2298251"/>
                </a:lnTo>
                <a:lnTo>
                  <a:pt x="5128322" y="2298279"/>
                </a:lnTo>
                <a:lnTo>
                  <a:pt x="5126676" y="2298305"/>
                </a:lnTo>
                <a:lnTo>
                  <a:pt x="5125030" y="2298331"/>
                </a:lnTo>
                <a:lnTo>
                  <a:pt x="5123383" y="2298355"/>
                </a:lnTo>
                <a:lnTo>
                  <a:pt x="5121737" y="2298379"/>
                </a:lnTo>
                <a:lnTo>
                  <a:pt x="5120091" y="2298402"/>
                </a:lnTo>
                <a:lnTo>
                  <a:pt x="5118444" y="2298423"/>
                </a:lnTo>
                <a:lnTo>
                  <a:pt x="5116798" y="2298444"/>
                </a:lnTo>
                <a:lnTo>
                  <a:pt x="5115152" y="2298464"/>
                </a:lnTo>
                <a:lnTo>
                  <a:pt x="5113505" y="2298483"/>
                </a:lnTo>
                <a:lnTo>
                  <a:pt x="5111859" y="2298500"/>
                </a:lnTo>
                <a:lnTo>
                  <a:pt x="5110213" y="2298517"/>
                </a:lnTo>
                <a:lnTo>
                  <a:pt x="5108566" y="2298533"/>
                </a:lnTo>
                <a:lnTo>
                  <a:pt x="5106920" y="2298548"/>
                </a:lnTo>
                <a:lnTo>
                  <a:pt x="5105274" y="2298562"/>
                </a:lnTo>
                <a:lnTo>
                  <a:pt x="5103627" y="2298575"/>
                </a:lnTo>
                <a:lnTo>
                  <a:pt x="5101981" y="2298587"/>
                </a:lnTo>
                <a:lnTo>
                  <a:pt x="5100335" y="2298598"/>
                </a:lnTo>
                <a:lnTo>
                  <a:pt x="5098688" y="2298608"/>
                </a:lnTo>
                <a:lnTo>
                  <a:pt x="5097042" y="2298617"/>
                </a:lnTo>
                <a:lnTo>
                  <a:pt x="5095396" y="2298625"/>
                </a:lnTo>
                <a:lnTo>
                  <a:pt x="5093749" y="2298632"/>
                </a:lnTo>
                <a:lnTo>
                  <a:pt x="5092103" y="2298639"/>
                </a:lnTo>
                <a:lnTo>
                  <a:pt x="5090457" y="2298644"/>
                </a:lnTo>
                <a:lnTo>
                  <a:pt x="5088810" y="2298648"/>
                </a:lnTo>
                <a:lnTo>
                  <a:pt x="5087164" y="2298651"/>
                </a:lnTo>
                <a:lnTo>
                  <a:pt x="5085518" y="2298654"/>
                </a:lnTo>
                <a:lnTo>
                  <a:pt x="5083871" y="2298655"/>
                </a:lnTo>
                <a:lnTo>
                  <a:pt x="5082225" y="2298655"/>
                </a:lnTo>
                <a:lnTo>
                  <a:pt x="5080579" y="2298655"/>
                </a:lnTo>
                <a:lnTo>
                  <a:pt x="5078932" y="2298653"/>
                </a:lnTo>
                <a:lnTo>
                  <a:pt x="5077286" y="2298651"/>
                </a:lnTo>
                <a:lnTo>
                  <a:pt x="5075640" y="2298647"/>
                </a:lnTo>
                <a:lnTo>
                  <a:pt x="5073993" y="2298643"/>
                </a:lnTo>
                <a:lnTo>
                  <a:pt x="5072347" y="2298637"/>
                </a:lnTo>
                <a:lnTo>
                  <a:pt x="5070701" y="2298631"/>
                </a:lnTo>
                <a:lnTo>
                  <a:pt x="5069054" y="2298624"/>
                </a:lnTo>
                <a:lnTo>
                  <a:pt x="5067408" y="2298615"/>
                </a:lnTo>
                <a:lnTo>
                  <a:pt x="5065762" y="2298606"/>
                </a:lnTo>
                <a:lnTo>
                  <a:pt x="5064115" y="2298595"/>
                </a:lnTo>
                <a:lnTo>
                  <a:pt x="5062469" y="2298584"/>
                </a:lnTo>
                <a:lnTo>
                  <a:pt x="5060823" y="2298572"/>
                </a:lnTo>
                <a:lnTo>
                  <a:pt x="5059176" y="2298559"/>
                </a:lnTo>
                <a:lnTo>
                  <a:pt x="5057530" y="2298544"/>
                </a:lnTo>
                <a:lnTo>
                  <a:pt x="5055884" y="2298529"/>
                </a:lnTo>
                <a:lnTo>
                  <a:pt x="5054237" y="2298513"/>
                </a:lnTo>
                <a:lnTo>
                  <a:pt x="5052591" y="2298496"/>
                </a:lnTo>
                <a:lnTo>
                  <a:pt x="5050945" y="2298478"/>
                </a:lnTo>
                <a:lnTo>
                  <a:pt x="5049298" y="2298459"/>
                </a:lnTo>
                <a:lnTo>
                  <a:pt x="5047652" y="2298438"/>
                </a:lnTo>
                <a:lnTo>
                  <a:pt x="5046006" y="2298417"/>
                </a:lnTo>
                <a:lnTo>
                  <a:pt x="5044359" y="2298395"/>
                </a:lnTo>
                <a:lnTo>
                  <a:pt x="5042713" y="2298372"/>
                </a:lnTo>
                <a:lnTo>
                  <a:pt x="5041067" y="2298348"/>
                </a:lnTo>
                <a:lnTo>
                  <a:pt x="5039420" y="2298323"/>
                </a:lnTo>
                <a:lnTo>
                  <a:pt x="5037774" y="2298297"/>
                </a:lnTo>
                <a:lnTo>
                  <a:pt x="5036128" y="2298270"/>
                </a:lnTo>
                <a:lnTo>
                  <a:pt x="5034481" y="2298242"/>
                </a:lnTo>
                <a:lnTo>
                  <a:pt x="5032835" y="2298213"/>
                </a:lnTo>
                <a:lnTo>
                  <a:pt x="5031189" y="2298184"/>
                </a:lnTo>
                <a:lnTo>
                  <a:pt x="5029542" y="2298153"/>
                </a:lnTo>
                <a:lnTo>
                  <a:pt x="5027896" y="2298121"/>
                </a:lnTo>
                <a:lnTo>
                  <a:pt x="5026250" y="2298088"/>
                </a:lnTo>
                <a:lnTo>
                  <a:pt x="5024603" y="2298054"/>
                </a:lnTo>
                <a:lnTo>
                  <a:pt x="5022957" y="2298019"/>
                </a:lnTo>
                <a:lnTo>
                  <a:pt x="5021311" y="2297983"/>
                </a:lnTo>
                <a:lnTo>
                  <a:pt x="5019664" y="2297947"/>
                </a:lnTo>
                <a:lnTo>
                  <a:pt x="5018018" y="2297909"/>
                </a:lnTo>
                <a:lnTo>
                  <a:pt x="5016372" y="2297870"/>
                </a:lnTo>
                <a:lnTo>
                  <a:pt x="5014726" y="2297830"/>
                </a:lnTo>
                <a:lnTo>
                  <a:pt x="5013079" y="2297790"/>
                </a:lnTo>
                <a:lnTo>
                  <a:pt x="5011433" y="2297748"/>
                </a:lnTo>
                <a:lnTo>
                  <a:pt x="5009787" y="2297705"/>
                </a:lnTo>
                <a:lnTo>
                  <a:pt x="5008140" y="2297662"/>
                </a:lnTo>
                <a:lnTo>
                  <a:pt x="5006494" y="2297617"/>
                </a:lnTo>
                <a:lnTo>
                  <a:pt x="5004848" y="2297571"/>
                </a:lnTo>
                <a:lnTo>
                  <a:pt x="5003201" y="2297525"/>
                </a:lnTo>
                <a:lnTo>
                  <a:pt x="5001555" y="2297477"/>
                </a:lnTo>
                <a:lnTo>
                  <a:pt x="4999909" y="2297428"/>
                </a:lnTo>
                <a:lnTo>
                  <a:pt x="4998262" y="2297379"/>
                </a:lnTo>
                <a:lnTo>
                  <a:pt x="4996616" y="2297328"/>
                </a:lnTo>
                <a:lnTo>
                  <a:pt x="4994970" y="2297276"/>
                </a:lnTo>
                <a:lnTo>
                  <a:pt x="4993323" y="2297224"/>
                </a:lnTo>
                <a:lnTo>
                  <a:pt x="4991677" y="2297170"/>
                </a:lnTo>
                <a:lnTo>
                  <a:pt x="4990031" y="2297116"/>
                </a:lnTo>
                <a:lnTo>
                  <a:pt x="4988384" y="2297060"/>
                </a:lnTo>
                <a:lnTo>
                  <a:pt x="4986738" y="2297004"/>
                </a:lnTo>
                <a:lnTo>
                  <a:pt x="4985092" y="2296946"/>
                </a:lnTo>
                <a:lnTo>
                  <a:pt x="4983445" y="2296888"/>
                </a:lnTo>
                <a:lnTo>
                  <a:pt x="4981799" y="2296828"/>
                </a:lnTo>
                <a:lnTo>
                  <a:pt x="4980153" y="2296768"/>
                </a:lnTo>
                <a:lnTo>
                  <a:pt x="4978506" y="2296706"/>
                </a:lnTo>
                <a:lnTo>
                  <a:pt x="4976860" y="2296644"/>
                </a:lnTo>
                <a:lnTo>
                  <a:pt x="4975214" y="2296580"/>
                </a:lnTo>
                <a:lnTo>
                  <a:pt x="4973567" y="2296516"/>
                </a:lnTo>
                <a:lnTo>
                  <a:pt x="4971921" y="2296450"/>
                </a:lnTo>
                <a:lnTo>
                  <a:pt x="4970275" y="2296384"/>
                </a:lnTo>
                <a:lnTo>
                  <a:pt x="4968628" y="2296316"/>
                </a:lnTo>
                <a:lnTo>
                  <a:pt x="4966982" y="2296248"/>
                </a:lnTo>
                <a:lnTo>
                  <a:pt x="4965336" y="2296178"/>
                </a:lnTo>
                <a:lnTo>
                  <a:pt x="4963689" y="2296108"/>
                </a:lnTo>
                <a:lnTo>
                  <a:pt x="4962043" y="2296036"/>
                </a:lnTo>
                <a:lnTo>
                  <a:pt x="4960397" y="2295964"/>
                </a:lnTo>
                <a:lnTo>
                  <a:pt x="4958750" y="2295891"/>
                </a:lnTo>
                <a:lnTo>
                  <a:pt x="4957104" y="2295816"/>
                </a:lnTo>
                <a:lnTo>
                  <a:pt x="4955458" y="2295741"/>
                </a:lnTo>
                <a:lnTo>
                  <a:pt x="4953811" y="2295664"/>
                </a:lnTo>
                <a:lnTo>
                  <a:pt x="4952165" y="2295587"/>
                </a:lnTo>
                <a:lnTo>
                  <a:pt x="4950519" y="2295509"/>
                </a:lnTo>
                <a:lnTo>
                  <a:pt x="4948872" y="2295429"/>
                </a:lnTo>
                <a:lnTo>
                  <a:pt x="4947226" y="2295349"/>
                </a:lnTo>
                <a:lnTo>
                  <a:pt x="4945580" y="2295267"/>
                </a:lnTo>
                <a:lnTo>
                  <a:pt x="4943933" y="2295185"/>
                </a:lnTo>
                <a:lnTo>
                  <a:pt x="4942287" y="2295101"/>
                </a:lnTo>
                <a:lnTo>
                  <a:pt x="4940641" y="2295017"/>
                </a:lnTo>
                <a:lnTo>
                  <a:pt x="4938994" y="2294932"/>
                </a:lnTo>
                <a:lnTo>
                  <a:pt x="4937348" y="2294845"/>
                </a:lnTo>
                <a:lnTo>
                  <a:pt x="4935702" y="2294758"/>
                </a:lnTo>
                <a:lnTo>
                  <a:pt x="4934055" y="2294669"/>
                </a:lnTo>
                <a:lnTo>
                  <a:pt x="4932409" y="2294580"/>
                </a:lnTo>
                <a:lnTo>
                  <a:pt x="4930763" y="2294490"/>
                </a:lnTo>
                <a:lnTo>
                  <a:pt x="4929116" y="2294398"/>
                </a:lnTo>
                <a:lnTo>
                  <a:pt x="4927470" y="2294306"/>
                </a:lnTo>
                <a:lnTo>
                  <a:pt x="4925824" y="2294212"/>
                </a:lnTo>
                <a:lnTo>
                  <a:pt x="4924177" y="2294118"/>
                </a:lnTo>
                <a:lnTo>
                  <a:pt x="4922531" y="2294023"/>
                </a:lnTo>
                <a:lnTo>
                  <a:pt x="4920885" y="2293926"/>
                </a:lnTo>
                <a:lnTo>
                  <a:pt x="4919238" y="2293829"/>
                </a:lnTo>
                <a:lnTo>
                  <a:pt x="4917592" y="2293730"/>
                </a:lnTo>
                <a:lnTo>
                  <a:pt x="4915946" y="2293631"/>
                </a:lnTo>
                <a:lnTo>
                  <a:pt x="4914299" y="2293530"/>
                </a:lnTo>
                <a:lnTo>
                  <a:pt x="4912653" y="2293429"/>
                </a:lnTo>
                <a:lnTo>
                  <a:pt x="4911007" y="2293327"/>
                </a:lnTo>
                <a:lnTo>
                  <a:pt x="4909360" y="2293223"/>
                </a:lnTo>
                <a:lnTo>
                  <a:pt x="4907714" y="2293119"/>
                </a:lnTo>
                <a:lnTo>
                  <a:pt x="4906068" y="2293013"/>
                </a:lnTo>
                <a:lnTo>
                  <a:pt x="4904421" y="2292907"/>
                </a:lnTo>
                <a:lnTo>
                  <a:pt x="4902775" y="2292799"/>
                </a:lnTo>
                <a:lnTo>
                  <a:pt x="4901129" y="2292691"/>
                </a:lnTo>
                <a:lnTo>
                  <a:pt x="4899482" y="2292581"/>
                </a:lnTo>
                <a:lnTo>
                  <a:pt x="4897836" y="2292471"/>
                </a:lnTo>
                <a:lnTo>
                  <a:pt x="4896190" y="2292359"/>
                </a:lnTo>
                <a:lnTo>
                  <a:pt x="4894543" y="2292247"/>
                </a:lnTo>
                <a:lnTo>
                  <a:pt x="4892897" y="2292133"/>
                </a:lnTo>
                <a:lnTo>
                  <a:pt x="4891251" y="2292019"/>
                </a:lnTo>
                <a:lnTo>
                  <a:pt x="4889604" y="2291903"/>
                </a:lnTo>
                <a:lnTo>
                  <a:pt x="4887958" y="2291787"/>
                </a:lnTo>
                <a:lnTo>
                  <a:pt x="4886312" y="2291669"/>
                </a:lnTo>
                <a:lnTo>
                  <a:pt x="4884665" y="2291551"/>
                </a:lnTo>
                <a:lnTo>
                  <a:pt x="4883019" y="2291431"/>
                </a:lnTo>
                <a:lnTo>
                  <a:pt x="4881373" y="2291311"/>
                </a:lnTo>
                <a:lnTo>
                  <a:pt x="4879726" y="2291189"/>
                </a:lnTo>
                <a:lnTo>
                  <a:pt x="4878080" y="2291066"/>
                </a:lnTo>
                <a:lnTo>
                  <a:pt x="4876434" y="2290943"/>
                </a:lnTo>
                <a:lnTo>
                  <a:pt x="4874787" y="2290818"/>
                </a:lnTo>
                <a:lnTo>
                  <a:pt x="4873141" y="2290693"/>
                </a:lnTo>
                <a:lnTo>
                  <a:pt x="4871495" y="2290566"/>
                </a:lnTo>
                <a:lnTo>
                  <a:pt x="4869848" y="2290438"/>
                </a:lnTo>
                <a:lnTo>
                  <a:pt x="4868202" y="2290310"/>
                </a:lnTo>
                <a:lnTo>
                  <a:pt x="4866556" y="2290180"/>
                </a:lnTo>
                <a:lnTo>
                  <a:pt x="4864909" y="2290049"/>
                </a:lnTo>
                <a:lnTo>
                  <a:pt x="4863263" y="2289918"/>
                </a:lnTo>
                <a:lnTo>
                  <a:pt x="4861617" y="2289785"/>
                </a:lnTo>
                <a:lnTo>
                  <a:pt x="4859970" y="2289651"/>
                </a:lnTo>
                <a:lnTo>
                  <a:pt x="4858324" y="2289517"/>
                </a:lnTo>
                <a:lnTo>
                  <a:pt x="4856678" y="2289381"/>
                </a:lnTo>
                <a:lnTo>
                  <a:pt x="4855031" y="2289244"/>
                </a:lnTo>
                <a:lnTo>
                  <a:pt x="4853385" y="2289106"/>
                </a:lnTo>
                <a:lnTo>
                  <a:pt x="4851739" y="2288967"/>
                </a:lnTo>
                <a:lnTo>
                  <a:pt x="4850092" y="2288828"/>
                </a:lnTo>
                <a:lnTo>
                  <a:pt x="4848446" y="2288687"/>
                </a:lnTo>
                <a:lnTo>
                  <a:pt x="4846800" y="2288545"/>
                </a:lnTo>
                <a:lnTo>
                  <a:pt x="4845153" y="2288402"/>
                </a:lnTo>
                <a:lnTo>
                  <a:pt x="4843507" y="2288258"/>
                </a:lnTo>
                <a:lnTo>
                  <a:pt x="4841861" y="2288113"/>
                </a:lnTo>
                <a:lnTo>
                  <a:pt x="4840214" y="2287968"/>
                </a:lnTo>
                <a:lnTo>
                  <a:pt x="4838568" y="2287821"/>
                </a:lnTo>
                <a:lnTo>
                  <a:pt x="4836922" y="2287673"/>
                </a:lnTo>
                <a:lnTo>
                  <a:pt x="4835275" y="2287524"/>
                </a:lnTo>
                <a:lnTo>
                  <a:pt x="4833629" y="2287374"/>
                </a:lnTo>
                <a:lnTo>
                  <a:pt x="4831983" y="2287223"/>
                </a:lnTo>
                <a:lnTo>
                  <a:pt x="4830336" y="2287071"/>
                </a:lnTo>
                <a:lnTo>
                  <a:pt x="4828690" y="2286918"/>
                </a:lnTo>
                <a:lnTo>
                  <a:pt x="4827044" y="2286764"/>
                </a:lnTo>
                <a:lnTo>
                  <a:pt x="4825397" y="2286609"/>
                </a:lnTo>
                <a:lnTo>
                  <a:pt x="4823751" y="2286453"/>
                </a:lnTo>
                <a:lnTo>
                  <a:pt x="4822105" y="2286296"/>
                </a:lnTo>
                <a:lnTo>
                  <a:pt x="4820458" y="2286138"/>
                </a:lnTo>
                <a:lnTo>
                  <a:pt x="4818812" y="2285979"/>
                </a:lnTo>
                <a:lnTo>
                  <a:pt x="4817166" y="2285818"/>
                </a:lnTo>
                <a:lnTo>
                  <a:pt x="4815519" y="2285657"/>
                </a:lnTo>
                <a:lnTo>
                  <a:pt x="4813873" y="2285495"/>
                </a:lnTo>
                <a:lnTo>
                  <a:pt x="4812227" y="2285332"/>
                </a:lnTo>
                <a:lnTo>
                  <a:pt x="4810580" y="2285168"/>
                </a:lnTo>
                <a:lnTo>
                  <a:pt x="4808934" y="2285002"/>
                </a:lnTo>
                <a:lnTo>
                  <a:pt x="4807288" y="2284836"/>
                </a:lnTo>
                <a:lnTo>
                  <a:pt x="4805641" y="2284669"/>
                </a:lnTo>
                <a:lnTo>
                  <a:pt x="4803995" y="2284501"/>
                </a:lnTo>
                <a:lnTo>
                  <a:pt x="4802349" y="2284331"/>
                </a:lnTo>
                <a:lnTo>
                  <a:pt x="4800702" y="2284161"/>
                </a:lnTo>
                <a:lnTo>
                  <a:pt x="4799056" y="2283990"/>
                </a:lnTo>
                <a:lnTo>
                  <a:pt x="4797410" y="2283817"/>
                </a:lnTo>
                <a:lnTo>
                  <a:pt x="4795763" y="2283644"/>
                </a:lnTo>
                <a:lnTo>
                  <a:pt x="4794117" y="2283469"/>
                </a:lnTo>
                <a:lnTo>
                  <a:pt x="4792471" y="2283294"/>
                </a:lnTo>
                <a:lnTo>
                  <a:pt x="4790824" y="2283117"/>
                </a:lnTo>
                <a:lnTo>
                  <a:pt x="4789178" y="2282940"/>
                </a:lnTo>
                <a:lnTo>
                  <a:pt x="4787532" y="2282761"/>
                </a:lnTo>
                <a:lnTo>
                  <a:pt x="4785885" y="2282582"/>
                </a:lnTo>
                <a:lnTo>
                  <a:pt x="4784239" y="2282401"/>
                </a:lnTo>
                <a:lnTo>
                  <a:pt x="4782593" y="2282220"/>
                </a:lnTo>
                <a:lnTo>
                  <a:pt x="4780946" y="2282037"/>
                </a:lnTo>
                <a:lnTo>
                  <a:pt x="4779300" y="2281853"/>
                </a:lnTo>
                <a:lnTo>
                  <a:pt x="4777654" y="2281669"/>
                </a:lnTo>
                <a:lnTo>
                  <a:pt x="4776007" y="2281483"/>
                </a:lnTo>
                <a:lnTo>
                  <a:pt x="4774361" y="2281296"/>
                </a:lnTo>
                <a:lnTo>
                  <a:pt x="4772715" y="2281109"/>
                </a:lnTo>
                <a:lnTo>
                  <a:pt x="4771068" y="2280920"/>
                </a:lnTo>
                <a:lnTo>
                  <a:pt x="4769422" y="2280730"/>
                </a:lnTo>
                <a:lnTo>
                  <a:pt x="4767776" y="2280539"/>
                </a:lnTo>
                <a:lnTo>
                  <a:pt x="4766129" y="2280347"/>
                </a:lnTo>
                <a:lnTo>
                  <a:pt x="4764483" y="2280154"/>
                </a:lnTo>
                <a:lnTo>
                  <a:pt x="4762837" y="2279960"/>
                </a:lnTo>
                <a:lnTo>
                  <a:pt x="4761190" y="2279766"/>
                </a:lnTo>
                <a:lnTo>
                  <a:pt x="4759544" y="2279570"/>
                </a:lnTo>
                <a:lnTo>
                  <a:pt x="4757898" y="2279373"/>
                </a:lnTo>
                <a:lnTo>
                  <a:pt x="4756251" y="2279175"/>
                </a:lnTo>
                <a:lnTo>
                  <a:pt x="4754605" y="2278976"/>
                </a:lnTo>
                <a:lnTo>
                  <a:pt x="4752959" y="2278775"/>
                </a:lnTo>
                <a:lnTo>
                  <a:pt x="4751312" y="2278574"/>
                </a:lnTo>
                <a:lnTo>
                  <a:pt x="4749666" y="2278372"/>
                </a:lnTo>
                <a:lnTo>
                  <a:pt x="4748020" y="2278169"/>
                </a:lnTo>
                <a:lnTo>
                  <a:pt x="4746373" y="2277965"/>
                </a:lnTo>
                <a:lnTo>
                  <a:pt x="4744727" y="2277760"/>
                </a:lnTo>
                <a:lnTo>
                  <a:pt x="4743081" y="2277553"/>
                </a:lnTo>
                <a:lnTo>
                  <a:pt x="4741434" y="2277346"/>
                </a:lnTo>
                <a:lnTo>
                  <a:pt x="4739788" y="2277138"/>
                </a:lnTo>
                <a:lnTo>
                  <a:pt x="4738142" y="2276928"/>
                </a:lnTo>
                <a:lnTo>
                  <a:pt x="4736495" y="2276718"/>
                </a:lnTo>
                <a:lnTo>
                  <a:pt x="4734849" y="2276507"/>
                </a:lnTo>
                <a:lnTo>
                  <a:pt x="4733203" y="2276294"/>
                </a:lnTo>
                <a:lnTo>
                  <a:pt x="4731556" y="2276081"/>
                </a:lnTo>
                <a:lnTo>
                  <a:pt x="4729910" y="2275866"/>
                </a:lnTo>
                <a:lnTo>
                  <a:pt x="4728264" y="2275651"/>
                </a:lnTo>
                <a:lnTo>
                  <a:pt x="4726617" y="2275434"/>
                </a:lnTo>
                <a:lnTo>
                  <a:pt x="4724971" y="2275217"/>
                </a:lnTo>
                <a:lnTo>
                  <a:pt x="4723325" y="2274998"/>
                </a:lnTo>
                <a:lnTo>
                  <a:pt x="4721678" y="2274778"/>
                </a:lnTo>
                <a:lnTo>
                  <a:pt x="4720032" y="2274558"/>
                </a:lnTo>
                <a:lnTo>
                  <a:pt x="4718386" y="2274336"/>
                </a:lnTo>
                <a:lnTo>
                  <a:pt x="4716739" y="2274113"/>
                </a:lnTo>
                <a:lnTo>
                  <a:pt x="4715093" y="2273889"/>
                </a:lnTo>
                <a:lnTo>
                  <a:pt x="4713447" y="2273665"/>
                </a:lnTo>
                <a:lnTo>
                  <a:pt x="4711800" y="2273439"/>
                </a:lnTo>
                <a:lnTo>
                  <a:pt x="4710154" y="2273212"/>
                </a:lnTo>
                <a:lnTo>
                  <a:pt x="4708508" y="2272984"/>
                </a:lnTo>
                <a:lnTo>
                  <a:pt x="4706861" y="2272755"/>
                </a:lnTo>
                <a:lnTo>
                  <a:pt x="4705215" y="2272525"/>
                </a:lnTo>
                <a:lnTo>
                  <a:pt x="4703569" y="2272294"/>
                </a:lnTo>
                <a:lnTo>
                  <a:pt x="4701923" y="2272062"/>
                </a:lnTo>
                <a:lnTo>
                  <a:pt x="4700276" y="2271829"/>
                </a:lnTo>
                <a:lnTo>
                  <a:pt x="4698630" y="2271595"/>
                </a:lnTo>
                <a:lnTo>
                  <a:pt x="4696984" y="2271359"/>
                </a:lnTo>
                <a:lnTo>
                  <a:pt x="4695337" y="2271123"/>
                </a:lnTo>
                <a:lnTo>
                  <a:pt x="4693691" y="2270886"/>
                </a:lnTo>
                <a:lnTo>
                  <a:pt x="4692045" y="2270648"/>
                </a:lnTo>
                <a:lnTo>
                  <a:pt x="4690398" y="2270408"/>
                </a:lnTo>
                <a:lnTo>
                  <a:pt x="4688752" y="2270168"/>
                </a:lnTo>
                <a:lnTo>
                  <a:pt x="4687106" y="2269927"/>
                </a:lnTo>
                <a:lnTo>
                  <a:pt x="4685459" y="2269684"/>
                </a:lnTo>
                <a:lnTo>
                  <a:pt x="4683813" y="2269441"/>
                </a:lnTo>
                <a:lnTo>
                  <a:pt x="4682167" y="2269196"/>
                </a:lnTo>
                <a:lnTo>
                  <a:pt x="4680520" y="2268951"/>
                </a:lnTo>
                <a:lnTo>
                  <a:pt x="4678874" y="2268704"/>
                </a:lnTo>
                <a:lnTo>
                  <a:pt x="4677228" y="2268457"/>
                </a:lnTo>
                <a:lnTo>
                  <a:pt x="4675581" y="2268208"/>
                </a:lnTo>
                <a:lnTo>
                  <a:pt x="4673935" y="2267958"/>
                </a:lnTo>
                <a:lnTo>
                  <a:pt x="4672289" y="2267708"/>
                </a:lnTo>
                <a:lnTo>
                  <a:pt x="4670642" y="2267456"/>
                </a:lnTo>
                <a:lnTo>
                  <a:pt x="4668996" y="2267203"/>
                </a:lnTo>
                <a:lnTo>
                  <a:pt x="4667350" y="2266949"/>
                </a:lnTo>
                <a:lnTo>
                  <a:pt x="4665703" y="2266694"/>
                </a:lnTo>
                <a:lnTo>
                  <a:pt x="4664057" y="2266438"/>
                </a:lnTo>
                <a:lnTo>
                  <a:pt x="4662411" y="2266181"/>
                </a:lnTo>
                <a:lnTo>
                  <a:pt x="4660764" y="2265923"/>
                </a:lnTo>
                <a:lnTo>
                  <a:pt x="4659118" y="2265664"/>
                </a:lnTo>
                <a:lnTo>
                  <a:pt x="4657472" y="2265404"/>
                </a:lnTo>
                <a:lnTo>
                  <a:pt x="4655825" y="2265143"/>
                </a:lnTo>
                <a:lnTo>
                  <a:pt x="4654179" y="2264881"/>
                </a:lnTo>
                <a:lnTo>
                  <a:pt x="4652533" y="2264618"/>
                </a:lnTo>
                <a:lnTo>
                  <a:pt x="4650886" y="2264354"/>
                </a:lnTo>
                <a:lnTo>
                  <a:pt x="4649240" y="2264088"/>
                </a:lnTo>
                <a:lnTo>
                  <a:pt x="4647594" y="2263822"/>
                </a:lnTo>
                <a:lnTo>
                  <a:pt x="4645947" y="2263555"/>
                </a:lnTo>
                <a:lnTo>
                  <a:pt x="4644301" y="2263286"/>
                </a:lnTo>
                <a:lnTo>
                  <a:pt x="4642655" y="2263017"/>
                </a:lnTo>
                <a:lnTo>
                  <a:pt x="4641008" y="2262746"/>
                </a:lnTo>
                <a:lnTo>
                  <a:pt x="4639362" y="2262475"/>
                </a:lnTo>
                <a:lnTo>
                  <a:pt x="4637716" y="2262202"/>
                </a:lnTo>
                <a:lnTo>
                  <a:pt x="4636069" y="2261929"/>
                </a:lnTo>
                <a:lnTo>
                  <a:pt x="4634423" y="2261654"/>
                </a:lnTo>
                <a:lnTo>
                  <a:pt x="4632777" y="2261378"/>
                </a:lnTo>
                <a:lnTo>
                  <a:pt x="4631130" y="2261102"/>
                </a:lnTo>
                <a:lnTo>
                  <a:pt x="4629484" y="2260824"/>
                </a:lnTo>
                <a:lnTo>
                  <a:pt x="4627838" y="2260545"/>
                </a:lnTo>
                <a:lnTo>
                  <a:pt x="4626191" y="2260265"/>
                </a:lnTo>
                <a:lnTo>
                  <a:pt x="4624545" y="2259984"/>
                </a:lnTo>
                <a:lnTo>
                  <a:pt x="4622899" y="2259702"/>
                </a:lnTo>
                <a:lnTo>
                  <a:pt x="4621252" y="2259419"/>
                </a:lnTo>
                <a:lnTo>
                  <a:pt x="4619606" y="2259135"/>
                </a:lnTo>
                <a:lnTo>
                  <a:pt x="4617960" y="2258850"/>
                </a:lnTo>
                <a:lnTo>
                  <a:pt x="4616313" y="2258564"/>
                </a:lnTo>
                <a:lnTo>
                  <a:pt x="4614667" y="2258277"/>
                </a:lnTo>
                <a:lnTo>
                  <a:pt x="4613021" y="2257989"/>
                </a:lnTo>
                <a:lnTo>
                  <a:pt x="4611374" y="2257699"/>
                </a:lnTo>
                <a:lnTo>
                  <a:pt x="4609728" y="2257409"/>
                </a:lnTo>
                <a:lnTo>
                  <a:pt x="4608082" y="2257118"/>
                </a:lnTo>
                <a:lnTo>
                  <a:pt x="4606435" y="2256825"/>
                </a:lnTo>
                <a:lnTo>
                  <a:pt x="4604789" y="2256532"/>
                </a:lnTo>
                <a:lnTo>
                  <a:pt x="4603143" y="2256237"/>
                </a:lnTo>
                <a:lnTo>
                  <a:pt x="4601496" y="2255942"/>
                </a:lnTo>
                <a:lnTo>
                  <a:pt x="4599850" y="2255645"/>
                </a:lnTo>
                <a:lnTo>
                  <a:pt x="4598204" y="2255348"/>
                </a:lnTo>
                <a:lnTo>
                  <a:pt x="4596557" y="2255049"/>
                </a:lnTo>
                <a:lnTo>
                  <a:pt x="4594911" y="2254749"/>
                </a:lnTo>
                <a:lnTo>
                  <a:pt x="4593265" y="2254448"/>
                </a:lnTo>
                <a:lnTo>
                  <a:pt x="4591618" y="2254147"/>
                </a:lnTo>
                <a:lnTo>
                  <a:pt x="4589972" y="2253844"/>
                </a:lnTo>
                <a:lnTo>
                  <a:pt x="4588326" y="2253540"/>
                </a:lnTo>
                <a:lnTo>
                  <a:pt x="4586679" y="2253235"/>
                </a:lnTo>
                <a:lnTo>
                  <a:pt x="4585033" y="2252929"/>
                </a:lnTo>
                <a:lnTo>
                  <a:pt x="4583387" y="2252622"/>
                </a:lnTo>
                <a:lnTo>
                  <a:pt x="4581740" y="2252314"/>
                </a:lnTo>
                <a:lnTo>
                  <a:pt x="4580094" y="2252005"/>
                </a:lnTo>
                <a:lnTo>
                  <a:pt x="4578448" y="2251694"/>
                </a:lnTo>
                <a:lnTo>
                  <a:pt x="4576801" y="2251383"/>
                </a:lnTo>
                <a:lnTo>
                  <a:pt x="4575155" y="2251071"/>
                </a:lnTo>
                <a:lnTo>
                  <a:pt x="4573509" y="2250758"/>
                </a:lnTo>
                <a:lnTo>
                  <a:pt x="4571862" y="2250443"/>
                </a:lnTo>
                <a:lnTo>
                  <a:pt x="4570216" y="2250128"/>
                </a:lnTo>
                <a:lnTo>
                  <a:pt x="4568570" y="2249811"/>
                </a:lnTo>
                <a:lnTo>
                  <a:pt x="4566923" y="2249494"/>
                </a:lnTo>
                <a:lnTo>
                  <a:pt x="4565277" y="2249175"/>
                </a:lnTo>
                <a:lnTo>
                  <a:pt x="4563631" y="2248856"/>
                </a:lnTo>
                <a:lnTo>
                  <a:pt x="4561984" y="2248535"/>
                </a:lnTo>
                <a:lnTo>
                  <a:pt x="4560338" y="2248213"/>
                </a:lnTo>
                <a:lnTo>
                  <a:pt x="4558692" y="2247891"/>
                </a:lnTo>
                <a:lnTo>
                  <a:pt x="4557045" y="2247567"/>
                </a:lnTo>
                <a:lnTo>
                  <a:pt x="4555399" y="2247242"/>
                </a:lnTo>
                <a:lnTo>
                  <a:pt x="4553753" y="2246916"/>
                </a:lnTo>
                <a:lnTo>
                  <a:pt x="4552106" y="2246589"/>
                </a:lnTo>
                <a:lnTo>
                  <a:pt x="4550460" y="2246261"/>
                </a:lnTo>
                <a:lnTo>
                  <a:pt x="4548814" y="2245932"/>
                </a:lnTo>
                <a:lnTo>
                  <a:pt x="4547167" y="2245602"/>
                </a:lnTo>
                <a:lnTo>
                  <a:pt x="4545521" y="2245271"/>
                </a:lnTo>
                <a:lnTo>
                  <a:pt x="4543875" y="2244938"/>
                </a:lnTo>
                <a:lnTo>
                  <a:pt x="4542228" y="2244605"/>
                </a:lnTo>
                <a:lnTo>
                  <a:pt x="4540582" y="2244271"/>
                </a:lnTo>
                <a:lnTo>
                  <a:pt x="4538936" y="2243935"/>
                </a:lnTo>
                <a:lnTo>
                  <a:pt x="4537289" y="2243599"/>
                </a:lnTo>
                <a:lnTo>
                  <a:pt x="4535643" y="2243262"/>
                </a:lnTo>
                <a:lnTo>
                  <a:pt x="4533997" y="2242923"/>
                </a:lnTo>
                <a:lnTo>
                  <a:pt x="4532350" y="2242583"/>
                </a:lnTo>
                <a:lnTo>
                  <a:pt x="4530704" y="2242243"/>
                </a:lnTo>
                <a:lnTo>
                  <a:pt x="4529058" y="2241901"/>
                </a:lnTo>
                <a:lnTo>
                  <a:pt x="4527411" y="2241558"/>
                </a:lnTo>
                <a:lnTo>
                  <a:pt x="4525765" y="2241215"/>
                </a:lnTo>
                <a:lnTo>
                  <a:pt x="4524119" y="2240870"/>
                </a:lnTo>
                <a:lnTo>
                  <a:pt x="4522472" y="2240524"/>
                </a:lnTo>
                <a:lnTo>
                  <a:pt x="4520826" y="2240177"/>
                </a:lnTo>
                <a:lnTo>
                  <a:pt x="4519180" y="2239829"/>
                </a:lnTo>
                <a:lnTo>
                  <a:pt x="4517533" y="2239480"/>
                </a:lnTo>
                <a:lnTo>
                  <a:pt x="4515887" y="2239130"/>
                </a:lnTo>
                <a:lnTo>
                  <a:pt x="4514241" y="2238779"/>
                </a:lnTo>
                <a:lnTo>
                  <a:pt x="4512594" y="2238427"/>
                </a:lnTo>
                <a:lnTo>
                  <a:pt x="4510948" y="2238073"/>
                </a:lnTo>
                <a:lnTo>
                  <a:pt x="4509302" y="2237719"/>
                </a:lnTo>
                <a:lnTo>
                  <a:pt x="4507655" y="2237364"/>
                </a:lnTo>
                <a:lnTo>
                  <a:pt x="4506009" y="2237007"/>
                </a:lnTo>
                <a:lnTo>
                  <a:pt x="4504363" y="2236650"/>
                </a:lnTo>
                <a:lnTo>
                  <a:pt x="4502716" y="2236291"/>
                </a:lnTo>
                <a:lnTo>
                  <a:pt x="4501070" y="2235932"/>
                </a:lnTo>
                <a:lnTo>
                  <a:pt x="4499424" y="2235571"/>
                </a:lnTo>
                <a:lnTo>
                  <a:pt x="4497777" y="2235209"/>
                </a:lnTo>
                <a:lnTo>
                  <a:pt x="4496131" y="2234847"/>
                </a:lnTo>
                <a:lnTo>
                  <a:pt x="4494485" y="2234483"/>
                </a:lnTo>
                <a:lnTo>
                  <a:pt x="4492838" y="2234118"/>
                </a:lnTo>
                <a:lnTo>
                  <a:pt x="4491192" y="2233752"/>
                </a:lnTo>
                <a:lnTo>
                  <a:pt x="4489546" y="2233385"/>
                </a:lnTo>
                <a:lnTo>
                  <a:pt x="4487899" y="2233017"/>
                </a:lnTo>
                <a:lnTo>
                  <a:pt x="4486253" y="2232648"/>
                </a:lnTo>
                <a:lnTo>
                  <a:pt x="4484607" y="2232278"/>
                </a:lnTo>
                <a:lnTo>
                  <a:pt x="4482960" y="2231907"/>
                </a:lnTo>
                <a:lnTo>
                  <a:pt x="4481314" y="2231535"/>
                </a:lnTo>
                <a:lnTo>
                  <a:pt x="4479668" y="2231161"/>
                </a:lnTo>
                <a:lnTo>
                  <a:pt x="4478021" y="2230787"/>
                </a:lnTo>
                <a:lnTo>
                  <a:pt x="4476375" y="2230412"/>
                </a:lnTo>
                <a:lnTo>
                  <a:pt x="4474729" y="2230035"/>
                </a:lnTo>
                <a:lnTo>
                  <a:pt x="4473082" y="2229658"/>
                </a:lnTo>
                <a:lnTo>
                  <a:pt x="4471436" y="2229279"/>
                </a:lnTo>
                <a:lnTo>
                  <a:pt x="4469790" y="2228900"/>
                </a:lnTo>
                <a:lnTo>
                  <a:pt x="4468143" y="2228519"/>
                </a:lnTo>
                <a:lnTo>
                  <a:pt x="4466497" y="2228137"/>
                </a:lnTo>
                <a:lnTo>
                  <a:pt x="4464851" y="2227754"/>
                </a:lnTo>
                <a:lnTo>
                  <a:pt x="4463204" y="2227371"/>
                </a:lnTo>
                <a:lnTo>
                  <a:pt x="4461558" y="2226986"/>
                </a:lnTo>
                <a:lnTo>
                  <a:pt x="4459912" y="2226600"/>
                </a:lnTo>
                <a:lnTo>
                  <a:pt x="4458265" y="2226213"/>
                </a:lnTo>
                <a:lnTo>
                  <a:pt x="4456619" y="2225825"/>
                </a:lnTo>
                <a:lnTo>
                  <a:pt x="4454973" y="2225436"/>
                </a:lnTo>
                <a:lnTo>
                  <a:pt x="4453326" y="2225046"/>
                </a:lnTo>
                <a:lnTo>
                  <a:pt x="4451680" y="2224654"/>
                </a:lnTo>
                <a:lnTo>
                  <a:pt x="4450034" y="2224262"/>
                </a:lnTo>
                <a:lnTo>
                  <a:pt x="4448387" y="2223869"/>
                </a:lnTo>
                <a:lnTo>
                  <a:pt x="4446741" y="2223474"/>
                </a:lnTo>
                <a:lnTo>
                  <a:pt x="4445095" y="2223079"/>
                </a:lnTo>
                <a:lnTo>
                  <a:pt x="4443448" y="2222682"/>
                </a:lnTo>
                <a:lnTo>
                  <a:pt x="4441802" y="2222285"/>
                </a:lnTo>
                <a:lnTo>
                  <a:pt x="4440156" y="2221886"/>
                </a:lnTo>
                <a:lnTo>
                  <a:pt x="4438509" y="2221486"/>
                </a:lnTo>
                <a:lnTo>
                  <a:pt x="4436863" y="2221086"/>
                </a:lnTo>
                <a:lnTo>
                  <a:pt x="4435217" y="2220684"/>
                </a:lnTo>
                <a:lnTo>
                  <a:pt x="4433570" y="2220281"/>
                </a:lnTo>
                <a:lnTo>
                  <a:pt x="4431924" y="2219877"/>
                </a:lnTo>
                <a:lnTo>
                  <a:pt x="4430278" y="2219472"/>
                </a:lnTo>
                <a:lnTo>
                  <a:pt x="4428631" y="2219066"/>
                </a:lnTo>
                <a:lnTo>
                  <a:pt x="4426985" y="2218659"/>
                </a:lnTo>
                <a:lnTo>
                  <a:pt x="4425339" y="2218251"/>
                </a:lnTo>
                <a:lnTo>
                  <a:pt x="4423692" y="2217842"/>
                </a:lnTo>
                <a:lnTo>
                  <a:pt x="4422046" y="2217432"/>
                </a:lnTo>
                <a:lnTo>
                  <a:pt x="4420400" y="2217020"/>
                </a:lnTo>
                <a:lnTo>
                  <a:pt x="4418753" y="2216608"/>
                </a:lnTo>
                <a:lnTo>
                  <a:pt x="4417107" y="2216195"/>
                </a:lnTo>
                <a:lnTo>
                  <a:pt x="4415461" y="2215780"/>
                </a:lnTo>
                <a:lnTo>
                  <a:pt x="4413814" y="2215364"/>
                </a:lnTo>
                <a:lnTo>
                  <a:pt x="4412168" y="2214948"/>
                </a:lnTo>
                <a:lnTo>
                  <a:pt x="4410522" y="2214530"/>
                </a:lnTo>
                <a:lnTo>
                  <a:pt x="4408875" y="2214112"/>
                </a:lnTo>
                <a:lnTo>
                  <a:pt x="4407229" y="2213692"/>
                </a:lnTo>
                <a:lnTo>
                  <a:pt x="4405583" y="2213271"/>
                </a:lnTo>
                <a:lnTo>
                  <a:pt x="4403936" y="2212849"/>
                </a:lnTo>
                <a:lnTo>
                  <a:pt x="4402290" y="2212426"/>
                </a:lnTo>
                <a:lnTo>
                  <a:pt x="4400644" y="2212002"/>
                </a:lnTo>
                <a:lnTo>
                  <a:pt x="4398997" y="2211577"/>
                </a:lnTo>
                <a:lnTo>
                  <a:pt x="4397351" y="2211151"/>
                </a:lnTo>
                <a:lnTo>
                  <a:pt x="4395705" y="2210724"/>
                </a:lnTo>
                <a:lnTo>
                  <a:pt x="4394058" y="2210295"/>
                </a:lnTo>
                <a:lnTo>
                  <a:pt x="4392412" y="2209866"/>
                </a:lnTo>
                <a:lnTo>
                  <a:pt x="4390766" y="2209436"/>
                </a:lnTo>
                <a:lnTo>
                  <a:pt x="4389120" y="2209004"/>
                </a:lnTo>
                <a:lnTo>
                  <a:pt x="4387473" y="2208572"/>
                </a:lnTo>
                <a:lnTo>
                  <a:pt x="4385827" y="2208138"/>
                </a:lnTo>
                <a:lnTo>
                  <a:pt x="4384181" y="2207704"/>
                </a:lnTo>
                <a:lnTo>
                  <a:pt x="4382534" y="2207268"/>
                </a:lnTo>
                <a:lnTo>
                  <a:pt x="4380888" y="2206831"/>
                </a:lnTo>
                <a:lnTo>
                  <a:pt x="4379242" y="2206394"/>
                </a:lnTo>
                <a:lnTo>
                  <a:pt x="4377595" y="2205955"/>
                </a:lnTo>
                <a:lnTo>
                  <a:pt x="4375949" y="2205515"/>
                </a:lnTo>
                <a:lnTo>
                  <a:pt x="4374303" y="2205074"/>
                </a:lnTo>
                <a:lnTo>
                  <a:pt x="4372656" y="2204632"/>
                </a:lnTo>
                <a:lnTo>
                  <a:pt x="4371010" y="2204189"/>
                </a:lnTo>
                <a:lnTo>
                  <a:pt x="4369364" y="2203745"/>
                </a:lnTo>
                <a:lnTo>
                  <a:pt x="4367717" y="2203300"/>
                </a:lnTo>
                <a:lnTo>
                  <a:pt x="4366071" y="2202853"/>
                </a:lnTo>
                <a:lnTo>
                  <a:pt x="4364425" y="2202406"/>
                </a:lnTo>
                <a:lnTo>
                  <a:pt x="4362778" y="2201958"/>
                </a:lnTo>
                <a:lnTo>
                  <a:pt x="4361132" y="2201508"/>
                </a:lnTo>
                <a:lnTo>
                  <a:pt x="4359486" y="2201058"/>
                </a:lnTo>
                <a:lnTo>
                  <a:pt x="4357839" y="2200606"/>
                </a:lnTo>
                <a:lnTo>
                  <a:pt x="4356193" y="2200154"/>
                </a:lnTo>
                <a:lnTo>
                  <a:pt x="4354547" y="2199700"/>
                </a:lnTo>
                <a:lnTo>
                  <a:pt x="4352900" y="2199245"/>
                </a:lnTo>
                <a:lnTo>
                  <a:pt x="4351254" y="2198789"/>
                </a:lnTo>
                <a:lnTo>
                  <a:pt x="4349608" y="2198332"/>
                </a:lnTo>
                <a:lnTo>
                  <a:pt x="4347961" y="2197875"/>
                </a:lnTo>
                <a:lnTo>
                  <a:pt x="4346315" y="2197416"/>
                </a:lnTo>
                <a:lnTo>
                  <a:pt x="4344669" y="2196956"/>
                </a:lnTo>
                <a:lnTo>
                  <a:pt x="4343022" y="2196494"/>
                </a:lnTo>
                <a:lnTo>
                  <a:pt x="4341376" y="2196032"/>
                </a:lnTo>
                <a:lnTo>
                  <a:pt x="4339730" y="2195569"/>
                </a:lnTo>
                <a:lnTo>
                  <a:pt x="4338083" y="2195105"/>
                </a:lnTo>
                <a:lnTo>
                  <a:pt x="4336437" y="2194640"/>
                </a:lnTo>
                <a:lnTo>
                  <a:pt x="4334791" y="2194173"/>
                </a:lnTo>
                <a:lnTo>
                  <a:pt x="4333144" y="2193706"/>
                </a:lnTo>
                <a:lnTo>
                  <a:pt x="4331498" y="2193237"/>
                </a:lnTo>
                <a:lnTo>
                  <a:pt x="4329852" y="2192768"/>
                </a:lnTo>
                <a:lnTo>
                  <a:pt x="4328205" y="2192297"/>
                </a:lnTo>
                <a:lnTo>
                  <a:pt x="4326559" y="2191825"/>
                </a:lnTo>
                <a:lnTo>
                  <a:pt x="4324913" y="2191352"/>
                </a:lnTo>
                <a:lnTo>
                  <a:pt x="4323266" y="2190879"/>
                </a:lnTo>
                <a:lnTo>
                  <a:pt x="4321620" y="2190404"/>
                </a:lnTo>
                <a:lnTo>
                  <a:pt x="4319974" y="2189928"/>
                </a:lnTo>
                <a:lnTo>
                  <a:pt x="4318327" y="2189451"/>
                </a:lnTo>
                <a:lnTo>
                  <a:pt x="4316681" y="2188973"/>
                </a:lnTo>
                <a:lnTo>
                  <a:pt x="4315035" y="2188494"/>
                </a:lnTo>
                <a:lnTo>
                  <a:pt x="4313388" y="2188013"/>
                </a:lnTo>
                <a:lnTo>
                  <a:pt x="4311742" y="2187532"/>
                </a:lnTo>
                <a:lnTo>
                  <a:pt x="4310096" y="2187050"/>
                </a:lnTo>
                <a:lnTo>
                  <a:pt x="4308449" y="2186567"/>
                </a:lnTo>
                <a:lnTo>
                  <a:pt x="4306803" y="2186082"/>
                </a:lnTo>
                <a:lnTo>
                  <a:pt x="4305157" y="2185597"/>
                </a:lnTo>
                <a:lnTo>
                  <a:pt x="4303510" y="2185110"/>
                </a:lnTo>
                <a:lnTo>
                  <a:pt x="4301864" y="2184622"/>
                </a:lnTo>
                <a:lnTo>
                  <a:pt x="4300218" y="2184134"/>
                </a:lnTo>
                <a:lnTo>
                  <a:pt x="4298571" y="2183644"/>
                </a:lnTo>
                <a:lnTo>
                  <a:pt x="4296925" y="2183153"/>
                </a:lnTo>
                <a:lnTo>
                  <a:pt x="4295279" y="2182661"/>
                </a:lnTo>
                <a:lnTo>
                  <a:pt x="4293632" y="2182169"/>
                </a:lnTo>
                <a:lnTo>
                  <a:pt x="4291986" y="2181675"/>
                </a:lnTo>
                <a:lnTo>
                  <a:pt x="4290340" y="2181180"/>
                </a:lnTo>
                <a:lnTo>
                  <a:pt x="4288693" y="2180683"/>
                </a:lnTo>
                <a:lnTo>
                  <a:pt x="4287047" y="2180186"/>
                </a:lnTo>
                <a:lnTo>
                  <a:pt x="4285401" y="2179688"/>
                </a:lnTo>
                <a:lnTo>
                  <a:pt x="4283754" y="2179189"/>
                </a:lnTo>
                <a:lnTo>
                  <a:pt x="4282108" y="2178688"/>
                </a:lnTo>
                <a:lnTo>
                  <a:pt x="4280462" y="2178187"/>
                </a:lnTo>
                <a:lnTo>
                  <a:pt x="4278815" y="2177685"/>
                </a:lnTo>
                <a:lnTo>
                  <a:pt x="4277169" y="2177181"/>
                </a:lnTo>
                <a:lnTo>
                  <a:pt x="4275523" y="2176676"/>
                </a:lnTo>
                <a:lnTo>
                  <a:pt x="4273876" y="2176171"/>
                </a:lnTo>
                <a:lnTo>
                  <a:pt x="4272230" y="2175664"/>
                </a:lnTo>
                <a:lnTo>
                  <a:pt x="4270584" y="2175156"/>
                </a:lnTo>
                <a:lnTo>
                  <a:pt x="4268937" y="2174647"/>
                </a:lnTo>
                <a:lnTo>
                  <a:pt x="4267291" y="2174138"/>
                </a:lnTo>
                <a:lnTo>
                  <a:pt x="4265645" y="2173627"/>
                </a:lnTo>
                <a:lnTo>
                  <a:pt x="4263998" y="2173115"/>
                </a:lnTo>
                <a:lnTo>
                  <a:pt x="4262352" y="2172602"/>
                </a:lnTo>
                <a:lnTo>
                  <a:pt x="4260706" y="2172087"/>
                </a:lnTo>
                <a:lnTo>
                  <a:pt x="4259059" y="2171572"/>
                </a:lnTo>
                <a:lnTo>
                  <a:pt x="4257413" y="2171056"/>
                </a:lnTo>
                <a:lnTo>
                  <a:pt x="4255767" y="2170539"/>
                </a:lnTo>
                <a:lnTo>
                  <a:pt x="4254120" y="2170020"/>
                </a:lnTo>
                <a:lnTo>
                  <a:pt x="4252474" y="2169501"/>
                </a:lnTo>
                <a:lnTo>
                  <a:pt x="4250828" y="2168980"/>
                </a:lnTo>
                <a:lnTo>
                  <a:pt x="4249181" y="2168459"/>
                </a:lnTo>
                <a:lnTo>
                  <a:pt x="4247535" y="2167936"/>
                </a:lnTo>
                <a:lnTo>
                  <a:pt x="4245889" y="2167412"/>
                </a:lnTo>
                <a:lnTo>
                  <a:pt x="4244242" y="2166888"/>
                </a:lnTo>
                <a:lnTo>
                  <a:pt x="4242596" y="2166362"/>
                </a:lnTo>
                <a:lnTo>
                  <a:pt x="4240950" y="2165835"/>
                </a:lnTo>
                <a:lnTo>
                  <a:pt x="4239303" y="2165307"/>
                </a:lnTo>
                <a:lnTo>
                  <a:pt x="4237657" y="2164778"/>
                </a:lnTo>
                <a:lnTo>
                  <a:pt x="4236011" y="2164248"/>
                </a:lnTo>
                <a:lnTo>
                  <a:pt x="4234364" y="2163717"/>
                </a:lnTo>
                <a:lnTo>
                  <a:pt x="4232718" y="2163185"/>
                </a:lnTo>
                <a:lnTo>
                  <a:pt x="4231072" y="2162652"/>
                </a:lnTo>
                <a:lnTo>
                  <a:pt x="4229425" y="2162117"/>
                </a:lnTo>
                <a:lnTo>
                  <a:pt x="4227779" y="2161582"/>
                </a:lnTo>
                <a:lnTo>
                  <a:pt x="4226133" y="2161046"/>
                </a:lnTo>
                <a:lnTo>
                  <a:pt x="4224486" y="2160508"/>
                </a:lnTo>
                <a:lnTo>
                  <a:pt x="4222840" y="2159970"/>
                </a:lnTo>
                <a:lnTo>
                  <a:pt x="4221194" y="2159430"/>
                </a:lnTo>
                <a:lnTo>
                  <a:pt x="4219547" y="2158889"/>
                </a:lnTo>
                <a:lnTo>
                  <a:pt x="4217901" y="2158348"/>
                </a:lnTo>
                <a:lnTo>
                  <a:pt x="4216255" y="2157805"/>
                </a:lnTo>
                <a:lnTo>
                  <a:pt x="4214608" y="2157261"/>
                </a:lnTo>
                <a:lnTo>
                  <a:pt x="4212962" y="2156716"/>
                </a:lnTo>
                <a:lnTo>
                  <a:pt x="4211316" y="2156170"/>
                </a:lnTo>
                <a:lnTo>
                  <a:pt x="4209669" y="2155623"/>
                </a:lnTo>
                <a:lnTo>
                  <a:pt x="4208023" y="2155075"/>
                </a:lnTo>
                <a:lnTo>
                  <a:pt x="4206377" y="2154526"/>
                </a:lnTo>
                <a:lnTo>
                  <a:pt x="4204730" y="2153976"/>
                </a:lnTo>
                <a:lnTo>
                  <a:pt x="4203084" y="2153424"/>
                </a:lnTo>
                <a:lnTo>
                  <a:pt x="4201438" y="2152872"/>
                </a:lnTo>
                <a:lnTo>
                  <a:pt x="4199791" y="2152319"/>
                </a:lnTo>
                <a:lnTo>
                  <a:pt x="4198145" y="2151764"/>
                </a:lnTo>
                <a:lnTo>
                  <a:pt x="4196499" y="2151209"/>
                </a:lnTo>
                <a:lnTo>
                  <a:pt x="4194852" y="2150652"/>
                </a:lnTo>
                <a:lnTo>
                  <a:pt x="4193206" y="2150095"/>
                </a:lnTo>
                <a:lnTo>
                  <a:pt x="4191560" y="2149536"/>
                </a:lnTo>
                <a:lnTo>
                  <a:pt x="4189913" y="2148976"/>
                </a:lnTo>
                <a:lnTo>
                  <a:pt x="4188267" y="2148415"/>
                </a:lnTo>
                <a:lnTo>
                  <a:pt x="4186621" y="2147853"/>
                </a:lnTo>
                <a:lnTo>
                  <a:pt x="4184974" y="2147291"/>
                </a:lnTo>
                <a:lnTo>
                  <a:pt x="4183328" y="2146727"/>
                </a:lnTo>
                <a:lnTo>
                  <a:pt x="4181682" y="2146162"/>
                </a:lnTo>
                <a:lnTo>
                  <a:pt x="4180035" y="2145595"/>
                </a:lnTo>
                <a:lnTo>
                  <a:pt x="4178389" y="2145028"/>
                </a:lnTo>
                <a:lnTo>
                  <a:pt x="4176743" y="2144460"/>
                </a:lnTo>
                <a:lnTo>
                  <a:pt x="4175096" y="2143891"/>
                </a:lnTo>
                <a:lnTo>
                  <a:pt x="4173450" y="2143320"/>
                </a:lnTo>
                <a:lnTo>
                  <a:pt x="4171804" y="2142749"/>
                </a:lnTo>
                <a:lnTo>
                  <a:pt x="4170157" y="2142177"/>
                </a:lnTo>
                <a:lnTo>
                  <a:pt x="4168511" y="2141603"/>
                </a:lnTo>
                <a:lnTo>
                  <a:pt x="4166865" y="2141029"/>
                </a:lnTo>
                <a:lnTo>
                  <a:pt x="4165218" y="2140453"/>
                </a:lnTo>
                <a:lnTo>
                  <a:pt x="4163572" y="2139876"/>
                </a:lnTo>
                <a:lnTo>
                  <a:pt x="4161926" y="2139298"/>
                </a:lnTo>
                <a:lnTo>
                  <a:pt x="4160279" y="2138720"/>
                </a:lnTo>
                <a:lnTo>
                  <a:pt x="4158633" y="2138140"/>
                </a:lnTo>
                <a:lnTo>
                  <a:pt x="4156987" y="2137559"/>
                </a:lnTo>
                <a:lnTo>
                  <a:pt x="4155340" y="2136977"/>
                </a:lnTo>
                <a:lnTo>
                  <a:pt x="4153694" y="2136394"/>
                </a:lnTo>
                <a:lnTo>
                  <a:pt x="4152048" y="2135810"/>
                </a:lnTo>
                <a:lnTo>
                  <a:pt x="4150401" y="2135225"/>
                </a:lnTo>
                <a:lnTo>
                  <a:pt x="4148755" y="2134638"/>
                </a:lnTo>
                <a:lnTo>
                  <a:pt x="4147109" y="2134051"/>
                </a:lnTo>
                <a:lnTo>
                  <a:pt x="4145462" y="2133463"/>
                </a:lnTo>
                <a:lnTo>
                  <a:pt x="4143816" y="2132873"/>
                </a:lnTo>
                <a:lnTo>
                  <a:pt x="4142170" y="2132283"/>
                </a:lnTo>
                <a:lnTo>
                  <a:pt x="4140523" y="2131691"/>
                </a:lnTo>
                <a:lnTo>
                  <a:pt x="4138877" y="2131099"/>
                </a:lnTo>
                <a:lnTo>
                  <a:pt x="4137231" y="2130505"/>
                </a:lnTo>
                <a:lnTo>
                  <a:pt x="4135584" y="2129910"/>
                </a:lnTo>
                <a:lnTo>
                  <a:pt x="4133938" y="2129315"/>
                </a:lnTo>
                <a:lnTo>
                  <a:pt x="4132292" y="2128718"/>
                </a:lnTo>
                <a:lnTo>
                  <a:pt x="4130645" y="2128120"/>
                </a:lnTo>
                <a:lnTo>
                  <a:pt x="4128999" y="2127521"/>
                </a:lnTo>
                <a:lnTo>
                  <a:pt x="4127353" y="2126921"/>
                </a:lnTo>
                <a:lnTo>
                  <a:pt x="4125706" y="2126320"/>
                </a:lnTo>
                <a:lnTo>
                  <a:pt x="4124060" y="2125718"/>
                </a:lnTo>
                <a:lnTo>
                  <a:pt x="4122414" y="2125115"/>
                </a:lnTo>
                <a:lnTo>
                  <a:pt x="4120767" y="2124511"/>
                </a:lnTo>
                <a:lnTo>
                  <a:pt x="4119121" y="2123905"/>
                </a:lnTo>
                <a:lnTo>
                  <a:pt x="4117475" y="2123299"/>
                </a:lnTo>
                <a:lnTo>
                  <a:pt x="4115828" y="2122692"/>
                </a:lnTo>
                <a:lnTo>
                  <a:pt x="4114182" y="2122083"/>
                </a:lnTo>
                <a:lnTo>
                  <a:pt x="4112536" y="2121474"/>
                </a:lnTo>
                <a:lnTo>
                  <a:pt x="4110889" y="2120863"/>
                </a:lnTo>
                <a:lnTo>
                  <a:pt x="4109243" y="2120252"/>
                </a:lnTo>
                <a:lnTo>
                  <a:pt x="4107597" y="2119639"/>
                </a:lnTo>
                <a:lnTo>
                  <a:pt x="4105950" y="2119025"/>
                </a:lnTo>
                <a:lnTo>
                  <a:pt x="4104304" y="2118410"/>
                </a:lnTo>
                <a:lnTo>
                  <a:pt x="4102658" y="2117795"/>
                </a:lnTo>
                <a:lnTo>
                  <a:pt x="4101011" y="2117178"/>
                </a:lnTo>
                <a:lnTo>
                  <a:pt x="4099365" y="2116560"/>
                </a:lnTo>
                <a:lnTo>
                  <a:pt x="4097719" y="2115941"/>
                </a:lnTo>
                <a:lnTo>
                  <a:pt x="4096072" y="2115321"/>
                </a:lnTo>
                <a:lnTo>
                  <a:pt x="4094426" y="2114700"/>
                </a:lnTo>
                <a:lnTo>
                  <a:pt x="4092780" y="2114077"/>
                </a:lnTo>
                <a:lnTo>
                  <a:pt x="4091133" y="2113454"/>
                </a:lnTo>
                <a:lnTo>
                  <a:pt x="4089487" y="2112830"/>
                </a:lnTo>
                <a:lnTo>
                  <a:pt x="4087841" y="2112205"/>
                </a:lnTo>
                <a:lnTo>
                  <a:pt x="4086194" y="2111578"/>
                </a:lnTo>
                <a:lnTo>
                  <a:pt x="4084548" y="2110951"/>
                </a:lnTo>
                <a:lnTo>
                  <a:pt x="4082902" y="2110322"/>
                </a:lnTo>
                <a:lnTo>
                  <a:pt x="4081255" y="2109693"/>
                </a:lnTo>
                <a:lnTo>
                  <a:pt x="4079609" y="2109062"/>
                </a:lnTo>
                <a:lnTo>
                  <a:pt x="4077963" y="2108430"/>
                </a:lnTo>
                <a:lnTo>
                  <a:pt x="4076316" y="2107798"/>
                </a:lnTo>
                <a:lnTo>
                  <a:pt x="4074670" y="2107164"/>
                </a:lnTo>
                <a:lnTo>
                  <a:pt x="4073024" y="2106529"/>
                </a:lnTo>
                <a:lnTo>
                  <a:pt x="4071378" y="2105893"/>
                </a:lnTo>
                <a:lnTo>
                  <a:pt x="4069731" y="2105256"/>
                </a:lnTo>
                <a:lnTo>
                  <a:pt x="4068085" y="2104618"/>
                </a:lnTo>
                <a:lnTo>
                  <a:pt x="4066439" y="2103979"/>
                </a:lnTo>
                <a:lnTo>
                  <a:pt x="4064792" y="2103339"/>
                </a:lnTo>
                <a:lnTo>
                  <a:pt x="4063146" y="2102698"/>
                </a:lnTo>
                <a:lnTo>
                  <a:pt x="4061500" y="2102056"/>
                </a:lnTo>
                <a:lnTo>
                  <a:pt x="4059853" y="2101413"/>
                </a:lnTo>
                <a:lnTo>
                  <a:pt x="4058207" y="2100768"/>
                </a:lnTo>
                <a:lnTo>
                  <a:pt x="4056561" y="2100123"/>
                </a:lnTo>
                <a:lnTo>
                  <a:pt x="4054914" y="2099476"/>
                </a:lnTo>
                <a:lnTo>
                  <a:pt x="4053268" y="2098829"/>
                </a:lnTo>
                <a:lnTo>
                  <a:pt x="4051622" y="2098180"/>
                </a:lnTo>
                <a:lnTo>
                  <a:pt x="4049975" y="2097531"/>
                </a:lnTo>
                <a:lnTo>
                  <a:pt x="4048329" y="2096880"/>
                </a:lnTo>
                <a:lnTo>
                  <a:pt x="4046683" y="2096229"/>
                </a:lnTo>
                <a:lnTo>
                  <a:pt x="4045036" y="2095576"/>
                </a:lnTo>
                <a:lnTo>
                  <a:pt x="4043390" y="2094922"/>
                </a:lnTo>
                <a:lnTo>
                  <a:pt x="4041744" y="2094267"/>
                </a:lnTo>
                <a:lnTo>
                  <a:pt x="4040097" y="2093611"/>
                </a:lnTo>
                <a:lnTo>
                  <a:pt x="4038451" y="2092954"/>
                </a:lnTo>
                <a:lnTo>
                  <a:pt x="4036805" y="2092296"/>
                </a:lnTo>
                <a:lnTo>
                  <a:pt x="4035158" y="2091637"/>
                </a:lnTo>
                <a:lnTo>
                  <a:pt x="4033512" y="2090977"/>
                </a:lnTo>
                <a:lnTo>
                  <a:pt x="4031866" y="2090316"/>
                </a:lnTo>
                <a:lnTo>
                  <a:pt x="4030219" y="2089654"/>
                </a:lnTo>
                <a:lnTo>
                  <a:pt x="4028573" y="2088991"/>
                </a:lnTo>
                <a:lnTo>
                  <a:pt x="4026927" y="2088326"/>
                </a:lnTo>
                <a:lnTo>
                  <a:pt x="4025280" y="2087661"/>
                </a:lnTo>
                <a:lnTo>
                  <a:pt x="4023634" y="2086995"/>
                </a:lnTo>
                <a:lnTo>
                  <a:pt x="4021988" y="2086327"/>
                </a:lnTo>
                <a:lnTo>
                  <a:pt x="4020341" y="2085659"/>
                </a:lnTo>
                <a:lnTo>
                  <a:pt x="4018695" y="2084989"/>
                </a:lnTo>
                <a:lnTo>
                  <a:pt x="4017049" y="2084318"/>
                </a:lnTo>
                <a:lnTo>
                  <a:pt x="4015402" y="2083647"/>
                </a:lnTo>
                <a:lnTo>
                  <a:pt x="4013756" y="2082974"/>
                </a:lnTo>
                <a:lnTo>
                  <a:pt x="4012110" y="2082300"/>
                </a:lnTo>
                <a:lnTo>
                  <a:pt x="4010463" y="2081625"/>
                </a:lnTo>
                <a:lnTo>
                  <a:pt x="4008817" y="2080950"/>
                </a:lnTo>
                <a:lnTo>
                  <a:pt x="4007171" y="2080273"/>
                </a:lnTo>
                <a:lnTo>
                  <a:pt x="4005524" y="2079595"/>
                </a:lnTo>
                <a:lnTo>
                  <a:pt x="4003878" y="2078916"/>
                </a:lnTo>
                <a:lnTo>
                  <a:pt x="4002232" y="2078236"/>
                </a:lnTo>
                <a:lnTo>
                  <a:pt x="4000585" y="2077555"/>
                </a:lnTo>
                <a:lnTo>
                  <a:pt x="3998939" y="2076872"/>
                </a:lnTo>
                <a:lnTo>
                  <a:pt x="3997293" y="2076189"/>
                </a:lnTo>
                <a:lnTo>
                  <a:pt x="3995646" y="2075505"/>
                </a:lnTo>
                <a:lnTo>
                  <a:pt x="3994000" y="2074820"/>
                </a:lnTo>
                <a:lnTo>
                  <a:pt x="3992354" y="2074133"/>
                </a:lnTo>
                <a:lnTo>
                  <a:pt x="3990707" y="2073446"/>
                </a:lnTo>
                <a:lnTo>
                  <a:pt x="3989061" y="2072757"/>
                </a:lnTo>
                <a:lnTo>
                  <a:pt x="3987415" y="2072068"/>
                </a:lnTo>
                <a:lnTo>
                  <a:pt x="3985768" y="2071377"/>
                </a:lnTo>
                <a:lnTo>
                  <a:pt x="3984122" y="2070686"/>
                </a:lnTo>
                <a:lnTo>
                  <a:pt x="3982476" y="2069993"/>
                </a:lnTo>
                <a:lnTo>
                  <a:pt x="3980829" y="2069300"/>
                </a:lnTo>
                <a:lnTo>
                  <a:pt x="3979183" y="2068605"/>
                </a:lnTo>
                <a:lnTo>
                  <a:pt x="3977537" y="2067909"/>
                </a:lnTo>
                <a:lnTo>
                  <a:pt x="3975890" y="2067212"/>
                </a:lnTo>
                <a:lnTo>
                  <a:pt x="3974244" y="2066514"/>
                </a:lnTo>
                <a:lnTo>
                  <a:pt x="3972598" y="2065815"/>
                </a:lnTo>
                <a:lnTo>
                  <a:pt x="3970951" y="2065115"/>
                </a:lnTo>
                <a:lnTo>
                  <a:pt x="3969305" y="2064414"/>
                </a:lnTo>
                <a:lnTo>
                  <a:pt x="3967659" y="2063712"/>
                </a:lnTo>
                <a:lnTo>
                  <a:pt x="3966012" y="2063009"/>
                </a:lnTo>
                <a:lnTo>
                  <a:pt x="3964366" y="2062305"/>
                </a:lnTo>
                <a:lnTo>
                  <a:pt x="3962720" y="2061600"/>
                </a:lnTo>
                <a:lnTo>
                  <a:pt x="3961073" y="2060894"/>
                </a:lnTo>
                <a:lnTo>
                  <a:pt x="3959427" y="2060186"/>
                </a:lnTo>
                <a:lnTo>
                  <a:pt x="3957781" y="2059478"/>
                </a:lnTo>
                <a:lnTo>
                  <a:pt x="3956134" y="2058769"/>
                </a:lnTo>
                <a:lnTo>
                  <a:pt x="3954488" y="2058058"/>
                </a:lnTo>
                <a:lnTo>
                  <a:pt x="3952842" y="2057347"/>
                </a:lnTo>
                <a:lnTo>
                  <a:pt x="3951195" y="2056634"/>
                </a:lnTo>
                <a:lnTo>
                  <a:pt x="3949549" y="2055921"/>
                </a:lnTo>
                <a:lnTo>
                  <a:pt x="3947903" y="2055206"/>
                </a:lnTo>
                <a:lnTo>
                  <a:pt x="3946256" y="2054491"/>
                </a:lnTo>
                <a:lnTo>
                  <a:pt x="3944610" y="2053774"/>
                </a:lnTo>
                <a:lnTo>
                  <a:pt x="3942964" y="2053056"/>
                </a:lnTo>
                <a:lnTo>
                  <a:pt x="3941317" y="2052338"/>
                </a:lnTo>
                <a:lnTo>
                  <a:pt x="3939671" y="2051618"/>
                </a:lnTo>
                <a:lnTo>
                  <a:pt x="3938025" y="2050897"/>
                </a:lnTo>
                <a:lnTo>
                  <a:pt x="3936378" y="2050175"/>
                </a:lnTo>
                <a:lnTo>
                  <a:pt x="3934732" y="2049452"/>
                </a:lnTo>
                <a:lnTo>
                  <a:pt x="3933086" y="2048728"/>
                </a:lnTo>
                <a:lnTo>
                  <a:pt x="3931439" y="2048003"/>
                </a:lnTo>
                <a:lnTo>
                  <a:pt x="3929793" y="2047277"/>
                </a:lnTo>
                <a:lnTo>
                  <a:pt x="3928147" y="2046550"/>
                </a:lnTo>
                <a:lnTo>
                  <a:pt x="3926500" y="2045822"/>
                </a:lnTo>
                <a:lnTo>
                  <a:pt x="3924854" y="2045093"/>
                </a:lnTo>
                <a:lnTo>
                  <a:pt x="3923208" y="2044362"/>
                </a:lnTo>
                <a:lnTo>
                  <a:pt x="3921561" y="2043631"/>
                </a:lnTo>
                <a:lnTo>
                  <a:pt x="3919915" y="2042899"/>
                </a:lnTo>
                <a:lnTo>
                  <a:pt x="3918269" y="2042166"/>
                </a:lnTo>
                <a:lnTo>
                  <a:pt x="3916622" y="2041431"/>
                </a:lnTo>
                <a:lnTo>
                  <a:pt x="3914976" y="2040696"/>
                </a:lnTo>
                <a:lnTo>
                  <a:pt x="3913330" y="2039959"/>
                </a:lnTo>
                <a:lnTo>
                  <a:pt x="3911683" y="2039222"/>
                </a:lnTo>
                <a:lnTo>
                  <a:pt x="3910037" y="2038483"/>
                </a:lnTo>
                <a:lnTo>
                  <a:pt x="3908391" y="2037744"/>
                </a:lnTo>
                <a:lnTo>
                  <a:pt x="3906744" y="2037003"/>
                </a:lnTo>
                <a:lnTo>
                  <a:pt x="3905098" y="2036261"/>
                </a:lnTo>
                <a:lnTo>
                  <a:pt x="3903452" y="2035519"/>
                </a:lnTo>
                <a:lnTo>
                  <a:pt x="3901805" y="2034775"/>
                </a:lnTo>
                <a:lnTo>
                  <a:pt x="3900159" y="2034030"/>
                </a:lnTo>
                <a:lnTo>
                  <a:pt x="3898513" y="2033284"/>
                </a:lnTo>
                <a:lnTo>
                  <a:pt x="3896866" y="2032538"/>
                </a:lnTo>
                <a:lnTo>
                  <a:pt x="3895220" y="2031790"/>
                </a:lnTo>
                <a:lnTo>
                  <a:pt x="3893574" y="2031041"/>
                </a:lnTo>
                <a:lnTo>
                  <a:pt x="3891927" y="2030291"/>
                </a:lnTo>
                <a:lnTo>
                  <a:pt x="3890281" y="2029540"/>
                </a:lnTo>
                <a:lnTo>
                  <a:pt x="3888635" y="2028788"/>
                </a:lnTo>
                <a:lnTo>
                  <a:pt x="3886988" y="2028035"/>
                </a:lnTo>
                <a:lnTo>
                  <a:pt x="3885342" y="2027281"/>
                </a:lnTo>
                <a:lnTo>
                  <a:pt x="3883696" y="2026526"/>
                </a:lnTo>
                <a:lnTo>
                  <a:pt x="3882049" y="2025769"/>
                </a:lnTo>
                <a:lnTo>
                  <a:pt x="3880403" y="2025012"/>
                </a:lnTo>
                <a:lnTo>
                  <a:pt x="3878757" y="2024254"/>
                </a:lnTo>
                <a:lnTo>
                  <a:pt x="3877110" y="2023495"/>
                </a:lnTo>
                <a:lnTo>
                  <a:pt x="3875464" y="2022734"/>
                </a:lnTo>
                <a:lnTo>
                  <a:pt x="3873818" y="2021973"/>
                </a:lnTo>
                <a:lnTo>
                  <a:pt x="3872171" y="2021211"/>
                </a:lnTo>
                <a:lnTo>
                  <a:pt x="3870525" y="2020447"/>
                </a:lnTo>
                <a:lnTo>
                  <a:pt x="3868879" y="2019683"/>
                </a:lnTo>
                <a:lnTo>
                  <a:pt x="3867232" y="2018917"/>
                </a:lnTo>
                <a:lnTo>
                  <a:pt x="3865586" y="2018151"/>
                </a:lnTo>
                <a:lnTo>
                  <a:pt x="3863940" y="2017383"/>
                </a:lnTo>
                <a:lnTo>
                  <a:pt x="3862293" y="2016615"/>
                </a:lnTo>
                <a:lnTo>
                  <a:pt x="3860647" y="2015845"/>
                </a:lnTo>
                <a:lnTo>
                  <a:pt x="3859001" y="2015074"/>
                </a:lnTo>
                <a:lnTo>
                  <a:pt x="3857354" y="2014303"/>
                </a:lnTo>
                <a:lnTo>
                  <a:pt x="3855708" y="2013530"/>
                </a:lnTo>
                <a:lnTo>
                  <a:pt x="3854062" y="2012756"/>
                </a:lnTo>
                <a:lnTo>
                  <a:pt x="3852415" y="2011982"/>
                </a:lnTo>
                <a:lnTo>
                  <a:pt x="3850769" y="2011206"/>
                </a:lnTo>
                <a:lnTo>
                  <a:pt x="3849123" y="2010429"/>
                </a:lnTo>
                <a:lnTo>
                  <a:pt x="3847476" y="2009651"/>
                </a:lnTo>
                <a:lnTo>
                  <a:pt x="3845830" y="2008872"/>
                </a:lnTo>
                <a:lnTo>
                  <a:pt x="3844184" y="2008092"/>
                </a:lnTo>
                <a:lnTo>
                  <a:pt x="3842537" y="2007311"/>
                </a:lnTo>
                <a:lnTo>
                  <a:pt x="3840891" y="2006529"/>
                </a:lnTo>
                <a:lnTo>
                  <a:pt x="3839245" y="2005746"/>
                </a:lnTo>
                <a:lnTo>
                  <a:pt x="3837598" y="2004962"/>
                </a:lnTo>
                <a:lnTo>
                  <a:pt x="3835952" y="2004177"/>
                </a:lnTo>
                <a:lnTo>
                  <a:pt x="3834306" y="2003391"/>
                </a:lnTo>
                <a:lnTo>
                  <a:pt x="3832659" y="2002604"/>
                </a:lnTo>
                <a:lnTo>
                  <a:pt x="3831013" y="2001816"/>
                </a:lnTo>
                <a:lnTo>
                  <a:pt x="3829367" y="2001027"/>
                </a:lnTo>
                <a:lnTo>
                  <a:pt x="3827720" y="2000237"/>
                </a:lnTo>
                <a:lnTo>
                  <a:pt x="3826074" y="1999445"/>
                </a:lnTo>
                <a:lnTo>
                  <a:pt x="3824428" y="1998653"/>
                </a:lnTo>
                <a:lnTo>
                  <a:pt x="3822781" y="1997860"/>
                </a:lnTo>
                <a:lnTo>
                  <a:pt x="3821135" y="1997065"/>
                </a:lnTo>
                <a:lnTo>
                  <a:pt x="3819489" y="1996270"/>
                </a:lnTo>
                <a:lnTo>
                  <a:pt x="3817842" y="1995474"/>
                </a:lnTo>
                <a:lnTo>
                  <a:pt x="3816196" y="1994676"/>
                </a:lnTo>
                <a:lnTo>
                  <a:pt x="3814550" y="1993878"/>
                </a:lnTo>
                <a:lnTo>
                  <a:pt x="3812903" y="1993079"/>
                </a:lnTo>
                <a:lnTo>
                  <a:pt x="3811257" y="1992278"/>
                </a:lnTo>
                <a:lnTo>
                  <a:pt x="3809611" y="1991477"/>
                </a:lnTo>
                <a:lnTo>
                  <a:pt x="3807964" y="1990674"/>
                </a:lnTo>
                <a:lnTo>
                  <a:pt x="3806318" y="1989871"/>
                </a:lnTo>
                <a:lnTo>
                  <a:pt x="3804672" y="1989066"/>
                </a:lnTo>
                <a:lnTo>
                  <a:pt x="3803025" y="1988260"/>
                </a:lnTo>
                <a:lnTo>
                  <a:pt x="3801379" y="1987454"/>
                </a:lnTo>
                <a:lnTo>
                  <a:pt x="3799733" y="1986646"/>
                </a:lnTo>
                <a:lnTo>
                  <a:pt x="3798086" y="1985837"/>
                </a:lnTo>
                <a:lnTo>
                  <a:pt x="3796440" y="1985028"/>
                </a:lnTo>
                <a:lnTo>
                  <a:pt x="3794794" y="1984217"/>
                </a:lnTo>
                <a:lnTo>
                  <a:pt x="3793147" y="1983405"/>
                </a:lnTo>
                <a:lnTo>
                  <a:pt x="3791501" y="1982593"/>
                </a:lnTo>
                <a:lnTo>
                  <a:pt x="3789855" y="1981779"/>
                </a:lnTo>
                <a:lnTo>
                  <a:pt x="3788208" y="1980964"/>
                </a:lnTo>
                <a:lnTo>
                  <a:pt x="3786562" y="1980148"/>
                </a:lnTo>
                <a:lnTo>
                  <a:pt x="3784916" y="1979331"/>
                </a:lnTo>
                <a:lnTo>
                  <a:pt x="3783269" y="1978514"/>
                </a:lnTo>
                <a:lnTo>
                  <a:pt x="3781623" y="1977695"/>
                </a:lnTo>
                <a:lnTo>
                  <a:pt x="3779977" y="1976875"/>
                </a:lnTo>
                <a:lnTo>
                  <a:pt x="3778330" y="1976054"/>
                </a:lnTo>
                <a:lnTo>
                  <a:pt x="3776684" y="1975232"/>
                </a:lnTo>
                <a:lnTo>
                  <a:pt x="3775038" y="1974409"/>
                </a:lnTo>
                <a:lnTo>
                  <a:pt x="3773391" y="1973585"/>
                </a:lnTo>
                <a:lnTo>
                  <a:pt x="3771745" y="1972760"/>
                </a:lnTo>
                <a:lnTo>
                  <a:pt x="3770099" y="1971934"/>
                </a:lnTo>
                <a:lnTo>
                  <a:pt x="3768452" y="1971107"/>
                </a:lnTo>
                <a:lnTo>
                  <a:pt x="3766806" y="1970279"/>
                </a:lnTo>
                <a:lnTo>
                  <a:pt x="3765160" y="1969450"/>
                </a:lnTo>
                <a:lnTo>
                  <a:pt x="3763513" y="1968620"/>
                </a:lnTo>
                <a:lnTo>
                  <a:pt x="3761867" y="1967789"/>
                </a:lnTo>
                <a:lnTo>
                  <a:pt x="3760221" y="1966957"/>
                </a:lnTo>
                <a:lnTo>
                  <a:pt x="3758575" y="1966124"/>
                </a:lnTo>
                <a:lnTo>
                  <a:pt x="3756928" y="1965290"/>
                </a:lnTo>
                <a:lnTo>
                  <a:pt x="3755282" y="1964455"/>
                </a:lnTo>
                <a:lnTo>
                  <a:pt x="3753636" y="1963618"/>
                </a:lnTo>
                <a:lnTo>
                  <a:pt x="3751989" y="1962781"/>
                </a:lnTo>
                <a:lnTo>
                  <a:pt x="3750343" y="1961943"/>
                </a:lnTo>
                <a:lnTo>
                  <a:pt x="3748697" y="1961104"/>
                </a:lnTo>
                <a:lnTo>
                  <a:pt x="3747050" y="1960264"/>
                </a:lnTo>
                <a:lnTo>
                  <a:pt x="3745404" y="1959422"/>
                </a:lnTo>
                <a:lnTo>
                  <a:pt x="3743758" y="1958580"/>
                </a:lnTo>
                <a:lnTo>
                  <a:pt x="3742111" y="1957737"/>
                </a:lnTo>
                <a:lnTo>
                  <a:pt x="3740465" y="1956893"/>
                </a:lnTo>
                <a:lnTo>
                  <a:pt x="3738819" y="1956047"/>
                </a:lnTo>
                <a:lnTo>
                  <a:pt x="3737172" y="1955201"/>
                </a:lnTo>
                <a:lnTo>
                  <a:pt x="3735526" y="1954354"/>
                </a:lnTo>
                <a:lnTo>
                  <a:pt x="3733880" y="1953506"/>
                </a:lnTo>
                <a:lnTo>
                  <a:pt x="3732233" y="1952656"/>
                </a:lnTo>
                <a:lnTo>
                  <a:pt x="3730587" y="1951806"/>
                </a:lnTo>
                <a:lnTo>
                  <a:pt x="3728941" y="1950955"/>
                </a:lnTo>
                <a:lnTo>
                  <a:pt x="3727294" y="1950102"/>
                </a:lnTo>
                <a:lnTo>
                  <a:pt x="3725648" y="1949249"/>
                </a:lnTo>
                <a:lnTo>
                  <a:pt x="3724002" y="1948395"/>
                </a:lnTo>
                <a:lnTo>
                  <a:pt x="3722355" y="1947539"/>
                </a:lnTo>
                <a:lnTo>
                  <a:pt x="3720709" y="1946683"/>
                </a:lnTo>
                <a:lnTo>
                  <a:pt x="3719063" y="1945825"/>
                </a:lnTo>
                <a:lnTo>
                  <a:pt x="3717416" y="1944967"/>
                </a:lnTo>
                <a:lnTo>
                  <a:pt x="3715770" y="1944108"/>
                </a:lnTo>
                <a:lnTo>
                  <a:pt x="3714124" y="1943247"/>
                </a:lnTo>
                <a:lnTo>
                  <a:pt x="3712477" y="1942386"/>
                </a:lnTo>
                <a:lnTo>
                  <a:pt x="3710831" y="1941523"/>
                </a:lnTo>
                <a:lnTo>
                  <a:pt x="3709185" y="1940660"/>
                </a:lnTo>
                <a:lnTo>
                  <a:pt x="3707538" y="1939796"/>
                </a:lnTo>
                <a:lnTo>
                  <a:pt x="3705892" y="1938930"/>
                </a:lnTo>
                <a:lnTo>
                  <a:pt x="3704246" y="1938064"/>
                </a:lnTo>
                <a:lnTo>
                  <a:pt x="3702599" y="1937196"/>
                </a:lnTo>
                <a:lnTo>
                  <a:pt x="3700953" y="1936328"/>
                </a:lnTo>
                <a:lnTo>
                  <a:pt x="3699307" y="1935458"/>
                </a:lnTo>
                <a:lnTo>
                  <a:pt x="3697660" y="1934588"/>
                </a:lnTo>
                <a:lnTo>
                  <a:pt x="3696014" y="1933716"/>
                </a:lnTo>
                <a:lnTo>
                  <a:pt x="3694368" y="1932844"/>
                </a:lnTo>
                <a:lnTo>
                  <a:pt x="3692721" y="1931971"/>
                </a:lnTo>
                <a:lnTo>
                  <a:pt x="3691075" y="1931096"/>
                </a:lnTo>
                <a:lnTo>
                  <a:pt x="3689429" y="1930221"/>
                </a:lnTo>
                <a:lnTo>
                  <a:pt x="3687782" y="1929344"/>
                </a:lnTo>
                <a:lnTo>
                  <a:pt x="3686136" y="1928467"/>
                </a:lnTo>
                <a:lnTo>
                  <a:pt x="3684490" y="1927588"/>
                </a:lnTo>
                <a:lnTo>
                  <a:pt x="3682843" y="1926709"/>
                </a:lnTo>
                <a:lnTo>
                  <a:pt x="3681197" y="1925828"/>
                </a:lnTo>
                <a:lnTo>
                  <a:pt x="3679551" y="1924947"/>
                </a:lnTo>
                <a:lnTo>
                  <a:pt x="3677904" y="1924064"/>
                </a:lnTo>
                <a:lnTo>
                  <a:pt x="3676258" y="1923181"/>
                </a:lnTo>
                <a:lnTo>
                  <a:pt x="3674612" y="1922296"/>
                </a:lnTo>
                <a:lnTo>
                  <a:pt x="3672965" y="1921411"/>
                </a:lnTo>
                <a:lnTo>
                  <a:pt x="3671319" y="1920525"/>
                </a:lnTo>
                <a:lnTo>
                  <a:pt x="3669673" y="1919637"/>
                </a:lnTo>
                <a:lnTo>
                  <a:pt x="3668026" y="1918749"/>
                </a:lnTo>
                <a:lnTo>
                  <a:pt x="3666380" y="1917859"/>
                </a:lnTo>
                <a:lnTo>
                  <a:pt x="3664734" y="1916969"/>
                </a:lnTo>
                <a:lnTo>
                  <a:pt x="3663087" y="1916077"/>
                </a:lnTo>
                <a:lnTo>
                  <a:pt x="3661441" y="1915185"/>
                </a:lnTo>
                <a:lnTo>
                  <a:pt x="3659795" y="1914291"/>
                </a:lnTo>
                <a:lnTo>
                  <a:pt x="3658148" y="1913397"/>
                </a:lnTo>
                <a:lnTo>
                  <a:pt x="3656502" y="1912502"/>
                </a:lnTo>
                <a:lnTo>
                  <a:pt x="3654856" y="1911605"/>
                </a:lnTo>
                <a:lnTo>
                  <a:pt x="3653209" y="1910708"/>
                </a:lnTo>
                <a:lnTo>
                  <a:pt x="3651563" y="1909809"/>
                </a:lnTo>
                <a:lnTo>
                  <a:pt x="3649917" y="1908910"/>
                </a:lnTo>
                <a:lnTo>
                  <a:pt x="3648270" y="1908010"/>
                </a:lnTo>
                <a:lnTo>
                  <a:pt x="3646624" y="1907108"/>
                </a:lnTo>
                <a:lnTo>
                  <a:pt x="3644978" y="1906206"/>
                </a:lnTo>
                <a:lnTo>
                  <a:pt x="3643331" y="1905303"/>
                </a:lnTo>
                <a:lnTo>
                  <a:pt x="3641685" y="1904398"/>
                </a:lnTo>
                <a:lnTo>
                  <a:pt x="3640039" y="1903493"/>
                </a:lnTo>
                <a:lnTo>
                  <a:pt x="3638392" y="1902587"/>
                </a:lnTo>
                <a:lnTo>
                  <a:pt x="3636746" y="1901679"/>
                </a:lnTo>
                <a:lnTo>
                  <a:pt x="3635100" y="1900771"/>
                </a:lnTo>
                <a:lnTo>
                  <a:pt x="3633453" y="1899862"/>
                </a:lnTo>
                <a:lnTo>
                  <a:pt x="3631807" y="1898951"/>
                </a:lnTo>
                <a:lnTo>
                  <a:pt x="3630161" y="1898040"/>
                </a:lnTo>
                <a:lnTo>
                  <a:pt x="3628514" y="1897128"/>
                </a:lnTo>
                <a:lnTo>
                  <a:pt x="3626868" y="1896215"/>
                </a:lnTo>
                <a:lnTo>
                  <a:pt x="3625222" y="1895300"/>
                </a:lnTo>
                <a:lnTo>
                  <a:pt x="3623575" y="1894385"/>
                </a:lnTo>
                <a:lnTo>
                  <a:pt x="3621929" y="1893469"/>
                </a:lnTo>
                <a:lnTo>
                  <a:pt x="3620283" y="1892552"/>
                </a:lnTo>
                <a:lnTo>
                  <a:pt x="3618636" y="1891634"/>
                </a:lnTo>
                <a:lnTo>
                  <a:pt x="3616990" y="1890714"/>
                </a:lnTo>
                <a:lnTo>
                  <a:pt x="3615344" y="1889794"/>
                </a:lnTo>
                <a:lnTo>
                  <a:pt x="3613697" y="1888873"/>
                </a:lnTo>
                <a:lnTo>
                  <a:pt x="3612051" y="1887951"/>
                </a:lnTo>
                <a:lnTo>
                  <a:pt x="3610405" y="1887028"/>
                </a:lnTo>
                <a:lnTo>
                  <a:pt x="3608758" y="1886104"/>
                </a:lnTo>
                <a:lnTo>
                  <a:pt x="3607112" y="1885179"/>
                </a:lnTo>
                <a:lnTo>
                  <a:pt x="3605466" y="1884253"/>
                </a:lnTo>
                <a:lnTo>
                  <a:pt x="3603819" y="1883326"/>
                </a:lnTo>
                <a:lnTo>
                  <a:pt x="3602173" y="1882398"/>
                </a:lnTo>
                <a:lnTo>
                  <a:pt x="3600527" y="1881469"/>
                </a:lnTo>
                <a:lnTo>
                  <a:pt x="3598880" y="1880539"/>
                </a:lnTo>
                <a:lnTo>
                  <a:pt x="3597234" y="1879608"/>
                </a:lnTo>
                <a:lnTo>
                  <a:pt x="3595588" y="1878676"/>
                </a:lnTo>
                <a:lnTo>
                  <a:pt x="3593941" y="1877743"/>
                </a:lnTo>
                <a:lnTo>
                  <a:pt x="3592295" y="1876809"/>
                </a:lnTo>
                <a:lnTo>
                  <a:pt x="3590649" y="1875874"/>
                </a:lnTo>
                <a:lnTo>
                  <a:pt x="3589002" y="1874939"/>
                </a:lnTo>
                <a:lnTo>
                  <a:pt x="3587356" y="1874002"/>
                </a:lnTo>
                <a:lnTo>
                  <a:pt x="3585710" y="1873064"/>
                </a:lnTo>
                <a:lnTo>
                  <a:pt x="3584063" y="1872125"/>
                </a:lnTo>
                <a:lnTo>
                  <a:pt x="3582417" y="1871186"/>
                </a:lnTo>
                <a:lnTo>
                  <a:pt x="3580771" y="1870245"/>
                </a:lnTo>
                <a:lnTo>
                  <a:pt x="3579124" y="1869303"/>
                </a:lnTo>
                <a:lnTo>
                  <a:pt x="3577478" y="1868360"/>
                </a:lnTo>
                <a:lnTo>
                  <a:pt x="3575832" y="1867417"/>
                </a:lnTo>
                <a:lnTo>
                  <a:pt x="3574185" y="1866472"/>
                </a:lnTo>
                <a:lnTo>
                  <a:pt x="3572539" y="1865527"/>
                </a:lnTo>
                <a:lnTo>
                  <a:pt x="3570893" y="1864580"/>
                </a:lnTo>
                <a:lnTo>
                  <a:pt x="3569246" y="1863633"/>
                </a:lnTo>
                <a:lnTo>
                  <a:pt x="3567600" y="1862684"/>
                </a:lnTo>
                <a:lnTo>
                  <a:pt x="3565954" y="1861735"/>
                </a:lnTo>
                <a:lnTo>
                  <a:pt x="3564307" y="1860784"/>
                </a:lnTo>
                <a:lnTo>
                  <a:pt x="3562661" y="1859833"/>
                </a:lnTo>
                <a:lnTo>
                  <a:pt x="3561015" y="1858880"/>
                </a:lnTo>
                <a:lnTo>
                  <a:pt x="3559368" y="1857927"/>
                </a:lnTo>
                <a:lnTo>
                  <a:pt x="3557722" y="1856973"/>
                </a:lnTo>
                <a:lnTo>
                  <a:pt x="3556076" y="1856018"/>
                </a:lnTo>
                <a:lnTo>
                  <a:pt x="3554429" y="1855061"/>
                </a:lnTo>
                <a:lnTo>
                  <a:pt x="3552783" y="1854104"/>
                </a:lnTo>
                <a:lnTo>
                  <a:pt x="3551137" y="1853146"/>
                </a:lnTo>
                <a:lnTo>
                  <a:pt x="3549490" y="1852187"/>
                </a:lnTo>
                <a:lnTo>
                  <a:pt x="3547844" y="1851227"/>
                </a:lnTo>
                <a:lnTo>
                  <a:pt x="3546198" y="1850266"/>
                </a:lnTo>
                <a:lnTo>
                  <a:pt x="3544551" y="1849304"/>
                </a:lnTo>
                <a:lnTo>
                  <a:pt x="3542905" y="1848341"/>
                </a:lnTo>
                <a:lnTo>
                  <a:pt x="3541259" y="1847377"/>
                </a:lnTo>
                <a:lnTo>
                  <a:pt x="3539612" y="1846412"/>
                </a:lnTo>
                <a:lnTo>
                  <a:pt x="3537966" y="1845446"/>
                </a:lnTo>
                <a:lnTo>
                  <a:pt x="3536320" y="1844479"/>
                </a:lnTo>
                <a:lnTo>
                  <a:pt x="3534673" y="1843511"/>
                </a:lnTo>
                <a:lnTo>
                  <a:pt x="3533027" y="1842542"/>
                </a:lnTo>
                <a:lnTo>
                  <a:pt x="3531381" y="1841573"/>
                </a:lnTo>
                <a:lnTo>
                  <a:pt x="3529734" y="1840602"/>
                </a:lnTo>
                <a:lnTo>
                  <a:pt x="3528088" y="1839630"/>
                </a:lnTo>
                <a:lnTo>
                  <a:pt x="3526442" y="1838658"/>
                </a:lnTo>
                <a:lnTo>
                  <a:pt x="3524795" y="1837684"/>
                </a:lnTo>
                <a:lnTo>
                  <a:pt x="3523149" y="1836709"/>
                </a:lnTo>
                <a:lnTo>
                  <a:pt x="3521503" y="1835734"/>
                </a:lnTo>
                <a:lnTo>
                  <a:pt x="3519856" y="1834758"/>
                </a:lnTo>
                <a:lnTo>
                  <a:pt x="3518210" y="1833780"/>
                </a:lnTo>
                <a:lnTo>
                  <a:pt x="3516564" y="1832802"/>
                </a:lnTo>
                <a:lnTo>
                  <a:pt x="3514917" y="1831822"/>
                </a:lnTo>
                <a:lnTo>
                  <a:pt x="3513271" y="1830842"/>
                </a:lnTo>
                <a:lnTo>
                  <a:pt x="3511625" y="1829861"/>
                </a:lnTo>
                <a:lnTo>
                  <a:pt x="3509978" y="1828879"/>
                </a:lnTo>
                <a:lnTo>
                  <a:pt x="3508332" y="1827896"/>
                </a:lnTo>
                <a:lnTo>
                  <a:pt x="3506686" y="1826912"/>
                </a:lnTo>
                <a:lnTo>
                  <a:pt x="3505039" y="1825926"/>
                </a:lnTo>
                <a:lnTo>
                  <a:pt x="3503393" y="1824940"/>
                </a:lnTo>
                <a:lnTo>
                  <a:pt x="3501747" y="1823954"/>
                </a:lnTo>
                <a:lnTo>
                  <a:pt x="3500100" y="1822966"/>
                </a:lnTo>
                <a:lnTo>
                  <a:pt x="3498454" y="1821977"/>
                </a:lnTo>
                <a:lnTo>
                  <a:pt x="3496808" y="1820987"/>
                </a:lnTo>
                <a:lnTo>
                  <a:pt x="3495161" y="1819996"/>
                </a:lnTo>
                <a:lnTo>
                  <a:pt x="3493515" y="1819005"/>
                </a:lnTo>
                <a:lnTo>
                  <a:pt x="3491869" y="1818012"/>
                </a:lnTo>
                <a:lnTo>
                  <a:pt x="3490222" y="1817018"/>
                </a:lnTo>
                <a:lnTo>
                  <a:pt x="3488576" y="1816024"/>
                </a:lnTo>
                <a:lnTo>
                  <a:pt x="3486930" y="1815028"/>
                </a:lnTo>
                <a:lnTo>
                  <a:pt x="3485283" y="1814032"/>
                </a:lnTo>
                <a:lnTo>
                  <a:pt x="3483637" y="1813034"/>
                </a:lnTo>
                <a:lnTo>
                  <a:pt x="3481991" y="1812036"/>
                </a:lnTo>
                <a:lnTo>
                  <a:pt x="3480344" y="1811037"/>
                </a:lnTo>
                <a:lnTo>
                  <a:pt x="3478698" y="1810037"/>
                </a:lnTo>
                <a:lnTo>
                  <a:pt x="3477052" y="1809035"/>
                </a:lnTo>
                <a:lnTo>
                  <a:pt x="3475405" y="1808033"/>
                </a:lnTo>
                <a:lnTo>
                  <a:pt x="3473759" y="1807030"/>
                </a:lnTo>
                <a:lnTo>
                  <a:pt x="3472113" y="1806026"/>
                </a:lnTo>
                <a:lnTo>
                  <a:pt x="3470466" y="1805021"/>
                </a:lnTo>
                <a:lnTo>
                  <a:pt x="3468820" y="1804015"/>
                </a:lnTo>
                <a:lnTo>
                  <a:pt x="3467174" y="1803009"/>
                </a:lnTo>
                <a:lnTo>
                  <a:pt x="3465527" y="1802001"/>
                </a:lnTo>
                <a:lnTo>
                  <a:pt x="3463881" y="1800992"/>
                </a:lnTo>
                <a:lnTo>
                  <a:pt x="3462235" y="1799983"/>
                </a:lnTo>
                <a:lnTo>
                  <a:pt x="3460588" y="1798972"/>
                </a:lnTo>
                <a:lnTo>
                  <a:pt x="3458942" y="1797960"/>
                </a:lnTo>
                <a:lnTo>
                  <a:pt x="3457296" y="1796948"/>
                </a:lnTo>
                <a:lnTo>
                  <a:pt x="3455649" y="1795935"/>
                </a:lnTo>
                <a:lnTo>
                  <a:pt x="3454003" y="1794920"/>
                </a:lnTo>
                <a:lnTo>
                  <a:pt x="3452357" y="1793905"/>
                </a:lnTo>
                <a:lnTo>
                  <a:pt x="3450710" y="1792889"/>
                </a:lnTo>
                <a:lnTo>
                  <a:pt x="3449064" y="1791872"/>
                </a:lnTo>
                <a:lnTo>
                  <a:pt x="3447418" y="1790854"/>
                </a:lnTo>
                <a:lnTo>
                  <a:pt x="3445772" y="1789835"/>
                </a:lnTo>
                <a:lnTo>
                  <a:pt x="3444125" y="1788815"/>
                </a:lnTo>
                <a:lnTo>
                  <a:pt x="3442479" y="1787794"/>
                </a:lnTo>
                <a:lnTo>
                  <a:pt x="3440833" y="1786772"/>
                </a:lnTo>
                <a:lnTo>
                  <a:pt x="3439186" y="1785749"/>
                </a:lnTo>
                <a:lnTo>
                  <a:pt x="3437540" y="1784726"/>
                </a:lnTo>
                <a:lnTo>
                  <a:pt x="3435894" y="1783701"/>
                </a:lnTo>
                <a:lnTo>
                  <a:pt x="3434247" y="1782676"/>
                </a:lnTo>
                <a:lnTo>
                  <a:pt x="3432601" y="1781649"/>
                </a:lnTo>
                <a:lnTo>
                  <a:pt x="3430955" y="1780622"/>
                </a:lnTo>
                <a:lnTo>
                  <a:pt x="3429308" y="1779593"/>
                </a:lnTo>
                <a:lnTo>
                  <a:pt x="3427662" y="1778564"/>
                </a:lnTo>
                <a:lnTo>
                  <a:pt x="3426016" y="1777534"/>
                </a:lnTo>
                <a:lnTo>
                  <a:pt x="3424369" y="1776503"/>
                </a:lnTo>
                <a:lnTo>
                  <a:pt x="3422723" y="1775471"/>
                </a:lnTo>
                <a:lnTo>
                  <a:pt x="3421077" y="1774438"/>
                </a:lnTo>
                <a:lnTo>
                  <a:pt x="3419430" y="1773404"/>
                </a:lnTo>
                <a:lnTo>
                  <a:pt x="3417784" y="1772369"/>
                </a:lnTo>
                <a:lnTo>
                  <a:pt x="3416138" y="1771334"/>
                </a:lnTo>
                <a:lnTo>
                  <a:pt x="3414491" y="1770297"/>
                </a:lnTo>
                <a:lnTo>
                  <a:pt x="3412845" y="1769260"/>
                </a:lnTo>
                <a:lnTo>
                  <a:pt x="3411199" y="1768221"/>
                </a:lnTo>
                <a:lnTo>
                  <a:pt x="3409552" y="1767182"/>
                </a:lnTo>
                <a:lnTo>
                  <a:pt x="3407906" y="1766141"/>
                </a:lnTo>
                <a:lnTo>
                  <a:pt x="3406260" y="1765100"/>
                </a:lnTo>
                <a:lnTo>
                  <a:pt x="3404613" y="1764058"/>
                </a:lnTo>
                <a:lnTo>
                  <a:pt x="3402967" y="1763015"/>
                </a:lnTo>
                <a:lnTo>
                  <a:pt x="3401321" y="1761971"/>
                </a:lnTo>
                <a:lnTo>
                  <a:pt x="3399674" y="1760926"/>
                </a:lnTo>
                <a:lnTo>
                  <a:pt x="3398028" y="1759880"/>
                </a:lnTo>
                <a:lnTo>
                  <a:pt x="3396382" y="1758834"/>
                </a:lnTo>
                <a:lnTo>
                  <a:pt x="3394735" y="1757786"/>
                </a:lnTo>
                <a:lnTo>
                  <a:pt x="3393089" y="1756737"/>
                </a:lnTo>
                <a:lnTo>
                  <a:pt x="3391443" y="1755688"/>
                </a:lnTo>
                <a:lnTo>
                  <a:pt x="3389796" y="1754637"/>
                </a:lnTo>
                <a:lnTo>
                  <a:pt x="3388150" y="1753586"/>
                </a:lnTo>
                <a:lnTo>
                  <a:pt x="3386504" y="1752534"/>
                </a:lnTo>
                <a:lnTo>
                  <a:pt x="3384857" y="1751481"/>
                </a:lnTo>
                <a:lnTo>
                  <a:pt x="3383211" y="1750427"/>
                </a:lnTo>
                <a:lnTo>
                  <a:pt x="3381565" y="1749372"/>
                </a:lnTo>
                <a:lnTo>
                  <a:pt x="3379918" y="1748316"/>
                </a:lnTo>
                <a:lnTo>
                  <a:pt x="3378272" y="1747259"/>
                </a:lnTo>
                <a:lnTo>
                  <a:pt x="3376626" y="1746202"/>
                </a:lnTo>
                <a:lnTo>
                  <a:pt x="3374979" y="1745143"/>
                </a:lnTo>
                <a:lnTo>
                  <a:pt x="3373333" y="1744084"/>
                </a:lnTo>
                <a:lnTo>
                  <a:pt x="3371687" y="1743023"/>
                </a:lnTo>
                <a:lnTo>
                  <a:pt x="3370040" y="1741962"/>
                </a:lnTo>
                <a:lnTo>
                  <a:pt x="3368394" y="1740900"/>
                </a:lnTo>
                <a:lnTo>
                  <a:pt x="3366748" y="1739837"/>
                </a:lnTo>
                <a:lnTo>
                  <a:pt x="3365101" y="1738773"/>
                </a:lnTo>
                <a:lnTo>
                  <a:pt x="3363455" y="1737708"/>
                </a:lnTo>
                <a:lnTo>
                  <a:pt x="3361809" y="1736642"/>
                </a:lnTo>
                <a:lnTo>
                  <a:pt x="3360162" y="1735575"/>
                </a:lnTo>
                <a:lnTo>
                  <a:pt x="3358516" y="1734507"/>
                </a:lnTo>
                <a:lnTo>
                  <a:pt x="3356870" y="1733439"/>
                </a:lnTo>
                <a:lnTo>
                  <a:pt x="3355223" y="1732370"/>
                </a:lnTo>
                <a:lnTo>
                  <a:pt x="3353577" y="1731299"/>
                </a:lnTo>
                <a:lnTo>
                  <a:pt x="3351931" y="1730228"/>
                </a:lnTo>
                <a:lnTo>
                  <a:pt x="3350284" y="1729156"/>
                </a:lnTo>
                <a:lnTo>
                  <a:pt x="3348638" y="1728083"/>
                </a:lnTo>
                <a:lnTo>
                  <a:pt x="3346992" y="1727009"/>
                </a:lnTo>
                <a:lnTo>
                  <a:pt x="3345345" y="1725934"/>
                </a:lnTo>
                <a:lnTo>
                  <a:pt x="3343699" y="1724858"/>
                </a:lnTo>
                <a:lnTo>
                  <a:pt x="3342053" y="1723782"/>
                </a:lnTo>
                <a:lnTo>
                  <a:pt x="3340406" y="1722704"/>
                </a:lnTo>
                <a:lnTo>
                  <a:pt x="3338760" y="1721626"/>
                </a:lnTo>
                <a:lnTo>
                  <a:pt x="3337114" y="1720547"/>
                </a:lnTo>
                <a:lnTo>
                  <a:pt x="3335467" y="1719467"/>
                </a:lnTo>
                <a:lnTo>
                  <a:pt x="3333821" y="1718385"/>
                </a:lnTo>
                <a:lnTo>
                  <a:pt x="3332175" y="1717304"/>
                </a:lnTo>
                <a:lnTo>
                  <a:pt x="3330528" y="1716221"/>
                </a:lnTo>
                <a:lnTo>
                  <a:pt x="3328882" y="1715137"/>
                </a:lnTo>
                <a:lnTo>
                  <a:pt x="3327236" y="1714052"/>
                </a:lnTo>
                <a:lnTo>
                  <a:pt x="3325589" y="1712967"/>
                </a:lnTo>
                <a:lnTo>
                  <a:pt x="3323943" y="1711880"/>
                </a:lnTo>
                <a:lnTo>
                  <a:pt x="3322297" y="1710793"/>
                </a:lnTo>
                <a:lnTo>
                  <a:pt x="3320650" y="1709705"/>
                </a:lnTo>
                <a:lnTo>
                  <a:pt x="3319004" y="1708616"/>
                </a:lnTo>
                <a:lnTo>
                  <a:pt x="3317358" y="1707526"/>
                </a:lnTo>
                <a:lnTo>
                  <a:pt x="3315711" y="1706435"/>
                </a:lnTo>
                <a:lnTo>
                  <a:pt x="3314065" y="1705344"/>
                </a:lnTo>
                <a:lnTo>
                  <a:pt x="3312419" y="1704251"/>
                </a:lnTo>
                <a:lnTo>
                  <a:pt x="3310772" y="1703158"/>
                </a:lnTo>
                <a:lnTo>
                  <a:pt x="3309126" y="1702063"/>
                </a:lnTo>
                <a:lnTo>
                  <a:pt x="3307480" y="1700968"/>
                </a:lnTo>
                <a:lnTo>
                  <a:pt x="3305833" y="1699872"/>
                </a:lnTo>
                <a:lnTo>
                  <a:pt x="3304187" y="1698775"/>
                </a:lnTo>
                <a:lnTo>
                  <a:pt x="3302541" y="1697677"/>
                </a:lnTo>
                <a:lnTo>
                  <a:pt x="3300894" y="1696578"/>
                </a:lnTo>
                <a:lnTo>
                  <a:pt x="3299248" y="1695479"/>
                </a:lnTo>
                <a:lnTo>
                  <a:pt x="3297602" y="1694378"/>
                </a:lnTo>
                <a:lnTo>
                  <a:pt x="3295955" y="1693277"/>
                </a:lnTo>
                <a:lnTo>
                  <a:pt x="3294309" y="1692175"/>
                </a:lnTo>
                <a:lnTo>
                  <a:pt x="3292663" y="1691072"/>
                </a:lnTo>
                <a:lnTo>
                  <a:pt x="3291016" y="1689968"/>
                </a:lnTo>
                <a:lnTo>
                  <a:pt x="3289370" y="1688863"/>
                </a:lnTo>
                <a:lnTo>
                  <a:pt x="3287724" y="1687757"/>
                </a:lnTo>
                <a:lnTo>
                  <a:pt x="3286077" y="1686650"/>
                </a:lnTo>
                <a:lnTo>
                  <a:pt x="3284431" y="1685543"/>
                </a:lnTo>
                <a:lnTo>
                  <a:pt x="3282785" y="1684435"/>
                </a:lnTo>
                <a:lnTo>
                  <a:pt x="3281138" y="1683325"/>
                </a:lnTo>
                <a:lnTo>
                  <a:pt x="3279492" y="1682215"/>
                </a:lnTo>
                <a:lnTo>
                  <a:pt x="3277846" y="1681104"/>
                </a:lnTo>
                <a:lnTo>
                  <a:pt x="3276199" y="1679993"/>
                </a:lnTo>
                <a:lnTo>
                  <a:pt x="3274553" y="1678880"/>
                </a:lnTo>
                <a:lnTo>
                  <a:pt x="3272907" y="1677766"/>
                </a:lnTo>
                <a:lnTo>
                  <a:pt x="3271260" y="1676652"/>
                </a:lnTo>
                <a:lnTo>
                  <a:pt x="3269614" y="1675537"/>
                </a:lnTo>
                <a:lnTo>
                  <a:pt x="3267968" y="1674421"/>
                </a:lnTo>
                <a:lnTo>
                  <a:pt x="3266321" y="1673304"/>
                </a:lnTo>
                <a:lnTo>
                  <a:pt x="3264675" y="1672186"/>
                </a:lnTo>
                <a:lnTo>
                  <a:pt x="3263029" y="1671067"/>
                </a:lnTo>
                <a:lnTo>
                  <a:pt x="3261382" y="1669947"/>
                </a:lnTo>
                <a:lnTo>
                  <a:pt x="3259736" y="1668827"/>
                </a:lnTo>
                <a:lnTo>
                  <a:pt x="3258090" y="1667706"/>
                </a:lnTo>
                <a:lnTo>
                  <a:pt x="3256443" y="1666584"/>
                </a:lnTo>
                <a:lnTo>
                  <a:pt x="3254797" y="1665461"/>
                </a:lnTo>
                <a:lnTo>
                  <a:pt x="3253151" y="1664337"/>
                </a:lnTo>
                <a:lnTo>
                  <a:pt x="3251504" y="1663212"/>
                </a:lnTo>
                <a:lnTo>
                  <a:pt x="3249858" y="1662087"/>
                </a:lnTo>
                <a:lnTo>
                  <a:pt x="3248212" y="1660960"/>
                </a:lnTo>
                <a:lnTo>
                  <a:pt x="3246565" y="1659833"/>
                </a:lnTo>
                <a:lnTo>
                  <a:pt x="3244919" y="1658705"/>
                </a:lnTo>
                <a:lnTo>
                  <a:pt x="3243273" y="1657576"/>
                </a:lnTo>
                <a:lnTo>
                  <a:pt x="3241626" y="1656446"/>
                </a:lnTo>
                <a:lnTo>
                  <a:pt x="3239980" y="1655315"/>
                </a:lnTo>
                <a:lnTo>
                  <a:pt x="3238334" y="1654184"/>
                </a:lnTo>
                <a:lnTo>
                  <a:pt x="3236687" y="1653051"/>
                </a:lnTo>
                <a:lnTo>
                  <a:pt x="3235041" y="1651918"/>
                </a:lnTo>
                <a:lnTo>
                  <a:pt x="3233395" y="1650784"/>
                </a:lnTo>
                <a:lnTo>
                  <a:pt x="3231748" y="1649649"/>
                </a:lnTo>
                <a:lnTo>
                  <a:pt x="3230102" y="1648514"/>
                </a:lnTo>
                <a:lnTo>
                  <a:pt x="3228456" y="1647377"/>
                </a:lnTo>
                <a:lnTo>
                  <a:pt x="3226809" y="1646240"/>
                </a:lnTo>
                <a:lnTo>
                  <a:pt x="3225163" y="1645101"/>
                </a:lnTo>
                <a:lnTo>
                  <a:pt x="3223517" y="1643962"/>
                </a:lnTo>
                <a:lnTo>
                  <a:pt x="3221870" y="1642822"/>
                </a:lnTo>
                <a:lnTo>
                  <a:pt x="3220224" y="1641681"/>
                </a:lnTo>
                <a:lnTo>
                  <a:pt x="3218578" y="1640540"/>
                </a:lnTo>
                <a:lnTo>
                  <a:pt x="3216931" y="1639397"/>
                </a:lnTo>
                <a:lnTo>
                  <a:pt x="3215285" y="1638254"/>
                </a:lnTo>
                <a:lnTo>
                  <a:pt x="3213639" y="1637110"/>
                </a:lnTo>
                <a:lnTo>
                  <a:pt x="3211992" y="1635965"/>
                </a:lnTo>
                <a:lnTo>
                  <a:pt x="3210346" y="1634819"/>
                </a:lnTo>
                <a:lnTo>
                  <a:pt x="3208700" y="1633672"/>
                </a:lnTo>
                <a:lnTo>
                  <a:pt x="3207053" y="1632525"/>
                </a:lnTo>
                <a:lnTo>
                  <a:pt x="3205407" y="1631377"/>
                </a:lnTo>
                <a:lnTo>
                  <a:pt x="3203761" y="1630227"/>
                </a:lnTo>
                <a:lnTo>
                  <a:pt x="3202114" y="1629077"/>
                </a:lnTo>
                <a:lnTo>
                  <a:pt x="3200468" y="1627927"/>
                </a:lnTo>
                <a:lnTo>
                  <a:pt x="3198822" y="1626775"/>
                </a:lnTo>
                <a:lnTo>
                  <a:pt x="3197175" y="1625623"/>
                </a:lnTo>
                <a:lnTo>
                  <a:pt x="3195529" y="1624469"/>
                </a:lnTo>
                <a:lnTo>
                  <a:pt x="3193883" y="1623315"/>
                </a:lnTo>
                <a:lnTo>
                  <a:pt x="3192236" y="1622160"/>
                </a:lnTo>
                <a:lnTo>
                  <a:pt x="3190590" y="1621004"/>
                </a:lnTo>
                <a:lnTo>
                  <a:pt x="3188944" y="1619848"/>
                </a:lnTo>
                <a:lnTo>
                  <a:pt x="3187297" y="1618690"/>
                </a:lnTo>
                <a:lnTo>
                  <a:pt x="3185651" y="1617532"/>
                </a:lnTo>
                <a:lnTo>
                  <a:pt x="3184005" y="1616373"/>
                </a:lnTo>
                <a:lnTo>
                  <a:pt x="3182358" y="1615213"/>
                </a:lnTo>
                <a:lnTo>
                  <a:pt x="3180712" y="1614053"/>
                </a:lnTo>
                <a:lnTo>
                  <a:pt x="3179066" y="1612891"/>
                </a:lnTo>
                <a:lnTo>
                  <a:pt x="3177419" y="1611729"/>
                </a:lnTo>
                <a:lnTo>
                  <a:pt x="3175773" y="1610566"/>
                </a:lnTo>
                <a:lnTo>
                  <a:pt x="3174127" y="1609402"/>
                </a:lnTo>
                <a:lnTo>
                  <a:pt x="3172480" y="1608237"/>
                </a:lnTo>
                <a:lnTo>
                  <a:pt x="3170834" y="1607071"/>
                </a:lnTo>
                <a:lnTo>
                  <a:pt x="3169188" y="1605905"/>
                </a:lnTo>
                <a:lnTo>
                  <a:pt x="3167541" y="1604738"/>
                </a:lnTo>
                <a:lnTo>
                  <a:pt x="3165895" y="1603570"/>
                </a:lnTo>
                <a:lnTo>
                  <a:pt x="3164249" y="1602401"/>
                </a:lnTo>
                <a:lnTo>
                  <a:pt x="3162602" y="1601231"/>
                </a:lnTo>
                <a:lnTo>
                  <a:pt x="3160956" y="1600061"/>
                </a:lnTo>
                <a:lnTo>
                  <a:pt x="3159310" y="1598889"/>
                </a:lnTo>
                <a:lnTo>
                  <a:pt x="3157663" y="1597717"/>
                </a:lnTo>
                <a:lnTo>
                  <a:pt x="3156017" y="1596544"/>
                </a:lnTo>
                <a:lnTo>
                  <a:pt x="3154371" y="1595371"/>
                </a:lnTo>
                <a:lnTo>
                  <a:pt x="3152724" y="1594196"/>
                </a:lnTo>
                <a:lnTo>
                  <a:pt x="3151078" y="1593021"/>
                </a:lnTo>
                <a:lnTo>
                  <a:pt x="3149432" y="1591845"/>
                </a:lnTo>
                <a:lnTo>
                  <a:pt x="3147785" y="1590668"/>
                </a:lnTo>
                <a:lnTo>
                  <a:pt x="3146139" y="1589490"/>
                </a:lnTo>
                <a:lnTo>
                  <a:pt x="3144493" y="1588312"/>
                </a:lnTo>
                <a:lnTo>
                  <a:pt x="3142846" y="1587132"/>
                </a:lnTo>
                <a:lnTo>
                  <a:pt x="3141200" y="1585952"/>
                </a:lnTo>
                <a:lnTo>
                  <a:pt x="3139554" y="1584771"/>
                </a:lnTo>
                <a:lnTo>
                  <a:pt x="3137907" y="1583590"/>
                </a:lnTo>
                <a:lnTo>
                  <a:pt x="3136261" y="1582407"/>
                </a:lnTo>
                <a:lnTo>
                  <a:pt x="3134615" y="1581224"/>
                </a:lnTo>
                <a:lnTo>
                  <a:pt x="3132969" y="1580040"/>
                </a:lnTo>
                <a:lnTo>
                  <a:pt x="3131322" y="1578855"/>
                </a:lnTo>
                <a:lnTo>
                  <a:pt x="3129676" y="1577669"/>
                </a:lnTo>
                <a:lnTo>
                  <a:pt x="3128030" y="1576483"/>
                </a:lnTo>
                <a:lnTo>
                  <a:pt x="3126383" y="1575295"/>
                </a:lnTo>
                <a:lnTo>
                  <a:pt x="3124737" y="1574107"/>
                </a:lnTo>
                <a:lnTo>
                  <a:pt x="3123091" y="1572919"/>
                </a:lnTo>
                <a:lnTo>
                  <a:pt x="3121444" y="1571729"/>
                </a:lnTo>
                <a:lnTo>
                  <a:pt x="3119798" y="1570539"/>
                </a:lnTo>
                <a:lnTo>
                  <a:pt x="3118152" y="1569347"/>
                </a:lnTo>
                <a:lnTo>
                  <a:pt x="3116505" y="1568155"/>
                </a:lnTo>
                <a:lnTo>
                  <a:pt x="3114859" y="1566963"/>
                </a:lnTo>
                <a:lnTo>
                  <a:pt x="3113213" y="1565769"/>
                </a:lnTo>
                <a:lnTo>
                  <a:pt x="3111566" y="1564575"/>
                </a:lnTo>
                <a:lnTo>
                  <a:pt x="3109920" y="1563380"/>
                </a:lnTo>
                <a:lnTo>
                  <a:pt x="3108274" y="1562184"/>
                </a:lnTo>
                <a:lnTo>
                  <a:pt x="3106627" y="1560987"/>
                </a:lnTo>
                <a:lnTo>
                  <a:pt x="3104981" y="1559790"/>
                </a:lnTo>
                <a:lnTo>
                  <a:pt x="3103335" y="1558592"/>
                </a:lnTo>
                <a:lnTo>
                  <a:pt x="3101688" y="1557393"/>
                </a:lnTo>
                <a:lnTo>
                  <a:pt x="3100042" y="1556193"/>
                </a:lnTo>
                <a:lnTo>
                  <a:pt x="3098396" y="1554992"/>
                </a:lnTo>
                <a:lnTo>
                  <a:pt x="3096749" y="1553791"/>
                </a:lnTo>
                <a:lnTo>
                  <a:pt x="3095103" y="1552589"/>
                </a:lnTo>
                <a:lnTo>
                  <a:pt x="3093457" y="1551386"/>
                </a:lnTo>
                <a:lnTo>
                  <a:pt x="3091810" y="1550182"/>
                </a:lnTo>
                <a:lnTo>
                  <a:pt x="3090164" y="1548978"/>
                </a:lnTo>
                <a:lnTo>
                  <a:pt x="3088518" y="1547773"/>
                </a:lnTo>
                <a:lnTo>
                  <a:pt x="3086871" y="1546567"/>
                </a:lnTo>
                <a:lnTo>
                  <a:pt x="3085225" y="1545360"/>
                </a:lnTo>
                <a:lnTo>
                  <a:pt x="3083579" y="1544153"/>
                </a:lnTo>
                <a:lnTo>
                  <a:pt x="3081932" y="1542945"/>
                </a:lnTo>
                <a:lnTo>
                  <a:pt x="3080286" y="1541736"/>
                </a:lnTo>
                <a:lnTo>
                  <a:pt x="3078640" y="1540526"/>
                </a:lnTo>
                <a:lnTo>
                  <a:pt x="3076993" y="1539315"/>
                </a:lnTo>
                <a:lnTo>
                  <a:pt x="3075347" y="1538104"/>
                </a:lnTo>
                <a:lnTo>
                  <a:pt x="3073701" y="1536892"/>
                </a:lnTo>
                <a:lnTo>
                  <a:pt x="3072054" y="1535679"/>
                </a:lnTo>
                <a:lnTo>
                  <a:pt x="3070408" y="1534466"/>
                </a:lnTo>
                <a:lnTo>
                  <a:pt x="3068762" y="1533251"/>
                </a:lnTo>
                <a:lnTo>
                  <a:pt x="3067115" y="1532036"/>
                </a:lnTo>
                <a:lnTo>
                  <a:pt x="3065469" y="1530821"/>
                </a:lnTo>
                <a:lnTo>
                  <a:pt x="3063823" y="1529604"/>
                </a:lnTo>
                <a:lnTo>
                  <a:pt x="3062176" y="1528387"/>
                </a:lnTo>
                <a:lnTo>
                  <a:pt x="3060530" y="1527169"/>
                </a:lnTo>
                <a:lnTo>
                  <a:pt x="3058884" y="1525950"/>
                </a:lnTo>
                <a:lnTo>
                  <a:pt x="3057237" y="1524730"/>
                </a:lnTo>
                <a:lnTo>
                  <a:pt x="3055591" y="1523510"/>
                </a:lnTo>
                <a:lnTo>
                  <a:pt x="3053945" y="1522289"/>
                </a:lnTo>
                <a:lnTo>
                  <a:pt x="3052298" y="1521067"/>
                </a:lnTo>
                <a:lnTo>
                  <a:pt x="3050652" y="1519845"/>
                </a:lnTo>
                <a:lnTo>
                  <a:pt x="3049006" y="1518621"/>
                </a:lnTo>
                <a:lnTo>
                  <a:pt x="3047359" y="1517397"/>
                </a:lnTo>
                <a:lnTo>
                  <a:pt x="3045713" y="1516173"/>
                </a:lnTo>
                <a:lnTo>
                  <a:pt x="3044067" y="1514947"/>
                </a:lnTo>
                <a:lnTo>
                  <a:pt x="3042420" y="1513721"/>
                </a:lnTo>
                <a:lnTo>
                  <a:pt x="3040774" y="1512494"/>
                </a:lnTo>
                <a:lnTo>
                  <a:pt x="3039128" y="1511266"/>
                </a:lnTo>
                <a:lnTo>
                  <a:pt x="3037481" y="1510038"/>
                </a:lnTo>
                <a:lnTo>
                  <a:pt x="3035835" y="1508808"/>
                </a:lnTo>
                <a:lnTo>
                  <a:pt x="3034189" y="1507578"/>
                </a:lnTo>
                <a:lnTo>
                  <a:pt x="3032542" y="1506348"/>
                </a:lnTo>
                <a:lnTo>
                  <a:pt x="3030896" y="1505116"/>
                </a:lnTo>
                <a:lnTo>
                  <a:pt x="3029250" y="1503884"/>
                </a:lnTo>
                <a:lnTo>
                  <a:pt x="3027603" y="1502651"/>
                </a:lnTo>
                <a:lnTo>
                  <a:pt x="3025957" y="1501418"/>
                </a:lnTo>
                <a:lnTo>
                  <a:pt x="3024311" y="1500183"/>
                </a:lnTo>
                <a:lnTo>
                  <a:pt x="3022664" y="1498948"/>
                </a:lnTo>
                <a:lnTo>
                  <a:pt x="3021018" y="1497713"/>
                </a:lnTo>
                <a:lnTo>
                  <a:pt x="3019372" y="1496476"/>
                </a:lnTo>
                <a:lnTo>
                  <a:pt x="3017725" y="1495239"/>
                </a:lnTo>
                <a:lnTo>
                  <a:pt x="3016079" y="1494001"/>
                </a:lnTo>
                <a:lnTo>
                  <a:pt x="3014433" y="1492762"/>
                </a:lnTo>
                <a:lnTo>
                  <a:pt x="3012786" y="1491523"/>
                </a:lnTo>
                <a:lnTo>
                  <a:pt x="3011140" y="1490283"/>
                </a:lnTo>
                <a:lnTo>
                  <a:pt x="3009494" y="1489042"/>
                </a:lnTo>
                <a:lnTo>
                  <a:pt x="3007847" y="1487801"/>
                </a:lnTo>
                <a:lnTo>
                  <a:pt x="3006201" y="1486558"/>
                </a:lnTo>
                <a:lnTo>
                  <a:pt x="3004555" y="1485315"/>
                </a:lnTo>
                <a:lnTo>
                  <a:pt x="3002908" y="1484072"/>
                </a:lnTo>
                <a:lnTo>
                  <a:pt x="3001262" y="1482827"/>
                </a:lnTo>
                <a:lnTo>
                  <a:pt x="2999616" y="1481582"/>
                </a:lnTo>
                <a:lnTo>
                  <a:pt x="2997969" y="1480336"/>
                </a:lnTo>
                <a:lnTo>
                  <a:pt x="2996323" y="1479090"/>
                </a:lnTo>
                <a:lnTo>
                  <a:pt x="2994677" y="1477843"/>
                </a:lnTo>
                <a:lnTo>
                  <a:pt x="2993030" y="1476595"/>
                </a:lnTo>
                <a:lnTo>
                  <a:pt x="2991384" y="1475346"/>
                </a:lnTo>
                <a:lnTo>
                  <a:pt x="2989738" y="1474097"/>
                </a:lnTo>
                <a:lnTo>
                  <a:pt x="2988091" y="1472847"/>
                </a:lnTo>
                <a:lnTo>
                  <a:pt x="2986445" y="1471596"/>
                </a:lnTo>
                <a:lnTo>
                  <a:pt x="2984799" y="1470344"/>
                </a:lnTo>
                <a:lnTo>
                  <a:pt x="2983152" y="1469092"/>
                </a:lnTo>
                <a:lnTo>
                  <a:pt x="2981506" y="1467839"/>
                </a:lnTo>
                <a:lnTo>
                  <a:pt x="2979860" y="1466586"/>
                </a:lnTo>
                <a:lnTo>
                  <a:pt x="2978213" y="1465332"/>
                </a:lnTo>
                <a:lnTo>
                  <a:pt x="2976567" y="1464077"/>
                </a:lnTo>
                <a:lnTo>
                  <a:pt x="2974921" y="1462821"/>
                </a:lnTo>
                <a:lnTo>
                  <a:pt x="2973274" y="1461565"/>
                </a:lnTo>
                <a:lnTo>
                  <a:pt x="2971628" y="1460308"/>
                </a:lnTo>
                <a:lnTo>
                  <a:pt x="2969982" y="1459050"/>
                </a:lnTo>
                <a:lnTo>
                  <a:pt x="2968335" y="1457792"/>
                </a:lnTo>
                <a:lnTo>
                  <a:pt x="2966689" y="1456533"/>
                </a:lnTo>
                <a:lnTo>
                  <a:pt x="2965043" y="1455273"/>
                </a:lnTo>
                <a:lnTo>
                  <a:pt x="2963396" y="1454012"/>
                </a:lnTo>
                <a:lnTo>
                  <a:pt x="2961750" y="1452751"/>
                </a:lnTo>
                <a:lnTo>
                  <a:pt x="2960104" y="1451489"/>
                </a:lnTo>
                <a:lnTo>
                  <a:pt x="2958457" y="1450227"/>
                </a:lnTo>
                <a:lnTo>
                  <a:pt x="2956811" y="1448964"/>
                </a:lnTo>
                <a:lnTo>
                  <a:pt x="2955165" y="1447700"/>
                </a:lnTo>
                <a:lnTo>
                  <a:pt x="2953518" y="1446435"/>
                </a:lnTo>
                <a:lnTo>
                  <a:pt x="2951872" y="1445170"/>
                </a:lnTo>
                <a:lnTo>
                  <a:pt x="2950226" y="1443904"/>
                </a:lnTo>
                <a:lnTo>
                  <a:pt x="2948579" y="1442638"/>
                </a:lnTo>
                <a:lnTo>
                  <a:pt x="2946933" y="1441370"/>
                </a:lnTo>
                <a:lnTo>
                  <a:pt x="2945287" y="1440102"/>
                </a:lnTo>
                <a:lnTo>
                  <a:pt x="2943640" y="1438834"/>
                </a:lnTo>
                <a:lnTo>
                  <a:pt x="2941994" y="1437565"/>
                </a:lnTo>
                <a:lnTo>
                  <a:pt x="2940348" y="1436295"/>
                </a:lnTo>
                <a:lnTo>
                  <a:pt x="2938701" y="1435024"/>
                </a:lnTo>
                <a:lnTo>
                  <a:pt x="2937055" y="1433753"/>
                </a:lnTo>
                <a:lnTo>
                  <a:pt x="2935409" y="1432481"/>
                </a:lnTo>
                <a:lnTo>
                  <a:pt x="2933762" y="1431208"/>
                </a:lnTo>
                <a:lnTo>
                  <a:pt x="2932116" y="1429935"/>
                </a:lnTo>
                <a:lnTo>
                  <a:pt x="2930470" y="1428661"/>
                </a:lnTo>
                <a:lnTo>
                  <a:pt x="2928823" y="1427387"/>
                </a:lnTo>
                <a:lnTo>
                  <a:pt x="2927177" y="1426111"/>
                </a:lnTo>
                <a:lnTo>
                  <a:pt x="2925531" y="1424835"/>
                </a:lnTo>
                <a:lnTo>
                  <a:pt x="2923884" y="1423559"/>
                </a:lnTo>
                <a:lnTo>
                  <a:pt x="2922238" y="1422282"/>
                </a:lnTo>
                <a:lnTo>
                  <a:pt x="2920592" y="1421004"/>
                </a:lnTo>
                <a:lnTo>
                  <a:pt x="2918945" y="1419725"/>
                </a:lnTo>
                <a:lnTo>
                  <a:pt x="2917299" y="1418446"/>
                </a:lnTo>
                <a:lnTo>
                  <a:pt x="2915653" y="1417166"/>
                </a:lnTo>
                <a:lnTo>
                  <a:pt x="2914006" y="1415886"/>
                </a:lnTo>
                <a:lnTo>
                  <a:pt x="2912360" y="1414605"/>
                </a:lnTo>
                <a:lnTo>
                  <a:pt x="2910714" y="1413323"/>
                </a:lnTo>
                <a:lnTo>
                  <a:pt x="2909067" y="1412040"/>
                </a:lnTo>
                <a:lnTo>
                  <a:pt x="2907421" y="1410757"/>
                </a:lnTo>
                <a:lnTo>
                  <a:pt x="2905775" y="1409474"/>
                </a:lnTo>
                <a:lnTo>
                  <a:pt x="2904128" y="1408189"/>
                </a:lnTo>
                <a:lnTo>
                  <a:pt x="2902482" y="1406904"/>
                </a:lnTo>
                <a:lnTo>
                  <a:pt x="2900836" y="1405619"/>
                </a:lnTo>
                <a:lnTo>
                  <a:pt x="2899189" y="1404333"/>
                </a:lnTo>
                <a:lnTo>
                  <a:pt x="2897543" y="1403046"/>
                </a:lnTo>
                <a:lnTo>
                  <a:pt x="2895897" y="1401758"/>
                </a:lnTo>
                <a:lnTo>
                  <a:pt x="2894250" y="1400470"/>
                </a:lnTo>
                <a:lnTo>
                  <a:pt x="2892604" y="1399181"/>
                </a:lnTo>
                <a:lnTo>
                  <a:pt x="2890958" y="1397892"/>
                </a:lnTo>
                <a:lnTo>
                  <a:pt x="2889311" y="1396602"/>
                </a:lnTo>
                <a:lnTo>
                  <a:pt x="2887665" y="1395311"/>
                </a:lnTo>
                <a:lnTo>
                  <a:pt x="2886019" y="1394020"/>
                </a:lnTo>
                <a:lnTo>
                  <a:pt x="2884372" y="1392728"/>
                </a:lnTo>
                <a:lnTo>
                  <a:pt x="2882726" y="1391435"/>
                </a:lnTo>
                <a:lnTo>
                  <a:pt x="2881080" y="1390142"/>
                </a:lnTo>
                <a:lnTo>
                  <a:pt x="2879433" y="1388848"/>
                </a:lnTo>
                <a:lnTo>
                  <a:pt x="2877787" y="1387554"/>
                </a:lnTo>
                <a:lnTo>
                  <a:pt x="2876141" y="1386259"/>
                </a:lnTo>
                <a:lnTo>
                  <a:pt x="2874494" y="1384963"/>
                </a:lnTo>
                <a:lnTo>
                  <a:pt x="2872848" y="1383667"/>
                </a:lnTo>
                <a:lnTo>
                  <a:pt x="2871202" y="1382370"/>
                </a:lnTo>
                <a:lnTo>
                  <a:pt x="2869555" y="1381072"/>
                </a:lnTo>
                <a:lnTo>
                  <a:pt x="2867909" y="1379774"/>
                </a:lnTo>
                <a:lnTo>
                  <a:pt x="2866263" y="1378476"/>
                </a:lnTo>
                <a:lnTo>
                  <a:pt x="2864616" y="1377176"/>
                </a:lnTo>
                <a:lnTo>
                  <a:pt x="2862970" y="1375876"/>
                </a:lnTo>
                <a:lnTo>
                  <a:pt x="2861324" y="1374576"/>
                </a:lnTo>
                <a:lnTo>
                  <a:pt x="2859677" y="1373275"/>
                </a:lnTo>
                <a:lnTo>
                  <a:pt x="2858031" y="1371973"/>
                </a:lnTo>
                <a:lnTo>
                  <a:pt x="2856385" y="1370670"/>
                </a:lnTo>
                <a:lnTo>
                  <a:pt x="2854738" y="1369367"/>
                </a:lnTo>
                <a:lnTo>
                  <a:pt x="2853092" y="1368064"/>
                </a:lnTo>
                <a:lnTo>
                  <a:pt x="2851446" y="1366760"/>
                </a:lnTo>
                <a:lnTo>
                  <a:pt x="2849799" y="1365455"/>
                </a:lnTo>
                <a:lnTo>
                  <a:pt x="2848153" y="1364150"/>
                </a:lnTo>
                <a:lnTo>
                  <a:pt x="2846507" y="1362844"/>
                </a:lnTo>
                <a:lnTo>
                  <a:pt x="2844860" y="1361537"/>
                </a:lnTo>
                <a:lnTo>
                  <a:pt x="2843214" y="1360230"/>
                </a:lnTo>
                <a:lnTo>
                  <a:pt x="2841568" y="1358922"/>
                </a:lnTo>
                <a:lnTo>
                  <a:pt x="2839921" y="1357614"/>
                </a:lnTo>
                <a:lnTo>
                  <a:pt x="2838275" y="1356305"/>
                </a:lnTo>
                <a:lnTo>
                  <a:pt x="2836629" y="1354995"/>
                </a:lnTo>
                <a:lnTo>
                  <a:pt x="2834982" y="1353685"/>
                </a:lnTo>
                <a:lnTo>
                  <a:pt x="2833336" y="1352375"/>
                </a:lnTo>
                <a:lnTo>
                  <a:pt x="2831690" y="1351063"/>
                </a:lnTo>
                <a:lnTo>
                  <a:pt x="2830043" y="1349752"/>
                </a:lnTo>
                <a:lnTo>
                  <a:pt x="2828397" y="1348439"/>
                </a:lnTo>
                <a:lnTo>
                  <a:pt x="2826751" y="1347126"/>
                </a:lnTo>
                <a:lnTo>
                  <a:pt x="2825104" y="1345813"/>
                </a:lnTo>
                <a:lnTo>
                  <a:pt x="2823458" y="1344498"/>
                </a:lnTo>
                <a:lnTo>
                  <a:pt x="2821812" y="1343184"/>
                </a:lnTo>
                <a:lnTo>
                  <a:pt x="2820166" y="1341868"/>
                </a:lnTo>
                <a:lnTo>
                  <a:pt x="2818519" y="1340553"/>
                </a:lnTo>
                <a:lnTo>
                  <a:pt x="2816873" y="1339236"/>
                </a:lnTo>
                <a:lnTo>
                  <a:pt x="2815227" y="1337919"/>
                </a:lnTo>
                <a:lnTo>
                  <a:pt x="2813580" y="1336602"/>
                </a:lnTo>
                <a:lnTo>
                  <a:pt x="2811934" y="1335284"/>
                </a:lnTo>
                <a:lnTo>
                  <a:pt x="2810288" y="1333965"/>
                </a:lnTo>
                <a:lnTo>
                  <a:pt x="2808641" y="1332646"/>
                </a:lnTo>
                <a:lnTo>
                  <a:pt x="2806995" y="1331326"/>
                </a:lnTo>
                <a:lnTo>
                  <a:pt x="2805349" y="1330005"/>
                </a:lnTo>
                <a:lnTo>
                  <a:pt x="2803702" y="1328684"/>
                </a:lnTo>
                <a:lnTo>
                  <a:pt x="2802056" y="1327363"/>
                </a:lnTo>
                <a:lnTo>
                  <a:pt x="2800410" y="1326041"/>
                </a:lnTo>
                <a:lnTo>
                  <a:pt x="2798763" y="1324718"/>
                </a:lnTo>
                <a:lnTo>
                  <a:pt x="2797117" y="1323395"/>
                </a:lnTo>
                <a:lnTo>
                  <a:pt x="2795471" y="1322072"/>
                </a:lnTo>
                <a:lnTo>
                  <a:pt x="2793824" y="1320747"/>
                </a:lnTo>
                <a:lnTo>
                  <a:pt x="2792178" y="1319422"/>
                </a:lnTo>
                <a:lnTo>
                  <a:pt x="2790532" y="1318097"/>
                </a:lnTo>
                <a:lnTo>
                  <a:pt x="2788885" y="1316771"/>
                </a:lnTo>
                <a:lnTo>
                  <a:pt x="2787239" y="1315445"/>
                </a:lnTo>
                <a:lnTo>
                  <a:pt x="2785593" y="1314118"/>
                </a:lnTo>
                <a:lnTo>
                  <a:pt x="2783946" y="1312790"/>
                </a:lnTo>
                <a:lnTo>
                  <a:pt x="2782300" y="1311462"/>
                </a:lnTo>
                <a:lnTo>
                  <a:pt x="2780654" y="1310134"/>
                </a:lnTo>
                <a:lnTo>
                  <a:pt x="2779007" y="1308805"/>
                </a:lnTo>
                <a:lnTo>
                  <a:pt x="2777361" y="1307475"/>
                </a:lnTo>
                <a:lnTo>
                  <a:pt x="2775715" y="1306145"/>
                </a:lnTo>
                <a:lnTo>
                  <a:pt x="2774068" y="1304814"/>
                </a:lnTo>
                <a:lnTo>
                  <a:pt x="2772422" y="1303483"/>
                </a:lnTo>
                <a:lnTo>
                  <a:pt x="2770776" y="1302151"/>
                </a:lnTo>
                <a:lnTo>
                  <a:pt x="2769129" y="1300819"/>
                </a:lnTo>
                <a:lnTo>
                  <a:pt x="2767483" y="1299486"/>
                </a:lnTo>
                <a:lnTo>
                  <a:pt x="2765837" y="1298153"/>
                </a:lnTo>
                <a:lnTo>
                  <a:pt x="2764190" y="1296819"/>
                </a:lnTo>
                <a:lnTo>
                  <a:pt x="2762544" y="1295484"/>
                </a:lnTo>
                <a:lnTo>
                  <a:pt x="2760898" y="1294150"/>
                </a:lnTo>
                <a:lnTo>
                  <a:pt x="2759251" y="1292814"/>
                </a:lnTo>
                <a:lnTo>
                  <a:pt x="2757605" y="1291478"/>
                </a:lnTo>
                <a:lnTo>
                  <a:pt x="2755959" y="1290142"/>
                </a:lnTo>
                <a:lnTo>
                  <a:pt x="2754312" y="1288805"/>
                </a:lnTo>
                <a:lnTo>
                  <a:pt x="2752666" y="1287467"/>
                </a:lnTo>
                <a:lnTo>
                  <a:pt x="2751020" y="1286129"/>
                </a:lnTo>
                <a:lnTo>
                  <a:pt x="2749373" y="1284791"/>
                </a:lnTo>
                <a:lnTo>
                  <a:pt x="2747727" y="1283452"/>
                </a:lnTo>
                <a:lnTo>
                  <a:pt x="2746081" y="1282113"/>
                </a:lnTo>
                <a:lnTo>
                  <a:pt x="2744434" y="1280773"/>
                </a:lnTo>
                <a:lnTo>
                  <a:pt x="2742788" y="1279432"/>
                </a:lnTo>
                <a:lnTo>
                  <a:pt x="2741142" y="1278091"/>
                </a:lnTo>
                <a:lnTo>
                  <a:pt x="2739495" y="1276750"/>
                </a:lnTo>
                <a:lnTo>
                  <a:pt x="2737849" y="1275408"/>
                </a:lnTo>
                <a:lnTo>
                  <a:pt x="2736203" y="1274065"/>
                </a:lnTo>
                <a:lnTo>
                  <a:pt x="2734556" y="1272722"/>
                </a:lnTo>
                <a:lnTo>
                  <a:pt x="2732910" y="1271379"/>
                </a:lnTo>
                <a:lnTo>
                  <a:pt x="2731264" y="1270035"/>
                </a:lnTo>
                <a:lnTo>
                  <a:pt x="2729617" y="1268690"/>
                </a:lnTo>
                <a:lnTo>
                  <a:pt x="2727971" y="1267345"/>
                </a:lnTo>
                <a:lnTo>
                  <a:pt x="2726325" y="1266000"/>
                </a:lnTo>
                <a:lnTo>
                  <a:pt x="2724678" y="1264654"/>
                </a:lnTo>
                <a:lnTo>
                  <a:pt x="2723032" y="1263308"/>
                </a:lnTo>
                <a:lnTo>
                  <a:pt x="2721386" y="1261961"/>
                </a:lnTo>
                <a:lnTo>
                  <a:pt x="2719739" y="1260614"/>
                </a:lnTo>
                <a:lnTo>
                  <a:pt x="2718093" y="1259266"/>
                </a:lnTo>
                <a:lnTo>
                  <a:pt x="2716447" y="1257918"/>
                </a:lnTo>
                <a:lnTo>
                  <a:pt x="2714800" y="1256569"/>
                </a:lnTo>
                <a:lnTo>
                  <a:pt x="2713154" y="1255220"/>
                </a:lnTo>
                <a:lnTo>
                  <a:pt x="2711508" y="1253870"/>
                </a:lnTo>
                <a:lnTo>
                  <a:pt x="2709861" y="1252520"/>
                </a:lnTo>
                <a:lnTo>
                  <a:pt x="2708215" y="1251169"/>
                </a:lnTo>
                <a:lnTo>
                  <a:pt x="2706569" y="1249818"/>
                </a:lnTo>
                <a:lnTo>
                  <a:pt x="2704922" y="1248467"/>
                </a:lnTo>
                <a:lnTo>
                  <a:pt x="2703276" y="1247115"/>
                </a:lnTo>
                <a:lnTo>
                  <a:pt x="2701630" y="1245762"/>
                </a:lnTo>
                <a:lnTo>
                  <a:pt x="2699983" y="1244409"/>
                </a:lnTo>
                <a:lnTo>
                  <a:pt x="2698337" y="1243056"/>
                </a:lnTo>
                <a:lnTo>
                  <a:pt x="2696691" y="1241702"/>
                </a:lnTo>
                <a:lnTo>
                  <a:pt x="2695044" y="1240348"/>
                </a:lnTo>
                <a:lnTo>
                  <a:pt x="2693398" y="1238993"/>
                </a:lnTo>
                <a:lnTo>
                  <a:pt x="2691752" y="1237638"/>
                </a:lnTo>
                <a:lnTo>
                  <a:pt x="2690105" y="1236282"/>
                </a:lnTo>
                <a:lnTo>
                  <a:pt x="2688459" y="1234926"/>
                </a:lnTo>
                <a:lnTo>
                  <a:pt x="2686813" y="1233570"/>
                </a:lnTo>
                <a:lnTo>
                  <a:pt x="2685166" y="1232213"/>
                </a:lnTo>
                <a:lnTo>
                  <a:pt x="2683520" y="1230855"/>
                </a:lnTo>
                <a:lnTo>
                  <a:pt x="2681874" y="1229497"/>
                </a:lnTo>
                <a:lnTo>
                  <a:pt x="2680227" y="1228139"/>
                </a:lnTo>
                <a:lnTo>
                  <a:pt x="2678581" y="1226780"/>
                </a:lnTo>
                <a:lnTo>
                  <a:pt x="2676935" y="1225421"/>
                </a:lnTo>
                <a:lnTo>
                  <a:pt x="2675288" y="1224062"/>
                </a:lnTo>
                <a:lnTo>
                  <a:pt x="2673642" y="1222702"/>
                </a:lnTo>
                <a:lnTo>
                  <a:pt x="2671996" y="1221341"/>
                </a:lnTo>
                <a:lnTo>
                  <a:pt x="2670349" y="1219980"/>
                </a:lnTo>
                <a:lnTo>
                  <a:pt x="2668703" y="1218619"/>
                </a:lnTo>
                <a:lnTo>
                  <a:pt x="2667057" y="1217257"/>
                </a:lnTo>
                <a:lnTo>
                  <a:pt x="2665410" y="1215895"/>
                </a:lnTo>
                <a:lnTo>
                  <a:pt x="2663764" y="1214533"/>
                </a:lnTo>
                <a:lnTo>
                  <a:pt x="2662118" y="1213170"/>
                </a:lnTo>
                <a:lnTo>
                  <a:pt x="2660471" y="1211807"/>
                </a:lnTo>
                <a:lnTo>
                  <a:pt x="2658825" y="1210443"/>
                </a:lnTo>
                <a:lnTo>
                  <a:pt x="2657179" y="1209079"/>
                </a:lnTo>
                <a:lnTo>
                  <a:pt x="2655532" y="1207714"/>
                </a:lnTo>
                <a:lnTo>
                  <a:pt x="2653886" y="1206349"/>
                </a:lnTo>
                <a:lnTo>
                  <a:pt x="2652240" y="1204984"/>
                </a:lnTo>
                <a:lnTo>
                  <a:pt x="2650593" y="1203618"/>
                </a:lnTo>
                <a:lnTo>
                  <a:pt x="2648947" y="1202251"/>
                </a:lnTo>
                <a:lnTo>
                  <a:pt x="2647301" y="1200885"/>
                </a:lnTo>
                <a:lnTo>
                  <a:pt x="2645654" y="1199518"/>
                </a:lnTo>
                <a:lnTo>
                  <a:pt x="2644008" y="1198150"/>
                </a:lnTo>
                <a:lnTo>
                  <a:pt x="2642362" y="1196783"/>
                </a:lnTo>
                <a:lnTo>
                  <a:pt x="2640715" y="1195414"/>
                </a:lnTo>
                <a:lnTo>
                  <a:pt x="2639069" y="1194046"/>
                </a:lnTo>
                <a:lnTo>
                  <a:pt x="2637423" y="1192677"/>
                </a:lnTo>
                <a:lnTo>
                  <a:pt x="2635776" y="1191307"/>
                </a:lnTo>
                <a:lnTo>
                  <a:pt x="2634130" y="1189938"/>
                </a:lnTo>
                <a:lnTo>
                  <a:pt x="2632484" y="1188568"/>
                </a:lnTo>
                <a:lnTo>
                  <a:pt x="2630837" y="1187197"/>
                </a:lnTo>
                <a:lnTo>
                  <a:pt x="2629191" y="1185826"/>
                </a:lnTo>
                <a:lnTo>
                  <a:pt x="2627545" y="1184455"/>
                </a:lnTo>
                <a:lnTo>
                  <a:pt x="2625898" y="1183083"/>
                </a:lnTo>
                <a:lnTo>
                  <a:pt x="2624252" y="1181711"/>
                </a:lnTo>
                <a:lnTo>
                  <a:pt x="2622606" y="1180339"/>
                </a:lnTo>
                <a:lnTo>
                  <a:pt x="2620959" y="1178966"/>
                </a:lnTo>
                <a:lnTo>
                  <a:pt x="2619313" y="1177593"/>
                </a:lnTo>
                <a:lnTo>
                  <a:pt x="2617667" y="1176219"/>
                </a:lnTo>
                <a:lnTo>
                  <a:pt x="2616020" y="1174845"/>
                </a:lnTo>
                <a:lnTo>
                  <a:pt x="2614374" y="1173471"/>
                </a:lnTo>
                <a:lnTo>
                  <a:pt x="2612728" y="1172097"/>
                </a:lnTo>
                <a:lnTo>
                  <a:pt x="2611081" y="1170722"/>
                </a:lnTo>
                <a:lnTo>
                  <a:pt x="2609435" y="1169346"/>
                </a:lnTo>
                <a:lnTo>
                  <a:pt x="2607789" y="1167971"/>
                </a:lnTo>
                <a:lnTo>
                  <a:pt x="2606142" y="1166595"/>
                </a:lnTo>
                <a:lnTo>
                  <a:pt x="2604496" y="1165218"/>
                </a:lnTo>
                <a:lnTo>
                  <a:pt x="2602850" y="1163841"/>
                </a:lnTo>
                <a:lnTo>
                  <a:pt x="2601203" y="1162464"/>
                </a:lnTo>
                <a:lnTo>
                  <a:pt x="2599557" y="1161087"/>
                </a:lnTo>
                <a:lnTo>
                  <a:pt x="2597911" y="1159709"/>
                </a:lnTo>
                <a:lnTo>
                  <a:pt x="2596264" y="1158331"/>
                </a:lnTo>
                <a:lnTo>
                  <a:pt x="2594618" y="1156953"/>
                </a:lnTo>
                <a:lnTo>
                  <a:pt x="2592972" y="1155574"/>
                </a:lnTo>
                <a:lnTo>
                  <a:pt x="2591325" y="1154195"/>
                </a:lnTo>
                <a:lnTo>
                  <a:pt x="2589679" y="1152815"/>
                </a:lnTo>
                <a:lnTo>
                  <a:pt x="2588033" y="1151436"/>
                </a:lnTo>
                <a:lnTo>
                  <a:pt x="2586386" y="1150055"/>
                </a:lnTo>
                <a:lnTo>
                  <a:pt x="2584740" y="1148675"/>
                </a:lnTo>
                <a:lnTo>
                  <a:pt x="2583094" y="1147294"/>
                </a:lnTo>
                <a:lnTo>
                  <a:pt x="2581447" y="1145913"/>
                </a:lnTo>
                <a:lnTo>
                  <a:pt x="2579801" y="1144532"/>
                </a:lnTo>
                <a:lnTo>
                  <a:pt x="2578155" y="1143150"/>
                </a:lnTo>
                <a:lnTo>
                  <a:pt x="2576508" y="1141768"/>
                </a:lnTo>
                <a:lnTo>
                  <a:pt x="2574862" y="1140386"/>
                </a:lnTo>
                <a:lnTo>
                  <a:pt x="2573216" y="1139003"/>
                </a:lnTo>
                <a:lnTo>
                  <a:pt x="2571569" y="1137620"/>
                </a:lnTo>
                <a:lnTo>
                  <a:pt x="2569923" y="1136237"/>
                </a:lnTo>
                <a:lnTo>
                  <a:pt x="2568277" y="1134853"/>
                </a:lnTo>
                <a:lnTo>
                  <a:pt x="2566630" y="1133469"/>
                </a:lnTo>
                <a:lnTo>
                  <a:pt x="2564984" y="1132085"/>
                </a:lnTo>
                <a:lnTo>
                  <a:pt x="2563338" y="1130701"/>
                </a:lnTo>
                <a:lnTo>
                  <a:pt x="2561691" y="1129316"/>
                </a:lnTo>
                <a:lnTo>
                  <a:pt x="2560045" y="1127931"/>
                </a:lnTo>
                <a:lnTo>
                  <a:pt x="2558399" y="1126545"/>
                </a:lnTo>
                <a:lnTo>
                  <a:pt x="2556752" y="1125160"/>
                </a:lnTo>
                <a:lnTo>
                  <a:pt x="2555106" y="1123774"/>
                </a:lnTo>
                <a:lnTo>
                  <a:pt x="2553460" y="1122387"/>
                </a:lnTo>
                <a:lnTo>
                  <a:pt x="2551813" y="1121001"/>
                </a:lnTo>
                <a:lnTo>
                  <a:pt x="2550167" y="1119614"/>
                </a:lnTo>
                <a:lnTo>
                  <a:pt x="2548521" y="1118227"/>
                </a:lnTo>
                <a:lnTo>
                  <a:pt x="2546874" y="1116839"/>
                </a:lnTo>
                <a:lnTo>
                  <a:pt x="2545228" y="1115452"/>
                </a:lnTo>
                <a:lnTo>
                  <a:pt x="2543582" y="1114064"/>
                </a:lnTo>
                <a:lnTo>
                  <a:pt x="2541935" y="1112676"/>
                </a:lnTo>
                <a:lnTo>
                  <a:pt x="2540289" y="1111287"/>
                </a:lnTo>
                <a:lnTo>
                  <a:pt x="2538643" y="1109898"/>
                </a:lnTo>
                <a:lnTo>
                  <a:pt x="2536996" y="1108509"/>
                </a:lnTo>
                <a:lnTo>
                  <a:pt x="2535350" y="1107120"/>
                </a:lnTo>
                <a:lnTo>
                  <a:pt x="2533704" y="1105730"/>
                </a:lnTo>
                <a:lnTo>
                  <a:pt x="2532057" y="1104341"/>
                </a:lnTo>
                <a:lnTo>
                  <a:pt x="2530411" y="1102951"/>
                </a:lnTo>
                <a:lnTo>
                  <a:pt x="2528765" y="1101560"/>
                </a:lnTo>
                <a:lnTo>
                  <a:pt x="2527118" y="1100170"/>
                </a:lnTo>
                <a:lnTo>
                  <a:pt x="2525472" y="1098779"/>
                </a:lnTo>
                <a:lnTo>
                  <a:pt x="2523826" y="1097388"/>
                </a:lnTo>
                <a:lnTo>
                  <a:pt x="2522179" y="1095996"/>
                </a:lnTo>
                <a:lnTo>
                  <a:pt x="2520533" y="1094605"/>
                </a:lnTo>
                <a:lnTo>
                  <a:pt x="2518887" y="1093213"/>
                </a:lnTo>
                <a:lnTo>
                  <a:pt x="2517240" y="1091821"/>
                </a:lnTo>
                <a:lnTo>
                  <a:pt x="2515594" y="1090429"/>
                </a:lnTo>
                <a:lnTo>
                  <a:pt x="2513948" y="1089036"/>
                </a:lnTo>
                <a:lnTo>
                  <a:pt x="2512301" y="1087643"/>
                </a:lnTo>
                <a:lnTo>
                  <a:pt x="2510655" y="1086250"/>
                </a:lnTo>
                <a:lnTo>
                  <a:pt x="2509009" y="1084857"/>
                </a:lnTo>
                <a:lnTo>
                  <a:pt x="2507363" y="1083464"/>
                </a:lnTo>
                <a:lnTo>
                  <a:pt x="2505716" y="1082070"/>
                </a:lnTo>
                <a:lnTo>
                  <a:pt x="2504070" y="1080676"/>
                </a:lnTo>
                <a:lnTo>
                  <a:pt x="2502424" y="1079282"/>
                </a:lnTo>
                <a:lnTo>
                  <a:pt x="2500777" y="1077888"/>
                </a:lnTo>
                <a:lnTo>
                  <a:pt x="2499131" y="1076493"/>
                </a:lnTo>
                <a:lnTo>
                  <a:pt x="2497485" y="1075098"/>
                </a:lnTo>
                <a:lnTo>
                  <a:pt x="2495838" y="1073703"/>
                </a:lnTo>
                <a:lnTo>
                  <a:pt x="2494192" y="1072308"/>
                </a:lnTo>
                <a:lnTo>
                  <a:pt x="2492546" y="1070913"/>
                </a:lnTo>
                <a:lnTo>
                  <a:pt x="2490899" y="1069517"/>
                </a:lnTo>
                <a:lnTo>
                  <a:pt x="2489253" y="1068121"/>
                </a:lnTo>
                <a:lnTo>
                  <a:pt x="2487607" y="1066725"/>
                </a:lnTo>
                <a:lnTo>
                  <a:pt x="2485960" y="1065329"/>
                </a:lnTo>
                <a:lnTo>
                  <a:pt x="2484314" y="1063933"/>
                </a:lnTo>
                <a:lnTo>
                  <a:pt x="2482668" y="1062536"/>
                </a:lnTo>
                <a:lnTo>
                  <a:pt x="2481021" y="1061139"/>
                </a:lnTo>
                <a:lnTo>
                  <a:pt x="2479375" y="1059742"/>
                </a:lnTo>
                <a:lnTo>
                  <a:pt x="2477729" y="1058345"/>
                </a:lnTo>
                <a:lnTo>
                  <a:pt x="2476082" y="1056948"/>
                </a:lnTo>
                <a:lnTo>
                  <a:pt x="2474436" y="1055550"/>
                </a:lnTo>
                <a:lnTo>
                  <a:pt x="2472790" y="1054152"/>
                </a:lnTo>
                <a:lnTo>
                  <a:pt x="2471143" y="1052755"/>
                </a:lnTo>
                <a:lnTo>
                  <a:pt x="2469497" y="1051357"/>
                </a:lnTo>
                <a:lnTo>
                  <a:pt x="2467851" y="1049958"/>
                </a:lnTo>
                <a:lnTo>
                  <a:pt x="2466204" y="1048560"/>
                </a:lnTo>
                <a:lnTo>
                  <a:pt x="2464558" y="1047161"/>
                </a:lnTo>
                <a:lnTo>
                  <a:pt x="2462912" y="1045763"/>
                </a:lnTo>
                <a:lnTo>
                  <a:pt x="2461265" y="1044364"/>
                </a:lnTo>
                <a:lnTo>
                  <a:pt x="2459619" y="1042965"/>
                </a:lnTo>
                <a:lnTo>
                  <a:pt x="2457973" y="1041565"/>
                </a:lnTo>
                <a:lnTo>
                  <a:pt x="2456326" y="1040166"/>
                </a:lnTo>
                <a:lnTo>
                  <a:pt x="2454680" y="1038767"/>
                </a:lnTo>
                <a:lnTo>
                  <a:pt x="2453034" y="1037367"/>
                </a:lnTo>
                <a:lnTo>
                  <a:pt x="2451387" y="1035967"/>
                </a:lnTo>
                <a:lnTo>
                  <a:pt x="2449741" y="1034567"/>
                </a:lnTo>
                <a:lnTo>
                  <a:pt x="2448095" y="1033167"/>
                </a:lnTo>
                <a:lnTo>
                  <a:pt x="2446448" y="1031767"/>
                </a:lnTo>
                <a:lnTo>
                  <a:pt x="2444802" y="1030366"/>
                </a:lnTo>
                <a:lnTo>
                  <a:pt x="2443156" y="1028966"/>
                </a:lnTo>
                <a:lnTo>
                  <a:pt x="2441509" y="1027565"/>
                </a:lnTo>
                <a:lnTo>
                  <a:pt x="2439863" y="1026164"/>
                </a:lnTo>
                <a:lnTo>
                  <a:pt x="2438217" y="1024764"/>
                </a:lnTo>
                <a:lnTo>
                  <a:pt x="2436570" y="1023363"/>
                </a:lnTo>
                <a:lnTo>
                  <a:pt x="2434924" y="1021961"/>
                </a:lnTo>
                <a:lnTo>
                  <a:pt x="2433278" y="1020560"/>
                </a:lnTo>
                <a:lnTo>
                  <a:pt x="2431631" y="1019159"/>
                </a:lnTo>
                <a:lnTo>
                  <a:pt x="2429985" y="1017757"/>
                </a:lnTo>
                <a:lnTo>
                  <a:pt x="2428339" y="1016356"/>
                </a:lnTo>
                <a:lnTo>
                  <a:pt x="2426692" y="1014954"/>
                </a:lnTo>
                <a:lnTo>
                  <a:pt x="2425046" y="1013552"/>
                </a:lnTo>
                <a:lnTo>
                  <a:pt x="2423400" y="1012150"/>
                </a:lnTo>
                <a:lnTo>
                  <a:pt x="2421753" y="1010748"/>
                </a:lnTo>
                <a:lnTo>
                  <a:pt x="2420107" y="1009346"/>
                </a:lnTo>
                <a:lnTo>
                  <a:pt x="2418461" y="1007944"/>
                </a:lnTo>
                <a:lnTo>
                  <a:pt x="2416814" y="1006541"/>
                </a:lnTo>
                <a:lnTo>
                  <a:pt x="2415168" y="1005139"/>
                </a:lnTo>
                <a:lnTo>
                  <a:pt x="2413522" y="1003736"/>
                </a:lnTo>
                <a:lnTo>
                  <a:pt x="2411875" y="1002334"/>
                </a:lnTo>
                <a:lnTo>
                  <a:pt x="2410229" y="1000931"/>
                </a:lnTo>
                <a:lnTo>
                  <a:pt x="2408583" y="999528"/>
                </a:lnTo>
                <a:lnTo>
                  <a:pt x="2406936" y="998125"/>
                </a:lnTo>
                <a:lnTo>
                  <a:pt x="2405290" y="996722"/>
                </a:lnTo>
                <a:lnTo>
                  <a:pt x="2403644" y="995319"/>
                </a:lnTo>
                <a:lnTo>
                  <a:pt x="2401997" y="993916"/>
                </a:lnTo>
                <a:lnTo>
                  <a:pt x="2400351" y="992513"/>
                </a:lnTo>
                <a:lnTo>
                  <a:pt x="2398705" y="991110"/>
                </a:lnTo>
                <a:lnTo>
                  <a:pt x="2397058" y="989707"/>
                </a:lnTo>
                <a:lnTo>
                  <a:pt x="2395412" y="988303"/>
                </a:lnTo>
                <a:lnTo>
                  <a:pt x="2393766" y="986900"/>
                </a:lnTo>
                <a:lnTo>
                  <a:pt x="2392119" y="985496"/>
                </a:lnTo>
                <a:lnTo>
                  <a:pt x="2390473" y="984093"/>
                </a:lnTo>
                <a:lnTo>
                  <a:pt x="2388827" y="982689"/>
                </a:lnTo>
                <a:lnTo>
                  <a:pt x="2387180" y="981286"/>
                </a:lnTo>
                <a:lnTo>
                  <a:pt x="2385534" y="979882"/>
                </a:lnTo>
                <a:lnTo>
                  <a:pt x="2383888" y="978478"/>
                </a:lnTo>
                <a:lnTo>
                  <a:pt x="2382241" y="977075"/>
                </a:lnTo>
                <a:lnTo>
                  <a:pt x="2380595" y="975671"/>
                </a:lnTo>
                <a:lnTo>
                  <a:pt x="2378949" y="974267"/>
                </a:lnTo>
                <a:lnTo>
                  <a:pt x="2377302" y="972863"/>
                </a:lnTo>
                <a:lnTo>
                  <a:pt x="2375656" y="971459"/>
                </a:lnTo>
                <a:lnTo>
                  <a:pt x="2374010" y="970055"/>
                </a:lnTo>
                <a:lnTo>
                  <a:pt x="2372363" y="968651"/>
                </a:lnTo>
                <a:lnTo>
                  <a:pt x="2370717" y="967247"/>
                </a:lnTo>
                <a:lnTo>
                  <a:pt x="2369071" y="965843"/>
                </a:lnTo>
                <a:lnTo>
                  <a:pt x="2367424" y="964440"/>
                </a:lnTo>
                <a:lnTo>
                  <a:pt x="2365778" y="963036"/>
                </a:lnTo>
                <a:lnTo>
                  <a:pt x="2364132" y="961632"/>
                </a:lnTo>
                <a:lnTo>
                  <a:pt x="2362485" y="960227"/>
                </a:lnTo>
                <a:lnTo>
                  <a:pt x="2360839" y="958823"/>
                </a:lnTo>
                <a:lnTo>
                  <a:pt x="2359193" y="957419"/>
                </a:lnTo>
                <a:lnTo>
                  <a:pt x="2357546" y="956015"/>
                </a:lnTo>
                <a:lnTo>
                  <a:pt x="2355900" y="954611"/>
                </a:lnTo>
                <a:lnTo>
                  <a:pt x="2354254" y="953207"/>
                </a:lnTo>
                <a:lnTo>
                  <a:pt x="2352607" y="951803"/>
                </a:lnTo>
                <a:lnTo>
                  <a:pt x="2350961" y="950399"/>
                </a:lnTo>
                <a:lnTo>
                  <a:pt x="2349315" y="948995"/>
                </a:lnTo>
                <a:lnTo>
                  <a:pt x="2347668" y="947591"/>
                </a:lnTo>
                <a:lnTo>
                  <a:pt x="2346022" y="946188"/>
                </a:lnTo>
                <a:lnTo>
                  <a:pt x="2344376" y="944784"/>
                </a:lnTo>
                <a:lnTo>
                  <a:pt x="2342729" y="943380"/>
                </a:lnTo>
                <a:lnTo>
                  <a:pt x="2341083" y="941976"/>
                </a:lnTo>
                <a:lnTo>
                  <a:pt x="2339437" y="940572"/>
                </a:lnTo>
                <a:lnTo>
                  <a:pt x="2337790" y="939168"/>
                </a:lnTo>
                <a:lnTo>
                  <a:pt x="2336144" y="937765"/>
                </a:lnTo>
                <a:lnTo>
                  <a:pt x="2334498" y="936361"/>
                </a:lnTo>
                <a:lnTo>
                  <a:pt x="2332851" y="934957"/>
                </a:lnTo>
                <a:lnTo>
                  <a:pt x="2331205" y="933554"/>
                </a:lnTo>
                <a:lnTo>
                  <a:pt x="2329559" y="932150"/>
                </a:lnTo>
                <a:lnTo>
                  <a:pt x="2327912" y="930746"/>
                </a:lnTo>
                <a:lnTo>
                  <a:pt x="2326266" y="929343"/>
                </a:lnTo>
                <a:lnTo>
                  <a:pt x="2324620" y="927940"/>
                </a:lnTo>
                <a:lnTo>
                  <a:pt x="2322973" y="926536"/>
                </a:lnTo>
                <a:lnTo>
                  <a:pt x="2321327" y="925133"/>
                </a:lnTo>
                <a:lnTo>
                  <a:pt x="2319681" y="923730"/>
                </a:lnTo>
                <a:lnTo>
                  <a:pt x="2318034" y="922327"/>
                </a:lnTo>
                <a:lnTo>
                  <a:pt x="2316388" y="920924"/>
                </a:lnTo>
                <a:lnTo>
                  <a:pt x="2314742" y="919521"/>
                </a:lnTo>
                <a:lnTo>
                  <a:pt x="2313095" y="918118"/>
                </a:lnTo>
                <a:lnTo>
                  <a:pt x="2311449" y="916715"/>
                </a:lnTo>
                <a:lnTo>
                  <a:pt x="2309803" y="915312"/>
                </a:lnTo>
                <a:lnTo>
                  <a:pt x="2308156" y="913909"/>
                </a:lnTo>
                <a:lnTo>
                  <a:pt x="2306510" y="912507"/>
                </a:lnTo>
                <a:lnTo>
                  <a:pt x="2304864" y="911104"/>
                </a:lnTo>
                <a:lnTo>
                  <a:pt x="2303217" y="909702"/>
                </a:lnTo>
                <a:lnTo>
                  <a:pt x="2301571" y="908300"/>
                </a:lnTo>
                <a:lnTo>
                  <a:pt x="2299925" y="906897"/>
                </a:lnTo>
                <a:lnTo>
                  <a:pt x="2298278" y="905495"/>
                </a:lnTo>
                <a:lnTo>
                  <a:pt x="2296632" y="904093"/>
                </a:lnTo>
                <a:lnTo>
                  <a:pt x="2294986" y="902692"/>
                </a:lnTo>
                <a:lnTo>
                  <a:pt x="2293339" y="901290"/>
                </a:lnTo>
                <a:lnTo>
                  <a:pt x="2291693" y="899888"/>
                </a:lnTo>
                <a:lnTo>
                  <a:pt x="2290047" y="898487"/>
                </a:lnTo>
                <a:lnTo>
                  <a:pt x="2288400" y="897085"/>
                </a:lnTo>
                <a:lnTo>
                  <a:pt x="2286754" y="895684"/>
                </a:lnTo>
                <a:lnTo>
                  <a:pt x="2285108" y="894283"/>
                </a:lnTo>
                <a:lnTo>
                  <a:pt x="2283461" y="892882"/>
                </a:lnTo>
                <a:lnTo>
                  <a:pt x="2281815" y="891481"/>
                </a:lnTo>
                <a:lnTo>
                  <a:pt x="2280169" y="890080"/>
                </a:lnTo>
                <a:lnTo>
                  <a:pt x="2278522" y="888680"/>
                </a:lnTo>
                <a:lnTo>
                  <a:pt x="2276876" y="887280"/>
                </a:lnTo>
                <a:lnTo>
                  <a:pt x="2275230" y="885879"/>
                </a:lnTo>
                <a:lnTo>
                  <a:pt x="2273583" y="884479"/>
                </a:lnTo>
                <a:lnTo>
                  <a:pt x="2271937" y="883079"/>
                </a:lnTo>
                <a:lnTo>
                  <a:pt x="2270291" y="881679"/>
                </a:lnTo>
                <a:lnTo>
                  <a:pt x="2268644" y="880280"/>
                </a:lnTo>
                <a:lnTo>
                  <a:pt x="2266998" y="878880"/>
                </a:lnTo>
                <a:lnTo>
                  <a:pt x="2265352" y="877481"/>
                </a:lnTo>
                <a:lnTo>
                  <a:pt x="2263705" y="876082"/>
                </a:lnTo>
                <a:lnTo>
                  <a:pt x="2262059" y="874683"/>
                </a:lnTo>
                <a:lnTo>
                  <a:pt x="2260413" y="873284"/>
                </a:lnTo>
                <a:lnTo>
                  <a:pt x="2258766" y="871886"/>
                </a:lnTo>
                <a:lnTo>
                  <a:pt x="2257120" y="870487"/>
                </a:lnTo>
                <a:lnTo>
                  <a:pt x="2255474" y="869089"/>
                </a:lnTo>
                <a:lnTo>
                  <a:pt x="2253827" y="867691"/>
                </a:lnTo>
                <a:lnTo>
                  <a:pt x="2252181" y="866293"/>
                </a:lnTo>
                <a:lnTo>
                  <a:pt x="2250535" y="864895"/>
                </a:lnTo>
                <a:lnTo>
                  <a:pt x="2248888" y="863498"/>
                </a:lnTo>
                <a:lnTo>
                  <a:pt x="2247242" y="862101"/>
                </a:lnTo>
                <a:lnTo>
                  <a:pt x="2245596" y="860704"/>
                </a:lnTo>
                <a:lnTo>
                  <a:pt x="2243949" y="859307"/>
                </a:lnTo>
                <a:lnTo>
                  <a:pt x="2242303" y="857910"/>
                </a:lnTo>
                <a:lnTo>
                  <a:pt x="2240657" y="856514"/>
                </a:lnTo>
                <a:lnTo>
                  <a:pt x="2239010" y="855118"/>
                </a:lnTo>
                <a:lnTo>
                  <a:pt x="2237364" y="853722"/>
                </a:lnTo>
                <a:lnTo>
                  <a:pt x="2235718" y="852326"/>
                </a:lnTo>
                <a:lnTo>
                  <a:pt x="2234071" y="850931"/>
                </a:lnTo>
                <a:lnTo>
                  <a:pt x="2232425" y="849535"/>
                </a:lnTo>
                <a:lnTo>
                  <a:pt x="2230779" y="848140"/>
                </a:lnTo>
                <a:lnTo>
                  <a:pt x="2229132" y="846745"/>
                </a:lnTo>
                <a:lnTo>
                  <a:pt x="2227486" y="845351"/>
                </a:lnTo>
                <a:lnTo>
                  <a:pt x="2225840" y="843957"/>
                </a:lnTo>
                <a:lnTo>
                  <a:pt x="2224193" y="842563"/>
                </a:lnTo>
                <a:lnTo>
                  <a:pt x="2222547" y="841169"/>
                </a:lnTo>
                <a:lnTo>
                  <a:pt x="2220901" y="839775"/>
                </a:lnTo>
                <a:lnTo>
                  <a:pt x="2219254" y="838382"/>
                </a:lnTo>
                <a:lnTo>
                  <a:pt x="2217608" y="836989"/>
                </a:lnTo>
                <a:lnTo>
                  <a:pt x="2215962" y="835596"/>
                </a:lnTo>
                <a:lnTo>
                  <a:pt x="2214315" y="834204"/>
                </a:lnTo>
                <a:lnTo>
                  <a:pt x="2212669" y="832812"/>
                </a:lnTo>
                <a:lnTo>
                  <a:pt x="2211023" y="831420"/>
                </a:lnTo>
                <a:lnTo>
                  <a:pt x="2209376" y="830028"/>
                </a:lnTo>
                <a:lnTo>
                  <a:pt x="2207730" y="828637"/>
                </a:lnTo>
                <a:lnTo>
                  <a:pt x="2206084" y="827246"/>
                </a:lnTo>
                <a:lnTo>
                  <a:pt x="2204437" y="825855"/>
                </a:lnTo>
                <a:lnTo>
                  <a:pt x="2202791" y="824465"/>
                </a:lnTo>
                <a:lnTo>
                  <a:pt x="2201145" y="823074"/>
                </a:lnTo>
                <a:lnTo>
                  <a:pt x="2199498" y="821685"/>
                </a:lnTo>
                <a:lnTo>
                  <a:pt x="2197852" y="820295"/>
                </a:lnTo>
                <a:lnTo>
                  <a:pt x="2196206" y="818906"/>
                </a:lnTo>
                <a:lnTo>
                  <a:pt x="2194560" y="817517"/>
                </a:lnTo>
                <a:lnTo>
                  <a:pt x="2192913" y="816128"/>
                </a:lnTo>
                <a:lnTo>
                  <a:pt x="2191267" y="814740"/>
                </a:lnTo>
                <a:lnTo>
                  <a:pt x="2189621" y="813352"/>
                </a:lnTo>
                <a:lnTo>
                  <a:pt x="2187974" y="811964"/>
                </a:lnTo>
                <a:lnTo>
                  <a:pt x="2186328" y="810577"/>
                </a:lnTo>
                <a:lnTo>
                  <a:pt x="2184682" y="809190"/>
                </a:lnTo>
                <a:lnTo>
                  <a:pt x="2183035" y="807803"/>
                </a:lnTo>
                <a:lnTo>
                  <a:pt x="2181389" y="806417"/>
                </a:lnTo>
                <a:lnTo>
                  <a:pt x="2179743" y="805031"/>
                </a:lnTo>
                <a:lnTo>
                  <a:pt x="2178096" y="803646"/>
                </a:lnTo>
                <a:lnTo>
                  <a:pt x="2176450" y="802260"/>
                </a:lnTo>
                <a:lnTo>
                  <a:pt x="2174804" y="800876"/>
                </a:lnTo>
                <a:lnTo>
                  <a:pt x="2173157" y="799491"/>
                </a:lnTo>
                <a:lnTo>
                  <a:pt x="2171511" y="798107"/>
                </a:lnTo>
                <a:lnTo>
                  <a:pt x="2169865" y="796723"/>
                </a:lnTo>
                <a:lnTo>
                  <a:pt x="2168218" y="795340"/>
                </a:lnTo>
                <a:lnTo>
                  <a:pt x="2166572" y="793957"/>
                </a:lnTo>
                <a:lnTo>
                  <a:pt x="2164926" y="792574"/>
                </a:lnTo>
                <a:lnTo>
                  <a:pt x="2163279" y="791192"/>
                </a:lnTo>
                <a:lnTo>
                  <a:pt x="2161633" y="789810"/>
                </a:lnTo>
                <a:lnTo>
                  <a:pt x="2159987" y="788428"/>
                </a:lnTo>
                <a:lnTo>
                  <a:pt x="2158340" y="787047"/>
                </a:lnTo>
                <a:lnTo>
                  <a:pt x="2156694" y="785666"/>
                </a:lnTo>
                <a:lnTo>
                  <a:pt x="2155048" y="784286"/>
                </a:lnTo>
                <a:lnTo>
                  <a:pt x="2153401" y="782906"/>
                </a:lnTo>
                <a:lnTo>
                  <a:pt x="2151755" y="781527"/>
                </a:lnTo>
                <a:lnTo>
                  <a:pt x="2150109" y="780148"/>
                </a:lnTo>
                <a:lnTo>
                  <a:pt x="2148462" y="778769"/>
                </a:lnTo>
                <a:lnTo>
                  <a:pt x="2146816" y="777391"/>
                </a:lnTo>
                <a:lnTo>
                  <a:pt x="2145170" y="776013"/>
                </a:lnTo>
                <a:lnTo>
                  <a:pt x="2143523" y="774635"/>
                </a:lnTo>
                <a:lnTo>
                  <a:pt x="2141877" y="773259"/>
                </a:lnTo>
                <a:lnTo>
                  <a:pt x="2140231" y="771882"/>
                </a:lnTo>
                <a:lnTo>
                  <a:pt x="2138584" y="770506"/>
                </a:lnTo>
                <a:lnTo>
                  <a:pt x="2136938" y="769130"/>
                </a:lnTo>
                <a:lnTo>
                  <a:pt x="2135292" y="767755"/>
                </a:lnTo>
                <a:lnTo>
                  <a:pt x="2133645" y="766380"/>
                </a:lnTo>
                <a:lnTo>
                  <a:pt x="2131999" y="765006"/>
                </a:lnTo>
                <a:lnTo>
                  <a:pt x="2130353" y="763632"/>
                </a:lnTo>
                <a:lnTo>
                  <a:pt x="2128706" y="762259"/>
                </a:lnTo>
                <a:lnTo>
                  <a:pt x="2127060" y="760886"/>
                </a:lnTo>
                <a:lnTo>
                  <a:pt x="2125414" y="759513"/>
                </a:lnTo>
                <a:lnTo>
                  <a:pt x="2123767" y="758142"/>
                </a:lnTo>
                <a:lnTo>
                  <a:pt x="2122121" y="756770"/>
                </a:lnTo>
                <a:lnTo>
                  <a:pt x="2120475" y="755399"/>
                </a:lnTo>
                <a:lnTo>
                  <a:pt x="2118828" y="754029"/>
                </a:lnTo>
                <a:lnTo>
                  <a:pt x="2117182" y="752659"/>
                </a:lnTo>
                <a:lnTo>
                  <a:pt x="2115536" y="751289"/>
                </a:lnTo>
                <a:lnTo>
                  <a:pt x="2113889" y="749920"/>
                </a:lnTo>
                <a:lnTo>
                  <a:pt x="2112243" y="748552"/>
                </a:lnTo>
                <a:lnTo>
                  <a:pt x="2110597" y="747183"/>
                </a:lnTo>
                <a:lnTo>
                  <a:pt x="2108950" y="745816"/>
                </a:lnTo>
                <a:lnTo>
                  <a:pt x="2107304" y="744449"/>
                </a:lnTo>
                <a:lnTo>
                  <a:pt x="2105658" y="743083"/>
                </a:lnTo>
                <a:lnTo>
                  <a:pt x="2104011" y="741717"/>
                </a:lnTo>
                <a:lnTo>
                  <a:pt x="2102365" y="740351"/>
                </a:lnTo>
                <a:lnTo>
                  <a:pt x="2100719" y="738986"/>
                </a:lnTo>
                <a:lnTo>
                  <a:pt x="2099072" y="737622"/>
                </a:lnTo>
                <a:lnTo>
                  <a:pt x="2097426" y="736258"/>
                </a:lnTo>
                <a:lnTo>
                  <a:pt x="2095780" y="734895"/>
                </a:lnTo>
                <a:lnTo>
                  <a:pt x="2094133" y="733532"/>
                </a:lnTo>
                <a:lnTo>
                  <a:pt x="2092487" y="732170"/>
                </a:lnTo>
                <a:lnTo>
                  <a:pt x="2090841" y="730808"/>
                </a:lnTo>
                <a:lnTo>
                  <a:pt x="2089194" y="729447"/>
                </a:lnTo>
                <a:lnTo>
                  <a:pt x="2087548" y="728087"/>
                </a:lnTo>
                <a:lnTo>
                  <a:pt x="2085902" y="726727"/>
                </a:lnTo>
                <a:lnTo>
                  <a:pt x="2084255" y="725368"/>
                </a:lnTo>
                <a:lnTo>
                  <a:pt x="2082609" y="724009"/>
                </a:lnTo>
                <a:lnTo>
                  <a:pt x="2080963" y="722651"/>
                </a:lnTo>
                <a:lnTo>
                  <a:pt x="2079316" y="721293"/>
                </a:lnTo>
                <a:lnTo>
                  <a:pt x="2077670" y="719936"/>
                </a:lnTo>
                <a:lnTo>
                  <a:pt x="2076024" y="718580"/>
                </a:lnTo>
                <a:lnTo>
                  <a:pt x="2074377" y="717224"/>
                </a:lnTo>
                <a:lnTo>
                  <a:pt x="2072731" y="715869"/>
                </a:lnTo>
                <a:lnTo>
                  <a:pt x="2071085" y="714514"/>
                </a:lnTo>
                <a:lnTo>
                  <a:pt x="2069438" y="713160"/>
                </a:lnTo>
                <a:lnTo>
                  <a:pt x="2067792" y="711807"/>
                </a:lnTo>
                <a:lnTo>
                  <a:pt x="2066146" y="710454"/>
                </a:lnTo>
                <a:lnTo>
                  <a:pt x="2064499" y="709102"/>
                </a:lnTo>
                <a:lnTo>
                  <a:pt x="2062853" y="707750"/>
                </a:lnTo>
                <a:lnTo>
                  <a:pt x="2061207" y="706399"/>
                </a:lnTo>
                <a:lnTo>
                  <a:pt x="2059560" y="705049"/>
                </a:lnTo>
                <a:lnTo>
                  <a:pt x="2057914" y="703700"/>
                </a:lnTo>
                <a:lnTo>
                  <a:pt x="2056268" y="702351"/>
                </a:lnTo>
                <a:lnTo>
                  <a:pt x="2054621" y="701002"/>
                </a:lnTo>
                <a:lnTo>
                  <a:pt x="2052975" y="699655"/>
                </a:lnTo>
                <a:lnTo>
                  <a:pt x="2051329" y="698308"/>
                </a:lnTo>
                <a:lnTo>
                  <a:pt x="2049682" y="696961"/>
                </a:lnTo>
                <a:lnTo>
                  <a:pt x="2048036" y="695616"/>
                </a:lnTo>
                <a:lnTo>
                  <a:pt x="2046390" y="694271"/>
                </a:lnTo>
                <a:lnTo>
                  <a:pt x="2044743" y="692927"/>
                </a:lnTo>
                <a:lnTo>
                  <a:pt x="2043097" y="691583"/>
                </a:lnTo>
                <a:lnTo>
                  <a:pt x="2041451" y="690240"/>
                </a:lnTo>
                <a:lnTo>
                  <a:pt x="2039804" y="688898"/>
                </a:lnTo>
                <a:lnTo>
                  <a:pt x="2038158" y="687556"/>
                </a:lnTo>
                <a:lnTo>
                  <a:pt x="2036512" y="686215"/>
                </a:lnTo>
                <a:lnTo>
                  <a:pt x="2034865" y="684875"/>
                </a:lnTo>
                <a:lnTo>
                  <a:pt x="2033219" y="683536"/>
                </a:lnTo>
                <a:lnTo>
                  <a:pt x="2031573" y="682197"/>
                </a:lnTo>
                <a:lnTo>
                  <a:pt x="2029926" y="680859"/>
                </a:lnTo>
                <a:lnTo>
                  <a:pt x="2028280" y="679522"/>
                </a:lnTo>
                <a:lnTo>
                  <a:pt x="2026634" y="678185"/>
                </a:lnTo>
                <a:lnTo>
                  <a:pt x="2024987" y="676850"/>
                </a:lnTo>
                <a:lnTo>
                  <a:pt x="2023341" y="675515"/>
                </a:lnTo>
                <a:lnTo>
                  <a:pt x="2021695" y="674180"/>
                </a:lnTo>
                <a:lnTo>
                  <a:pt x="2020048" y="672847"/>
                </a:lnTo>
                <a:lnTo>
                  <a:pt x="2018402" y="671514"/>
                </a:lnTo>
                <a:lnTo>
                  <a:pt x="2016756" y="670182"/>
                </a:lnTo>
                <a:lnTo>
                  <a:pt x="2015109" y="668850"/>
                </a:lnTo>
                <a:lnTo>
                  <a:pt x="2013463" y="667520"/>
                </a:lnTo>
                <a:lnTo>
                  <a:pt x="2011817" y="666190"/>
                </a:lnTo>
                <a:lnTo>
                  <a:pt x="2010170" y="664861"/>
                </a:lnTo>
                <a:lnTo>
                  <a:pt x="2008524" y="663533"/>
                </a:lnTo>
                <a:lnTo>
                  <a:pt x="2006878" y="662205"/>
                </a:lnTo>
                <a:lnTo>
                  <a:pt x="2005231" y="660879"/>
                </a:lnTo>
                <a:lnTo>
                  <a:pt x="2003585" y="659553"/>
                </a:lnTo>
                <a:lnTo>
                  <a:pt x="2001939" y="658228"/>
                </a:lnTo>
                <a:lnTo>
                  <a:pt x="2000292" y="656903"/>
                </a:lnTo>
                <a:lnTo>
                  <a:pt x="1998646" y="655580"/>
                </a:lnTo>
                <a:lnTo>
                  <a:pt x="1997000" y="654257"/>
                </a:lnTo>
                <a:lnTo>
                  <a:pt x="1995353" y="652936"/>
                </a:lnTo>
                <a:lnTo>
                  <a:pt x="1993707" y="651615"/>
                </a:lnTo>
                <a:lnTo>
                  <a:pt x="1992061" y="650294"/>
                </a:lnTo>
                <a:lnTo>
                  <a:pt x="1990414" y="648975"/>
                </a:lnTo>
                <a:lnTo>
                  <a:pt x="1988768" y="647657"/>
                </a:lnTo>
                <a:lnTo>
                  <a:pt x="1987122" y="646339"/>
                </a:lnTo>
                <a:lnTo>
                  <a:pt x="1985475" y="645022"/>
                </a:lnTo>
                <a:lnTo>
                  <a:pt x="1983829" y="643706"/>
                </a:lnTo>
                <a:lnTo>
                  <a:pt x="1982183" y="642391"/>
                </a:lnTo>
                <a:lnTo>
                  <a:pt x="1980536" y="641077"/>
                </a:lnTo>
                <a:lnTo>
                  <a:pt x="1978890" y="639763"/>
                </a:lnTo>
                <a:lnTo>
                  <a:pt x="1977244" y="638451"/>
                </a:lnTo>
                <a:lnTo>
                  <a:pt x="1975597" y="637139"/>
                </a:lnTo>
                <a:lnTo>
                  <a:pt x="1973951" y="635828"/>
                </a:lnTo>
                <a:lnTo>
                  <a:pt x="1972305" y="634519"/>
                </a:lnTo>
                <a:lnTo>
                  <a:pt x="1970658" y="633210"/>
                </a:lnTo>
                <a:lnTo>
                  <a:pt x="1969012" y="631901"/>
                </a:lnTo>
                <a:lnTo>
                  <a:pt x="1967366" y="630594"/>
                </a:lnTo>
                <a:lnTo>
                  <a:pt x="1965719" y="629288"/>
                </a:lnTo>
                <a:lnTo>
                  <a:pt x="1964073" y="627983"/>
                </a:lnTo>
                <a:lnTo>
                  <a:pt x="1962427" y="626678"/>
                </a:lnTo>
                <a:lnTo>
                  <a:pt x="1960780" y="625375"/>
                </a:lnTo>
                <a:lnTo>
                  <a:pt x="1959134" y="624072"/>
                </a:lnTo>
                <a:lnTo>
                  <a:pt x="1957488" y="622770"/>
                </a:lnTo>
                <a:lnTo>
                  <a:pt x="1955841" y="621470"/>
                </a:lnTo>
                <a:lnTo>
                  <a:pt x="1954195" y="620170"/>
                </a:lnTo>
                <a:lnTo>
                  <a:pt x="1952549" y="618871"/>
                </a:lnTo>
                <a:lnTo>
                  <a:pt x="1950902" y="617573"/>
                </a:lnTo>
                <a:lnTo>
                  <a:pt x="1949256" y="616276"/>
                </a:lnTo>
                <a:lnTo>
                  <a:pt x="1947610" y="614980"/>
                </a:lnTo>
                <a:lnTo>
                  <a:pt x="1945963" y="613685"/>
                </a:lnTo>
                <a:lnTo>
                  <a:pt x="1944317" y="612391"/>
                </a:lnTo>
                <a:lnTo>
                  <a:pt x="1942671" y="611098"/>
                </a:lnTo>
                <a:lnTo>
                  <a:pt x="1941024" y="609806"/>
                </a:lnTo>
                <a:lnTo>
                  <a:pt x="1939378" y="608515"/>
                </a:lnTo>
                <a:lnTo>
                  <a:pt x="1937732" y="607225"/>
                </a:lnTo>
                <a:lnTo>
                  <a:pt x="1936085" y="605936"/>
                </a:lnTo>
                <a:lnTo>
                  <a:pt x="1934439" y="604648"/>
                </a:lnTo>
                <a:lnTo>
                  <a:pt x="1932793" y="603361"/>
                </a:lnTo>
                <a:lnTo>
                  <a:pt x="1931146" y="602075"/>
                </a:lnTo>
                <a:lnTo>
                  <a:pt x="1929500" y="600790"/>
                </a:lnTo>
                <a:lnTo>
                  <a:pt x="1927854" y="599506"/>
                </a:lnTo>
                <a:lnTo>
                  <a:pt x="1926207" y="598223"/>
                </a:lnTo>
                <a:lnTo>
                  <a:pt x="1924561" y="596941"/>
                </a:lnTo>
                <a:lnTo>
                  <a:pt x="1922915" y="595660"/>
                </a:lnTo>
                <a:lnTo>
                  <a:pt x="1921268" y="594380"/>
                </a:lnTo>
                <a:lnTo>
                  <a:pt x="1919622" y="593102"/>
                </a:lnTo>
                <a:lnTo>
                  <a:pt x="1917976" y="591824"/>
                </a:lnTo>
                <a:lnTo>
                  <a:pt x="1916329" y="590547"/>
                </a:lnTo>
                <a:lnTo>
                  <a:pt x="1914683" y="589272"/>
                </a:lnTo>
                <a:lnTo>
                  <a:pt x="1913037" y="587997"/>
                </a:lnTo>
                <a:lnTo>
                  <a:pt x="1911390" y="586724"/>
                </a:lnTo>
                <a:lnTo>
                  <a:pt x="1909744" y="585451"/>
                </a:lnTo>
                <a:lnTo>
                  <a:pt x="1908098" y="584180"/>
                </a:lnTo>
                <a:lnTo>
                  <a:pt x="1906451" y="582910"/>
                </a:lnTo>
                <a:lnTo>
                  <a:pt x="1904805" y="581641"/>
                </a:lnTo>
                <a:lnTo>
                  <a:pt x="1903159" y="580373"/>
                </a:lnTo>
                <a:lnTo>
                  <a:pt x="1901512" y="579106"/>
                </a:lnTo>
                <a:lnTo>
                  <a:pt x="1899866" y="577841"/>
                </a:lnTo>
                <a:lnTo>
                  <a:pt x="1898220" y="576576"/>
                </a:lnTo>
                <a:lnTo>
                  <a:pt x="1896573" y="575313"/>
                </a:lnTo>
                <a:lnTo>
                  <a:pt x="1894927" y="574050"/>
                </a:lnTo>
                <a:lnTo>
                  <a:pt x="1893281" y="572789"/>
                </a:lnTo>
                <a:lnTo>
                  <a:pt x="1891634" y="571529"/>
                </a:lnTo>
                <a:lnTo>
                  <a:pt x="1889988" y="570270"/>
                </a:lnTo>
                <a:lnTo>
                  <a:pt x="1888342" y="569013"/>
                </a:lnTo>
                <a:lnTo>
                  <a:pt x="1886695" y="567756"/>
                </a:lnTo>
                <a:lnTo>
                  <a:pt x="1885049" y="566501"/>
                </a:lnTo>
                <a:lnTo>
                  <a:pt x="1883403" y="565247"/>
                </a:lnTo>
                <a:lnTo>
                  <a:pt x="1881756" y="563994"/>
                </a:lnTo>
                <a:lnTo>
                  <a:pt x="1880110" y="562742"/>
                </a:lnTo>
                <a:lnTo>
                  <a:pt x="1878464" y="561491"/>
                </a:lnTo>
                <a:lnTo>
                  <a:pt x="1876818" y="560242"/>
                </a:lnTo>
                <a:lnTo>
                  <a:pt x="1875171" y="558994"/>
                </a:lnTo>
                <a:lnTo>
                  <a:pt x="1873525" y="557747"/>
                </a:lnTo>
                <a:lnTo>
                  <a:pt x="1871879" y="556501"/>
                </a:lnTo>
                <a:lnTo>
                  <a:pt x="1870232" y="555256"/>
                </a:lnTo>
                <a:lnTo>
                  <a:pt x="1868586" y="554013"/>
                </a:lnTo>
                <a:lnTo>
                  <a:pt x="1866940" y="552771"/>
                </a:lnTo>
                <a:lnTo>
                  <a:pt x="1865293" y="551530"/>
                </a:lnTo>
                <a:lnTo>
                  <a:pt x="1863647" y="550291"/>
                </a:lnTo>
                <a:lnTo>
                  <a:pt x="1862001" y="549052"/>
                </a:lnTo>
                <a:lnTo>
                  <a:pt x="1860354" y="547815"/>
                </a:lnTo>
                <a:lnTo>
                  <a:pt x="1858708" y="546579"/>
                </a:lnTo>
                <a:lnTo>
                  <a:pt x="1857062" y="545345"/>
                </a:lnTo>
                <a:lnTo>
                  <a:pt x="1855415" y="544112"/>
                </a:lnTo>
                <a:lnTo>
                  <a:pt x="1853769" y="542880"/>
                </a:lnTo>
                <a:lnTo>
                  <a:pt x="1852123" y="541649"/>
                </a:lnTo>
                <a:lnTo>
                  <a:pt x="1850476" y="540420"/>
                </a:lnTo>
                <a:lnTo>
                  <a:pt x="1848830" y="539192"/>
                </a:lnTo>
                <a:lnTo>
                  <a:pt x="1847184" y="537965"/>
                </a:lnTo>
                <a:lnTo>
                  <a:pt x="1845537" y="536740"/>
                </a:lnTo>
                <a:lnTo>
                  <a:pt x="1843891" y="535515"/>
                </a:lnTo>
                <a:lnTo>
                  <a:pt x="1842245" y="534293"/>
                </a:lnTo>
                <a:lnTo>
                  <a:pt x="1840598" y="533071"/>
                </a:lnTo>
                <a:lnTo>
                  <a:pt x="1838952" y="531851"/>
                </a:lnTo>
                <a:lnTo>
                  <a:pt x="1837306" y="530632"/>
                </a:lnTo>
                <a:lnTo>
                  <a:pt x="1835659" y="529415"/>
                </a:lnTo>
                <a:lnTo>
                  <a:pt x="1834013" y="528199"/>
                </a:lnTo>
                <a:lnTo>
                  <a:pt x="1832367" y="526984"/>
                </a:lnTo>
                <a:lnTo>
                  <a:pt x="1830720" y="525771"/>
                </a:lnTo>
                <a:lnTo>
                  <a:pt x="1829074" y="524559"/>
                </a:lnTo>
                <a:lnTo>
                  <a:pt x="1827428" y="523348"/>
                </a:lnTo>
                <a:lnTo>
                  <a:pt x="1825781" y="522139"/>
                </a:lnTo>
                <a:lnTo>
                  <a:pt x="1824135" y="520932"/>
                </a:lnTo>
                <a:lnTo>
                  <a:pt x="1822489" y="519725"/>
                </a:lnTo>
                <a:lnTo>
                  <a:pt x="1820842" y="518520"/>
                </a:lnTo>
                <a:lnTo>
                  <a:pt x="1819196" y="517317"/>
                </a:lnTo>
                <a:lnTo>
                  <a:pt x="1817550" y="516115"/>
                </a:lnTo>
                <a:lnTo>
                  <a:pt x="1815903" y="514914"/>
                </a:lnTo>
                <a:lnTo>
                  <a:pt x="1814257" y="513715"/>
                </a:lnTo>
                <a:lnTo>
                  <a:pt x="1812611" y="512517"/>
                </a:lnTo>
                <a:lnTo>
                  <a:pt x="1810964" y="511321"/>
                </a:lnTo>
                <a:lnTo>
                  <a:pt x="1809318" y="510126"/>
                </a:lnTo>
                <a:lnTo>
                  <a:pt x="1807672" y="508932"/>
                </a:lnTo>
                <a:lnTo>
                  <a:pt x="1806025" y="507740"/>
                </a:lnTo>
                <a:lnTo>
                  <a:pt x="1804379" y="506550"/>
                </a:lnTo>
                <a:lnTo>
                  <a:pt x="1802733" y="505361"/>
                </a:lnTo>
                <a:lnTo>
                  <a:pt x="1801086" y="504173"/>
                </a:lnTo>
                <a:lnTo>
                  <a:pt x="1799440" y="502987"/>
                </a:lnTo>
                <a:lnTo>
                  <a:pt x="1797794" y="501803"/>
                </a:lnTo>
                <a:lnTo>
                  <a:pt x="1796147" y="500620"/>
                </a:lnTo>
                <a:lnTo>
                  <a:pt x="1794501" y="499438"/>
                </a:lnTo>
                <a:lnTo>
                  <a:pt x="1792855" y="498258"/>
                </a:lnTo>
                <a:lnTo>
                  <a:pt x="1791208" y="497080"/>
                </a:lnTo>
                <a:lnTo>
                  <a:pt x="1789562" y="495903"/>
                </a:lnTo>
                <a:lnTo>
                  <a:pt x="1787916" y="494728"/>
                </a:lnTo>
                <a:lnTo>
                  <a:pt x="1786269" y="493554"/>
                </a:lnTo>
                <a:lnTo>
                  <a:pt x="1784623" y="492382"/>
                </a:lnTo>
                <a:lnTo>
                  <a:pt x="1782977" y="491211"/>
                </a:lnTo>
                <a:lnTo>
                  <a:pt x="1781330" y="490042"/>
                </a:lnTo>
                <a:lnTo>
                  <a:pt x="1779684" y="488874"/>
                </a:lnTo>
                <a:lnTo>
                  <a:pt x="1778038" y="487708"/>
                </a:lnTo>
                <a:lnTo>
                  <a:pt x="1776391" y="486544"/>
                </a:lnTo>
                <a:lnTo>
                  <a:pt x="1774745" y="485381"/>
                </a:lnTo>
                <a:lnTo>
                  <a:pt x="1773099" y="484220"/>
                </a:lnTo>
                <a:lnTo>
                  <a:pt x="1771452" y="483061"/>
                </a:lnTo>
                <a:lnTo>
                  <a:pt x="1769806" y="481903"/>
                </a:lnTo>
                <a:lnTo>
                  <a:pt x="1768160" y="480746"/>
                </a:lnTo>
                <a:lnTo>
                  <a:pt x="1766513" y="479592"/>
                </a:lnTo>
                <a:lnTo>
                  <a:pt x="1764867" y="478439"/>
                </a:lnTo>
                <a:lnTo>
                  <a:pt x="1763221" y="477287"/>
                </a:lnTo>
                <a:lnTo>
                  <a:pt x="1761574" y="476138"/>
                </a:lnTo>
                <a:lnTo>
                  <a:pt x="1759928" y="474989"/>
                </a:lnTo>
                <a:lnTo>
                  <a:pt x="1758282" y="473843"/>
                </a:lnTo>
                <a:lnTo>
                  <a:pt x="1756635" y="472698"/>
                </a:lnTo>
                <a:lnTo>
                  <a:pt x="1754989" y="471555"/>
                </a:lnTo>
                <a:lnTo>
                  <a:pt x="1753343" y="470414"/>
                </a:lnTo>
                <a:lnTo>
                  <a:pt x="1751696" y="469274"/>
                </a:lnTo>
                <a:lnTo>
                  <a:pt x="1750050" y="468136"/>
                </a:lnTo>
                <a:lnTo>
                  <a:pt x="1748404" y="467000"/>
                </a:lnTo>
                <a:lnTo>
                  <a:pt x="1746757" y="465866"/>
                </a:lnTo>
                <a:lnTo>
                  <a:pt x="1745111" y="464733"/>
                </a:lnTo>
                <a:lnTo>
                  <a:pt x="1743465" y="463602"/>
                </a:lnTo>
                <a:lnTo>
                  <a:pt x="1741818" y="462472"/>
                </a:lnTo>
                <a:lnTo>
                  <a:pt x="1740172" y="461345"/>
                </a:lnTo>
                <a:lnTo>
                  <a:pt x="1738526" y="460219"/>
                </a:lnTo>
                <a:lnTo>
                  <a:pt x="1736879" y="459095"/>
                </a:lnTo>
                <a:lnTo>
                  <a:pt x="1735233" y="457973"/>
                </a:lnTo>
                <a:lnTo>
                  <a:pt x="1733587" y="456852"/>
                </a:lnTo>
                <a:lnTo>
                  <a:pt x="1731940" y="455733"/>
                </a:lnTo>
                <a:lnTo>
                  <a:pt x="1730294" y="454616"/>
                </a:lnTo>
                <a:lnTo>
                  <a:pt x="1728648" y="453501"/>
                </a:lnTo>
                <a:lnTo>
                  <a:pt x="1727001" y="452388"/>
                </a:lnTo>
                <a:lnTo>
                  <a:pt x="1725355" y="451277"/>
                </a:lnTo>
                <a:lnTo>
                  <a:pt x="1723709" y="450167"/>
                </a:lnTo>
                <a:lnTo>
                  <a:pt x="1722062" y="449059"/>
                </a:lnTo>
                <a:lnTo>
                  <a:pt x="1720416" y="447953"/>
                </a:lnTo>
                <a:lnTo>
                  <a:pt x="1718770" y="446849"/>
                </a:lnTo>
                <a:lnTo>
                  <a:pt x="1717123" y="445746"/>
                </a:lnTo>
                <a:lnTo>
                  <a:pt x="1715477" y="444646"/>
                </a:lnTo>
                <a:lnTo>
                  <a:pt x="1713831" y="443547"/>
                </a:lnTo>
                <a:lnTo>
                  <a:pt x="1712184" y="442451"/>
                </a:lnTo>
                <a:lnTo>
                  <a:pt x="1710538" y="441356"/>
                </a:lnTo>
                <a:lnTo>
                  <a:pt x="1708892" y="440263"/>
                </a:lnTo>
                <a:lnTo>
                  <a:pt x="1707245" y="439172"/>
                </a:lnTo>
                <a:lnTo>
                  <a:pt x="1705599" y="438083"/>
                </a:lnTo>
                <a:lnTo>
                  <a:pt x="1703953" y="436996"/>
                </a:lnTo>
                <a:lnTo>
                  <a:pt x="1702306" y="435910"/>
                </a:lnTo>
                <a:lnTo>
                  <a:pt x="1700660" y="434827"/>
                </a:lnTo>
                <a:lnTo>
                  <a:pt x="1699014" y="433745"/>
                </a:lnTo>
                <a:lnTo>
                  <a:pt x="1697367" y="432666"/>
                </a:lnTo>
                <a:lnTo>
                  <a:pt x="1695721" y="431588"/>
                </a:lnTo>
                <a:lnTo>
                  <a:pt x="1694075" y="430513"/>
                </a:lnTo>
                <a:lnTo>
                  <a:pt x="1692428" y="429439"/>
                </a:lnTo>
                <a:lnTo>
                  <a:pt x="1690782" y="428368"/>
                </a:lnTo>
                <a:lnTo>
                  <a:pt x="1689136" y="427298"/>
                </a:lnTo>
                <a:lnTo>
                  <a:pt x="1687489" y="426230"/>
                </a:lnTo>
                <a:lnTo>
                  <a:pt x="1685843" y="425165"/>
                </a:lnTo>
                <a:lnTo>
                  <a:pt x="1684197" y="424101"/>
                </a:lnTo>
                <a:lnTo>
                  <a:pt x="1682550" y="423040"/>
                </a:lnTo>
                <a:lnTo>
                  <a:pt x="1680904" y="421980"/>
                </a:lnTo>
                <a:lnTo>
                  <a:pt x="1679258" y="420922"/>
                </a:lnTo>
                <a:lnTo>
                  <a:pt x="1677611" y="419867"/>
                </a:lnTo>
                <a:lnTo>
                  <a:pt x="1675965" y="418813"/>
                </a:lnTo>
                <a:lnTo>
                  <a:pt x="1674319" y="417762"/>
                </a:lnTo>
                <a:lnTo>
                  <a:pt x="1672672" y="416713"/>
                </a:lnTo>
                <a:lnTo>
                  <a:pt x="1671026" y="415665"/>
                </a:lnTo>
                <a:lnTo>
                  <a:pt x="1669380" y="414620"/>
                </a:lnTo>
                <a:lnTo>
                  <a:pt x="1667733" y="413577"/>
                </a:lnTo>
                <a:lnTo>
                  <a:pt x="1666087" y="412536"/>
                </a:lnTo>
                <a:lnTo>
                  <a:pt x="1664441" y="411497"/>
                </a:lnTo>
                <a:lnTo>
                  <a:pt x="1662794" y="410461"/>
                </a:lnTo>
                <a:lnTo>
                  <a:pt x="1661148" y="409426"/>
                </a:lnTo>
                <a:lnTo>
                  <a:pt x="1659502" y="408394"/>
                </a:lnTo>
                <a:lnTo>
                  <a:pt x="1657855" y="407363"/>
                </a:lnTo>
                <a:lnTo>
                  <a:pt x="1656209" y="406335"/>
                </a:lnTo>
                <a:lnTo>
                  <a:pt x="1654563" y="405309"/>
                </a:lnTo>
                <a:lnTo>
                  <a:pt x="1652916" y="404285"/>
                </a:lnTo>
                <a:lnTo>
                  <a:pt x="1651270" y="403264"/>
                </a:lnTo>
                <a:lnTo>
                  <a:pt x="1649624" y="402244"/>
                </a:lnTo>
                <a:lnTo>
                  <a:pt x="1647977" y="401227"/>
                </a:lnTo>
                <a:lnTo>
                  <a:pt x="1646331" y="400212"/>
                </a:lnTo>
                <a:lnTo>
                  <a:pt x="1644685" y="399199"/>
                </a:lnTo>
                <a:lnTo>
                  <a:pt x="1643038" y="398188"/>
                </a:lnTo>
                <a:lnTo>
                  <a:pt x="1641392" y="397180"/>
                </a:lnTo>
                <a:lnTo>
                  <a:pt x="1639746" y="396173"/>
                </a:lnTo>
                <a:lnTo>
                  <a:pt x="1638099" y="395169"/>
                </a:lnTo>
                <a:lnTo>
                  <a:pt x="1636453" y="394168"/>
                </a:lnTo>
                <a:lnTo>
                  <a:pt x="1634807" y="393168"/>
                </a:lnTo>
                <a:lnTo>
                  <a:pt x="1633160" y="392171"/>
                </a:lnTo>
                <a:lnTo>
                  <a:pt x="1631514" y="391176"/>
                </a:lnTo>
                <a:lnTo>
                  <a:pt x="1629868" y="390184"/>
                </a:lnTo>
                <a:lnTo>
                  <a:pt x="1628221" y="389193"/>
                </a:lnTo>
                <a:lnTo>
                  <a:pt x="1626575" y="388205"/>
                </a:lnTo>
                <a:lnTo>
                  <a:pt x="1624929" y="387220"/>
                </a:lnTo>
                <a:lnTo>
                  <a:pt x="1623282" y="386236"/>
                </a:lnTo>
                <a:lnTo>
                  <a:pt x="1621636" y="385255"/>
                </a:lnTo>
                <a:lnTo>
                  <a:pt x="1619990" y="384277"/>
                </a:lnTo>
                <a:lnTo>
                  <a:pt x="1618343" y="383300"/>
                </a:lnTo>
                <a:lnTo>
                  <a:pt x="1616697" y="382326"/>
                </a:lnTo>
                <a:lnTo>
                  <a:pt x="1615051" y="381355"/>
                </a:lnTo>
                <a:lnTo>
                  <a:pt x="1613404" y="380386"/>
                </a:lnTo>
                <a:lnTo>
                  <a:pt x="1611758" y="379419"/>
                </a:lnTo>
                <a:lnTo>
                  <a:pt x="1610112" y="378455"/>
                </a:lnTo>
                <a:lnTo>
                  <a:pt x="1608465" y="377493"/>
                </a:lnTo>
                <a:lnTo>
                  <a:pt x="1606819" y="376533"/>
                </a:lnTo>
                <a:lnTo>
                  <a:pt x="1605173" y="375576"/>
                </a:lnTo>
                <a:lnTo>
                  <a:pt x="1603526" y="374621"/>
                </a:lnTo>
                <a:lnTo>
                  <a:pt x="1601880" y="373669"/>
                </a:lnTo>
                <a:lnTo>
                  <a:pt x="1600234" y="372719"/>
                </a:lnTo>
                <a:lnTo>
                  <a:pt x="1598587" y="371772"/>
                </a:lnTo>
                <a:lnTo>
                  <a:pt x="1596941" y="370827"/>
                </a:lnTo>
                <a:lnTo>
                  <a:pt x="1595295" y="369884"/>
                </a:lnTo>
                <a:lnTo>
                  <a:pt x="1593648" y="368944"/>
                </a:lnTo>
                <a:lnTo>
                  <a:pt x="1592002" y="368007"/>
                </a:lnTo>
                <a:lnTo>
                  <a:pt x="1590356" y="367072"/>
                </a:lnTo>
                <a:lnTo>
                  <a:pt x="1588709" y="366140"/>
                </a:lnTo>
                <a:lnTo>
                  <a:pt x="1587063" y="365210"/>
                </a:lnTo>
                <a:lnTo>
                  <a:pt x="1585417" y="364283"/>
                </a:lnTo>
                <a:lnTo>
                  <a:pt x="1583770" y="363358"/>
                </a:lnTo>
                <a:lnTo>
                  <a:pt x="1582124" y="362436"/>
                </a:lnTo>
                <a:lnTo>
                  <a:pt x="1580478" y="361516"/>
                </a:lnTo>
                <a:lnTo>
                  <a:pt x="1578831" y="360599"/>
                </a:lnTo>
                <a:lnTo>
                  <a:pt x="1577185" y="359685"/>
                </a:lnTo>
                <a:lnTo>
                  <a:pt x="1575539" y="358773"/>
                </a:lnTo>
                <a:lnTo>
                  <a:pt x="1573892" y="357863"/>
                </a:lnTo>
                <a:lnTo>
                  <a:pt x="1572246" y="356957"/>
                </a:lnTo>
                <a:lnTo>
                  <a:pt x="1570600" y="356053"/>
                </a:lnTo>
                <a:lnTo>
                  <a:pt x="1568953" y="355151"/>
                </a:lnTo>
                <a:lnTo>
                  <a:pt x="1567307" y="354253"/>
                </a:lnTo>
                <a:lnTo>
                  <a:pt x="1565661" y="353357"/>
                </a:lnTo>
                <a:lnTo>
                  <a:pt x="1564015" y="352463"/>
                </a:lnTo>
                <a:lnTo>
                  <a:pt x="1562368" y="351573"/>
                </a:lnTo>
                <a:lnTo>
                  <a:pt x="1560722" y="350685"/>
                </a:lnTo>
                <a:lnTo>
                  <a:pt x="1559076" y="349799"/>
                </a:lnTo>
                <a:lnTo>
                  <a:pt x="1557429" y="348917"/>
                </a:lnTo>
                <a:lnTo>
                  <a:pt x="1555783" y="348037"/>
                </a:lnTo>
                <a:lnTo>
                  <a:pt x="1554137" y="347160"/>
                </a:lnTo>
                <a:lnTo>
                  <a:pt x="1552490" y="346285"/>
                </a:lnTo>
                <a:lnTo>
                  <a:pt x="1550844" y="345413"/>
                </a:lnTo>
                <a:lnTo>
                  <a:pt x="1549198" y="344544"/>
                </a:lnTo>
                <a:lnTo>
                  <a:pt x="1547551" y="343678"/>
                </a:lnTo>
                <a:lnTo>
                  <a:pt x="1545905" y="342815"/>
                </a:lnTo>
                <a:lnTo>
                  <a:pt x="1544259" y="341954"/>
                </a:lnTo>
                <a:lnTo>
                  <a:pt x="1542612" y="341096"/>
                </a:lnTo>
                <a:lnTo>
                  <a:pt x="1540966" y="340241"/>
                </a:lnTo>
                <a:lnTo>
                  <a:pt x="1539320" y="339389"/>
                </a:lnTo>
                <a:lnTo>
                  <a:pt x="1537673" y="338540"/>
                </a:lnTo>
                <a:lnTo>
                  <a:pt x="1536027" y="337693"/>
                </a:lnTo>
                <a:lnTo>
                  <a:pt x="1534381" y="336850"/>
                </a:lnTo>
                <a:lnTo>
                  <a:pt x="1532734" y="336009"/>
                </a:lnTo>
                <a:lnTo>
                  <a:pt x="1531088" y="335171"/>
                </a:lnTo>
                <a:lnTo>
                  <a:pt x="1529442" y="334336"/>
                </a:lnTo>
                <a:lnTo>
                  <a:pt x="1527795" y="333504"/>
                </a:lnTo>
                <a:lnTo>
                  <a:pt x="1526149" y="332675"/>
                </a:lnTo>
                <a:lnTo>
                  <a:pt x="1524503" y="331848"/>
                </a:lnTo>
                <a:lnTo>
                  <a:pt x="1522856" y="331025"/>
                </a:lnTo>
                <a:lnTo>
                  <a:pt x="1521210" y="330204"/>
                </a:lnTo>
                <a:lnTo>
                  <a:pt x="1519564" y="329387"/>
                </a:lnTo>
                <a:lnTo>
                  <a:pt x="1517917" y="328572"/>
                </a:lnTo>
                <a:lnTo>
                  <a:pt x="1516271" y="327761"/>
                </a:lnTo>
                <a:lnTo>
                  <a:pt x="1514625" y="326952"/>
                </a:lnTo>
                <a:lnTo>
                  <a:pt x="1512978" y="326147"/>
                </a:lnTo>
                <a:lnTo>
                  <a:pt x="1511332" y="325344"/>
                </a:lnTo>
                <a:lnTo>
                  <a:pt x="1509686" y="324544"/>
                </a:lnTo>
                <a:lnTo>
                  <a:pt x="1508039" y="323748"/>
                </a:lnTo>
                <a:lnTo>
                  <a:pt x="1506393" y="322954"/>
                </a:lnTo>
                <a:lnTo>
                  <a:pt x="1504747" y="322164"/>
                </a:lnTo>
                <a:lnTo>
                  <a:pt x="1503100" y="321376"/>
                </a:lnTo>
                <a:lnTo>
                  <a:pt x="1501454" y="320592"/>
                </a:lnTo>
                <a:lnTo>
                  <a:pt x="1499808" y="319811"/>
                </a:lnTo>
                <a:lnTo>
                  <a:pt x="1498161" y="319032"/>
                </a:lnTo>
                <a:lnTo>
                  <a:pt x="1496515" y="318257"/>
                </a:lnTo>
                <a:lnTo>
                  <a:pt x="1494869" y="317485"/>
                </a:lnTo>
                <a:lnTo>
                  <a:pt x="1493222" y="316716"/>
                </a:lnTo>
                <a:lnTo>
                  <a:pt x="1491576" y="315951"/>
                </a:lnTo>
                <a:lnTo>
                  <a:pt x="1489930" y="315188"/>
                </a:lnTo>
                <a:lnTo>
                  <a:pt x="1488283" y="314429"/>
                </a:lnTo>
                <a:lnTo>
                  <a:pt x="1486637" y="313672"/>
                </a:lnTo>
                <a:lnTo>
                  <a:pt x="1484991" y="312919"/>
                </a:lnTo>
                <a:lnTo>
                  <a:pt x="1483344" y="312169"/>
                </a:lnTo>
                <a:lnTo>
                  <a:pt x="1481698" y="311423"/>
                </a:lnTo>
                <a:lnTo>
                  <a:pt x="1480052" y="310679"/>
                </a:lnTo>
                <a:lnTo>
                  <a:pt x="1478405" y="309939"/>
                </a:lnTo>
                <a:lnTo>
                  <a:pt x="1476759" y="309202"/>
                </a:lnTo>
                <a:lnTo>
                  <a:pt x="1475113" y="308468"/>
                </a:lnTo>
                <a:lnTo>
                  <a:pt x="1473466" y="307738"/>
                </a:lnTo>
                <a:lnTo>
                  <a:pt x="1471820" y="307010"/>
                </a:lnTo>
                <a:lnTo>
                  <a:pt x="1470174" y="306286"/>
                </a:lnTo>
                <a:lnTo>
                  <a:pt x="1468527" y="305566"/>
                </a:lnTo>
                <a:lnTo>
                  <a:pt x="1466881" y="304848"/>
                </a:lnTo>
                <a:lnTo>
                  <a:pt x="1465235" y="304134"/>
                </a:lnTo>
                <a:lnTo>
                  <a:pt x="1463588" y="303424"/>
                </a:lnTo>
                <a:lnTo>
                  <a:pt x="1461942" y="302716"/>
                </a:lnTo>
                <a:lnTo>
                  <a:pt x="1460296" y="302012"/>
                </a:lnTo>
                <a:lnTo>
                  <a:pt x="1458649" y="301312"/>
                </a:lnTo>
                <a:lnTo>
                  <a:pt x="1457003" y="300614"/>
                </a:lnTo>
                <a:lnTo>
                  <a:pt x="1455357" y="299921"/>
                </a:lnTo>
                <a:lnTo>
                  <a:pt x="1453710" y="299230"/>
                </a:lnTo>
                <a:lnTo>
                  <a:pt x="1452064" y="298543"/>
                </a:lnTo>
                <a:lnTo>
                  <a:pt x="1450418" y="297860"/>
                </a:lnTo>
                <a:lnTo>
                  <a:pt x="1448771" y="297179"/>
                </a:lnTo>
                <a:lnTo>
                  <a:pt x="1447125" y="296503"/>
                </a:lnTo>
                <a:lnTo>
                  <a:pt x="1445479" y="295829"/>
                </a:lnTo>
                <a:lnTo>
                  <a:pt x="1443832" y="295160"/>
                </a:lnTo>
                <a:lnTo>
                  <a:pt x="1442186" y="294493"/>
                </a:lnTo>
                <a:lnTo>
                  <a:pt x="1440540" y="293831"/>
                </a:lnTo>
                <a:lnTo>
                  <a:pt x="1438893" y="293171"/>
                </a:lnTo>
                <a:lnTo>
                  <a:pt x="1437247" y="292516"/>
                </a:lnTo>
                <a:lnTo>
                  <a:pt x="1435601" y="291863"/>
                </a:lnTo>
                <a:lnTo>
                  <a:pt x="1433954" y="291215"/>
                </a:lnTo>
                <a:lnTo>
                  <a:pt x="1432308" y="290570"/>
                </a:lnTo>
                <a:lnTo>
                  <a:pt x="1430662" y="289928"/>
                </a:lnTo>
                <a:lnTo>
                  <a:pt x="1429015" y="289290"/>
                </a:lnTo>
                <a:lnTo>
                  <a:pt x="1427369" y="288656"/>
                </a:lnTo>
                <a:lnTo>
                  <a:pt x="1425723" y="288025"/>
                </a:lnTo>
                <a:lnTo>
                  <a:pt x="1424076" y="287398"/>
                </a:lnTo>
                <a:lnTo>
                  <a:pt x="1422430" y="286775"/>
                </a:lnTo>
                <a:lnTo>
                  <a:pt x="1420784" y="286155"/>
                </a:lnTo>
                <a:lnTo>
                  <a:pt x="1419137" y="285539"/>
                </a:lnTo>
                <a:lnTo>
                  <a:pt x="1417491" y="284926"/>
                </a:lnTo>
                <a:lnTo>
                  <a:pt x="1415845" y="284318"/>
                </a:lnTo>
                <a:lnTo>
                  <a:pt x="1414198" y="283712"/>
                </a:lnTo>
                <a:lnTo>
                  <a:pt x="1412552" y="283111"/>
                </a:lnTo>
                <a:lnTo>
                  <a:pt x="1410906" y="282514"/>
                </a:lnTo>
                <a:lnTo>
                  <a:pt x="1409259" y="281920"/>
                </a:lnTo>
                <a:lnTo>
                  <a:pt x="1407613" y="281330"/>
                </a:lnTo>
                <a:lnTo>
                  <a:pt x="1405967" y="280743"/>
                </a:lnTo>
                <a:lnTo>
                  <a:pt x="1404320" y="280161"/>
                </a:lnTo>
                <a:lnTo>
                  <a:pt x="1402674" y="279582"/>
                </a:lnTo>
                <a:lnTo>
                  <a:pt x="1401028" y="279007"/>
                </a:lnTo>
                <a:lnTo>
                  <a:pt x="1399381" y="278436"/>
                </a:lnTo>
                <a:lnTo>
                  <a:pt x="1397735" y="277869"/>
                </a:lnTo>
                <a:lnTo>
                  <a:pt x="1396089" y="277305"/>
                </a:lnTo>
                <a:lnTo>
                  <a:pt x="1394442" y="276746"/>
                </a:lnTo>
                <a:lnTo>
                  <a:pt x="1392796" y="276190"/>
                </a:lnTo>
                <a:lnTo>
                  <a:pt x="1391150" y="275638"/>
                </a:lnTo>
                <a:lnTo>
                  <a:pt x="1389503" y="275090"/>
                </a:lnTo>
                <a:lnTo>
                  <a:pt x="1387857" y="274546"/>
                </a:lnTo>
                <a:lnTo>
                  <a:pt x="1386211" y="274006"/>
                </a:lnTo>
                <a:lnTo>
                  <a:pt x="1384564" y="273470"/>
                </a:lnTo>
                <a:lnTo>
                  <a:pt x="1382918" y="272938"/>
                </a:lnTo>
                <a:lnTo>
                  <a:pt x="1381272" y="272410"/>
                </a:lnTo>
                <a:lnTo>
                  <a:pt x="1379625" y="271886"/>
                </a:lnTo>
                <a:lnTo>
                  <a:pt x="1377979" y="271365"/>
                </a:lnTo>
                <a:lnTo>
                  <a:pt x="1376333" y="270849"/>
                </a:lnTo>
                <a:lnTo>
                  <a:pt x="1374686" y="270337"/>
                </a:lnTo>
                <a:lnTo>
                  <a:pt x="1373040" y="269829"/>
                </a:lnTo>
                <a:lnTo>
                  <a:pt x="1371394" y="269325"/>
                </a:lnTo>
                <a:lnTo>
                  <a:pt x="1369747" y="268825"/>
                </a:lnTo>
                <a:lnTo>
                  <a:pt x="1368101" y="268329"/>
                </a:lnTo>
                <a:lnTo>
                  <a:pt x="1366455" y="267837"/>
                </a:lnTo>
                <a:lnTo>
                  <a:pt x="1364808" y="267349"/>
                </a:lnTo>
                <a:lnTo>
                  <a:pt x="1363162" y="266866"/>
                </a:lnTo>
                <a:lnTo>
                  <a:pt x="1361516" y="266386"/>
                </a:lnTo>
                <a:lnTo>
                  <a:pt x="1359869" y="265911"/>
                </a:lnTo>
                <a:lnTo>
                  <a:pt x="1358223" y="265440"/>
                </a:lnTo>
                <a:lnTo>
                  <a:pt x="1356577" y="264973"/>
                </a:lnTo>
                <a:lnTo>
                  <a:pt x="1354930" y="264510"/>
                </a:lnTo>
                <a:lnTo>
                  <a:pt x="1353284" y="264052"/>
                </a:lnTo>
                <a:lnTo>
                  <a:pt x="1351638" y="263598"/>
                </a:lnTo>
                <a:lnTo>
                  <a:pt x="1349991" y="263147"/>
                </a:lnTo>
                <a:lnTo>
                  <a:pt x="1348345" y="262702"/>
                </a:lnTo>
                <a:lnTo>
                  <a:pt x="1346699" y="262260"/>
                </a:lnTo>
                <a:lnTo>
                  <a:pt x="1345052" y="261823"/>
                </a:lnTo>
                <a:lnTo>
                  <a:pt x="1343406" y="261390"/>
                </a:lnTo>
                <a:lnTo>
                  <a:pt x="1341760" y="260961"/>
                </a:lnTo>
                <a:lnTo>
                  <a:pt x="1340113" y="260537"/>
                </a:lnTo>
                <a:lnTo>
                  <a:pt x="1338467" y="260117"/>
                </a:lnTo>
                <a:lnTo>
                  <a:pt x="1336821" y="259701"/>
                </a:lnTo>
                <a:lnTo>
                  <a:pt x="1335174" y="259290"/>
                </a:lnTo>
                <a:lnTo>
                  <a:pt x="1333528" y="258883"/>
                </a:lnTo>
                <a:lnTo>
                  <a:pt x="1331882" y="258481"/>
                </a:lnTo>
                <a:lnTo>
                  <a:pt x="1330235" y="258083"/>
                </a:lnTo>
                <a:lnTo>
                  <a:pt x="1328589" y="257689"/>
                </a:lnTo>
                <a:lnTo>
                  <a:pt x="1326943" y="257300"/>
                </a:lnTo>
                <a:lnTo>
                  <a:pt x="1325296" y="256915"/>
                </a:lnTo>
                <a:lnTo>
                  <a:pt x="1323650" y="256535"/>
                </a:lnTo>
                <a:lnTo>
                  <a:pt x="1322004" y="256159"/>
                </a:lnTo>
                <a:lnTo>
                  <a:pt x="1320357" y="255788"/>
                </a:lnTo>
                <a:lnTo>
                  <a:pt x="1318711" y="255421"/>
                </a:lnTo>
                <a:lnTo>
                  <a:pt x="1317065" y="255059"/>
                </a:lnTo>
                <a:lnTo>
                  <a:pt x="1315418" y="254702"/>
                </a:lnTo>
                <a:lnTo>
                  <a:pt x="1313772" y="254349"/>
                </a:lnTo>
                <a:lnTo>
                  <a:pt x="1312126" y="254000"/>
                </a:lnTo>
                <a:lnTo>
                  <a:pt x="1310479" y="253656"/>
                </a:lnTo>
                <a:lnTo>
                  <a:pt x="1308833" y="253317"/>
                </a:lnTo>
                <a:lnTo>
                  <a:pt x="1307187" y="252983"/>
                </a:lnTo>
                <a:lnTo>
                  <a:pt x="1305540" y="252653"/>
                </a:lnTo>
                <a:lnTo>
                  <a:pt x="1303894" y="252327"/>
                </a:lnTo>
                <a:lnTo>
                  <a:pt x="1302248" y="252007"/>
                </a:lnTo>
                <a:lnTo>
                  <a:pt x="1300601" y="251691"/>
                </a:lnTo>
                <a:lnTo>
                  <a:pt x="1298955" y="251380"/>
                </a:lnTo>
                <a:lnTo>
                  <a:pt x="1297309" y="251073"/>
                </a:lnTo>
                <a:lnTo>
                  <a:pt x="1295662" y="250771"/>
                </a:lnTo>
                <a:lnTo>
                  <a:pt x="1294016" y="250474"/>
                </a:lnTo>
                <a:lnTo>
                  <a:pt x="1292370" y="250182"/>
                </a:lnTo>
                <a:lnTo>
                  <a:pt x="1290723" y="249895"/>
                </a:lnTo>
                <a:lnTo>
                  <a:pt x="1289077" y="249612"/>
                </a:lnTo>
                <a:lnTo>
                  <a:pt x="1287431" y="249335"/>
                </a:lnTo>
                <a:lnTo>
                  <a:pt x="1285784" y="249062"/>
                </a:lnTo>
                <a:lnTo>
                  <a:pt x="1284138" y="248793"/>
                </a:lnTo>
                <a:lnTo>
                  <a:pt x="1282492" y="248530"/>
                </a:lnTo>
                <a:lnTo>
                  <a:pt x="1280845" y="248272"/>
                </a:lnTo>
                <a:lnTo>
                  <a:pt x="1279199" y="248019"/>
                </a:lnTo>
                <a:lnTo>
                  <a:pt x="1277553" y="247770"/>
                </a:lnTo>
                <a:lnTo>
                  <a:pt x="1275906" y="247526"/>
                </a:lnTo>
                <a:lnTo>
                  <a:pt x="1274260" y="247288"/>
                </a:lnTo>
                <a:lnTo>
                  <a:pt x="1272614" y="247054"/>
                </a:lnTo>
                <a:lnTo>
                  <a:pt x="1270967" y="246826"/>
                </a:lnTo>
                <a:lnTo>
                  <a:pt x="1269321" y="246602"/>
                </a:lnTo>
                <a:lnTo>
                  <a:pt x="1267675" y="246383"/>
                </a:lnTo>
                <a:lnTo>
                  <a:pt x="1266028" y="246170"/>
                </a:lnTo>
                <a:lnTo>
                  <a:pt x="1264382" y="245961"/>
                </a:lnTo>
                <a:lnTo>
                  <a:pt x="1262736" y="245758"/>
                </a:lnTo>
                <a:lnTo>
                  <a:pt x="1261089" y="245559"/>
                </a:lnTo>
                <a:lnTo>
                  <a:pt x="1259443" y="245366"/>
                </a:lnTo>
                <a:lnTo>
                  <a:pt x="1257797" y="245178"/>
                </a:lnTo>
                <a:lnTo>
                  <a:pt x="1256150" y="244995"/>
                </a:lnTo>
                <a:lnTo>
                  <a:pt x="1254504" y="244817"/>
                </a:lnTo>
                <a:lnTo>
                  <a:pt x="1252858" y="244645"/>
                </a:lnTo>
                <a:lnTo>
                  <a:pt x="1251212" y="244477"/>
                </a:lnTo>
                <a:lnTo>
                  <a:pt x="1249565" y="244315"/>
                </a:lnTo>
                <a:lnTo>
                  <a:pt x="1247919" y="244158"/>
                </a:lnTo>
                <a:lnTo>
                  <a:pt x="1246273" y="244006"/>
                </a:lnTo>
                <a:lnTo>
                  <a:pt x="1244626" y="243859"/>
                </a:lnTo>
                <a:lnTo>
                  <a:pt x="1242980" y="243718"/>
                </a:lnTo>
                <a:lnTo>
                  <a:pt x="1241334" y="243582"/>
                </a:lnTo>
                <a:lnTo>
                  <a:pt x="1239687" y="243451"/>
                </a:lnTo>
                <a:lnTo>
                  <a:pt x="1238041" y="243326"/>
                </a:lnTo>
                <a:lnTo>
                  <a:pt x="1236395" y="243206"/>
                </a:lnTo>
                <a:lnTo>
                  <a:pt x="1234748" y="243092"/>
                </a:lnTo>
                <a:lnTo>
                  <a:pt x="1233102" y="242982"/>
                </a:lnTo>
                <a:lnTo>
                  <a:pt x="1231456" y="242878"/>
                </a:lnTo>
                <a:lnTo>
                  <a:pt x="1229809" y="242780"/>
                </a:lnTo>
                <a:lnTo>
                  <a:pt x="1228163" y="242687"/>
                </a:lnTo>
                <a:lnTo>
                  <a:pt x="1226517" y="242600"/>
                </a:lnTo>
                <a:lnTo>
                  <a:pt x="1224870" y="242517"/>
                </a:lnTo>
                <a:lnTo>
                  <a:pt x="1223224" y="242441"/>
                </a:lnTo>
                <a:lnTo>
                  <a:pt x="1221578" y="242370"/>
                </a:lnTo>
                <a:lnTo>
                  <a:pt x="1219931" y="242304"/>
                </a:lnTo>
                <a:lnTo>
                  <a:pt x="1218285" y="242244"/>
                </a:lnTo>
                <a:lnTo>
                  <a:pt x="1216639" y="242190"/>
                </a:lnTo>
                <a:lnTo>
                  <a:pt x="1214992" y="242141"/>
                </a:lnTo>
                <a:lnTo>
                  <a:pt x="1213346" y="242098"/>
                </a:lnTo>
                <a:lnTo>
                  <a:pt x="1211700" y="242060"/>
                </a:lnTo>
                <a:lnTo>
                  <a:pt x="1210053" y="242028"/>
                </a:lnTo>
                <a:lnTo>
                  <a:pt x="1208407" y="242002"/>
                </a:lnTo>
                <a:lnTo>
                  <a:pt x="1206761" y="241981"/>
                </a:lnTo>
                <a:lnTo>
                  <a:pt x="1205114" y="241966"/>
                </a:lnTo>
                <a:lnTo>
                  <a:pt x="1203468" y="241957"/>
                </a:lnTo>
                <a:lnTo>
                  <a:pt x="1201822" y="241954"/>
                </a:lnTo>
                <a:lnTo>
                  <a:pt x="1200175" y="241956"/>
                </a:lnTo>
                <a:lnTo>
                  <a:pt x="1198529" y="241964"/>
                </a:lnTo>
                <a:lnTo>
                  <a:pt x="1196883" y="241978"/>
                </a:lnTo>
                <a:lnTo>
                  <a:pt x="1195236" y="241997"/>
                </a:lnTo>
                <a:lnTo>
                  <a:pt x="1193590" y="242023"/>
                </a:lnTo>
                <a:lnTo>
                  <a:pt x="1191944" y="242054"/>
                </a:lnTo>
                <a:lnTo>
                  <a:pt x="1190297" y="242091"/>
                </a:lnTo>
                <a:lnTo>
                  <a:pt x="1188651" y="242134"/>
                </a:lnTo>
                <a:lnTo>
                  <a:pt x="1187005" y="242183"/>
                </a:lnTo>
                <a:lnTo>
                  <a:pt x="1185358" y="242238"/>
                </a:lnTo>
                <a:lnTo>
                  <a:pt x="1183712" y="242299"/>
                </a:lnTo>
                <a:lnTo>
                  <a:pt x="1182066" y="242365"/>
                </a:lnTo>
                <a:lnTo>
                  <a:pt x="1180419" y="242438"/>
                </a:lnTo>
                <a:lnTo>
                  <a:pt x="1178773" y="242517"/>
                </a:lnTo>
                <a:lnTo>
                  <a:pt x="1177127" y="242601"/>
                </a:lnTo>
                <a:lnTo>
                  <a:pt x="1175480" y="242692"/>
                </a:lnTo>
                <a:lnTo>
                  <a:pt x="1173834" y="242789"/>
                </a:lnTo>
                <a:lnTo>
                  <a:pt x="1172188" y="242892"/>
                </a:lnTo>
                <a:lnTo>
                  <a:pt x="1170541" y="243001"/>
                </a:lnTo>
                <a:lnTo>
                  <a:pt x="1168895" y="243116"/>
                </a:lnTo>
                <a:lnTo>
                  <a:pt x="1167249" y="243237"/>
                </a:lnTo>
                <a:lnTo>
                  <a:pt x="1165602" y="243365"/>
                </a:lnTo>
                <a:lnTo>
                  <a:pt x="1163956" y="243498"/>
                </a:lnTo>
                <a:lnTo>
                  <a:pt x="1162310" y="243638"/>
                </a:lnTo>
                <a:lnTo>
                  <a:pt x="1160663" y="243784"/>
                </a:lnTo>
                <a:lnTo>
                  <a:pt x="1159017" y="243936"/>
                </a:lnTo>
                <a:lnTo>
                  <a:pt x="1157371" y="244095"/>
                </a:lnTo>
                <a:lnTo>
                  <a:pt x="1155724" y="244259"/>
                </a:lnTo>
                <a:lnTo>
                  <a:pt x="1154078" y="244430"/>
                </a:lnTo>
                <a:lnTo>
                  <a:pt x="1152432" y="244608"/>
                </a:lnTo>
                <a:lnTo>
                  <a:pt x="1150785" y="244791"/>
                </a:lnTo>
                <a:lnTo>
                  <a:pt x="1149139" y="244981"/>
                </a:lnTo>
                <a:lnTo>
                  <a:pt x="1147493" y="245178"/>
                </a:lnTo>
                <a:lnTo>
                  <a:pt x="1145846" y="245381"/>
                </a:lnTo>
                <a:lnTo>
                  <a:pt x="1144200" y="245590"/>
                </a:lnTo>
                <a:lnTo>
                  <a:pt x="1142554" y="245806"/>
                </a:lnTo>
                <a:lnTo>
                  <a:pt x="1140907" y="246028"/>
                </a:lnTo>
                <a:lnTo>
                  <a:pt x="1139261" y="246256"/>
                </a:lnTo>
                <a:lnTo>
                  <a:pt x="1137615" y="246491"/>
                </a:lnTo>
                <a:lnTo>
                  <a:pt x="1135968" y="246733"/>
                </a:lnTo>
                <a:lnTo>
                  <a:pt x="1134322" y="246981"/>
                </a:lnTo>
                <a:lnTo>
                  <a:pt x="1132676" y="247236"/>
                </a:lnTo>
                <a:lnTo>
                  <a:pt x="1131029" y="247497"/>
                </a:lnTo>
                <a:lnTo>
                  <a:pt x="1129383" y="247765"/>
                </a:lnTo>
                <a:lnTo>
                  <a:pt x="1127737" y="248040"/>
                </a:lnTo>
                <a:lnTo>
                  <a:pt x="1126090" y="248321"/>
                </a:lnTo>
                <a:lnTo>
                  <a:pt x="1124444" y="248609"/>
                </a:lnTo>
                <a:lnTo>
                  <a:pt x="1122798" y="248903"/>
                </a:lnTo>
                <a:lnTo>
                  <a:pt x="1121151" y="249205"/>
                </a:lnTo>
                <a:lnTo>
                  <a:pt x="1119505" y="249512"/>
                </a:lnTo>
                <a:lnTo>
                  <a:pt x="1117859" y="249827"/>
                </a:lnTo>
                <a:lnTo>
                  <a:pt x="1116212" y="250149"/>
                </a:lnTo>
                <a:lnTo>
                  <a:pt x="1114566" y="250477"/>
                </a:lnTo>
                <a:lnTo>
                  <a:pt x="1112920" y="250812"/>
                </a:lnTo>
                <a:lnTo>
                  <a:pt x="1111273" y="251154"/>
                </a:lnTo>
                <a:lnTo>
                  <a:pt x="1109627" y="251503"/>
                </a:lnTo>
                <a:lnTo>
                  <a:pt x="1107981" y="251859"/>
                </a:lnTo>
                <a:lnTo>
                  <a:pt x="1106334" y="252221"/>
                </a:lnTo>
                <a:lnTo>
                  <a:pt x="1104688" y="252591"/>
                </a:lnTo>
                <a:lnTo>
                  <a:pt x="1103042" y="252967"/>
                </a:lnTo>
                <a:lnTo>
                  <a:pt x="1101395" y="253351"/>
                </a:lnTo>
                <a:lnTo>
                  <a:pt x="1099749" y="253741"/>
                </a:lnTo>
                <a:lnTo>
                  <a:pt x="1098103" y="254139"/>
                </a:lnTo>
                <a:lnTo>
                  <a:pt x="1096456" y="254543"/>
                </a:lnTo>
                <a:lnTo>
                  <a:pt x="1094810" y="254955"/>
                </a:lnTo>
                <a:lnTo>
                  <a:pt x="1093164" y="255374"/>
                </a:lnTo>
                <a:lnTo>
                  <a:pt x="1091517" y="255799"/>
                </a:lnTo>
                <a:lnTo>
                  <a:pt x="1089871" y="256232"/>
                </a:lnTo>
                <a:lnTo>
                  <a:pt x="1088225" y="256672"/>
                </a:lnTo>
                <a:lnTo>
                  <a:pt x="1086578" y="257119"/>
                </a:lnTo>
                <a:lnTo>
                  <a:pt x="1084932" y="257574"/>
                </a:lnTo>
                <a:lnTo>
                  <a:pt x="1083286" y="258035"/>
                </a:lnTo>
                <a:lnTo>
                  <a:pt x="1081639" y="258504"/>
                </a:lnTo>
                <a:lnTo>
                  <a:pt x="1079993" y="258980"/>
                </a:lnTo>
                <a:lnTo>
                  <a:pt x="1078347" y="259464"/>
                </a:lnTo>
                <a:lnTo>
                  <a:pt x="1076700" y="259954"/>
                </a:lnTo>
                <a:lnTo>
                  <a:pt x="1075054" y="260452"/>
                </a:lnTo>
                <a:lnTo>
                  <a:pt x="1073408" y="260958"/>
                </a:lnTo>
                <a:lnTo>
                  <a:pt x="1071761" y="261471"/>
                </a:lnTo>
                <a:lnTo>
                  <a:pt x="1070115" y="261991"/>
                </a:lnTo>
                <a:lnTo>
                  <a:pt x="1068469" y="262518"/>
                </a:lnTo>
                <a:lnTo>
                  <a:pt x="1066822" y="263053"/>
                </a:lnTo>
                <a:lnTo>
                  <a:pt x="1065176" y="263596"/>
                </a:lnTo>
                <a:lnTo>
                  <a:pt x="1063530" y="264146"/>
                </a:lnTo>
                <a:lnTo>
                  <a:pt x="1061883" y="264703"/>
                </a:lnTo>
                <a:lnTo>
                  <a:pt x="1060237" y="265268"/>
                </a:lnTo>
                <a:lnTo>
                  <a:pt x="1058591" y="265841"/>
                </a:lnTo>
                <a:lnTo>
                  <a:pt x="1056944" y="266421"/>
                </a:lnTo>
                <a:lnTo>
                  <a:pt x="1055298" y="267009"/>
                </a:lnTo>
                <a:lnTo>
                  <a:pt x="1053652" y="267604"/>
                </a:lnTo>
                <a:lnTo>
                  <a:pt x="1052005" y="268207"/>
                </a:lnTo>
                <a:lnTo>
                  <a:pt x="1050359" y="268818"/>
                </a:lnTo>
                <a:lnTo>
                  <a:pt x="1048713" y="269436"/>
                </a:lnTo>
                <a:lnTo>
                  <a:pt x="1047066" y="270063"/>
                </a:lnTo>
                <a:lnTo>
                  <a:pt x="1045420" y="270696"/>
                </a:lnTo>
                <a:lnTo>
                  <a:pt x="1043774" y="271338"/>
                </a:lnTo>
                <a:lnTo>
                  <a:pt x="1042127" y="271988"/>
                </a:lnTo>
                <a:lnTo>
                  <a:pt x="1040481" y="272645"/>
                </a:lnTo>
                <a:lnTo>
                  <a:pt x="1038835" y="273310"/>
                </a:lnTo>
                <a:lnTo>
                  <a:pt x="1037188" y="273983"/>
                </a:lnTo>
                <a:lnTo>
                  <a:pt x="1035542" y="274664"/>
                </a:lnTo>
                <a:lnTo>
                  <a:pt x="1033896" y="275353"/>
                </a:lnTo>
                <a:lnTo>
                  <a:pt x="1032249" y="276049"/>
                </a:lnTo>
                <a:lnTo>
                  <a:pt x="1030603" y="276754"/>
                </a:lnTo>
                <a:lnTo>
                  <a:pt x="1028957" y="277467"/>
                </a:lnTo>
                <a:lnTo>
                  <a:pt x="1027310" y="278188"/>
                </a:lnTo>
                <a:lnTo>
                  <a:pt x="1025664" y="278916"/>
                </a:lnTo>
                <a:lnTo>
                  <a:pt x="1024018" y="279653"/>
                </a:lnTo>
                <a:lnTo>
                  <a:pt x="1022371" y="280398"/>
                </a:lnTo>
                <a:lnTo>
                  <a:pt x="1020725" y="281151"/>
                </a:lnTo>
                <a:lnTo>
                  <a:pt x="1019079" y="281912"/>
                </a:lnTo>
                <a:lnTo>
                  <a:pt x="1017432" y="282681"/>
                </a:lnTo>
                <a:lnTo>
                  <a:pt x="1015786" y="283459"/>
                </a:lnTo>
                <a:lnTo>
                  <a:pt x="1014140" y="284245"/>
                </a:lnTo>
                <a:lnTo>
                  <a:pt x="1012493" y="285039"/>
                </a:lnTo>
                <a:lnTo>
                  <a:pt x="1010847" y="285841"/>
                </a:lnTo>
                <a:lnTo>
                  <a:pt x="1009201" y="286651"/>
                </a:lnTo>
                <a:lnTo>
                  <a:pt x="1007554" y="287470"/>
                </a:lnTo>
                <a:lnTo>
                  <a:pt x="1005908" y="288297"/>
                </a:lnTo>
                <a:lnTo>
                  <a:pt x="1004262" y="289133"/>
                </a:lnTo>
                <a:lnTo>
                  <a:pt x="1002615" y="289976"/>
                </a:lnTo>
                <a:lnTo>
                  <a:pt x="1000969" y="290829"/>
                </a:lnTo>
                <a:lnTo>
                  <a:pt x="999323" y="291689"/>
                </a:lnTo>
                <a:lnTo>
                  <a:pt x="997676" y="292559"/>
                </a:lnTo>
                <a:lnTo>
                  <a:pt x="996030" y="293436"/>
                </a:lnTo>
                <a:lnTo>
                  <a:pt x="994384" y="294322"/>
                </a:lnTo>
                <a:lnTo>
                  <a:pt x="992737" y="295217"/>
                </a:lnTo>
                <a:lnTo>
                  <a:pt x="991091" y="296120"/>
                </a:lnTo>
                <a:lnTo>
                  <a:pt x="989445" y="297032"/>
                </a:lnTo>
                <a:lnTo>
                  <a:pt x="987798" y="297953"/>
                </a:lnTo>
                <a:lnTo>
                  <a:pt x="986152" y="298882"/>
                </a:lnTo>
                <a:lnTo>
                  <a:pt x="984506" y="299819"/>
                </a:lnTo>
                <a:lnTo>
                  <a:pt x="982859" y="300766"/>
                </a:lnTo>
                <a:lnTo>
                  <a:pt x="981213" y="301721"/>
                </a:lnTo>
                <a:lnTo>
                  <a:pt x="979567" y="302685"/>
                </a:lnTo>
                <a:lnTo>
                  <a:pt x="977920" y="303657"/>
                </a:lnTo>
                <a:lnTo>
                  <a:pt x="976274" y="304639"/>
                </a:lnTo>
                <a:lnTo>
                  <a:pt x="974628" y="305629"/>
                </a:lnTo>
                <a:lnTo>
                  <a:pt x="972981" y="306628"/>
                </a:lnTo>
                <a:lnTo>
                  <a:pt x="971335" y="307636"/>
                </a:lnTo>
                <a:lnTo>
                  <a:pt x="969689" y="308653"/>
                </a:lnTo>
                <a:lnTo>
                  <a:pt x="968042" y="309679"/>
                </a:lnTo>
                <a:lnTo>
                  <a:pt x="966396" y="310714"/>
                </a:lnTo>
                <a:lnTo>
                  <a:pt x="964750" y="311757"/>
                </a:lnTo>
                <a:lnTo>
                  <a:pt x="963103" y="312810"/>
                </a:lnTo>
                <a:lnTo>
                  <a:pt x="961457" y="313872"/>
                </a:lnTo>
                <a:lnTo>
                  <a:pt x="959811" y="314942"/>
                </a:lnTo>
                <a:lnTo>
                  <a:pt x="958164" y="316022"/>
                </a:lnTo>
                <a:lnTo>
                  <a:pt x="956518" y="317111"/>
                </a:lnTo>
                <a:lnTo>
                  <a:pt x="954872" y="318209"/>
                </a:lnTo>
                <a:lnTo>
                  <a:pt x="953225" y="319316"/>
                </a:lnTo>
                <a:lnTo>
                  <a:pt x="951579" y="320433"/>
                </a:lnTo>
                <a:lnTo>
                  <a:pt x="949933" y="321559"/>
                </a:lnTo>
                <a:lnTo>
                  <a:pt x="948286" y="322693"/>
                </a:lnTo>
                <a:lnTo>
                  <a:pt x="946640" y="323837"/>
                </a:lnTo>
                <a:lnTo>
                  <a:pt x="944994" y="324991"/>
                </a:lnTo>
                <a:lnTo>
                  <a:pt x="943347" y="326154"/>
                </a:lnTo>
                <a:lnTo>
                  <a:pt x="941701" y="327326"/>
                </a:lnTo>
                <a:lnTo>
                  <a:pt x="940055" y="328507"/>
                </a:lnTo>
                <a:lnTo>
                  <a:pt x="938409" y="329698"/>
                </a:lnTo>
                <a:lnTo>
                  <a:pt x="936762" y="330898"/>
                </a:lnTo>
                <a:lnTo>
                  <a:pt x="935116" y="332108"/>
                </a:lnTo>
                <a:lnTo>
                  <a:pt x="933470" y="333327"/>
                </a:lnTo>
                <a:lnTo>
                  <a:pt x="931823" y="334556"/>
                </a:lnTo>
                <a:lnTo>
                  <a:pt x="930177" y="335794"/>
                </a:lnTo>
                <a:lnTo>
                  <a:pt x="928531" y="337042"/>
                </a:lnTo>
                <a:lnTo>
                  <a:pt x="926884" y="338299"/>
                </a:lnTo>
                <a:lnTo>
                  <a:pt x="925238" y="339566"/>
                </a:lnTo>
                <a:lnTo>
                  <a:pt x="923592" y="340843"/>
                </a:lnTo>
                <a:lnTo>
                  <a:pt x="921945" y="342129"/>
                </a:lnTo>
                <a:lnTo>
                  <a:pt x="920299" y="343425"/>
                </a:lnTo>
                <a:lnTo>
                  <a:pt x="918653" y="344730"/>
                </a:lnTo>
                <a:lnTo>
                  <a:pt x="917006" y="346046"/>
                </a:lnTo>
                <a:lnTo>
                  <a:pt x="915360" y="347371"/>
                </a:lnTo>
                <a:lnTo>
                  <a:pt x="913714" y="348706"/>
                </a:lnTo>
                <a:lnTo>
                  <a:pt x="912067" y="350051"/>
                </a:lnTo>
                <a:lnTo>
                  <a:pt x="910421" y="351405"/>
                </a:lnTo>
                <a:lnTo>
                  <a:pt x="908775" y="352770"/>
                </a:lnTo>
                <a:lnTo>
                  <a:pt x="907128" y="354144"/>
                </a:lnTo>
                <a:lnTo>
                  <a:pt x="905482" y="355529"/>
                </a:lnTo>
                <a:lnTo>
                  <a:pt x="903836" y="356923"/>
                </a:lnTo>
                <a:lnTo>
                  <a:pt x="902189" y="358327"/>
                </a:lnTo>
                <a:lnTo>
                  <a:pt x="900543" y="359742"/>
                </a:lnTo>
                <a:lnTo>
                  <a:pt x="898897" y="361166"/>
                </a:lnTo>
                <a:lnTo>
                  <a:pt x="897250" y="362600"/>
                </a:lnTo>
                <a:lnTo>
                  <a:pt x="895604" y="364045"/>
                </a:lnTo>
                <a:lnTo>
                  <a:pt x="893958" y="365500"/>
                </a:lnTo>
                <a:lnTo>
                  <a:pt x="892311" y="366965"/>
                </a:lnTo>
                <a:lnTo>
                  <a:pt x="890665" y="368440"/>
                </a:lnTo>
                <a:lnTo>
                  <a:pt x="889019" y="369925"/>
                </a:lnTo>
                <a:lnTo>
                  <a:pt x="887372" y="371420"/>
                </a:lnTo>
                <a:lnTo>
                  <a:pt x="885726" y="372926"/>
                </a:lnTo>
                <a:lnTo>
                  <a:pt x="884080" y="374442"/>
                </a:lnTo>
                <a:lnTo>
                  <a:pt x="882433" y="375968"/>
                </a:lnTo>
                <a:lnTo>
                  <a:pt x="880787" y="377505"/>
                </a:lnTo>
                <a:lnTo>
                  <a:pt x="879141" y="379052"/>
                </a:lnTo>
                <a:lnTo>
                  <a:pt x="877494" y="380609"/>
                </a:lnTo>
                <a:lnTo>
                  <a:pt x="875848" y="382177"/>
                </a:lnTo>
                <a:lnTo>
                  <a:pt x="874202" y="383756"/>
                </a:lnTo>
                <a:lnTo>
                  <a:pt x="872555" y="385344"/>
                </a:lnTo>
                <a:lnTo>
                  <a:pt x="870909" y="386944"/>
                </a:lnTo>
                <a:lnTo>
                  <a:pt x="869263" y="388554"/>
                </a:lnTo>
                <a:lnTo>
                  <a:pt x="867616" y="390174"/>
                </a:lnTo>
                <a:lnTo>
                  <a:pt x="865970" y="391805"/>
                </a:lnTo>
                <a:lnTo>
                  <a:pt x="864324" y="393447"/>
                </a:lnTo>
                <a:lnTo>
                  <a:pt x="862677" y="395099"/>
                </a:lnTo>
                <a:lnTo>
                  <a:pt x="861031" y="396762"/>
                </a:lnTo>
                <a:lnTo>
                  <a:pt x="859385" y="398436"/>
                </a:lnTo>
                <a:lnTo>
                  <a:pt x="857738" y="400120"/>
                </a:lnTo>
                <a:lnTo>
                  <a:pt x="856092" y="401815"/>
                </a:lnTo>
                <a:lnTo>
                  <a:pt x="854446" y="403521"/>
                </a:lnTo>
                <a:lnTo>
                  <a:pt x="852799" y="405238"/>
                </a:lnTo>
                <a:lnTo>
                  <a:pt x="851153" y="406966"/>
                </a:lnTo>
                <a:lnTo>
                  <a:pt x="849507" y="408704"/>
                </a:lnTo>
                <a:lnTo>
                  <a:pt x="847860" y="410453"/>
                </a:lnTo>
                <a:lnTo>
                  <a:pt x="846214" y="412214"/>
                </a:lnTo>
                <a:lnTo>
                  <a:pt x="844568" y="413985"/>
                </a:lnTo>
                <a:lnTo>
                  <a:pt x="842921" y="415767"/>
                </a:lnTo>
                <a:lnTo>
                  <a:pt x="841275" y="417560"/>
                </a:lnTo>
                <a:lnTo>
                  <a:pt x="839629" y="419365"/>
                </a:lnTo>
                <a:lnTo>
                  <a:pt x="837982" y="421180"/>
                </a:lnTo>
                <a:lnTo>
                  <a:pt x="836336" y="423006"/>
                </a:lnTo>
                <a:lnTo>
                  <a:pt x="834690" y="424844"/>
                </a:lnTo>
                <a:lnTo>
                  <a:pt x="833043" y="426693"/>
                </a:lnTo>
                <a:lnTo>
                  <a:pt x="831397" y="428553"/>
                </a:lnTo>
                <a:lnTo>
                  <a:pt x="829751" y="430424"/>
                </a:lnTo>
                <a:lnTo>
                  <a:pt x="828104" y="432306"/>
                </a:lnTo>
                <a:lnTo>
                  <a:pt x="826458" y="434199"/>
                </a:lnTo>
                <a:lnTo>
                  <a:pt x="824812" y="436104"/>
                </a:lnTo>
                <a:lnTo>
                  <a:pt x="823165" y="438020"/>
                </a:lnTo>
                <a:lnTo>
                  <a:pt x="821519" y="439948"/>
                </a:lnTo>
                <a:lnTo>
                  <a:pt x="819873" y="441887"/>
                </a:lnTo>
                <a:lnTo>
                  <a:pt x="818226" y="443837"/>
                </a:lnTo>
                <a:lnTo>
                  <a:pt x="816580" y="445799"/>
                </a:lnTo>
                <a:lnTo>
                  <a:pt x="814934" y="447772"/>
                </a:lnTo>
                <a:lnTo>
                  <a:pt x="813287" y="449756"/>
                </a:lnTo>
                <a:lnTo>
                  <a:pt x="811641" y="451752"/>
                </a:lnTo>
                <a:lnTo>
                  <a:pt x="809995" y="453760"/>
                </a:lnTo>
                <a:lnTo>
                  <a:pt x="808348" y="455779"/>
                </a:lnTo>
                <a:lnTo>
                  <a:pt x="806702" y="457810"/>
                </a:lnTo>
                <a:lnTo>
                  <a:pt x="805056" y="459852"/>
                </a:lnTo>
                <a:lnTo>
                  <a:pt x="803409" y="461906"/>
                </a:lnTo>
                <a:lnTo>
                  <a:pt x="801763" y="463971"/>
                </a:lnTo>
                <a:lnTo>
                  <a:pt x="800117" y="466049"/>
                </a:lnTo>
                <a:lnTo>
                  <a:pt x="798470" y="468138"/>
                </a:lnTo>
                <a:lnTo>
                  <a:pt x="796824" y="470239"/>
                </a:lnTo>
                <a:lnTo>
                  <a:pt x="795178" y="472351"/>
                </a:lnTo>
                <a:lnTo>
                  <a:pt x="793531" y="474475"/>
                </a:lnTo>
                <a:lnTo>
                  <a:pt x="791885" y="476611"/>
                </a:lnTo>
                <a:lnTo>
                  <a:pt x="790239" y="478759"/>
                </a:lnTo>
                <a:lnTo>
                  <a:pt x="788592" y="480919"/>
                </a:lnTo>
                <a:lnTo>
                  <a:pt x="786946" y="483091"/>
                </a:lnTo>
                <a:lnTo>
                  <a:pt x="785300" y="485275"/>
                </a:lnTo>
                <a:lnTo>
                  <a:pt x="783653" y="487470"/>
                </a:lnTo>
                <a:lnTo>
                  <a:pt x="782007" y="489678"/>
                </a:lnTo>
                <a:lnTo>
                  <a:pt x="780361" y="491897"/>
                </a:lnTo>
                <a:lnTo>
                  <a:pt x="778714" y="494129"/>
                </a:lnTo>
                <a:lnTo>
                  <a:pt x="777068" y="496373"/>
                </a:lnTo>
                <a:lnTo>
                  <a:pt x="775422" y="498629"/>
                </a:lnTo>
                <a:lnTo>
                  <a:pt x="773775" y="500896"/>
                </a:lnTo>
                <a:lnTo>
                  <a:pt x="772129" y="503176"/>
                </a:lnTo>
                <a:lnTo>
                  <a:pt x="770483" y="505469"/>
                </a:lnTo>
                <a:lnTo>
                  <a:pt x="768836" y="507773"/>
                </a:lnTo>
                <a:lnTo>
                  <a:pt x="767190" y="510089"/>
                </a:lnTo>
                <a:lnTo>
                  <a:pt x="765544" y="512418"/>
                </a:lnTo>
                <a:lnTo>
                  <a:pt x="763897" y="514759"/>
                </a:lnTo>
                <a:lnTo>
                  <a:pt x="762251" y="517113"/>
                </a:lnTo>
                <a:lnTo>
                  <a:pt x="760605" y="519478"/>
                </a:lnTo>
                <a:lnTo>
                  <a:pt x="758958" y="521856"/>
                </a:lnTo>
                <a:lnTo>
                  <a:pt x="757312" y="524246"/>
                </a:lnTo>
                <a:lnTo>
                  <a:pt x="755666" y="526649"/>
                </a:lnTo>
                <a:lnTo>
                  <a:pt x="754019" y="529064"/>
                </a:lnTo>
                <a:lnTo>
                  <a:pt x="752373" y="531492"/>
                </a:lnTo>
                <a:lnTo>
                  <a:pt x="750727" y="533932"/>
                </a:lnTo>
                <a:lnTo>
                  <a:pt x="749080" y="536384"/>
                </a:lnTo>
                <a:lnTo>
                  <a:pt x="747434" y="538849"/>
                </a:lnTo>
                <a:lnTo>
                  <a:pt x="745788" y="541327"/>
                </a:lnTo>
                <a:lnTo>
                  <a:pt x="744141" y="543817"/>
                </a:lnTo>
                <a:lnTo>
                  <a:pt x="742495" y="546320"/>
                </a:lnTo>
                <a:lnTo>
                  <a:pt x="740849" y="548835"/>
                </a:lnTo>
                <a:lnTo>
                  <a:pt x="739202" y="551363"/>
                </a:lnTo>
                <a:lnTo>
                  <a:pt x="737556" y="553903"/>
                </a:lnTo>
                <a:lnTo>
                  <a:pt x="735910" y="556456"/>
                </a:lnTo>
                <a:lnTo>
                  <a:pt x="734263" y="559022"/>
                </a:lnTo>
                <a:lnTo>
                  <a:pt x="732617" y="561601"/>
                </a:lnTo>
                <a:lnTo>
                  <a:pt x="730971" y="564192"/>
                </a:lnTo>
                <a:lnTo>
                  <a:pt x="729324" y="566796"/>
                </a:lnTo>
                <a:lnTo>
                  <a:pt x="727678" y="569413"/>
                </a:lnTo>
                <a:lnTo>
                  <a:pt x="726032" y="572043"/>
                </a:lnTo>
                <a:lnTo>
                  <a:pt x="724385" y="574685"/>
                </a:lnTo>
                <a:lnTo>
                  <a:pt x="722739" y="577341"/>
                </a:lnTo>
                <a:lnTo>
                  <a:pt x="721093" y="580009"/>
                </a:lnTo>
                <a:lnTo>
                  <a:pt x="719446" y="582690"/>
                </a:lnTo>
                <a:lnTo>
                  <a:pt x="717800" y="585384"/>
                </a:lnTo>
                <a:lnTo>
                  <a:pt x="716154" y="588091"/>
                </a:lnTo>
                <a:lnTo>
                  <a:pt x="714507" y="590811"/>
                </a:lnTo>
                <a:lnTo>
                  <a:pt x="712861" y="593544"/>
                </a:lnTo>
                <a:lnTo>
                  <a:pt x="711215" y="596290"/>
                </a:lnTo>
                <a:lnTo>
                  <a:pt x="709568" y="599049"/>
                </a:lnTo>
                <a:lnTo>
                  <a:pt x="707922" y="601821"/>
                </a:lnTo>
                <a:lnTo>
                  <a:pt x="706276" y="604606"/>
                </a:lnTo>
                <a:lnTo>
                  <a:pt x="704629" y="607404"/>
                </a:lnTo>
                <a:lnTo>
                  <a:pt x="702983" y="610216"/>
                </a:lnTo>
                <a:lnTo>
                  <a:pt x="701337" y="613040"/>
                </a:lnTo>
                <a:lnTo>
                  <a:pt x="699690" y="615877"/>
                </a:lnTo>
                <a:lnTo>
                  <a:pt x="698044" y="618728"/>
                </a:lnTo>
                <a:lnTo>
                  <a:pt x="696398" y="621592"/>
                </a:lnTo>
                <a:lnTo>
                  <a:pt x="694751" y="624469"/>
                </a:lnTo>
                <a:lnTo>
                  <a:pt x="693105" y="627359"/>
                </a:lnTo>
                <a:lnTo>
                  <a:pt x="691459" y="630263"/>
                </a:lnTo>
                <a:lnTo>
                  <a:pt x="689812" y="633180"/>
                </a:lnTo>
                <a:lnTo>
                  <a:pt x="688166" y="636110"/>
                </a:lnTo>
                <a:lnTo>
                  <a:pt x="686520" y="639053"/>
                </a:lnTo>
                <a:lnTo>
                  <a:pt x="684873" y="642010"/>
                </a:lnTo>
                <a:lnTo>
                  <a:pt x="683227" y="644980"/>
                </a:lnTo>
                <a:lnTo>
                  <a:pt x="681581" y="647963"/>
                </a:lnTo>
                <a:lnTo>
                  <a:pt x="679934" y="650960"/>
                </a:lnTo>
                <a:lnTo>
                  <a:pt x="678288" y="653970"/>
                </a:lnTo>
                <a:lnTo>
                  <a:pt x="676642" y="656993"/>
                </a:lnTo>
                <a:lnTo>
                  <a:pt x="674995" y="660030"/>
                </a:lnTo>
                <a:lnTo>
                  <a:pt x="673349" y="663081"/>
                </a:lnTo>
                <a:lnTo>
                  <a:pt x="671703" y="666144"/>
                </a:lnTo>
                <a:lnTo>
                  <a:pt x="670056" y="669222"/>
                </a:lnTo>
                <a:lnTo>
                  <a:pt x="668410" y="672312"/>
                </a:lnTo>
                <a:lnTo>
                  <a:pt x="666764" y="675416"/>
                </a:lnTo>
                <a:lnTo>
                  <a:pt x="665117" y="678534"/>
                </a:lnTo>
                <a:lnTo>
                  <a:pt x="663471" y="681665"/>
                </a:lnTo>
                <a:lnTo>
                  <a:pt x="661825" y="684810"/>
                </a:lnTo>
                <a:lnTo>
                  <a:pt x="660178" y="687968"/>
                </a:lnTo>
                <a:lnTo>
                  <a:pt x="658532" y="691140"/>
                </a:lnTo>
                <a:lnTo>
                  <a:pt x="656886" y="694325"/>
                </a:lnTo>
                <a:lnTo>
                  <a:pt x="655239" y="697524"/>
                </a:lnTo>
                <a:lnTo>
                  <a:pt x="653593" y="700737"/>
                </a:lnTo>
                <a:lnTo>
                  <a:pt x="651947" y="703963"/>
                </a:lnTo>
                <a:lnTo>
                  <a:pt x="650300" y="707203"/>
                </a:lnTo>
                <a:lnTo>
                  <a:pt x="648654" y="710456"/>
                </a:lnTo>
                <a:lnTo>
                  <a:pt x="647008" y="713723"/>
                </a:lnTo>
                <a:lnTo>
                  <a:pt x="645361" y="717004"/>
                </a:lnTo>
                <a:lnTo>
                  <a:pt x="643715" y="720299"/>
                </a:lnTo>
                <a:lnTo>
                  <a:pt x="642069" y="723607"/>
                </a:lnTo>
                <a:lnTo>
                  <a:pt x="640422" y="726928"/>
                </a:lnTo>
                <a:lnTo>
                  <a:pt x="638776" y="730264"/>
                </a:lnTo>
                <a:lnTo>
                  <a:pt x="637130" y="733613"/>
                </a:lnTo>
                <a:lnTo>
                  <a:pt x="635483" y="736976"/>
                </a:lnTo>
                <a:lnTo>
                  <a:pt x="633837" y="740352"/>
                </a:lnTo>
                <a:lnTo>
                  <a:pt x="632191" y="743743"/>
                </a:lnTo>
                <a:lnTo>
                  <a:pt x="630544" y="747147"/>
                </a:lnTo>
                <a:lnTo>
                  <a:pt x="628898" y="750564"/>
                </a:lnTo>
                <a:lnTo>
                  <a:pt x="627252" y="753996"/>
                </a:lnTo>
                <a:lnTo>
                  <a:pt x="625606" y="757441"/>
                </a:lnTo>
                <a:lnTo>
                  <a:pt x="623959" y="760900"/>
                </a:lnTo>
                <a:lnTo>
                  <a:pt x="622313" y="764373"/>
                </a:lnTo>
                <a:lnTo>
                  <a:pt x="620667" y="767860"/>
                </a:lnTo>
                <a:lnTo>
                  <a:pt x="619020" y="771360"/>
                </a:lnTo>
                <a:lnTo>
                  <a:pt x="617374" y="774874"/>
                </a:lnTo>
                <a:lnTo>
                  <a:pt x="615728" y="778402"/>
                </a:lnTo>
                <a:lnTo>
                  <a:pt x="614081" y="781944"/>
                </a:lnTo>
                <a:lnTo>
                  <a:pt x="612435" y="785499"/>
                </a:lnTo>
                <a:lnTo>
                  <a:pt x="610789" y="789068"/>
                </a:lnTo>
                <a:lnTo>
                  <a:pt x="609142" y="792651"/>
                </a:lnTo>
                <a:lnTo>
                  <a:pt x="607496" y="796248"/>
                </a:lnTo>
                <a:lnTo>
                  <a:pt x="605850" y="799859"/>
                </a:lnTo>
                <a:lnTo>
                  <a:pt x="604203" y="803483"/>
                </a:lnTo>
                <a:lnTo>
                  <a:pt x="602557" y="807122"/>
                </a:lnTo>
                <a:lnTo>
                  <a:pt x="600911" y="810774"/>
                </a:lnTo>
                <a:lnTo>
                  <a:pt x="599264" y="814439"/>
                </a:lnTo>
                <a:lnTo>
                  <a:pt x="597618" y="818119"/>
                </a:lnTo>
                <a:lnTo>
                  <a:pt x="595972" y="821813"/>
                </a:lnTo>
                <a:lnTo>
                  <a:pt x="594325" y="825520"/>
                </a:lnTo>
                <a:lnTo>
                  <a:pt x="592679" y="829241"/>
                </a:lnTo>
                <a:lnTo>
                  <a:pt x="591033" y="832976"/>
                </a:lnTo>
                <a:lnTo>
                  <a:pt x="589386" y="836724"/>
                </a:lnTo>
                <a:lnTo>
                  <a:pt x="587740" y="840487"/>
                </a:lnTo>
                <a:lnTo>
                  <a:pt x="586094" y="844263"/>
                </a:lnTo>
                <a:lnTo>
                  <a:pt x="584447" y="848053"/>
                </a:lnTo>
                <a:lnTo>
                  <a:pt x="582801" y="851856"/>
                </a:lnTo>
                <a:lnTo>
                  <a:pt x="581155" y="855674"/>
                </a:lnTo>
                <a:lnTo>
                  <a:pt x="579508" y="859505"/>
                </a:lnTo>
                <a:lnTo>
                  <a:pt x="577862" y="863350"/>
                </a:lnTo>
                <a:lnTo>
                  <a:pt x="576216" y="867208"/>
                </a:lnTo>
                <a:lnTo>
                  <a:pt x="574569" y="871081"/>
                </a:lnTo>
                <a:lnTo>
                  <a:pt x="572923" y="874967"/>
                </a:lnTo>
                <a:lnTo>
                  <a:pt x="571277" y="878867"/>
                </a:lnTo>
                <a:lnTo>
                  <a:pt x="569630" y="882780"/>
                </a:lnTo>
                <a:lnTo>
                  <a:pt x="567984" y="886707"/>
                </a:lnTo>
                <a:lnTo>
                  <a:pt x="566338" y="890648"/>
                </a:lnTo>
                <a:lnTo>
                  <a:pt x="564691" y="894602"/>
                </a:lnTo>
                <a:lnTo>
                  <a:pt x="563045" y="898570"/>
                </a:lnTo>
                <a:lnTo>
                  <a:pt x="561399" y="902552"/>
                </a:lnTo>
                <a:lnTo>
                  <a:pt x="559752" y="906548"/>
                </a:lnTo>
                <a:lnTo>
                  <a:pt x="558106" y="910556"/>
                </a:lnTo>
                <a:lnTo>
                  <a:pt x="556460" y="914579"/>
                </a:lnTo>
                <a:lnTo>
                  <a:pt x="554813" y="918615"/>
                </a:lnTo>
                <a:lnTo>
                  <a:pt x="553167" y="922665"/>
                </a:lnTo>
                <a:lnTo>
                  <a:pt x="551521" y="926728"/>
                </a:lnTo>
                <a:lnTo>
                  <a:pt x="549874" y="930804"/>
                </a:lnTo>
                <a:lnTo>
                  <a:pt x="548228" y="934895"/>
                </a:lnTo>
                <a:lnTo>
                  <a:pt x="546582" y="938998"/>
                </a:lnTo>
                <a:lnTo>
                  <a:pt x="544935" y="943115"/>
                </a:lnTo>
                <a:lnTo>
                  <a:pt x="543289" y="947246"/>
                </a:lnTo>
                <a:lnTo>
                  <a:pt x="541643" y="951390"/>
                </a:lnTo>
                <a:lnTo>
                  <a:pt x="539996" y="955547"/>
                </a:lnTo>
                <a:lnTo>
                  <a:pt x="538350" y="959718"/>
                </a:lnTo>
                <a:lnTo>
                  <a:pt x="536704" y="963902"/>
                </a:lnTo>
                <a:lnTo>
                  <a:pt x="535057" y="968099"/>
                </a:lnTo>
                <a:lnTo>
                  <a:pt x="533411" y="972310"/>
                </a:lnTo>
                <a:lnTo>
                  <a:pt x="531765" y="976533"/>
                </a:lnTo>
                <a:lnTo>
                  <a:pt x="530118" y="980770"/>
                </a:lnTo>
                <a:lnTo>
                  <a:pt x="528472" y="985021"/>
                </a:lnTo>
                <a:lnTo>
                  <a:pt x="526826" y="989284"/>
                </a:lnTo>
                <a:lnTo>
                  <a:pt x="525179" y="993561"/>
                </a:lnTo>
                <a:lnTo>
                  <a:pt x="523533" y="997850"/>
                </a:lnTo>
                <a:lnTo>
                  <a:pt x="521887" y="1002153"/>
                </a:lnTo>
                <a:lnTo>
                  <a:pt x="520240" y="1006469"/>
                </a:lnTo>
                <a:lnTo>
                  <a:pt x="518594" y="1010798"/>
                </a:lnTo>
                <a:lnTo>
                  <a:pt x="516948" y="1015140"/>
                </a:lnTo>
                <a:lnTo>
                  <a:pt x="515301" y="1019494"/>
                </a:lnTo>
                <a:lnTo>
                  <a:pt x="513655" y="1023862"/>
                </a:lnTo>
                <a:lnTo>
                  <a:pt x="512009" y="1028242"/>
                </a:lnTo>
                <a:lnTo>
                  <a:pt x="510362" y="1032636"/>
                </a:lnTo>
                <a:lnTo>
                  <a:pt x="508716" y="1037042"/>
                </a:lnTo>
                <a:lnTo>
                  <a:pt x="507070" y="1041461"/>
                </a:lnTo>
                <a:lnTo>
                  <a:pt x="505423" y="1045892"/>
                </a:lnTo>
                <a:lnTo>
                  <a:pt x="503777" y="1050336"/>
                </a:lnTo>
                <a:lnTo>
                  <a:pt x="502131" y="1054793"/>
                </a:lnTo>
                <a:lnTo>
                  <a:pt x="500484" y="1059263"/>
                </a:lnTo>
                <a:lnTo>
                  <a:pt x="498838" y="1063745"/>
                </a:lnTo>
                <a:lnTo>
                  <a:pt x="497192" y="1068239"/>
                </a:lnTo>
                <a:lnTo>
                  <a:pt x="495545" y="1072746"/>
                </a:lnTo>
                <a:lnTo>
                  <a:pt x="493899" y="1077265"/>
                </a:lnTo>
                <a:lnTo>
                  <a:pt x="492253" y="1081797"/>
                </a:lnTo>
                <a:lnTo>
                  <a:pt x="490606" y="1086341"/>
                </a:lnTo>
                <a:lnTo>
                  <a:pt x="488960" y="1090897"/>
                </a:lnTo>
                <a:lnTo>
                  <a:pt x="487314" y="1095466"/>
                </a:lnTo>
                <a:lnTo>
                  <a:pt x="485667" y="1100046"/>
                </a:lnTo>
                <a:lnTo>
                  <a:pt x="484021" y="1104639"/>
                </a:lnTo>
                <a:lnTo>
                  <a:pt x="482375" y="1109243"/>
                </a:lnTo>
                <a:lnTo>
                  <a:pt x="480728" y="1113860"/>
                </a:lnTo>
                <a:lnTo>
                  <a:pt x="479082" y="1118488"/>
                </a:lnTo>
                <a:lnTo>
                  <a:pt x="477436" y="1123129"/>
                </a:lnTo>
                <a:lnTo>
                  <a:pt x="475789" y="1127781"/>
                </a:lnTo>
                <a:lnTo>
                  <a:pt x="474143" y="1132445"/>
                </a:lnTo>
                <a:lnTo>
                  <a:pt x="472497" y="1137121"/>
                </a:lnTo>
                <a:lnTo>
                  <a:pt x="470850" y="1141808"/>
                </a:lnTo>
                <a:lnTo>
                  <a:pt x="469204" y="1146507"/>
                </a:lnTo>
                <a:lnTo>
                  <a:pt x="467558" y="1151217"/>
                </a:lnTo>
                <a:lnTo>
                  <a:pt x="465911" y="1155939"/>
                </a:lnTo>
                <a:lnTo>
                  <a:pt x="464265" y="1160672"/>
                </a:lnTo>
                <a:lnTo>
                  <a:pt x="462619" y="1165416"/>
                </a:lnTo>
                <a:lnTo>
                  <a:pt x="460972" y="1170171"/>
                </a:lnTo>
                <a:lnTo>
                  <a:pt x="459326" y="1174938"/>
                </a:lnTo>
                <a:lnTo>
                  <a:pt x="457680" y="1179716"/>
                </a:lnTo>
                <a:lnTo>
                  <a:pt x="456033" y="1184505"/>
                </a:lnTo>
                <a:lnTo>
                  <a:pt x="454387" y="1189304"/>
                </a:lnTo>
                <a:lnTo>
                  <a:pt x="452741" y="1194115"/>
                </a:lnTo>
                <a:lnTo>
                  <a:pt x="451094" y="1198936"/>
                </a:lnTo>
                <a:lnTo>
                  <a:pt x="449448" y="1203768"/>
                </a:lnTo>
                <a:lnTo>
                  <a:pt x="447802" y="1208611"/>
                </a:lnTo>
                <a:lnTo>
                  <a:pt x="446155" y="1213464"/>
                </a:lnTo>
                <a:lnTo>
                  <a:pt x="444509" y="1218327"/>
                </a:lnTo>
                <a:lnTo>
                  <a:pt x="442863" y="1223201"/>
                </a:lnTo>
                <a:lnTo>
                  <a:pt x="441216" y="1228086"/>
                </a:lnTo>
                <a:lnTo>
                  <a:pt x="439570" y="1232980"/>
                </a:lnTo>
                <a:lnTo>
                  <a:pt x="437924" y="1237885"/>
                </a:lnTo>
                <a:lnTo>
                  <a:pt x="436277" y="1242799"/>
                </a:lnTo>
                <a:lnTo>
                  <a:pt x="434631" y="1247724"/>
                </a:lnTo>
                <a:lnTo>
                  <a:pt x="432985" y="1252658"/>
                </a:lnTo>
                <a:lnTo>
                  <a:pt x="431338" y="1257602"/>
                </a:lnTo>
                <a:lnTo>
                  <a:pt x="429692" y="1262556"/>
                </a:lnTo>
                <a:lnTo>
                  <a:pt x="428046" y="1267519"/>
                </a:lnTo>
                <a:lnTo>
                  <a:pt x="426399" y="1272492"/>
                </a:lnTo>
                <a:lnTo>
                  <a:pt x="424753" y="1277474"/>
                </a:lnTo>
                <a:lnTo>
                  <a:pt x="423107" y="1282465"/>
                </a:lnTo>
                <a:lnTo>
                  <a:pt x="421460" y="1287466"/>
                </a:lnTo>
                <a:lnTo>
                  <a:pt x="419814" y="1292475"/>
                </a:lnTo>
                <a:lnTo>
                  <a:pt x="418168" y="1297494"/>
                </a:lnTo>
                <a:lnTo>
                  <a:pt x="416521" y="1302521"/>
                </a:lnTo>
                <a:lnTo>
                  <a:pt x="414875" y="1307557"/>
                </a:lnTo>
                <a:lnTo>
                  <a:pt x="413229" y="1312602"/>
                </a:lnTo>
                <a:lnTo>
                  <a:pt x="411582" y="1317655"/>
                </a:lnTo>
                <a:lnTo>
                  <a:pt x="409936" y="1322717"/>
                </a:lnTo>
                <a:lnTo>
                  <a:pt x="408290" y="1327787"/>
                </a:lnTo>
                <a:lnTo>
                  <a:pt x="406643" y="1332865"/>
                </a:lnTo>
                <a:lnTo>
                  <a:pt x="404997" y="1337951"/>
                </a:lnTo>
                <a:lnTo>
                  <a:pt x="403351" y="1343045"/>
                </a:lnTo>
                <a:lnTo>
                  <a:pt x="401704" y="1348147"/>
                </a:lnTo>
                <a:lnTo>
                  <a:pt x="400058" y="1353256"/>
                </a:lnTo>
                <a:lnTo>
                  <a:pt x="398412" y="1358374"/>
                </a:lnTo>
                <a:lnTo>
                  <a:pt x="396765" y="1363498"/>
                </a:lnTo>
                <a:lnTo>
                  <a:pt x="395119" y="1368630"/>
                </a:lnTo>
                <a:lnTo>
                  <a:pt x="393473" y="1373770"/>
                </a:lnTo>
                <a:lnTo>
                  <a:pt x="391826" y="1378916"/>
                </a:lnTo>
                <a:lnTo>
                  <a:pt x="390180" y="1384069"/>
                </a:lnTo>
                <a:lnTo>
                  <a:pt x="388534" y="1389229"/>
                </a:lnTo>
                <a:lnTo>
                  <a:pt x="386887" y="1394396"/>
                </a:lnTo>
                <a:lnTo>
                  <a:pt x="385241" y="1399569"/>
                </a:lnTo>
                <a:lnTo>
                  <a:pt x="383595" y="1404749"/>
                </a:lnTo>
                <a:lnTo>
                  <a:pt x="381948" y="1409935"/>
                </a:lnTo>
                <a:lnTo>
                  <a:pt x="380302" y="1415127"/>
                </a:lnTo>
                <a:lnTo>
                  <a:pt x="378656" y="1420325"/>
                </a:lnTo>
                <a:lnTo>
                  <a:pt x="377009" y="1425529"/>
                </a:lnTo>
                <a:lnTo>
                  <a:pt x="375363" y="1430738"/>
                </a:lnTo>
                <a:lnTo>
                  <a:pt x="373717" y="1435953"/>
                </a:lnTo>
                <a:lnTo>
                  <a:pt x="372070" y="1441174"/>
                </a:lnTo>
                <a:lnTo>
                  <a:pt x="370424" y="1446400"/>
                </a:lnTo>
                <a:lnTo>
                  <a:pt x="368778" y="1451631"/>
                </a:lnTo>
                <a:lnTo>
                  <a:pt x="367131" y="1456867"/>
                </a:lnTo>
                <a:lnTo>
                  <a:pt x="365485" y="1462107"/>
                </a:lnTo>
                <a:lnTo>
                  <a:pt x="363839" y="1467352"/>
                </a:lnTo>
                <a:lnTo>
                  <a:pt x="362192" y="1472602"/>
                </a:lnTo>
                <a:lnTo>
                  <a:pt x="360546" y="1477856"/>
                </a:lnTo>
                <a:lnTo>
                  <a:pt x="358900" y="1483114"/>
                </a:lnTo>
                <a:lnTo>
                  <a:pt x="357253" y="1488377"/>
                </a:lnTo>
                <a:lnTo>
                  <a:pt x="355607" y="1493643"/>
                </a:lnTo>
                <a:lnTo>
                  <a:pt x="353961" y="1498912"/>
                </a:lnTo>
                <a:lnTo>
                  <a:pt x="352314" y="1504186"/>
                </a:lnTo>
                <a:lnTo>
                  <a:pt x="350668" y="1509462"/>
                </a:lnTo>
                <a:lnTo>
                  <a:pt x="349022" y="1514742"/>
                </a:lnTo>
                <a:lnTo>
                  <a:pt x="347375" y="1520024"/>
                </a:lnTo>
                <a:lnTo>
                  <a:pt x="345729" y="1525310"/>
                </a:lnTo>
                <a:lnTo>
                  <a:pt x="344083" y="1530598"/>
                </a:lnTo>
                <a:lnTo>
                  <a:pt x="342436" y="1535888"/>
                </a:lnTo>
                <a:lnTo>
                  <a:pt x="340790" y="1541181"/>
                </a:lnTo>
                <a:lnTo>
                  <a:pt x="339144" y="1546475"/>
                </a:lnTo>
                <a:lnTo>
                  <a:pt x="337497" y="1551772"/>
                </a:lnTo>
                <a:lnTo>
                  <a:pt x="335851" y="1557070"/>
                </a:lnTo>
                <a:lnTo>
                  <a:pt x="334205" y="1562370"/>
                </a:lnTo>
                <a:lnTo>
                  <a:pt x="332558" y="1567671"/>
                </a:lnTo>
                <a:lnTo>
                  <a:pt x="330912" y="1572973"/>
                </a:lnTo>
                <a:lnTo>
                  <a:pt x="329266" y="1578277"/>
                </a:lnTo>
                <a:lnTo>
                  <a:pt x="327619" y="1583581"/>
                </a:lnTo>
                <a:lnTo>
                  <a:pt x="325973" y="1588885"/>
                </a:lnTo>
                <a:lnTo>
                  <a:pt x="324327" y="1594190"/>
                </a:lnTo>
                <a:lnTo>
                  <a:pt x="322680" y="1599495"/>
                </a:lnTo>
                <a:lnTo>
                  <a:pt x="321034" y="1604799"/>
                </a:lnTo>
                <a:lnTo>
                  <a:pt x="319388" y="1610104"/>
                </a:lnTo>
                <a:lnTo>
                  <a:pt x="317741" y="1615408"/>
                </a:lnTo>
                <a:lnTo>
                  <a:pt x="316095" y="1620711"/>
                </a:lnTo>
                <a:lnTo>
                  <a:pt x="314449" y="1626014"/>
                </a:lnTo>
                <a:lnTo>
                  <a:pt x="312803" y="1631315"/>
                </a:lnTo>
                <a:lnTo>
                  <a:pt x="311156" y="1636615"/>
                </a:lnTo>
                <a:lnTo>
                  <a:pt x="309510" y="1641914"/>
                </a:lnTo>
                <a:lnTo>
                  <a:pt x="307864" y="1647210"/>
                </a:lnTo>
                <a:lnTo>
                  <a:pt x="306217" y="1652505"/>
                </a:lnTo>
                <a:lnTo>
                  <a:pt x="304571" y="1657798"/>
                </a:lnTo>
                <a:lnTo>
                  <a:pt x="302925" y="1663088"/>
                </a:lnTo>
                <a:lnTo>
                  <a:pt x="301278" y="1668375"/>
                </a:lnTo>
                <a:lnTo>
                  <a:pt x="299632" y="1673659"/>
                </a:lnTo>
                <a:lnTo>
                  <a:pt x="297986" y="1678941"/>
                </a:lnTo>
                <a:lnTo>
                  <a:pt x="296339" y="1684219"/>
                </a:lnTo>
                <a:lnTo>
                  <a:pt x="294693" y="1689493"/>
                </a:lnTo>
                <a:lnTo>
                  <a:pt x="293047" y="1694764"/>
                </a:lnTo>
                <a:lnTo>
                  <a:pt x="291400" y="1700031"/>
                </a:lnTo>
                <a:lnTo>
                  <a:pt x="289754" y="1705293"/>
                </a:lnTo>
                <a:lnTo>
                  <a:pt x="288108" y="1710551"/>
                </a:lnTo>
                <a:lnTo>
                  <a:pt x="286461" y="1715804"/>
                </a:lnTo>
                <a:lnTo>
                  <a:pt x="284815" y="1721052"/>
                </a:lnTo>
                <a:lnTo>
                  <a:pt x="283169" y="1726294"/>
                </a:lnTo>
                <a:lnTo>
                  <a:pt x="281522" y="1731532"/>
                </a:lnTo>
                <a:lnTo>
                  <a:pt x="279876" y="1736763"/>
                </a:lnTo>
                <a:lnTo>
                  <a:pt x="278230" y="1741989"/>
                </a:lnTo>
                <a:lnTo>
                  <a:pt x="276583" y="1747208"/>
                </a:lnTo>
                <a:lnTo>
                  <a:pt x="274937" y="1752421"/>
                </a:lnTo>
                <a:lnTo>
                  <a:pt x="273291" y="1757626"/>
                </a:lnTo>
                <a:lnTo>
                  <a:pt x="271644" y="1762825"/>
                </a:lnTo>
                <a:lnTo>
                  <a:pt x="269998" y="1768017"/>
                </a:lnTo>
                <a:lnTo>
                  <a:pt x="268352" y="1773201"/>
                </a:lnTo>
                <a:lnTo>
                  <a:pt x="266705" y="1778377"/>
                </a:lnTo>
                <a:lnTo>
                  <a:pt x="265059" y="1783546"/>
                </a:lnTo>
                <a:lnTo>
                  <a:pt x="263413" y="1788706"/>
                </a:lnTo>
                <a:lnTo>
                  <a:pt x="261766" y="1793857"/>
                </a:lnTo>
                <a:lnTo>
                  <a:pt x="260120" y="1798999"/>
                </a:lnTo>
                <a:lnTo>
                  <a:pt x="258474" y="1804132"/>
                </a:lnTo>
                <a:lnTo>
                  <a:pt x="256827" y="1809256"/>
                </a:lnTo>
                <a:lnTo>
                  <a:pt x="255181" y="1814371"/>
                </a:lnTo>
                <a:lnTo>
                  <a:pt x="253535" y="1819475"/>
                </a:lnTo>
                <a:lnTo>
                  <a:pt x="251888" y="1824569"/>
                </a:lnTo>
                <a:lnTo>
                  <a:pt x="250242" y="1829652"/>
                </a:lnTo>
                <a:lnTo>
                  <a:pt x="248596" y="1834725"/>
                </a:lnTo>
                <a:lnTo>
                  <a:pt x="246949" y="1839786"/>
                </a:lnTo>
                <a:lnTo>
                  <a:pt x="245303" y="1844837"/>
                </a:lnTo>
                <a:lnTo>
                  <a:pt x="243657" y="1849875"/>
                </a:lnTo>
                <a:lnTo>
                  <a:pt x="242010" y="1854902"/>
                </a:lnTo>
                <a:lnTo>
                  <a:pt x="240364" y="1859916"/>
                </a:lnTo>
                <a:lnTo>
                  <a:pt x="238718" y="1864918"/>
                </a:lnTo>
                <a:lnTo>
                  <a:pt x="237071" y="1869907"/>
                </a:lnTo>
                <a:lnTo>
                  <a:pt x="235425" y="1874884"/>
                </a:lnTo>
                <a:lnTo>
                  <a:pt x="233779" y="1879846"/>
                </a:lnTo>
                <a:lnTo>
                  <a:pt x="232132" y="1884795"/>
                </a:lnTo>
                <a:lnTo>
                  <a:pt x="230486" y="1889730"/>
                </a:lnTo>
                <a:lnTo>
                  <a:pt x="228840" y="1894651"/>
                </a:lnTo>
                <a:lnTo>
                  <a:pt x="227193" y="1899557"/>
                </a:lnTo>
                <a:lnTo>
                  <a:pt x="225547" y="1904449"/>
                </a:lnTo>
                <a:lnTo>
                  <a:pt x="223901" y="1909325"/>
                </a:lnTo>
                <a:lnTo>
                  <a:pt x="222254" y="1914185"/>
                </a:lnTo>
                <a:lnTo>
                  <a:pt x="220608" y="1919030"/>
                </a:lnTo>
                <a:lnTo>
                  <a:pt x="218962" y="1923859"/>
                </a:lnTo>
                <a:lnTo>
                  <a:pt x="217315" y="1928672"/>
                </a:lnTo>
                <a:lnTo>
                  <a:pt x="215669" y="1933468"/>
                </a:lnTo>
                <a:lnTo>
                  <a:pt x="214023" y="1938247"/>
                </a:lnTo>
                <a:lnTo>
                  <a:pt x="212376" y="1943008"/>
                </a:lnTo>
                <a:lnTo>
                  <a:pt x="210730" y="1947752"/>
                </a:lnTo>
                <a:lnTo>
                  <a:pt x="209084" y="1952478"/>
                </a:lnTo>
                <a:lnTo>
                  <a:pt x="207437" y="1957186"/>
                </a:lnTo>
                <a:lnTo>
                  <a:pt x="205791" y="1961875"/>
                </a:lnTo>
                <a:lnTo>
                  <a:pt x="204145" y="1966546"/>
                </a:lnTo>
                <a:lnTo>
                  <a:pt x="202498" y="1971197"/>
                </a:lnTo>
                <a:lnTo>
                  <a:pt x="200852" y="1975829"/>
                </a:lnTo>
                <a:lnTo>
                  <a:pt x="199206" y="1980441"/>
                </a:lnTo>
                <a:lnTo>
                  <a:pt x="197559" y="1985032"/>
                </a:lnTo>
                <a:lnTo>
                  <a:pt x="195913" y="1989604"/>
                </a:lnTo>
                <a:lnTo>
                  <a:pt x="194267" y="1994155"/>
                </a:lnTo>
                <a:lnTo>
                  <a:pt x="192620" y="1998684"/>
                </a:lnTo>
                <a:lnTo>
                  <a:pt x="190974" y="2003192"/>
                </a:lnTo>
                <a:lnTo>
                  <a:pt x="189328" y="2007679"/>
                </a:lnTo>
                <a:lnTo>
                  <a:pt x="187681" y="2012144"/>
                </a:lnTo>
                <a:lnTo>
                  <a:pt x="186035" y="2016586"/>
                </a:lnTo>
                <a:lnTo>
                  <a:pt x="184389" y="2021005"/>
                </a:lnTo>
                <a:lnTo>
                  <a:pt x="182742" y="2025402"/>
                </a:lnTo>
                <a:lnTo>
                  <a:pt x="181096" y="2029775"/>
                </a:lnTo>
                <a:lnTo>
                  <a:pt x="179450" y="2034125"/>
                </a:lnTo>
                <a:lnTo>
                  <a:pt x="177803" y="2038450"/>
                </a:lnTo>
                <a:lnTo>
                  <a:pt x="176157" y="2042752"/>
                </a:lnTo>
                <a:lnTo>
                  <a:pt x="174511" y="2047028"/>
                </a:lnTo>
                <a:lnTo>
                  <a:pt x="172864" y="2051280"/>
                </a:lnTo>
                <a:lnTo>
                  <a:pt x="171218" y="2055507"/>
                </a:lnTo>
                <a:lnTo>
                  <a:pt x="169572" y="2059708"/>
                </a:lnTo>
                <a:lnTo>
                  <a:pt x="167925" y="2063883"/>
                </a:lnTo>
                <a:lnTo>
                  <a:pt x="166279" y="2068032"/>
                </a:lnTo>
                <a:lnTo>
                  <a:pt x="164633" y="2072154"/>
                </a:lnTo>
                <a:lnTo>
                  <a:pt x="162986" y="2076250"/>
                </a:lnTo>
                <a:lnTo>
                  <a:pt x="161340" y="2080318"/>
                </a:lnTo>
                <a:lnTo>
                  <a:pt x="159694" y="2084359"/>
                </a:lnTo>
                <a:lnTo>
                  <a:pt x="158047" y="2088372"/>
                </a:lnTo>
                <a:lnTo>
                  <a:pt x="156401" y="2092357"/>
                </a:lnTo>
                <a:lnTo>
                  <a:pt x="154755" y="2096313"/>
                </a:lnTo>
                <a:lnTo>
                  <a:pt x="153108" y="2100240"/>
                </a:lnTo>
                <a:lnTo>
                  <a:pt x="151462" y="2104139"/>
                </a:lnTo>
                <a:lnTo>
                  <a:pt x="149816" y="2108008"/>
                </a:lnTo>
                <a:lnTo>
                  <a:pt x="148169" y="2111847"/>
                </a:lnTo>
                <a:lnTo>
                  <a:pt x="146523" y="2115656"/>
                </a:lnTo>
                <a:lnTo>
                  <a:pt x="144877" y="2119434"/>
                </a:lnTo>
                <a:lnTo>
                  <a:pt x="143230" y="2123182"/>
                </a:lnTo>
                <a:lnTo>
                  <a:pt x="141584" y="2126899"/>
                </a:lnTo>
                <a:lnTo>
                  <a:pt x="139938" y="2130584"/>
                </a:lnTo>
                <a:lnTo>
                  <a:pt x="138291" y="2134238"/>
                </a:lnTo>
                <a:lnTo>
                  <a:pt x="136645" y="2137860"/>
                </a:lnTo>
                <a:lnTo>
                  <a:pt x="134999" y="2141449"/>
                </a:lnTo>
                <a:lnTo>
                  <a:pt x="133352" y="2145006"/>
                </a:lnTo>
                <a:lnTo>
                  <a:pt x="131706" y="2148529"/>
                </a:lnTo>
                <a:lnTo>
                  <a:pt x="130060" y="2152020"/>
                </a:lnTo>
                <a:lnTo>
                  <a:pt x="128413" y="2155476"/>
                </a:lnTo>
                <a:lnTo>
                  <a:pt x="126767" y="2158899"/>
                </a:lnTo>
                <a:lnTo>
                  <a:pt x="125121" y="2162288"/>
                </a:lnTo>
                <a:lnTo>
                  <a:pt x="123474" y="2165642"/>
                </a:lnTo>
                <a:lnTo>
                  <a:pt x="121828" y="2168961"/>
                </a:lnTo>
                <a:lnTo>
                  <a:pt x="120182" y="2172245"/>
                </a:lnTo>
                <a:lnTo>
                  <a:pt x="118535" y="2175494"/>
                </a:lnTo>
                <a:lnTo>
                  <a:pt x="116889" y="2178707"/>
                </a:lnTo>
                <a:lnTo>
                  <a:pt x="115243" y="2181884"/>
                </a:lnTo>
                <a:lnTo>
                  <a:pt x="113596" y="2185024"/>
                </a:lnTo>
                <a:lnTo>
                  <a:pt x="111950" y="2188128"/>
                </a:lnTo>
                <a:lnTo>
                  <a:pt x="110304" y="2191194"/>
                </a:lnTo>
                <a:lnTo>
                  <a:pt x="108657" y="2194224"/>
                </a:lnTo>
                <a:lnTo>
                  <a:pt x="107011" y="2197216"/>
                </a:lnTo>
                <a:lnTo>
                  <a:pt x="105365" y="2200170"/>
                </a:lnTo>
                <a:lnTo>
                  <a:pt x="103718" y="2203085"/>
                </a:lnTo>
                <a:lnTo>
                  <a:pt x="102072" y="2205963"/>
                </a:lnTo>
                <a:lnTo>
                  <a:pt x="100426" y="2208801"/>
                </a:lnTo>
                <a:lnTo>
                  <a:pt x="98779" y="2211601"/>
                </a:lnTo>
                <a:lnTo>
                  <a:pt x="97133" y="2214361"/>
                </a:lnTo>
                <a:lnTo>
                  <a:pt x="95487" y="2217082"/>
                </a:lnTo>
                <a:lnTo>
                  <a:pt x="93840" y="2219762"/>
                </a:lnTo>
                <a:lnTo>
                  <a:pt x="92194" y="2222403"/>
                </a:lnTo>
                <a:lnTo>
                  <a:pt x="90548" y="2225003"/>
                </a:lnTo>
                <a:lnTo>
                  <a:pt x="88901" y="2227562"/>
                </a:lnTo>
                <a:lnTo>
                  <a:pt x="87255" y="2230081"/>
                </a:lnTo>
                <a:lnTo>
                  <a:pt x="85609" y="2232558"/>
                </a:lnTo>
                <a:lnTo>
                  <a:pt x="83962" y="2234993"/>
                </a:lnTo>
                <a:lnTo>
                  <a:pt x="82316" y="2237387"/>
                </a:lnTo>
                <a:lnTo>
                  <a:pt x="80670" y="2239738"/>
                </a:lnTo>
                <a:lnTo>
                  <a:pt x="79023" y="2242048"/>
                </a:lnTo>
                <a:lnTo>
                  <a:pt x="77377" y="2244314"/>
                </a:lnTo>
                <a:lnTo>
                  <a:pt x="75731" y="2246538"/>
                </a:lnTo>
                <a:lnTo>
                  <a:pt x="74084" y="2248719"/>
                </a:lnTo>
                <a:lnTo>
                  <a:pt x="72438" y="2250856"/>
                </a:lnTo>
                <a:lnTo>
                  <a:pt x="70792" y="2252950"/>
                </a:lnTo>
                <a:lnTo>
                  <a:pt x="69145" y="2254999"/>
                </a:lnTo>
                <a:lnTo>
                  <a:pt x="67499" y="2257005"/>
                </a:lnTo>
                <a:lnTo>
                  <a:pt x="65853" y="2258966"/>
                </a:lnTo>
                <a:lnTo>
                  <a:pt x="64206" y="2260883"/>
                </a:lnTo>
                <a:lnTo>
                  <a:pt x="62560" y="2262755"/>
                </a:lnTo>
                <a:lnTo>
                  <a:pt x="60914" y="2264582"/>
                </a:lnTo>
                <a:lnTo>
                  <a:pt x="59267" y="2266363"/>
                </a:lnTo>
                <a:lnTo>
                  <a:pt x="57621" y="2268099"/>
                </a:lnTo>
                <a:lnTo>
                  <a:pt x="55975" y="2269789"/>
                </a:lnTo>
                <a:lnTo>
                  <a:pt x="54328" y="2271433"/>
                </a:lnTo>
                <a:lnTo>
                  <a:pt x="52682" y="2273031"/>
                </a:lnTo>
                <a:lnTo>
                  <a:pt x="51036" y="2274583"/>
                </a:lnTo>
                <a:lnTo>
                  <a:pt x="49389" y="2276088"/>
                </a:lnTo>
                <a:lnTo>
                  <a:pt x="47743" y="2277546"/>
                </a:lnTo>
                <a:lnTo>
                  <a:pt x="46097" y="2278958"/>
                </a:lnTo>
                <a:lnTo>
                  <a:pt x="44450" y="2280321"/>
                </a:lnTo>
                <a:lnTo>
                  <a:pt x="42804" y="2281638"/>
                </a:lnTo>
                <a:lnTo>
                  <a:pt x="41158" y="2282907"/>
                </a:lnTo>
                <a:lnTo>
                  <a:pt x="39511" y="2284128"/>
                </a:lnTo>
                <a:lnTo>
                  <a:pt x="37865" y="2285301"/>
                </a:lnTo>
                <a:lnTo>
                  <a:pt x="36219" y="2286426"/>
                </a:lnTo>
                <a:lnTo>
                  <a:pt x="34572" y="2287502"/>
                </a:lnTo>
                <a:lnTo>
                  <a:pt x="32926" y="2288530"/>
                </a:lnTo>
                <a:lnTo>
                  <a:pt x="31280" y="2289510"/>
                </a:lnTo>
                <a:lnTo>
                  <a:pt x="29633" y="2290440"/>
                </a:lnTo>
                <a:lnTo>
                  <a:pt x="27987" y="2291321"/>
                </a:lnTo>
                <a:lnTo>
                  <a:pt x="26341" y="2292153"/>
                </a:lnTo>
                <a:lnTo>
                  <a:pt x="24694" y="2292936"/>
                </a:lnTo>
                <a:lnTo>
                  <a:pt x="23048" y="2293669"/>
                </a:lnTo>
                <a:lnTo>
                  <a:pt x="21402" y="2294353"/>
                </a:lnTo>
                <a:lnTo>
                  <a:pt x="19755" y="2294986"/>
                </a:lnTo>
                <a:lnTo>
                  <a:pt x="18109" y="2295570"/>
                </a:lnTo>
                <a:lnTo>
                  <a:pt x="16463" y="2296104"/>
                </a:lnTo>
                <a:lnTo>
                  <a:pt x="14816" y="2296587"/>
                </a:lnTo>
                <a:lnTo>
                  <a:pt x="13170" y="2297020"/>
                </a:lnTo>
                <a:lnTo>
                  <a:pt x="11524" y="2297402"/>
                </a:lnTo>
                <a:lnTo>
                  <a:pt x="9877" y="2297734"/>
                </a:lnTo>
                <a:lnTo>
                  <a:pt x="8231" y="2298015"/>
                </a:lnTo>
                <a:lnTo>
                  <a:pt x="6585" y="2298245"/>
                </a:lnTo>
                <a:lnTo>
                  <a:pt x="4938" y="2298425"/>
                </a:lnTo>
                <a:lnTo>
                  <a:pt x="3292" y="2298553"/>
                </a:lnTo>
                <a:lnTo>
                  <a:pt x="1646" y="2298630"/>
                </a:lnTo>
                <a:lnTo>
                  <a:pt x="0" y="2298656"/>
                </a:lnTo>
                <a:close/>
              </a:path>
            </a:pathLst>
          </a:custGeom>
          <a:solidFill>
            <a:srgbClr val="F28BA0">
              <a:alpha val="55000"/>
            </a:srgbClr>
          </a:solidFill>
          <a:ln w="10160">
            <a:solidFill>
              <a:srgbClr val="F28BA0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1 polygon 35" descr="sci-ppt:o035"/>
          <p:cNvSpPr/>
          <p:nvPr/>
        </p:nvSpPr>
        <p:spPr>
          <a:xfrm>
            <a:off x="914400" y="2068372"/>
            <a:ext cx="6583679" cy="3143708"/>
          </a:xfrm>
          <a:custGeom>
            <a:avLst/>
            <a:gdLst/>
            <a:ahLst/>
            <a:cxnLst/>
            <a:rect l="l" t="t" r="r" b="b"/>
            <a:pathLst>
              <a:path w="6583679" h="3143708">
                <a:moveTo>
                  <a:pt x="0" y="3143708"/>
                </a:moveTo>
                <a:lnTo>
                  <a:pt x="1646" y="3143681"/>
                </a:lnTo>
                <a:lnTo>
                  <a:pt x="3292" y="3143601"/>
                </a:lnTo>
                <a:lnTo>
                  <a:pt x="4938" y="3143469"/>
                </a:lnTo>
                <a:lnTo>
                  <a:pt x="6585" y="3143283"/>
                </a:lnTo>
                <a:lnTo>
                  <a:pt x="8231" y="3143045"/>
                </a:lnTo>
                <a:lnTo>
                  <a:pt x="9877" y="3142753"/>
                </a:lnTo>
                <a:lnTo>
                  <a:pt x="11524" y="3142409"/>
                </a:lnTo>
                <a:lnTo>
                  <a:pt x="13170" y="3142012"/>
                </a:lnTo>
                <a:lnTo>
                  <a:pt x="14816" y="3141563"/>
                </a:lnTo>
                <a:lnTo>
                  <a:pt x="16463" y="3141061"/>
                </a:lnTo>
                <a:lnTo>
                  <a:pt x="18109" y="3140506"/>
                </a:lnTo>
                <a:lnTo>
                  <a:pt x="19755" y="3139899"/>
                </a:lnTo>
                <a:lnTo>
                  <a:pt x="21402" y="3139239"/>
                </a:lnTo>
                <a:lnTo>
                  <a:pt x="23048" y="3138527"/>
                </a:lnTo>
                <a:lnTo>
                  <a:pt x="24694" y="3137763"/>
                </a:lnTo>
                <a:lnTo>
                  <a:pt x="26341" y="3136947"/>
                </a:lnTo>
                <a:lnTo>
                  <a:pt x="27987" y="3136078"/>
                </a:lnTo>
                <a:lnTo>
                  <a:pt x="29633" y="3135158"/>
                </a:lnTo>
                <a:lnTo>
                  <a:pt x="31280" y="3134186"/>
                </a:lnTo>
                <a:lnTo>
                  <a:pt x="32926" y="3133162"/>
                </a:lnTo>
                <a:lnTo>
                  <a:pt x="34572" y="3132087"/>
                </a:lnTo>
                <a:lnTo>
                  <a:pt x="36219" y="3130960"/>
                </a:lnTo>
                <a:lnTo>
                  <a:pt x="37865" y="3129782"/>
                </a:lnTo>
                <a:lnTo>
                  <a:pt x="39511" y="3128553"/>
                </a:lnTo>
                <a:lnTo>
                  <a:pt x="41158" y="3127272"/>
                </a:lnTo>
                <a:lnTo>
                  <a:pt x="42804" y="3125941"/>
                </a:lnTo>
                <a:lnTo>
                  <a:pt x="44450" y="3124559"/>
                </a:lnTo>
                <a:lnTo>
                  <a:pt x="46097" y="3123126"/>
                </a:lnTo>
                <a:lnTo>
                  <a:pt x="47743" y="3121642"/>
                </a:lnTo>
                <a:lnTo>
                  <a:pt x="49389" y="3120109"/>
                </a:lnTo>
                <a:lnTo>
                  <a:pt x="51036" y="3118525"/>
                </a:lnTo>
                <a:lnTo>
                  <a:pt x="52682" y="3116890"/>
                </a:lnTo>
                <a:lnTo>
                  <a:pt x="54328" y="3115206"/>
                </a:lnTo>
                <a:lnTo>
                  <a:pt x="55975" y="3113472"/>
                </a:lnTo>
                <a:lnTo>
                  <a:pt x="57621" y="3111689"/>
                </a:lnTo>
                <a:lnTo>
                  <a:pt x="59267" y="3109856"/>
                </a:lnTo>
                <a:lnTo>
                  <a:pt x="60914" y="3107974"/>
                </a:lnTo>
                <a:lnTo>
                  <a:pt x="62560" y="3106043"/>
                </a:lnTo>
                <a:lnTo>
                  <a:pt x="64206" y="3104063"/>
                </a:lnTo>
                <a:lnTo>
                  <a:pt x="65853" y="3102034"/>
                </a:lnTo>
                <a:lnTo>
                  <a:pt x="67499" y="3099957"/>
                </a:lnTo>
                <a:lnTo>
                  <a:pt x="69145" y="3097831"/>
                </a:lnTo>
                <a:lnTo>
                  <a:pt x="70792" y="3095658"/>
                </a:lnTo>
                <a:lnTo>
                  <a:pt x="72438" y="3093436"/>
                </a:lnTo>
                <a:lnTo>
                  <a:pt x="74084" y="3091167"/>
                </a:lnTo>
                <a:lnTo>
                  <a:pt x="75731" y="3088850"/>
                </a:lnTo>
                <a:lnTo>
                  <a:pt x="77377" y="3086485"/>
                </a:lnTo>
                <a:lnTo>
                  <a:pt x="79023" y="3084074"/>
                </a:lnTo>
                <a:lnTo>
                  <a:pt x="80670" y="3081616"/>
                </a:lnTo>
                <a:lnTo>
                  <a:pt x="82316" y="3079111"/>
                </a:lnTo>
                <a:lnTo>
                  <a:pt x="83962" y="3076560"/>
                </a:lnTo>
                <a:lnTo>
                  <a:pt x="85609" y="3073962"/>
                </a:lnTo>
                <a:lnTo>
                  <a:pt x="87255" y="3071318"/>
                </a:lnTo>
                <a:lnTo>
                  <a:pt x="88901" y="3068629"/>
                </a:lnTo>
                <a:lnTo>
                  <a:pt x="90548" y="3065894"/>
                </a:lnTo>
                <a:lnTo>
                  <a:pt x="92194" y="3063114"/>
                </a:lnTo>
                <a:lnTo>
                  <a:pt x="93840" y="3060289"/>
                </a:lnTo>
                <a:lnTo>
                  <a:pt x="95487" y="3057418"/>
                </a:lnTo>
                <a:lnTo>
                  <a:pt x="97133" y="3054504"/>
                </a:lnTo>
                <a:lnTo>
                  <a:pt x="98779" y="3051544"/>
                </a:lnTo>
                <a:lnTo>
                  <a:pt x="100426" y="3048541"/>
                </a:lnTo>
                <a:lnTo>
                  <a:pt x="102072" y="3045494"/>
                </a:lnTo>
                <a:lnTo>
                  <a:pt x="103718" y="3042403"/>
                </a:lnTo>
                <a:lnTo>
                  <a:pt x="105365" y="3039269"/>
                </a:lnTo>
                <a:lnTo>
                  <a:pt x="107011" y="3036092"/>
                </a:lnTo>
                <a:lnTo>
                  <a:pt x="108657" y="3032872"/>
                </a:lnTo>
                <a:lnTo>
                  <a:pt x="110304" y="3029609"/>
                </a:lnTo>
                <a:lnTo>
                  <a:pt x="111950" y="3026304"/>
                </a:lnTo>
                <a:lnTo>
                  <a:pt x="113596" y="3022957"/>
                </a:lnTo>
                <a:lnTo>
                  <a:pt x="115243" y="3019569"/>
                </a:lnTo>
                <a:lnTo>
                  <a:pt x="116889" y="3016138"/>
                </a:lnTo>
                <a:lnTo>
                  <a:pt x="118535" y="3012667"/>
                </a:lnTo>
                <a:lnTo>
                  <a:pt x="120182" y="3009154"/>
                </a:lnTo>
                <a:lnTo>
                  <a:pt x="121828" y="3005601"/>
                </a:lnTo>
                <a:lnTo>
                  <a:pt x="123474" y="3002007"/>
                </a:lnTo>
                <a:lnTo>
                  <a:pt x="125121" y="2998373"/>
                </a:lnTo>
                <a:lnTo>
                  <a:pt x="126767" y="2994700"/>
                </a:lnTo>
                <a:lnTo>
                  <a:pt x="128413" y="2990986"/>
                </a:lnTo>
                <a:lnTo>
                  <a:pt x="130060" y="2987234"/>
                </a:lnTo>
                <a:lnTo>
                  <a:pt x="131706" y="2983442"/>
                </a:lnTo>
                <a:lnTo>
                  <a:pt x="133352" y="2979612"/>
                </a:lnTo>
                <a:lnTo>
                  <a:pt x="134999" y="2975743"/>
                </a:lnTo>
                <a:lnTo>
                  <a:pt x="136645" y="2971836"/>
                </a:lnTo>
                <a:lnTo>
                  <a:pt x="138291" y="2967891"/>
                </a:lnTo>
                <a:lnTo>
                  <a:pt x="139938" y="2963909"/>
                </a:lnTo>
                <a:lnTo>
                  <a:pt x="141584" y="2959889"/>
                </a:lnTo>
                <a:lnTo>
                  <a:pt x="143230" y="2955832"/>
                </a:lnTo>
                <a:lnTo>
                  <a:pt x="144877" y="2951739"/>
                </a:lnTo>
                <a:lnTo>
                  <a:pt x="146523" y="2947609"/>
                </a:lnTo>
                <a:lnTo>
                  <a:pt x="148169" y="2943443"/>
                </a:lnTo>
                <a:lnTo>
                  <a:pt x="149816" y="2939242"/>
                </a:lnTo>
                <a:lnTo>
                  <a:pt x="151462" y="2935005"/>
                </a:lnTo>
                <a:lnTo>
                  <a:pt x="153108" y="2930732"/>
                </a:lnTo>
                <a:lnTo>
                  <a:pt x="154755" y="2926425"/>
                </a:lnTo>
                <a:lnTo>
                  <a:pt x="156401" y="2922083"/>
                </a:lnTo>
                <a:lnTo>
                  <a:pt x="158047" y="2917707"/>
                </a:lnTo>
                <a:lnTo>
                  <a:pt x="159694" y="2913297"/>
                </a:lnTo>
                <a:lnTo>
                  <a:pt x="161340" y="2908854"/>
                </a:lnTo>
                <a:lnTo>
                  <a:pt x="162986" y="2904376"/>
                </a:lnTo>
                <a:lnTo>
                  <a:pt x="164633" y="2899866"/>
                </a:lnTo>
                <a:lnTo>
                  <a:pt x="166279" y="2895323"/>
                </a:lnTo>
                <a:lnTo>
                  <a:pt x="167925" y="2890748"/>
                </a:lnTo>
                <a:lnTo>
                  <a:pt x="169572" y="2886141"/>
                </a:lnTo>
                <a:lnTo>
                  <a:pt x="171218" y="2881501"/>
                </a:lnTo>
                <a:lnTo>
                  <a:pt x="172864" y="2876830"/>
                </a:lnTo>
                <a:lnTo>
                  <a:pt x="174511" y="2872128"/>
                </a:lnTo>
                <a:lnTo>
                  <a:pt x="176157" y="2867395"/>
                </a:lnTo>
                <a:lnTo>
                  <a:pt x="177803" y="2862632"/>
                </a:lnTo>
                <a:lnTo>
                  <a:pt x="179450" y="2857838"/>
                </a:lnTo>
                <a:lnTo>
                  <a:pt x="181096" y="2853014"/>
                </a:lnTo>
                <a:lnTo>
                  <a:pt x="182742" y="2848161"/>
                </a:lnTo>
                <a:lnTo>
                  <a:pt x="184389" y="2843278"/>
                </a:lnTo>
                <a:lnTo>
                  <a:pt x="186035" y="2838366"/>
                </a:lnTo>
                <a:lnTo>
                  <a:pt x="187681" y="2833426"/>
                </a:lnTo>
                <a:lnTo>
                  <a:pt x="189328" y="2828457"/>
                </a:lnTo>
                <a:lnTo>
                  <a:pt x="190974" y="2823460"/>
                </a:lnTo>
                <a:lnTo>
                  <a:pt x="192620" y="2818435"/>
                </a:lnTo>
                <a:lnTo>
                  <a:pt x="194267" y="2813383"/>
                </a:lnTo>
                <a:lnTo>
                  <a:pt x="195913" y="2808304"/>
                </a:lnTo>
                <a:lnTo>
                  <a:pt x="197559" y="2803197"/>
                </a:lnTo>
                <a:lnTo>
                  <a:pt x="199206" y="2798065"/>
                </a:lnTo>
                <a:lnTo>
                  <a:pt x="200852" y="2792906"/>
                </a:lnTo>
                <a:lnTo>
                  <a:pt x="202498" y="2787721"/>
                </a:lnTo>
                <a:lnTo>
                  <a:pt x="204145" y="2782510"/>
                </a:lnTo>
                <a:lnTo>
                  <a:pt x="205791" y="2777274"/>
                </a:lnTo>
                <a:lnTo>
                  <a:pt x="207437" y="2772014"/>
                </a:lnTo>
                <a:lnTo>
                  <a:pt x="209084" y="2766728"/>
                </a:lnTo>
                <a:lnTo>
                  <a:pt x="210730" y="2761418"/>
                </a:lnTo>
                <a:lnTo>
                  <a:pt x="212376" y="2756084"/>
                </a:lnTo>
                <a:lnTo>
                  <a:pt x="214023" y="2750727"/>
                </a:lnTo>
                <a:lnTo>
                  <a:pt x="215669" y="2745346"/>
                </a:lnTo>
                <a:lnTo>
                  <a:pt x="217315" y="2739941"/>
                </a:lnTo>
                <a:lnTo>
                  <a:pt x="218962" y="2734514"/>
                </a:lnTo>
                <a:lnTo>
                  <a:pt x="220608" y="2729065"/>
                </a:lnTo>
                <a:lnTo>
                  <a:pt x="222254" y="2723593"/>
                </a:lnTo>
                <a:lnTo>
                  <a:pt x="223901" y="2718099"/>
                </a:lnTo>
                <a:lnTo>
                  <a:pt x="225547" y="2712584"/>
                </a:lnTo>
                <a:lnTo>
                  <a:pt x="227193" y="2707047"/>
                </a:lnTo>
                <a:lnTo>
                  <a:pt x="228840" y="2701490"/>
                </a:lnTo>
                <a:lnTo>
                  <a:pt x="230486" y="2695911"/>
                </a:lnTo>
                <a:lnTo>
                  <a:pt x="232132" y="2690313"/>
                </a:lnTo>
                <a:lnTo>
                  <a:pt x="233779" y="2684694"/>
                </a:lnTo>
                <a:lnTo>
                  <a:pt x="235425" y="2679055"/>
                </a:lnTo>
                <a:lnTo>
                  <a:pt x="237071" y="2673397"/>
                </a:lnTo>
                <a:lnTo>
                  <a:pt x="238718" y="2667720"/>
                </a:lnTo>
                <a:lnTo>
                  <a:pt x="240364" y="2662024"/>
                </a:lnTo>
                <a:lnTo>
                  <a:pt x="242010" y="2656309"/>
                </a:lnTo>
                <a:lnTo>
                  <a:pt x="243657" y="2650576"/>
                </a:lnTo>
                <a:lnTo>
                  <a:pt x="245303" y="2644824"/>
                </a:lnTo>
                <a:lnTo>
                  <a:pt x="246949" y="2639055"/>
                </a:lnTo>
                <a:lnTo>
                  <a:pt x="248596" y="2633269"/>
                </a:lnTo>
                <a:lnTo>
                  <a:pt x="250242" y="2627465"/>
                </a:lnTo>
                <a:lnTo>
                  <a:pt x="251888" y="2621645"/>
                </a:lnTo>
                <a:lnTo>
                  <a:pt x="253535" y="2615808"/>
                </a:lnTo>
                <a:lnTo>
                  <a:pt x="255181" y="2609955"/>
                </a:lnTo>
                <a:lnTo>
                  <a:pt x="256827" y="2604085"/>
                </a:lnTo>
                <a:lnTo>
                  <a:pt x="258474" y="2598200"/>
                </a:lnTo>
                <a:lnTo>
                  <a:pt x="260120" y="2592300"/>
                </a:lnTo>
                <a:lnTo>
                  <a:pt x="261766" y="2586384"/>
                </a:lnTo>
                <a:lnTo>
                  <a:pt x="263413" y="2580454"/>
                </a:lnTo>
                <a:lnTo>
                  <a:pt x="265059" y="2574509"/>
                </a:lnTo>
                <a:lnTo>
                  <a:pt x="266705" y="2568549"/>
                </a:lnTo>
                <a:lnTo>
                  <a:pt x="268352" y="2562576"/>
                </a:lnTo>
                <a:lnTo>
                  <a:pt x="269998" y="2556589"/>
                </a:lnTo>
                <a:lnTo>
                  <a:pt x="271644" y="2550588"/>
                </a:lnTo>
                <a:lnTo>
                  <a:pt x="273291" y="2544574"/>
                </a:lnTo>
                <a:lnTo>
                  <a:pt x="274937" y="2538547"/>
                </a:lnTo>
                <a:lnTo>
                  <a:pt x="276583" y="2532507"/>
                </a:lnTo>
                <a:lnTo>
                  <a:pt x="278230" y="2526455"/>
                </a:lnTo>
                <a:lnTo>
                  <a:pt x="279876" y="2520391"/>
                </a:lnTo>
                <a:lnTo>
                  <a:pt x="281522" y="2514315"/>
                </a:lnTo>
                <a:lnTo>
                  <a:pt x="283169" y="2508228"/>
                </a:lnTo>
                <a:lnTo>
                  <a:pt x="284815" y="2502129"/>
                </a:lnTo>
                <a:lnTo>
                  <a:pt x="286461" y="2496019"/>
                </a:lnTo>
                <a:lnTo>
                  <a:pt x="288108" y="2489898"/>
                </a:lnTo>
                <a:lnTo>
                  <a:pt x="289754" y="2483766"/>
                </a:lnTo>
                <a:lnTo>
                  <a:pt x="291400" y="2477624"/>
                </a:lnTo>
                <a:lnTo>
                  <a:pt x="293047" y="2471472"/>
                </a:lnTo>
                <a:lnTo>
                  <a:pt x="294693" y="2465311"/>
                </a:lnTo>
                <a:lnTo>
                  <a:pt x="296339" y="2459140"/>
                </a:lnTo>
                <a:lnTo>
                  <a:pt x="297986" y="2452959"/>
                </a:lnTo>
                <a:lnTo>
                  <a:pt x="299632" y="2446769"/>
                </a:lnTo>
                <a:lnTo>
                  <a:pt x="301278" y="2440571"/>
                </a:lnTo>
                <a:lnTo>
                  <a:pt x="302925" y="2434364"/>
                </a:lnTo>
                <a:lnTo>
                  <a:pt x="304571" y="2428149"/>
                </a:lnTo>
                <a:lnTo>
                  <a:pt x="306217" y="2421925"/>
                </a:lnTo>
                <a:lnTo>
                  <a:pt x="307864" y="2415694"/>
                </a:lnTo>
                <a:lnTo>
                  <a:pt x="309510" y="2409455"/>
                </a:lnTo>
                <a:lnTo>
                  <a:pt x="311156" y="2403209"/>
                </a:lnTo>
                <a:lnTo>
                  <a:pt x="312803" y="2396956"/>
                </a:lnTo>
                <a:lnTo>
                  <a:pt x="314449" y="2390696"/>
                </a:lnTo>
                <a:lnTo>
                  <a:pt x="316095" y="2384429"/>
                </a:lnTo>
                <a:lnTo>
                  <a:pt x="317741" y="2378156"/>
                </a:lnTo>
                <a:lnTo>
                  <a:pt x="319388" y="2371877"/>
                </a:lnTo>
                <a:lnTo>
                  <a:pt x="321034" y="2365591"/>
                </a:lnTo>
                <a:lnTo>
                  <a:pt x="322680" y="2359300"/>
                </a:lnTo>
                <a:lnTo>
                  <a:pt x="324327" y="2353004"/>
                </a:lnTo>
                <a:lnTo>
                  <a:pt x="325973" y="2346702"/>
                </a:lnTo>
                <a:lnTo>
                  <a:pt x="327619" y="2340395"/>
                </a:lnTo>
                <a:lnTo>
                  <a:pt x="329266" y="2334083"/>
                </a:lnTo>
                <a:lnTo>
                  <a:pt x="330912" y="2327767"/>
                </a:lnTo>
                <a:lnTo>
                  <a:pt x="332558" y="2321446"/>
                </a:lnTo>
                <a:lnTo>
                  <a:pt x="334205" y="2315121"/>
                </a:lnTo>
                <a:lnTo>
                  <a:pt x="335851" y="2308792"/>
                </a:lnTo>
                <a:lnTo>
                  <a:pt x="337497" y="2302459"/>
                </a:lnTo>
                <a:lnTo>
                  <a:pt x="339144" y="2296123"/>
                </a:lnTo>
                <a:lnTo>
                  <a:pt x="340790" y="2289783"/>
                </a:lnTo>
                <a:lnTo>
                  <a:pt x="342436" y="2283441"/>
                </a:lnTo>
                <a:lnTo>
                  <a:pt x="344083" y="2277095"/>
                </a:lnTo>
                <a:lnTo>
                  <a:pt x="345729" y="2270747"/>
                </a:lnTo>
                <a:lnTo>
                  <a:pt x="347375" y="2264396"/>
                </a:lnTo>
                <a:lnTo>
                  <a:pt x="349022" y="2258042"/>
                </a:lnTo>
                <a:lnTo>
                  <a:pt x="350668" y="2251687"/>
                </a:lnTo>
                <a:lnTo>
                  <a:pt x="352314" y="2245330"/>
                </a:lnTo>
                <a:lnTo>
                  <a:pt x="353961" y="2238971"/>
                </a:lnTo>
                <a:lnTo>
                  <a:pt x="355607" y="2232610"/>
                </a:lnTo>
                <a:lnTo>
                  <a:pt x="357253" y="2226248"/>
                </a:lnTo>
                <a:lnTo>
                  <a:pt x="358900" y="2219885"/>
                </a:lnTo>
                <a:lnTo>
                  <a:pt x="360546" y="2213521"/>
                </a:lnTo>
                <a:lnTo>
                  <a:pt x="362192" y="2207156"/>
                </a:lnTo>
                <a:lnTo>
                  <a:pt x="363839" y="2200791"/>
                </a:lnTo>
                <a:lnTo>
                  <a:pt x="365485" y="2194425"/>
                </a:lnTo>
                <a:lnTo>
                  <a:pt x="367131" y="2188059"/>
                </a:lnTo>
                <a:lnTo>
                  <a:pt x="368778" y="2181693"/>
                </a:lnTo>
                <a:lnTo>
                  <a:pt x="370424" y="2175327"/>
                </a:lnTo>
                <a:lnTo>
                  <a:pt x="372070" y="2168961"/>
                </a:lnTo>
                <a:lnTo>
                  <a:pt x="373717" y="2162596"/>
                </a:lnTo>
                <a:lnTo>
                  <a:pt x="375363" y="2156231"/>
                </a:lnTo>
                <a:lnTo>
                  <a:pt x="377009" y="2149868"/>
                </a:lnTo>
                <a:lnTo>
                  <a:pt x="378656" y="2143505"/>
                </a:lnTo>
                <a:lnTo>
                  <a:pt x="380302" y="2137143"/>
                </a:lnTo>
                <a:lnTo>
                  <a:pt x="381948" y="2130783"/>
                </a:lnTo>
                <a:lnTo>
                  <a:pt x="383595" y="2124424"/>
                </a:lnTo>
                <a:lnTo>
                  <a:pt x="385241" y="2118067"/>
                </a:lnTo>
                <a:lnTo>
                  <a:pt x="386887" y="2111712"/>
                </a:lnTo>
                <a:lnTo>
                  <a:pt x="388534" y="2105359"/>
                </a:lnTo>
                <a:lnTo>
                  <a:pt x="390180" y="2099008"/>
                </a:lnTo>
                <a:lnTo>
                  <a:pt x="391826" y="2092659"/>
                </a:lnTo>
                <a:lnTo>
                  <a:pt x="393473" y="2086313"/>
                </a:lnTo>
                <a:lnTo>
                  <a:pt x="395119" y="2079969"/>
                </a:lnTo>
                <a:lnTo>
                  <a:pt x="396765" y="2073629"/>
                </a:lnTo>
                <a:lnTo>
                  <a:pt x="398412" y="2067291"/>
                </a:lnTo>
                <a:lnTo>
                  <a:pt x="400058" y="2060956"/>
                </a:lnTo>
                <a:lnTo>
                  <a:pt x="401704" y="2054624"/>
                </a:lnTo>
                <a:lnTo>
                  <a:pt x="403351" y="2048296"/>
                </a:lnTo>
                <a:lnTo>
                  <a:pt x="404997" y="2041971"/>
                </a:lnTo>
                <a:lnTo>
                  <a:pt x="406643" y="2035650"/>
                </a:lnTo>
                <a:lnTo>
                  <a:pt x="408290" y="2029333"/>
                </a:lnTo>
                <a:lnTo>
                  <a:pt x="409936" y="2023020"/>
                </a:lnTo>
                <a:lnTo>
                  <a:pt x="411582" y="2016711"/>
                </a:lnTo>
                <a:lnTo>
                  <a:pt x="413229" y="2010406"/>
                </a:lnTo>
                <a:lnTo>
                  <a:pt x="414875" y="2004105"/>
                </a:lnTo>
                <a:lnTo>
                  <a:pt x="416521" y="1997809"/>
                </a:lnTo>
                <a:lnTo>
                  <a:pt x="418168" y="1991517"/>
                </a:lnTo>
                <a:lnTo>
                  <a:pt x="419814" y="1985231"/>
                </a:lnTo>
                <a:lnTo>
                  <a:pt x="421460" y="1978949"/>
                </a:lnTo>
                <a:lnTo>
                  <a:pt x="423107" y="1972672"/>
                </a:lnTo>
                <a:lnTo>
                  <a:pt x="424753" y="1966400"/>
                </a:lnTo>
                <a:lnTo>
                  <a:pt x="426399" y="1960134"/>
                </a:lnTo>
                <a:lnTo>
                  <a:pt x="428046" y="1953873"/>
                </a:lnTo>
                <a:lnTo>
                  <a:pt x="429692" y="1947618"/>
                </a:lnTo>
                <a:lnTo>
                  <a:pt x="431338" y="1941368"/>
                </a:lnTo>
                <a:lnTo>
                  <a:pt x="432985" y="1935124"/>
                </a:lnTo>
                <a:lnTo>
                  <a:pt x="434631" y="1928886"/>
                </a:lnTo>
                <a:lnTo>
                  <a:pt x="436277" y="1922654"/>
                </a:lnTo>
                <a:lnTo>
                  <a:pt x="437924" y="1916428"/>
                </a:lnTo>
                <a:lnTo>
                  <a:pt x="439570" y="1910208"/>
                </a:lnTo>
                <a:lnTo>
                  <a:pt x="441216" y="1903995"/>
                </a:lnTo>
                <a:lnTo>
                  <a:pt x="442863" y="1897788"/>
                </a:lnTo>
                <a:lnTo>
                  <a:pt x="444509" y="1891588"/>
                </a:lnTo>
                <a:lnTo>
                  <a:pt x="446155" y="1885394"/>
                </a:lnTo>
                <a:lnTo>
                  <a:pt x="447802" y="1879207"/>
                </a:lnTo>
                <a:lnTo>
                  <a:pt x="449448" y="1873027"/>
                </a:lnTo>
                <a:lnTo>
                  <a:pt x="451094" y="1866855"/>
                </a:lnTo>
                <a:lnTo>
                  <a:pt x="452741" y="1860689"/>
                </a:lnTo>
                <a:lnTo>
                  <a:pt x="454387" y="1854530"/>
                </a:lnTo>
                <a:lnTo>
                  <a:pt x="456033" y="1848379"/>
                </a:lnTo>
                <a:lnTo>
                  <a:pt x="457680" y="1842235"/>
                </a:lnTo>
                <a:lnTo>
                  <a:pt x="459326" y="1836099"/>
                </a:lnTo>
                <a:lnTo>
                  <a:pt x="460972" y="1829970"/>
                </a:lnTo>
                <a:lnTo>
                  <a:pt x="462619" y="1823849"/>
                </a:lnTo>
                <a:lnTo>
                  <a:pt x="464265" y="1817736"/>
                </a:lnTo>
                <a:lnTo>
                  <a:pt x="465911" y="1811631"/>
                </a:lnTo>
                <a:lnTo>
                  <a:pt x="467558" y="1805534"/>
                </a:lnTo>
                <a:lnTo>
                  <a:pt x="469204" y="1799445"/>
                </a:lnTo>
                <a:lnTo>
                  <a:pt x="470850" y="1793364"/>
                </a:lnTo>
                <a:lnTo>
                  <a:pt x="472497" y="1787291"/>
                </a:lnTo>
                <a:lnTo>
                  <a:pt x="474143" y="1781227"/>
                </a:lnTo>
                <a:lnTo>
                  <a:pt x="475789" y="1775171"/>
                </a:lnTo>
                <a:lnTo>
                  <a:pt x="477436" y="1769124"/>
                </a:lnTo>
                <a:lnTo>
                  <a:pt x="479082" y="1763085"/>
                </a:lnTo>
                <a:lnTo>
                  <a:pt x="480728" y="1757055"/>
                </a:lnTo>
                <a:lnTo>
                  <a:pt x="482375" y="1751034"/>
                </a:lnTo>
                <a:lnTo>
                  <a:pt x="484021" y="1745021"/>
                </a:lnTo>
                <a:lnTo>
                  <a:pt x="485667" y="1739018"/>
                </a:lnTo>
                <a:lnTo>
                  <a:pt x="487314" y="1733024"/>
                </a:lnTo>
                <a:lnTo>
                  <a:pt x="488960" y="1727038"/>
                </a:lnTo>
                <a:lnTo>
                  <a:pt x="490606" y="1721062"/>
                </a:lnTo>
                <a:lnTo>
                  <a:pt x="492253" y="1715095"/>
                </a:lnTo>
                <a:lnTo>
                  <a:pt x="493899" y="1709138"/>
                </a:lnTo>
                <a:lnTo>
                  <a:pt x="495545" y="1703190"/>
                </a:lnTo>
                <a:lnTo>
                  <a:pt x="497192" y="1697251"/>
                </a:lnTo>
                <a:lnTo>
                  <a:pt x="498838" y="1691322"/>
                </a:lnTo>
                <a:lnTo>
                  <a:pt x="500484" y="1685403"/>
                </a:lnTo>
                <a:lnTo>
                  <a:pt x="502131" y="1679493"/>
                </a:lnTo>
                <a:lnTo>
                  <a:pt x="503777" y="1673593"/>
                </a:lnTo>
                <a:lnTo>
                  <a:pt x="505423" y="1667703"/>
                </a:lnTo>
                <a:lnTo>
                  <a:pt x="507070" y="1661822"/>
                </a:lnTo>
                <a:lnTo>
                  <a:pt x="508716" y="1655952"/>
                </a:lnTo>
                <a:lnTo>
                  <a:pt x="510362" y="1650092"/>
                </a:lnTo>
                <a:lnTo>
                  <a:pt x="512009" y="1644242"/>
                </a:lnTo>
                <a:lnTo>
                  <a:pt x="513655" y="1638402"/>
                </a:lnTo>
                <a:lnTo>
                  <a:pt x="515301" y="1632572"/>
                </a:lnTo>
                <a:lnTo>
                  <a:pt x="516948" y="1626752"/>
                </a:lnTo>
                <a:lnTo>
                  <a:pt x="518594" y="1620943"/>
                </a:lnTo>
                <a:lnTo>
                  <a:pt x="520240" y="1615144"/>
                </a:lnTo>
                <a:lnTo>
                  <a:pt x="521887" y="1609355"/>
                </a:lnTo>
                <a:lnTo>
                  <a:pt x="523533" y="1603577"/>
                </a:lnTo>
                <a:lnTo>
                  <a:pt x="525179" y="1597810"/>
                </a:lnTo>
                <a:lnTo>
                  <a:pt x="526826" y="1592053"/>
                </a:lnTo>
                <a:lnTo>
                  <a:pt x="528472" y="1586307"/>
                </a:lnTo>
                <a:lnTo>
                  <a:pt x="530118" y="1580572"/>
                </a:lnTo>
                <a:lnTo>
                  <a:pt x="531765" y="1574847"/>
                </a:lnTo>
                <a:lnTo>
                  <a:pt x="533411" y="1569133"/>
                </a:lnTo>
                <a:lnTo>
                  <a:pt x="535057" y="1563430"/>
                </a:lnTo>
                <a:lnTo>
                  <a:pt x="536704" y="1557738"/>
                </a:lnTo>
                <a:lnTo>
                  <a:pt x="538350" y="1552057"/>
                </a:lnTo>
                <a:lnTo>
                  <a:pt x="539996" y="1546387"/>
                </a:lnTo>
                <a:lnTo>
                  <a:pt x="541643" y="1540728"/>
                </a:lnTo>
                <a:lnTo>
                  <a:pt x="543289" y="1535080"/>
                </a:lnTo>
                <a:lnTo>
                  <a:pt x="544935" y="1529443"/>
                </a:lnTo>
                <a:lnTo>
                  <a:pt x="546582" y="1523817"/>
                </a:lnTo>
                <a:lnTo>
                  <a:pt x="548228" y="1518203"/>
                </a:lnTo>
                <a:lnTo>
                  <a:pt x="549874" y="1512600"/>
                </a:lnTo>
                <a:lnTo>
                  <a:pt x="551521" y="1507008"/>
                </a:lnTo>
                <a:lnTo>
                  <a:pt x="553167" y="1501428"/>
                </a:lnTo>
                <a:lnTo>
                  <a:pt x="554813" y="1495859"/>
                </a:lnTo>
                <a:lnTo>
                  <a:pt x="556460" y="1490301"/>
                </a:lnTo>
                <a:lnTo>
                  <a:pt x="558106" y="1484755"/>
                </a:lnTo>
                <a:lnTo>
                  <a:pt x="559752" y="1479221"/>
                </a:lnTo>
                <a:lnTo>
                  <a:pt x="561399" y="1473698"/>
                </a:lnTo>
                <a:lnTo>
                  <a:pt x="563045" y="1468186"/>
                </a:lnTo>
                <a:lnTo>
                  <a:pt x="564691" y="1462686"/>
                </a:lnTo>
                <a:lnTo>
                  <a:pt x="566338" y="1457198"/>
                </a:lnTo>
                <a:lnTo>
                  <a:pt x="567984" y="1451722"/>
                </a:lnTo>
                <a:lnTo>
                  <a:pt x="569630" y="1446257"/>
                </a:lnTo>
                <a:lnTo>
                  <a:pt x="571277" y="1440804"/>
                </a:lnTo>
                <a:lnTo>
                  <a:pt x="572923" y="1435363"/>
                </a:lnTo>
                <a:lnTo>
                  <a:pt x="574569" y="1429933"/>
                </a:lnTo>
                <a:lnTo>
                  <a:pt x="576216" y="1424516"/>
                </a:lnTo>
                <a:lnTo>
                  <a:pt x="577862" y="1419110"/>
                </a:lnTo>
                <a:lnTo>
                  <a:pt x="579508" y="1413716"/>
                </a:lnTo>
                <a:lnTo>
                  <a:pt x="581155" y="1408335"/>
                </a:lnTo>
                <a:lnTo>
                  <a:pt x="582801" y="1402965"/>
                </a:lnTo>
                <a:lnTo>
                  <a:pt x="584447" y="1397607"/>
                </a:lnTo>
                <a:lnTo>
                  <a:pt x="586094" y="1392261"/>
                </a:lnTo>
                <a:lnTo>
                  <a:pt x="587740" y="1386927"/>
                </a:lnTo>
                <a:lnTo>
                  <a:pt x="589386" y="1381605"/>
                </a:lnTo>
                <a:lnTo>
                  <a:pt x="591033" y="1376296"/>
                </a:lnTo>
                <a:lnTo>
                  <a:pt x="592679" y="1370998"/>
                </a:lnTo>
                <a:lnTo>
                  <a:pt x="594325" y="1365713"/>
                </a:lnTo>
                <a:lnTo>
                  <a:pt x="595972" y="1360440"/>
                </a:lnTo>
                <a:lnTo>
                  <a:pt x="597618" y="1355179"/>
                </a:lnTo>
                <a:lnTo>
                  <a:pt x="599264" y="1349930"/>
                </a:lnTo>
                <a:lnTo>
                  <a:pt x="600911" y="1344693"/>
                </a:lnTo>
                <a:lnTo>
                  <a:pt x="602557" y="1339469"/>
                </a:lnTo>
                <a:lnTo>
                  <a:pt x="604203" y="1334257"/>
                </a:lnTo>
                <a:lnTo>
                  <a:pt x="605850" y="1329057"/>
                </a:lnTo>
                <a:lnTo>
                  <a:pt x="607496" y="1323869"/>
                </a:lnTo>
                <a:lnTo>
                  <a:pt x="609142" y="1318694"/>
                </a:lnTo>
                <a:lnTo>
                  <a:pt x="610789" y="1313531"/>
                </a:lnTo>
                <a:lnTo>
                  <a:pt x="612435" y="1308381"/>
                </a:lnTo>
                <a:lnTo>
                  <a:pt x="614081" y="1303242"/>
                </a:lnTo>
                <a:lnTo>
                  <a:pt x="615728" y="1298117"/>
                </a:lnTo>
                <a:lnTo>
                  <a:pt x="617374" y="1293003"/>
                </a:lnTo>
                <a:lnTo>
                  <a:pt x="619020" y="1287902"/>
                </a:lnTo>
                <a:lnTo>
                  <a:pt x="620667" y="1282814"/>
                </a:lnTo>
                <a:lnTo>
                  <a:pt x="622313" y="1277738"/>
                </a:lnTo>
                <a:lnTo>
                  <a:pt x="623959" y="1272674"/>
                </a:lnTo>
                <a:lnTo>
                  <a:pt x="625606" y="1267623"/>
                </a:lnTo>
                <a:lnTo>
                  <a:pt x="627252" y="1262584"/>
                </a:lnTo>
                <a:lnTo>
                  <a:pt x="628898" y="1257558"/>
                </a:lnTo>
                <a:lnTo>
                  <a:pt x="630544" y="1252544"/>
                </a:lnTo>
                <a:lnTo>
                  <a:pt x="632191" y="1247543"/>
                </a:lnTo>
                <a:lnTo>
                  <a:pt x="633837" y="1242554"/>
                </a:lnTo>
                <a:lnTo>
                  <a:pt x="635483" y="1237578"/>
                </a:lnTo>
                <a:lnTo>
                  <a:pt x="637130" y="1232614"/>
                </a:lnTo>
                <a:lnTo>
                  <a:pt x="638776" y="1227663"/>
                </a:lnTo>
                <a:lnTo>
                  <a:pt x="640422" y="1222725"/>
                </a:lnTo>
                <a:lnTo>
                  <a:pt x="642069" y="1217799"/>
                </a:lnTo>
                <a:lnTo>
                  <a:pt x="643715" y="1212885"/>
                </a:lnTo>
                <a:lnTo>
                  <a:pt x="645361" y="1207985"/>
                </a:lnTo>
                <a:lnTo>
                  <a:pt x="647008" y="1203096"/>
                </a:lnTo>
                <a:lnTo>
                  <a:pt x="648654" y="1198221"/>
                </a:lnTo>
                <a:lnTo>
                  <a:pt x="650300" y="1193358"/>
                </a:lnTo>
                <a:lnTo>
                  <a:pt x="651947" y="1188507"/>
                </a:lnTo>
                <a:lnTo>
                  <a:pt x="653593" y="1183669"/>
                </a:lnTo>
                <a:lnTo>
                  <a:pt x="655239" y="1178844"/>
                </a:lnTo>
                <a:lnTo>
                  <a:pt x="656886" y="1174031"/>
                </a:lnTo>
                <a:lnTo>
                  <a:pt x="658532" y="1169231"/>
                </a:lnTo>
                <a:lnTo>
                  <a:pt x="660178" y="1164444"/>
                </a:lnTo>
                <a:lnTo>
                  <a:pt x="661825" y="1159669"/>
                </a:lnTo>
                <a:lnTo>
                  <a:pt x="663471" y="1154907"/>
                </a:lnTo>
                <a:lnTo>
                  <a:pt x="665117" y="1150158"/>
                </a:lnTo>
                <a:lnTo>
                  <a:pt x="666764" y="1145421"/>
                </a:lnTo>
                <a:lnTo>
                  <a:pt x="668410" y="1140696"/>
                </a:lnTo>
                <a:lnTo>
                  <a:pt x="670056" y="1135985"/>
                </a:lnTo>
                <a:lnTo>
                  <a:pt x="671703" y="1131286"/>
                </a:lnTo>
                <a:lnTo>
                  <a:pt x="673349" y="1126599"/>
                </a:lnTo>
                <a:lnTo>
                  <a:pt x="674995" y="1121925"/>
                </a:lnTo>
                <a:lnTo>
                  <a:pt x="676642" y="1117264"/>
                </a:lnTo>
                <a:lnTo>
                  <a:pt x="678288" y="1112616"/>
                </a:lnTo>
                <a:lnTo>
                  <a:pt x="679934" y="1107980"/>
                </a:lnTo>
                <a:lnTo>
                  <a:pt x="681581" y="1103356"/>
                </a:lnTo>
                <a:lnTo>
                  <a:pt x="683227" y="1098746"/>
                </a:lnTo>
                <a:lnTo>
                  <a:pt x="684873" y="1094148"/>
                </a:lnTo>
                <a:lnTo>
                  <a:pt x="686520" y="1089562"/>
                </a:lnTo>
                <a:lnTo>
                  <a:pt x="688166" y="1084989"/>
                </a:lnTo>
                <a:lnTo>
                  <a:pt x="689812" y="1080429"/>
                </a:lnTo>
                <a:lnTo>
                  <a:pt x="691459" y="1075881"/>
                </a:lnTo>
                <a:lnTo>
                  <a:pt x="693105" y="1071346"/>
                </a:lnTo>
                <a:lnTo>
                  <a:pt x="694751" y="1066824"/>
                </a:lnTo>
                <a:lnTo>
                  <a:pt x="696398" y="1062314"/>
                </a:lnTo>
                <a:lnTo>
                  <a:pt x="698044" y="1057817"/>
                </a:lnTo>
                <a:lnTo>
                  <a:pt x="699690" y="1053332"/>
                </a:lnTo>
                <a:lnTo>
                  <a:pt x="701337" y="1048860"/>
                </a:lnTo>
                <a:lnTo>
                  <a:pt x="702983" y="1044401"/>
                </a:lnTo>
                <a:lnTo>
                  <a:pt x="704629" y="1039954"/>
                </a:lnTo>
                <a:lnTo>
                  <a:pt x="706276" y="1035519"/>
                </a:lnTo>
                <a:lnTo>
                  <a:pt x="707922" y="1031097"/>
                </a:lnTo>
                <a:lnTo>
                  <a:pt x="709568" y="1026688"/>
                </a:lnTo>
                <a:lnTo>
                  <a:pt x="711215" y="1022291"/>
                </a:lnTo>
                <a:lnTo>
                  <a:pt x="712861" y="1017907"/>
                </a:lnTo>
                <a:lnTo>
                  <a:pt x="714507" y="1013535"/>
                </a:lnTo>
                <a:lnTo>
                  <a:pt x="716154" y="1009176"/>
                </a:lnTo>
                <a:lnTo>
                  <a:pt x="717800" y="1004829"/>
                </a:lnTo>
                <a:lnTo>
                  <a:pt x="719446" y="1000495"/>
                </a:lnTo>
                <a:lnTo>
                  <a:pt x="721093" y="996173"/>
                </a:lnTo>
                <a:lnTo>
                  <a:pt x="722739" y="991864"/>
                </a:lnTo>
                <a:lnTo>
                  <a:pt x="724385" y="987567"/>
                </a:lnTo>
                <a:lnTo>
                  <a:pt x="726032" y="983282"/>
                </a:lnTo>
                <a:lnTo>
                  <a:pt x="727678" y="979010"/>
                </a:lnTo>
                <a:lnTo>
                  <a:pt x="729324" y="974751"/>
                </a:lnTo>
                <a:lnTo>
                  <a:pt x="730971" y="970504"/>
                </a:lnTo>
                <a:lnTo>
                  <a:pt x="732617" y="966269"/>
                </a:lnTo>
                <a:lnTo>
                  <a:pt x="734263" y="962047"/>
                </a:lnTo>
                <a:lnTo>
                  <a:pt x="735910" y="957837"/>
                </a:lnTo>
                <a:lnTo>
                  <a:pt x="737556" y="953640"/>
                </a:lnTo>
                <a:lnTo>
                  <a:pt x="739202" y="949455"/>
                </a:lnTo>
                <a:lnTo>
                  <a:pt x="740849" y="945282"/>
                </a:lnTo>
                <a:lnTo>
                  <a:pt x="742495" y="941121"/>
                </a:lnTo>
                <a:lnTo>
                  <a:pt x="744141" y="936973"/>
                </a:lnTo>
                <a:lnTo>
                  <a:pt x="745788" y="932838"/>
                </a:lnTo>
                <a:lnTo>
                  <a:pt x="747434" y="928714"/>
                </a:lnTo>
                <a:lnTo>
                  <a:pt x="749080" y="924603"/>
                </a:lnTo>
                <a:lnTo>
                  <a:pt x="750727" y="920504"/>
                </a:lnTo>
                <a:lnTo>
                  <a:pt x="752373" y="916418"/>
                </a:lnTo>
                <a:lnTo>
                  <a:pt x="754019" y="912344"/>
                </a:lnTo>
                <a:lnTo>
                  <a:pt x="755666" y="908282"/>
                </a:lnTo>
                <a:lnTo>
                  <a:pt x="757312" y="904232"/>
                </a:lnTo>
                <a:lnTo>
                  <a:pt x="758958" y="900194"/>
                </a:lnTo>
                <a:lnTo>
                  <a:pt x="760605" y="896169"/>
                </a:lnTo>
                <a:lnTo>
                  <a:pt x="762251" y="892156"/>
                </a:lnTo>
                <a:lnTo>
                  <a:pt x="763897" y="888155"/>
                </a:lnTo>
                <a:lnTo>
                  <a:pt x="765544" y="884166"/>
                </a:lnTo>
                <a:lnTo>
                  <a:pt x="767190" y="880189"/>
                </a:lnTo>
                <a:lnTo>
                  <a:pt x="768836" y="876225"/>
                </a:lnTo>
                <a:lnTo>
                  <a:pt x="770483" y="872272"/>
                </a:lnTo>
                <a:lnTo>
                  <a:pt x="772129" y="868332"/>
                </a:lnTo>
                <a:lnTo>
                  <a:pt x="773775" y="864404"/>
                </a:lnTo>
                <a:lnTo>
                  <a:pt x="775422" y="860487"/>
                </a:lnTo>
                <a:lnTo>
                  <a:pt x="777068" y="856583"/>
                </a:lnTo>
                <a:lnTo>
                  <a:pt x="778714" y="852691"/>
                </a:lnTo>
                <a:lnTo>
                  <a:pt x="780361" y="848811"/>
                </a:lnTo>
                <a:lnTo>
                  <a:pt x="782007" y="844943"/>
                </a:lnTo>
                <a:lnTo>
                  <a:pt x="783653" y="841087"/>
                </a:lnTo>
                <a:lnTo>
                  <a:pt x="785300" y="837243"/>
                </a:lnTo>
                <a:lnTo>
                  <a:pt x="786946" y="833411"/>
                </a:lnTo>
                <a:lnTo>
                  <a:pt x="788592" y="829591"/>
                </a:lnTo>
                <a:lnTo>
                  <a:pt x="790239" y="825783"/>
                </a:lnTo>
                <a:lnTo>
                  <a:pt x="791885" y="821987"/>
                </a:lnTo>
                <a:lnTo>
                  <a:pt x="793531" y="818202"/>
                </a:lnTo>
                <a:lnTo>
                  <a:pt x="795178" y="814430"/>
                </a:lnTo>
                <a:lnTo>
                  <a:pt x="796824" y="810669"/>
                </a:lnTo>
                <a:lnTo>
                  <a:pt x="798470" y="806921"/>
                </a:lnTo>
                <a:lnTo>
                  <a:pt x="800117" y="803184"/>
                </a:lnTo>
                <a:lnTo>
                  <a:pt x="801763" y="799459"/>
                </a:lnTo>
                <a:lnTo>
                  <a:pt x="803409" y="795745"/>
                </a:lnTo>
                <a:lnTo>
                  <a:pt x="805056" y="792044"/>
                </a:lnTo>
                <a:lnTo>
                  <a:pt x="806702" y="788354"/>
                </a:lnTo>
                <a:lnTo>
                  <a:pt x="808348" y="784676"/>
                </a:lnTo>
                <a:lnTo>
                  <a:pt x="809995" y="781010"/>
                </a:lnTo>
                <a:lnTo>
                  <a:pt x="811641" y="777355"/>
                </a:lnTo>
                <a:lnTo>
                  <a:pt x="813287" y="773712"/>
                </a:lnTo>
                <a:lnTo>
                  <a:pt x="814934" y="770081"/>
                </a:lnTo>
                <a:lnTo>
                  <a:pt x="816580" y="766461"/>
                </a:lnTo>
                <a:lnTo>
                  <a:pt x="818226" y="762853"/>
                </a:lnTo>
                <a:lnTo>
                  <a:pt x="819873" y="759257"/>
                </a:lnTo>
                <a:lnTo>
                  <a:pt x="821519" y="755672"/>
                </a:lnTo>
                <a:lnTo>
                  <a:pt x="823165" y="752099"/>
                </a:lnTo>
                <a:lnTo>
                  <a:pt x="824812" y="748538"/>
                </a:lnTo>
                <a:lnTo>
                  <a:pt x="826458" y="744988"/>
                </a:lnTo>
                <a:lnTo>
                  <a:pt x="828104" y="741449"/>
                </a:lnTo>
                <a:lnTo>
                  <a:pt x="829751" y="737922"/>
                </a:lnTo>
                <a:lnTo>
                  <a:pt x="831397" y="734407"/>
                </a:lnTo>
                <a:lnTo>
                  <a:pt x="833043" y="730902"/>
                </a:lnTo>
                <a:lnTo>
                  <a:pt x="834690" y="727410"/>
                </a:lnTo>
                <a:lnTo>
                  <a:pt x="836336" y="723929"/>
                </a:lnTo>
                <a:lnTo>
                  <a:pt x="837982" y="720459"/>
                </a:lnTo>
                <a:lnTo>
                  <a:pt x="839629" y="717000"/>
                </a:lnTo>
                <a:lnTo>
                  <a:pt x="841275" y="713553"/>
                </a:lnTo>
                <a:lnTo>
                  <a:pt x="842921" y="710118"/>
                </a:lnTo>
                <a:lnTo>
                  <a:pt x="844568" y="706693"/>
                </a:lnTo>
                <a:lnTo>
                  <a:pt x="846214" y="703280"/>
                </a:lnTo>
                <a:lnTo>
                  <a:pt x="847860" y="699879"/>
                </a:lnTo>
                <a:lnTo>
                  <a:pt x="849507" y="696488"/>
                </a:lnTo>
                <a:lnTo>
                  <a:pt x="851153" y="693109"/>
                </a:lnTo>
                <a:lnTo>
                  <a:pt x="852799" y="689741"/>
                </a:lnTo>
                <a:lnTo>
                  <a:pt x="854446" y="686384"/>
                </a:lnTo>
                <a:lnTo>
                  <a:pt x="856092" y="683038"/>
                </a:lnTo>
                <a:lnTo>
                  <a:pt x="857738" y="679704"/>
                </a:lnTo>
                <a:lnTo>
                  <a:pt x="859385" y="676381"/>
                </a:lnTo>
                <a:lnTo>
                  <a:pt x="861031" y="673068"/>
                </a:lnTo>
                <a:lnTo>
                  <a:pt x="862677" y="669767"/>
                </a:lnTo>
                <a:lnTo>
                  <a:pt x="864324" y="666477"/>
                </a:lnTo>
                <a:lnTo>
                  <a:pt x="865970" y="663198"/>
                </a:lnTo>
                <a:lnTo>
                  <a:pt x="867616" y="659931"/>
                </a:lnTo>
                <a:lnTo>
                  <a:pt x="869263" y="656674"/>
                </a:lnTo>
                <a:lnTo>
                  <a:pt x="870909" y="653428"/>
                </a:lnTo>
                <a:lnTo>
                  <a:pt x="872555" y="650193"/>
                </a:lnTo>
                <a:lnTo>
                  <a:pt x="874202" y="646969"/>
                </a:lnTo>
                <a:lnTo>
                  <a:pt x="875848" y="643756"/>
                </a:lnTo>
                <a:lnTo>
                  <a:pt x="877494" y="640554"/>
                </a:lnTo>
                <a:lnTo>
                  <a:pt x="879141" y="637363"/>
                </a:lnTo>
                <a:lnTo>
                  <a:pt x="880787" y="634183"/>
                </a:lnTo>
                <a:lnTo>
                  <a:pt x="882433" y="631014"/>
                </a:lnTo>
                <a:lnTo>
                  <a:pt x="884080" y="627855"/>
                </a:lnTo>
                <a:lnTo>
                  <a:pt x="885726" y="624707"/>
                </a:lnTo>
                <a:lnTo>
                  <a:pt x="887372" y="621570"/>
                </a:lnTo>
                <a:lnTo>
                  <a:pt x="889019" y="618444"/>
                </a:lnTo>
                <a:lnTo>
                  <a:pt x="890665" y="615329"/>
                </a:lnTo>
                <a:lnTo>
                  <a:pt x="892311" y="612224"/>
                </a:lnTo>
                <a:lnTo>
                  <a:pt x="893958" y="609130"/>
                </a:lnTo>
                <a:lnTo>
                  <a:pt x="895604" y="606047"/>
                </a:lnTo>
                <a:lnTo>
                  <a:pt x="897250" y="602974"/>
                </a:lnTo>
                <a:lnTo>
                  <a:pt x="898897" y="599912"/>
                </a:lnTo>
                <a:lnTo>
                  <a:pt x="900543" y="596861"/>
                </a:lnTo>
                <a:lnTo>
                  <a:pt x="902189" y="593820"/>
                </a:lnTo>
                <a:lnTo>
                  <a:pt x="903836" y="590790"/>
                </a:lnTo>
                <a:lnTo>
                  <a:pt x="905482" y="587771"/>
                </a:lnTo>
                <a:lnTo>
                  <a:pt x="907128" y="584762"/>
                </a:lnTo>
                <a:lnTo>
                  <a:pt x="908775" y="581763"/>
                </a:lnTo>
                <a:lnTo>
                  <a:pt x="910421" y="578775"/>
                </a:lnTo>
                <a:lnTo>
                  <a:pt x="912067" y="575798"/>
                </a:lnTo>
                <a:lnTo>
                  <a:pt x="913714" y="572831"/>
                </a:lnTo>
                <a:lnTo>
                  <a:pt x="915360" y="569874"/>
                </a:lnTo>
                <a:lnTo>
                  <a:pt x="917006" y="566928"/>
                </a:lnTo>
                <a:lnTo>
                  <a:pt x="918653" y="563992"/>
                </a:lnTo>
                <a:lnTo>
                  <a:pt x="920299" y="561066"/>
                </a:lnTo>
                <a:lnTo>
                  <a:pt x="921945" y="558151"/>
                </a:lnTo>
                <a:lnTo>
                  <a:pt x="923592" y="555247"/>
                </a:lnTo>
                <a:lnTo>
                  <a:pt x="925238" y="552352"/>
                </a:lnTo>
                <a:lnTo>
                  <a:pt x="926884" y="549468"/>
                </a:lnTo>
                <a:lnTo>
                  <a:pt x="928531" y="546594"/>
                </a:lnTo>
                <a:lnTo>
                  <a:pt x="930177" y="543730"/>
                </a:lnTo>
                <a:lnTo>
                  <a:pt x="931823" y="540877"/>
                </a:lnTo>
                <a:lnTo>
                  <a:pt x="933470" y="538033"/>
                </a:lnTo>
                <a:lnTo>
                  <a:pt x="935116" y="535200"/>
                </a:lnTo>
                <a:lnTo>
                  <a:pt x="936762" y="532377"/>
                </a:lnTo>
                <a:lnTo>
                  <a:pt x="938409" y="529565"/>
                </a:lnTo>
                <a:lnTo>
                  <a:pt x="940055" y="526762"/>
                </a:lnTo>
                <a:lnTo>
                  <a:pt x="941701" y="523969"/>
                </a:lnTo>
                <a:lnTo>
                  <a:pt x="943347" y="521187"/>
                </a:lnTo>
                <a:lnTo>
                  <a:pt x="944994" y="518414"/>
                </a:lnTo>
                <a:lnTo>
                  <a:pt x="946640" y="515652"/>
                </a:lnTo>
                <a:lnTo>
                  <a:pt x="948286" y="512899"/>
                </a:lnTo>
                <a:lnTo>
                  <a:pt x="949933" y="510157"/>
                </a:lnTo>
                <a:lnTo>
                  <a:pt x="951579" y="507424"/>
                </a:lnTo>
                <a:lnTo>
                  <a:pt x="953225" y="504702"/>
                </a:lnTo>
                <a:lnTo>
                  <a:pt x="954872" y="501989"/>
                </a:lnTo>
                <a:lnTo>
                  <a:pt x="956518" y="499286"/>
                </a:lnTo>
                <a:lnTo>
                  <a:pt x="958164" y="496593"/>
                </a:lnTo>
                <a:lnTo>
                  <a:pt x="959811" y="493910"/>
                </a:lnTo>
                <a:lnTo>
                  <a:pt x="961457" y="491237"/>
                </a:lnTo>
                <a:lnTo>
                  <a:pt x="963103" y="488574"/>
                </a:lnTo>
                <a:lnTo>
                  <a:pt x="964750" y="485920"/>
                </a:lnTo>
                <a:lnTo>
                  <a:pt x="966396" y="483276"/>
                </a:lnTo>
                <a:lnTo>
                  <a:pt x="968042" y="480642"/>
                </a:lnTo>
                <a:lnTo>
                  <a:pt x="969689" y="478018"/>
                </a:lnTo>
                <a:lnTo>
                  <a:pt x="971335" y="475403"/>
                </a:lnTo>
                <a:lnTo>
                  <a:pt x="972981" y="472798"/>
                </a:lnTo>
                <a:lnTo>
                  <a:pt x="974628" y="470202"/>
                </a:lnTo>
                <a:lnTo>
                  <a:pt x="976274" y="467617"/>
                </a:lnTo>
                <a:lnTo>
                  <a:pt x="977920" y="465041"/>
                </a:lnTo>
                <a:lnTo>
                  <a:pt x="979567" y="462474"/>
                </a:lnTo>
                <a:lnTo>
                  <a:pt x="981213" y="459917"/>
                </a:lnTo>
                <a:lnTo>
                  <a:pt x="982859" y="457370"/>
                </a:lnTo>
                <a:lnTo>
                  <a:pt x="984506" y="454832"/>
                </a:lnTo>
                <a:lnTo>
                  <a:pt x="986152" y="452303"/>
                </a:lnTo>
                <a:lnTo>
                  <a:pt x="987798" y="449784"/>
                </a:lnTo>
                <a:lnTo>
                  <a:pt x="989445" y="447275"/>
                </a:lnTo>
                <a:lnTo>
                  <a:pt x="991091" y="444775"/>
                </a:lnTo>
                <a:lnTo>
                  <a:pt x="992737" y="442284"/>
                </a:lnTo>
                <a:lnTo>
                  <a:pt x="994384" y="439803"/>
                </a:lnTo>
                <a:lnTo>
                  <a:pt x="996030" y="437331"/>
                </a:lnTo>
                <a:lnTo>
                  <a:pt x="997676" y="434869"/>
                </a:lnTo>
                <a:lnTo>
                  <a:pt x="999323" y="432416"/>
                </a:lnTo>
                <a:lnTo>
                  <a:pt x="1000969" y="429972"/>
                </a:lnTo>
                <a:lnTo>
                  <a:pt x="1002615" y="427537"/>
                </a:lnTo>
                <a:lnTo>
                  <a:pt x="1004262" y="425112"/>
                </a:lnTo>
                <a:lnTo>
                  <a:pt x="1005908" y="422696"/>
                </a:lnTo>
                <a:lnTo>
                  <a:pt x="1007554" y="420289"/>
                </a:lnTo>
                <a:lnTo>
                  <a:pt x="1009201" y="417892"/>
                </a:lnTo>
                <a:lnTo>
                  <a:pt x="1010847" y="415503"/>
                </a:lnTo>
                <a:lnTo>
                  <a:pt x="1012493" y="413124"/>
                </a:lnTo>
                <a:lnTo>
                  <a:pt x="1014140" y="410754"/>
                </a:lnTo>
                <a:lnTo>
                  <a:pt x="1015786" y="408393"/>
                </a:lnTo>
                <a:lnTo>
                  <a:pt x="1017432" y="406041"/>
                </a:lnTo>
                <a:lnTo>
                  <a:pt x="1019079" y="403698"/>
                </a:lnTo>
                <a:lnTo>
                  <a:pt x="1020725" y="401365"/>
                </a:lnTo>
                <a:lnTo>
                  <a:pt x="1022371" y="399040"/>
                </a:lnTo>
                <a:lnTo>
                  <a:pt x="1024018" y="396724"/>
                </a:lnTo>
                <a:lnTo>
                  <a:pt x="1025664" y="394417"/>
                </a:lnTo>
                <a:lnTo>
                  <a:pt x="1027310" y="392120"/>
                </a:lnTo>
                <a:lnTo>
                  <a:pt x="1028957" y="389831"/>
                </a:lnTo>
                <a:lnTo>
                  <a:pt x="1030603" y="387551"/>
                </a:lnTo>
                <a:lnTo>
                  <a:pt x="1032249" y="385280"/>
                </a:lnTo>
                <a:lnTo>
                  <a:pt x="1033896" y="383018"/>
                </a:lnTo>
                <a:lnTo>
                  <a:pt x="1035542" y="380765"/>
                </a:lnTo>
                <a:lnTo>
                  <a:pt x="1037188" y="378520"/>
                </a:lnTo>
                <a:lnTo>
                  <a:pt x="1038835" y="376285"/>
                </a:lnTo>
                <a:lnTo>
                  <a:pt x="1040481" y="374058"/>
                </a:lnTo>
                <a:lnTo>
                  <a:pt x="1042127" y="371840"/>
                </a:lnTo>
                <a:lnTo>
                  <a:pt x="1043774" y="369631"/>
                </a:lnTo>
                <a:lnTo>
                  <a:pt x="1045420" y="367431"/>
                </a:lnTo>
                <a:lnTo>
                  <a:pt x="1047066" y="365239"/>
                </a:lnTo>
                <a:lnTo>
                  <a:pt x="1048713" y="363056"/>
                </a:lnTo>
                <a:lnTo>
                  <a:pt x="1050359" y="360881"/>
                </a:lnTo>
                <a:lnTo>
                  <a:pt x="1052005" y="358716"/>
                </a:lnTo>
                <a:lnTo>
                  <a:pt x="1053652" y="356559"/>
                </a:lnTo>
                <a:lnTo>
                  <a:pt x="1055298" y="354410"/>
                </a:lnTo>
                <a:lnTo>
                  <a:pt x="1056944" y="352270"/>
                </a:lnTo>
                <a:lnTo>
                  <a:pt x="1058591" y="350139"/>
                </a:lnTo>
                <a:lnTo>
                  <a:pt x="1060237" y="348016"/>
                </a:lnTo>
                <a:lnTo>
                  <a:pt x="1061883" y="345902"/>
                </a:lnTo>
                <a:lnTo>
                  <a:pt x="1063530" y="343796"/>
                </a:lnTo>
                <a:lnTo>
                  <a:pt x="1065176" y="341699"/>
                </a:lnTo>
                <a:lnTo>
                  <a:pt x="1066822" y="339611"/>
                </a:lnTo>
                <a:lnTo>
                  <a:pt x="1068469" y="337530"/>
                </a:lnTo>
                <a:lnTo>
                  <a:pt x="1070115" y="335458"/>
                </a:lnTo>
                <a:lnTo>
                  <a:pt x="1071761" y="333395"/>
                </a:lnTo>
                <a:lnTo>
                  <a:pt x="1073408" y="331340"/>
                </a:lnTo>
                <a:lnTo>
                  <a:pt x="1075054" y="329293"/>
                </a:lnTo>
                <a:lnTo>
                  <a:pt x="1076700" y="327255"/>
                </a:lnTo>
                <a:lnTo>
                  <a:pt x="1078347" y="325225"/>
                </a:lnTo>
                <a:lnTo>
                  <a:pt x="1079993" y="323203"/>
                </a:lnTo>
                <a:lnTo>
                  <a:pt x="1081639" y="321190"/>
                </a:lnTo>
                <a:lnTo>
                  <a:pt x="1083286" y="319185"/>
                </a:lnTo>
                <a:lnTo>
                  <a:pt x="1084932" y="317188"/>
                </a:lnTo>
                <a:lnTo>
                  <a:pt x="1086578" y="315199"/>
                </a:lnTo>
                <a:lnTo>
                  <a:pt x="1088225" y="313219"/>
                </a:lnTo>
                <a:lnTo>
                  <a:pt x="1089871" y="311246"/>
                </a:lnTo>
                <a:lnTo>
                  <a:pt x="1091517" y="309282"/>
                </a:lnTo>
                <a:lnTo>
                  <a:pt x="1093164" y="307326"/>
                </a:lnTo>
                <a:lnTo>
                  <a:pt x="1094810" y="305378"/>
                </a:lnTo>
                <a:lnTo>
                  <a:pt x="1096456" y="303439"/>
                </a:lnTo>
                <a:lnTo>
                  <a:pt x="1098103" y="301507"/>
                </a:lnTo>
                <a:lnTo>
                  <a:pt x="1099749" y="299583"/>
                </a:lnTo>
                <a:lnTo>
                  <a:pt x="1101395" y="297668"/>
                </a:lnTo>
                <a:lnTo>
                  <a:pt x="1103042" y="295760"/>
                </a:lnTo>
                <a:lnTo>
                  <a:pt x="1104688" y="293861"/>
                </a:lnTo>
                <a:lnTo>
                  <a:pt x="1106334" y="291969"/>
                </a:lnTo>
                <a:lnTo>
                  <a:pt x="1107981" y="290086"/>
                </a:lnTo>
                <a:lnTo>
                  <a:pt x="1109627" y="288210"/>
                </a:lnTo>
                <a:lnTo>
                  <a:pt x="1111273" y="286343"/>
                </a:lnTo>
                <a:lnTo>
                  <a:pt x="1112920" y="284483"/>
                </a:lnTo>
                <a:lnTo>
                  <a:pt x="1114566" y="282631"/>
                </a:lnTo>
                <a:lnTo>
                  <a:pt x="1116212" y="280787"/>
                </a:lnTo>
                <a:lnTo>
                  <a:pt x="1117859" y="278951"/>
                </a:lnTo>
                <a:lnTo>
                  <a:pt x="1119505" y="277123"/>
                </a:lnTo>
                <a:lnTo>
                  <a:pt x="1121151" y="275302"/>
                </a:lnTo>
                <a:lnTo>
                  <a:pt x="1122798" y="273489"/>
                </a:lnTo>
                <a:lnTo>
                  <a:pt x="1124444" y="271684"/>
                </a:lnTo>
                <a:lnTo>
                  <a:pt x="1126090" y="269887"/>
                </a:lnTo>
                <a:lnTo>
                  <a:pt x="1127737" y="268098"/>
                </a:lnTo>
                <a:lnTo>
                  <a:pt x="1129383" y="266316"/>
                </a:lnTo>
                <a:lnTo>
                  <a:pt x="1131029" y="264542"/>
                </a:lnTo>
                <a:lnTo>
                  <a:pt x="1132676" y="262775"/>
                </a:lnTo>
                <a:lnTo>
                  <a:pt x="1134322" y="261017"/>
                </a:lnTo>
                <a:lnTo>
                  <a:pt x="1135968" y="259266"/>
                </a:lnTo>
                <a:lnTo>
                  <a:pt x="1137615" y="257522"/>
                </a:lnTo>
                <a:lnTo>
                  <a:pt x="1139261" y="255786"/>
                </a:lnTo>
                <a:lnTo>
                  <a:pt x="1140907" y="254058"/>
                </a:lnTo>
                <a:lnTo>
                  <a:pt x="1142554" y="252337"/>
                </a:lnTo>
                <a:lnTo>
                  <a:pt x="1144200" y="250624"/>
                </a:lnTo>
                <a:lnTo>
                  <a:pt x="1145846" y="248918"/>
                </a:lnTo>
                <a:lnTo>
                  <a:pt x="1147493" y="247220"/>
                </a:lnTo>
                <a:lnTo>
                  <a:pt x="1149139" y="245530"/>
                </a:lnTo>
                <a:lnTo>
                  <a:pt x="1150785" y="243846"/>
                </a:lnTo>
                <a:lnTo>
                  <a:pt x="1152432" y="242171"/>
                </a:lnTo>
                <a:lnTo>
                  <a:pt x="1154078" y="240502"/>
                </a:lnTo>
                <a:lnTo>
                  <a:pt x="1155724" y="238841"/>
                </a:lnTo>
                <a:lnTo>
                  <a:pt x="1157371" y="237188"/>
                </a:lnTo>
                <a:lnTo>
                  <a:pt x="1159017" y="235542"/>
                </a:lnTo>
                <a:lnTo>
                  <a:pt x="1160663" y="233903"/>
                </a:lnTo>
                <a:lnTo>
                  <a:pt x="1162310" y="232271"/>
                </a:lnTo>
                <a:lnTo>
                  <a:pt x="1163956" y="230647"/>
                </a:lnTo>
                <a:lnTo>
                  <a:pt x="1165602" y="229030"/>
                </a:lnTo>
                <a:lnTo>
                  <a:pt x="1167249" y="227421"/>
                </a:lnTo>
                <a:lnTo>
                  <a:pt x="1168895" y="225818"/>
                </a:lnTo>
                <a:lnTo>
                  <a:pt x="1170541" y="224223"/>
                </a:lnTo>
                <a:lnTo>
                  <a:pt x="1172188" y="222635"/>
                </a:lnTo>
                <a:lnTo>
                  <a:pt x="1173834" y="221055"/>
                </a:lnTo>
                <a:lnTo>
                  <a:pt x="1175480" y="219481"/>
                </a:lnTo>
                <a:lnTo>
                  <a:pt x="1177127" y="217915"/>
                </a:lnTo>
                <a:lnTo>
                  <a:pt x="1178773" y="216356"/>
                </a:lnTo>
                <a:lnTo>
                  <a:pt x="1180419" y="214804"/>
                </a:lnTo>
                <a:lnTo>
                  <a:pt x="1182066" y="213259"/>
                </a:lnTo>
                <a:lnTo>
                  <a:pt x="1183712" y="211721"/>
                </a:lnTo>
                <a:lnTo>
                  <a:pt x="1185358" y="210190"/>
                </a:lnTo>
                <a:lnTo>
                  <a:pt x="1187005" y="208667"/>
                </a:lnTo>
                <a:lnTo>
                  <a:pt x="1188651" y="207150"/>
                </a:lnTo>
                <a:lnTo>
                  <a:pt x="1190297" y="205641"/>
                </a:lnTo>
                <a:lnTo>
                  <a:pt x="1191944" y="204138"/>
                </a:lnTo>
                <a:lnTo>
                  <a:pt x="1193590" y="202642"/>
                </a:lnTo>
                <a:lnTo>
                  <a:pt x="1195236" y="201154"/>
                </a:lnTo>
                <a:lnTo>
                  <a:pt x="1196883" y="199672"/>
                </a:lnTo>
                <a:lnTo>
                  <a:pt x="1198529" y="198197"/>
                </a:lnTo>
                <a:lnTo>
                  <a:pt x="1200175" y="196729"/>
                </a:lnTo>
                <a:lnTo>
                  <a:pt x="1201822" y="195268"/>
                </a:lnTo>
                <a:lnTo>
                  <a:pt x="1203468" y="193814"/>
                </a:lnTo>
                <a:lnTo>
                  <a:pt x="1205114" y="192367"/>
                </a:lnTo>
                <a:lnTo>
                  <a:pt x="1206761" y="190927"/>
                </a:lnTo>
                <a:lnTo>
                  <a:pt x="1208407" y="189493"/>
                </a:lnTo>
                <a:lnTo>
                  <a:pt x="1210053" y="188067"/>
                </a:lnTo>
                <a:lnTo>
                  <a:pt x="1211700" y="186647"/>
                </a:lnTo>
                <a:lnTo>
                  <a:pt x="1213346" y="185234"/>
                </a:lnTo>
                <a:lnTo>
                  <a:pt x="1214992" y="183827"/>
                </a:lnTo>
                <a:lnTo>
                  <a:pt x="1216639" y="182428"/>
                </a:lnTo>
                <a:lnTo>
                  <a:pt x="1218285" y="181035"/>
                </a:lnTo>
                <a:lnTo>
                  <a:pt x="1219931" y="179649"/>
                </a:lnTo>
                <a:lnTo>
                  <a:pt x="1221578" y="178269"/>
                </a:lnTo>
                <a:lnTo>
                  <a:pt x="1223224" y="176896"/>
                </a:lnTo>
                <a:lnTo>
                  <a:pt x="1224870" y="175530"/>
                </a:lnTo>
                <a:lnTo>
                  <a:pt x="1226517" y="174171"/>
                </a:lnTo>
                <a:lnTo>
                  <a:pt x="1228163" y="172818"/>
                </a:lnTo>
                <a:lnTo>
                  <a:pt x="1229809" y="171471"/>
                </a:lnTo>
                <a:lnTo>
                  <a:pt x="1231456" y="170132"/>
                </a:lnTo>
                <a:lnTo>
                  <a:pt x="1233102" y="168798"/>
                </a:lnTo>
                <a:lnTo>
                  <a:pt x="1234748" y="167472"/>
                </a:lnTo>
                <a:lnTo>
                  <a:pt x="1236395" y="166152"/>
                </a:lnTo>
                <a:lnTo>
                  <a:pt x="1238041" y="164838"/>
                </a:lnTo>
                <a:lnTo>
                  <a:pt x="1239687" y="163531"/>
                </a:lnTo>
                <a:lnTo>
                  <a:pt x="1241334" y="162231"/>
                </a:lnTo>
                <a:lnTo>
                  <a:pt x="1242980" y="160936"/>
                </a:lnTo>
                <a:lnTo>
                  <a:pt x="1244626" y="159649"/>
                </a:lnTo>
                <a:lnTo>
                  <a:pt x="1246273" y="158368"/>
                </a:lnTo>
                <a:lnTo>
                  <a:pt x="1247919" y="157093"/>
                </a:lnTo>
                <a:lnTo>
                  <a:pt x="1249565" y="155824"/>
                </a:lnTo>
                <a:lnTo>
                  <a:pt x="1251212" y="154562"/>
                </a:lnTo>
                <a:lnTo>
                  <a:pt x="1252858" y="153307"/>
                </a:lnTo>
                <a:lnTo>
                  <a:pt x="1254504" y="152057"/>
                </a:lnTo>
                <a:lnTo>
                  <a:pt x="1256150" y="150815"/>
                </a:lnTo>
                <a:lnTo>
                  <a:pt x="1257797" y="149578"/>
                </a:lnTo>
                <a:lnTo>
                  <a:pt x="1259443" y="148348"/>
                </a:lnTo>
                <a:lnTo>
                  <a:pt x="1261089" y="147124"/>
                </a:lnTo>
                <a:lnTo>
                  <a:pt x="1262736" y="145906"/>
                </a:lnTo>
                <a:lnTo>
                  <a:pt x="1264382" y="144694"/>
                </a:lnTo>
                <a:lnTo>
                  <a:pt x="1266028" y="143489"/>
                </a:lnTo>
                <a:lnTo>
                  <a:pt x="1267675" y="142290"/>
                </a:lnTo>
                <a:lnTo>
                  <a:pt x="1269321" y="141097"/>
                </a:lnTo>
                <a:lnTo>
                  <a:pt x="1270967" y="139910"/>
                </a:lnTo>
                <a:lnTo>
                  <a:pt x="1272614" y="138730"/>
                </a:lnTo>
                <a:lnTo>
                  <a:pt x="1274260" y="137556"/>
                </a:lnTo>
                <a:lnTo>
                  <a:pt x="1275906" y="136387"/>
                </a:lnTo>
                <a:lnTo>
                  <a:pt x="1277553" y="135225"/>
                </a:lnTo>
                <a:lnTo>
                  <a:pt x="1279199" y="134069"/>
                </a:lnTo>
                <a:lnTo>
                  <a:pt x="1280845" y="132919"/>
                </a:lnTo>
                <a:lnTo>
                  <a:pt x="1282492" y="131776"/>
                </a:lnTo>
                <a:lnTo>
                  <a:pt x="1284138" y="130638"/>
                </a:lnTo>
                <a:lnTo>
                  <a:pt x="1285784" y="129506"/>
                </a:lnTo>
                <a:lnTo>
                  <a:pt x="1287431" y="128381"/>
                </a:lnTo>
                <a:lnTo>
                  <a:pt x="1289077" y="127261"/>
                </a:lnTo>
                <a:lnTo>
                  <a:pt x="1290723" y="126147"/>
                </a:lnTo>
                <a:lnTo>
                  <a:pt x="1292370" y="125040"/>
                </a:lnTo>
                <a:lnTo>
                  <a:pt x="1294016" y="123938"/>
                </a:lnTo>
                <a:lnTo>
                  <a:pt x="1295662" y="122842"/>
                </a:lnTo>
                <a:lnTo>
                  <a:pt x="1297309" y="121752"/>
                </a:lnTo>
                <a:lnTo>
                  <a:pt x="1298955" y="120669"/>
                </a:lnTo>
                <a:lnTo>
                  <a:pt x="1300601" y="119591"/>
                </a:lnTo>
                <a:lnTo>
                  <a:pt x="1302248" y="118518"/>
                </a:lnTo>
                <a:lnTo>
                  <a:pt x="1303894" y="117452"/>
                </a:lnTo>
                <a:lnTo>
                  <a:pt x="1305540" y="116392"/>
                </a:lnTo>
                <a:lnTo>
                  <a:pt x="1307187" y="115337"/>
                </a:lnTo>
                <a:lnTo>
                  <a:pt x="1308833" y="114289"/>
                </a:lnTo>
                <a:lnTo>
                  <a:pt x="1310479" y="113246"/>
                </a:lnTo>
                <a:lnTo>
                  <a:pt x="1312126" y="112209"/>
                </a:lnTo>
                <a:lnTo>
                  <a:pt x="1313772" y="111177"/>
                </a:lnTo>
                <a:lnTo>
                  <a:pt x="1315418" y="110152"/>
                </a:lnTo>
                <a:lnTo>
                  <a:pt x="1317065" y="109132"/>
                </a:lnTo>
                <a:lnTo>
                  <a:pt x="1318711" y="108118"/>
                </a:lnTo>
                <a:lnTo>
                  <a:pt x="1320357" y="107110"/>
                </a:lnTo>
                <a:lnTo>
                  <a:pt x="1322004" y="106107"/>
                </a:lnTo>
                <a:lnTo>
                  <a:pt x="1323650" y="105110"/>
                </a:lnTo>
                <a:lnTo>
                  <a:pt x="1325296" y="104119"/>
                </a:lnTo>
                <a:lnTo>
                  <a:pt x="1326943" y="103133"/>
                </a:lnTo>
                <a:lnTo>
                  <a:pt x="1328589" y="102153"/>
                </a:lnTo>
                <a:lnTo>
                  <a:pt x="1330235" y="101179"/>
                </a:lnTo>
                <a:lnTo>
                  <a:pt x="1331882" y="100210"/>
                </a:lnTo>
                <a:lnTo>
                  <a:pt x="1333528" y="99247"/>
                </a:lnTo>
                <a:lnTo>
                  <a:pt x="1335174" y="98290"/>
                </a:lnTo>
                <a:lnTo>
                  <a:pt x="1336821" y="97338"/>
                </a:lnTo>
                <a:lnTo>
                  <a:pt x="1338467" y="96391"/>
                </a:lnTo>
                <a:lnTo>
                  <a:pt x="1340113" y="95450"/>
                </a:lnTo>
                <a:lnTo>
                  <a:pt x="1341760" y="94515"/>
                </a:lnTo>
                <a:lnTo>
                  <a:pt x="1343406" y="93585"/>
                </a:lnTo>
                <a:lnTo>
                  <a:pt x="1345052" y="92661"/>
                </a:lnTo>
                <a:lnTo>
                  <a:pt x="1346699" y="91742"/>
                </a:lnTo>
                <a:lnTo>
                  <a:pt x="1348345" y="90829"/>
                </a:lnTo>
                <a:lnTo>
                  <a:pt x="1349991" y="89921"/>
                </a:lnTo>
                <a:lnTo>
                  <a:pt x="1351638" y="89018"/>
                </a:lnTo>
                <a:lnTo>
                  <a:pt x="1353284" y="88121"/>
                </a:lnTo>
                <a:lnTo>
                  <a:pt x="1354930" y="87230"/>
                </a:lnTo>
                <a:lnTo>
                  <a:pt x="1356577" y="86344"/>
                </a:lnTo>
                <a:lnTo>
                  <a:pt x="1358223" y="85463"/>
                </a:lnTo>
                <a:lnTo>
                  <a:pt x="1359869" y="84587"/>
                </a:lnTo>
                <a:lnTo>
                  <a:pt x="1361516" y="83717"/>
                </a:lnTo>
                <a:lnTo>
                  <a:pt x="1363162" y="82852"/>
                </a:lnTo>
                <a:lnTo>
                  <a:pt x="1364808" y="81993"/>
                </a:lnTo>
                <a:lnTo>
                  <a:pt x="1366455" y="81139"/>
                </a:lnTo>
                <a:lnTo>
                  <a:pt x="1368101" y="80290"/>
                </a:lnTo>
                <a:lnTo>
                  <a:pt x="1369747" y="79446"/>
                </a:lnTo>
                <a:lnTo>
                  <a:pt x="1371394" y="78608"/>
                </a:lnTo>
                <a:lnTo>
                  <a:pt x="1373040" y="77775"/>
                </a:lnTo>
                <a:lnTo>
                  <a:pt x="1374686" y="76947"/>
                </a:lnTo>
                <a:lnTo>
                  <a:pt x="1376333" y="76125"/>
                </a:lnTo>
                <a:lnTo>
                  <a:pt x="1377979" y="75308"/>
                </a:lnTo>
                <a:lnTo>
                  <a:pt x="1379625" y="74495"/>
                </a:lnTo>
                <a:lnTo>
                  <a:pt x="1381272" y="73688"/>
                </a:lnTo>
                <a:lnTo>
                  <a:pt x="1382918" y="72887"/>
                </a:lnTo>
                <a:lnTo>
                  <a:pt x="1384564" y="72090"/>
                </a:lnTo>
                <a:lnTo>
                  <a:pt x="1386211" y="71299"/>
                </a:lnTo>
                <a:lnTo>
                  <a:pt x="1387857" y="70512"/>
                </a:lnTo>
                <a:lnTo>
                  <a:pt x="1389503" y="69731"/>
                </a:lnTo>
                <a:lnTo>
                  <a:pt x="1391150" y="68955"/>
                </a:lnTo>
                <a:lnTo>
                  <a:pt x="1392796" y="68184"/>
                </a:lnTo>
                <a:lnTo>
                  <a:pt x="1394442" y="67418"/>
                </a:lnTo>
                <a:lnTo>
                  <a:pt x="1396089" y="66657"/>
                </a:lnTo>
                <a:lnTo>
                  <a:pt x="1397735" y="65901"/>
                </a:lnTo>
                <a:lnTo>
                  <a:pt x="1399381" y="65151"/>
                </a:lnTo>
                <a:lnTo>
                  <a:pt x="1401028" y="64405"/>
                </a:lnTo>
                <a:lnTo>
                  <a:pt x="1402674" y="63664"/>
                </a:lnTo>
                <a:lnTo>
                  <a:pt x="1404320" y="62928"/>
                </a:lnTo>
                <a:lnTo>
                  <a:pt x="1405967" y="62198"/>
                </a:lnTo>
                <a:lnTo>
                  <a:pt x="1407613" y="61472"/>
                </a:lnTo>
                <a:lnTo>
                  <a:pt x="1409259" y="60751"/>
                </a:lnTo>
                <a:lnTo>
                  <a:pt x="1410906" y="60035"/>
                </a:lnTo>
                <a:lnTo>
                  <a:pt x="1412552" y="59324"/>
                </a:lnTo>
                <a:lnTo>
                  <a:pt x="1414198" y="58618"/>
                </a:lnTo>
                <a:lnTo>
                  <a:pt x="1415845" y="57917"/>
                </a:lnTo>
                <a:lnTo>
                  <a:pt x="1417491" y="57221"/>
                </a:lnTo>
                <a:lnTo>
                  <a:pt x="1419137" y="56529"/>
                </a:lnTo>
                <a:lnTo>
                  <a:pt x="1420784" y="55843"/>
                </a:lnTo>
                <a:lnTo>
                  <a:pt x="1422430" y="55161"/>
                </a:lnTo>
                <a:lnTo>
                  <a:pt x="1424076" y="54484"/>
                </a:lnTo>
                <a:lnTo>
                  <a:pt x="1425723" y="53812"/>
                </a:lnTo>
                <a:lnTo>
                  <a:pt x="1427369" y="53145"/>
                </a:lnTo>
                <a:lnTo>
                  <a:pt x="1429015" y="52483"/>
                </a:lnTo>
                <a:lnTo>
                  <a:pt x="1430662" y="51825"/>
                </a:lnTo>
                <a:lnTo>
                  <a:pt x="1432308" y="51173"/>
                </a:lnTo>
                <a:lnTo>
                  <a:pt x="1433954" y="50525"/>
                </a:lnTo>
                <a:lnTo>
                  <a:pt x="1435601" y="49881"/>
                </a:lnTo>
                <a:lnTo>
                  <a:pt x="1437247" y="49243"/>
                </a:lnTo>
                <a:lnTo>
                  <a:pt x="1438893" y="48609"/>
                </a:lnTo>
                <a:lnTo>
                  <a:pt x="1440540" y="47980"/>
                </a:lnTo>
                <a:lnTo>
                  <a:pt x="1442186" y="47355"/>
                </a:lnTo>
                <a:lnTo>
                  <a:pt x="1443832" y="46736"/>
                </a:lnTo>
                <a:lnTo>
                  <a:pt x="1445479" y="46121"/>
                </a:lnTo>
                <a:lnTo>
                  <a:pt x="1447125" y="45510"/>
                </a:lnTo>
                <a:lnTo>
                  <a:pt x="1448771" y="44905"/>
                </a:lnTo>
                <a:lnTo>
                  <a:pt x="1450418" y="44304"/>
                </a:lnTo>
                <a:lnTo>
                  <a:pt x="1452064" y="43707"/>
                </a:lnTo>
                <a:lnTo>
                  <a:pt x="1453710" y="43115"/>
                </a:lnTo>
                <a:lnTo>
                  <a:pt x="1455357" y="42528"/>
                </a:lnTo>
                <a:lnTo>
                  <a:pt x="1457003" y="41945"/>
                </a:lnTo>
                <a:lnTo>
                  <a:pt x="1458649" y="41367"/>
                </a:lnTo>
                <a:lnTo>
                  <a:pt x="1460296" y="40794"/>
                </a:lnTo>
                <a:lnTo>
                  <a:pt x="1461942" y="40225"/>
                </a:lnTo>
                <a:lnTo>
                  <a:pt x="1463588" y="39660"/>
                </a:lnTo>
                <a:lnTo>
                  <a:pt x="1465235" y="39100"/>
                </a:lnTo>
                <a:lnTo>
                  <a:pt x="1466881" y="38545"/>
                </a:lnTo>
                <a:lnTo>
                  <a:pt x="1468527" y="37994"/>
                </a:lnTo>
                <a:lnTo>
                  <a:pt x="1470174" y="37448"/>
                </a:lnTo>
                <a:lnTo>
                  <a:pt x="1471820" y="36906"/>
                </a:lnTo>
                <a:lnTo>
                  <a:pt x="1473466" y="36368"/>
                </a:lnTo>
                <a:lnTo>
                  <a:pt x="1475113" y="35835"/>
                </a:lnTo>
                <a:lnTo>
                  <a:pt x="1476759" y="35307"/>
                </a:lnTo>
                <a:lnTo>
                  <a:pt x="1478405" y="34783"/>
                </a:lnTo>
                <a:lnTo>
                  <a:pt x="1480052" y="34263"/>
                </a:lnTo>
                <a:lnTo>
                  <a:pt x="1481698" y="33748"/>
                </a:lnTo>
                <a:lnTo>
                  <a:pt x="1483344" y="33237"/>
                </a:lnTo>
                <a:lnTo>
                  <a:pt x="1484991" y="32730"/>
                </a:lnTo>
                <a:lnTo>
                  <a:pt x="1486637" y="32228"/>
                </a:lnTo>
                <a:lnTo>
                  <a:pt x="1488283" y="31730"/>
                </a:lnTo>
                <a:lnTo>
                  <a:pt x="1489930" y="31237"/>
                </a:lnTo>
                <a:lnTo>
                  <a:pt x="1491576" y="30748"/>
                </a:lnTo>
                <a:lnTo>
                  <a:pt x="1493222" y="30263"/>
                </a:lnTo>
                <a:lnTo>
                  <a:pt x="1494869" y="29782"/>
                </a:lnTo>
                <a:lnTo>
                  <a:pt x="1496515" y="29306"/>
                </a:lnTo>
                <a:lnTo>
                  <a:pt x="1498161" y="28834"/>
                </a:lnTo>
                <a:lnTo>
                  <a:pt x="1499808" y="28367"/>
                </a:lnTo>
                <a:lnTo>
                  <a:pt x="1501454" y="27903"/>
                </a:lnTo>
                <a:lnTo>
                  <a:pt x="1503100" y="27444"/>
                </a:lnTo>
                <a:lnTo>
                  <a:pt x="1504747" y="26989"/>
                </a:lnTo>
                <a:lnTo>
                  <a:pt x="1506393" y="26539"/>
                </a:lnTo>
                <a:lnTo>
                  <a:pt x="1508039" y="26092"/>
                </a:lnTo>
                <a:lnTo>
                  <a:pt x="1509686" y="25650"/>
                </a:lnTo>
                <a:lnTo>
                  <a:pt x="1511332" y="25212"/>
                </a:lnTo>
                <a:lnTo>
                  <a:pt x="1512978" y="24778"/>
                </a:lnTo>
                <a:lnTo>
                  <a:pt x="1514625" y="24349"/>
                </a:lnTo>
                <a:lnTo>
                  <a:pt x="1516271" y="23923"/>
                </a:lnTo>
                <a:lnTo>
                  <a:pt x="1517917" y="23502"/>
                </a:lnTo>
                <a:lnTo>
                  <a:pt x="1519564" y="23085"/>
                </a:lnTo>
                <a:lnTo>
                  <a:pt x="1521210" y="22672"/>
                </a:lnTo>
                <a:lnTo>
                  <a:pt x="1522856" y="22263"/>
                </a:lnTo>
                <a:lnTo>
                  <a:pt x="1524503" y="21858"/>
                </a:lnTo>
                <a:lnTo>
                  <a:pt x="1526149" y="21457"/>
                </a:lnTo>
                <a:lnTo>
                  <a:pt x="1527795" y="21061"/>
                </a:lnTo>
                <a:lnTo>
                  <a:pt x="1529442" y="20668"/>
                </a:lnTo>
                <a:lnTo>
                  <a:pt x="1531088" y="20280"/>
                </a:lnTo>
                <a:lnTo>
                  <a:pt x="1532734" y="19895"/>
                </a:lnTo>
                <a:lnTo>
                  <a:pt x="1534381" y="19515"/>
                </a:lnTo>
                <a:lnTo>
                  <a:pt x="1536027" y="19138"/>
                </a:lnTo>
                <a:lnTo>
                  <a:pt x="1537673" y="18766"/>
                </a:lnTo>
                <a:lnTo>
                  <a:pt x="1539320" y="18398"/>
                </a:lnTo>
                <a:lnTo>
                  <a:pt x="1540966" y="18033"/>
                </a:lnTo>
                <a:lnTo>
                  <a:pt x="1542612" y="17673"/>
                </a:lnTo>
                <a:lnTo>
                  <a:pt x="1544259" y="17316"/>
                </a:lnTo>
                <a:lnTo>
                  <a:pt x="1545905" y="16964"/>
                </a:lnTo>
                <a:lnTo>
                  <a:pt x="1547551" y="16616"/>
                </a:lnTo>
                <a:lnTo>
                  <a:pt x="1549198" y="16271"/>
                </a:lnTo>
                <a:lnTo>
                  <a:pt x="1550844" y="15930"/>
                </a:lnTo>
                <a:lnTo>
                  <a:pt x="1552490" y="15594"/>
                </a:lnTo>
                <a:lnTo>
                  <a:pt x="1554137" y="15261"/>
                </a:lnTo>
                <a:lnTo>
                  <a:pt x="1555783" y="14932"/>
                </a:lnTo>
                <a:lnTo>
                  <a:pt x="1557429" y="14607"/>
                </a:lnTo>
                <a:lnTo>
                  <a:pt x="1559076" y="14286"/>
                </a:lnTo>
                <a:lnTo>
                  <a:pt x="1560722" y="13969"/>
                </a:lnTo>
                <a:lnTo>
                  <a:pt x="1562368" y="13656"/>
                </a:lnTo>
                <a:lnTo>
                  <a:pt x="1564015" y="13346"/>
                </a:lnTo>
                <a:lnTo>
                  <a:pt x="1565661" y="13040"/>
                </a:lnTo>
                <a:lnTo>
                  <a:pt x="1567307" y="12738"/>
                </a:lnTo>
                <a:lnTo>
                  <a:pt x="1568953" y="12440"/>
                </a:lnTo>
                <a:lnTo>
                  <a:pt x="1570600" y="12146"/>
                </a:lnTo>
                <a:lnTo>
                  <a:pt x="1572246" y="11856"/>
                </a:lnTo>
                <a:lnTo>
                  <a:pt x="1573892" y="11569"/>
                </a:lnTo>
                <a:lnTo>
                  <a:pt x="1575539" y="11286"/>
                </a:lnTo>
                <a:lnTo>
                  <a:pt x="1577185" y="11007"/>
                </a:lnTo>
                <a:lnTo>
                  <a:pt x="1578831" y="10732"/>
                </a:lnTo>
                <a:lnTo>
                  <a:pt x="1580478" y="10460"/>
                </a:lnTo>
                <a:lnTo>
                  <a:pt x="1582124" y="10192"/>
                </a:lnTo>
                <a:lnTo>
                  <a:pt x="1583770" y="9928"/>
                </a:lnTo>
                <a:lnTo>
                  <a:pt x="1585417" y="9668"/>
                </a:lnTo>
                <a:lnTo>
                  <a:pt x="1587063" y="9411"/>
                </a:lnTo>
                <a:lnTo>
                  <a:pt x="1588709" y="9158"/>
                </a:lnTo>
                <a:lnTo>
                  <a:pt x="1590356" y="8909"/>
                </a:lnTo>
                <a:lnTo>
                  <a:pt x="1592002" y="8663"/>
                </a:lnTo>
                <a:lnTo>
                  <a:pt x="1593648" y="8421"/>
                </a:lnTo>
                <a:lnTo>
                  <a:pt x="1595295" y="8183"/>
                </a:lnTo>
                <a:lnTo>
                  <a:pt x="1596941" y="7948"/>
                </a:lnTo>
                <a:lnTo>
                  <a:pt x="1598587" y="7717"/>
                </a:lnTo>
                <a:lnTo>
                  <a:pt x="1600234" y="7489"/>
                </a:lnTo>
                <a:lnTo>
                  <a:pt x="1601880" y="7265"/>
                </a:lnTo>
                <a:lnTo>
                  <a:pt x="1603526" y="7045"/>
                </a:lnTo>
                <a:lnTo>
                  <a:pt x="1605173" y="6829"/>
                </a:lnTo>
                <a:lnTo>
                  <a:pt x="1606819" y="6615"/>
                </a:lnTo>
                <a:lnTo>
                  <a:pt x="1608465" y="6406"/>
                </a:lnTo>
                <a:lnTo>
                  <a:pt x="1610112" y="6200"/>
                </a:lnTo>
                <a:lnTo>
                  <a:pt x="1611758" y="5998"/>
                </a:lnTo>
                <a:lnTo>
                  <a:pt x="1613404" y="5799"/>
                </a:lnTo>
                <a:lnTo>
                  <a:pt x="1615051" y="5604"/>
                </a:lnTo>
                <a:lnTo>
                  <a:pt x="1616697" y="5412"/>
                </a:lnTo>
                <a:lnTo>
                  <a:pt x="1618343" y="5223"/>
                </a:lnTo>
                <a:lnTo>
                  <a:pt x="1619990" y="5039"/>
                </a:lnTo>
                <a:lnTo>
                  <a:pt x="1621636" y="4857"/>
                </a:lnTo>
                <a:lnTo>
                  <a:pt x="1623282" y="4680"/>
                </a:lnTo>
                <a:lnTo>
                  <a:pt x="1624929" y="4505"/>
                </a:lnTo>
                <a:lnTo>
                  <a:pt x="1626575" y="4335"/>
                </a:lnTo>
                <a:lnTo>
                  <a:pt x="1628221" y="4167"/>
                </a:lnTo>
                <a:lnTo>
                  <a:pt x="1629868" y="4003"/>
                </a:lnTo>
                <a:lnTo>
                  <a:pt x="1631514" y="3843"/>
                </a:lnTo>
                <a:lnTo>
                  <a:pt x="1633160" y="3686"/>
                </a:lnTo>
                <a:lnTo>
                  <a:pt x="1634807" y="3532"/>
                </a:lnTo>
                <a:lnTo>
                  <a:pt x="1636453" y="3382"/>
                </a:lnTo>
                <a:lnTo>
                  <a:pt x="1638099" y="3235"/>
                </a:lnTo>
                <a:lnTo>
                  <a:pt x="1639746" y="3092"/>
                </a:lnTo>
                <a:lnTo>
                  <a:pt x="1641392" y="2952"/>
                </a:lnTo>
                <a:lnTo>
                  <a:pt x="1643038" y="2815"/>
                </a:lnTo>
                <a:lnTo>
                  <a:pt x="1644685" y="2682"/>
                </a:lnTo>
                <a:lnTo>
                  <a:pt x="1646331" y="2552"/>
                </a:lnTo>
                <a:lnTo>
                  <a:pt x="1647977" y="2425"/>
                </a:lnTo>
                <a:lnTo>
                  <a:pt x="1649624" y="2302"/>
                </a:lnTo>
                <a:lnTo>
                  <a:pt x="1651270" y="2182"/>
                </a:lnTo>
                <a:lnTo>
                  <a:pt x="1652916" y="2065"/>
                </a:lnTo>
                <a:lnTo>
                  <a:pt x="1654563" y="1952"/>
                </a:lnTo>
                <a:lnTo>
                  <a:pt x="1656209" y="1842"/>
                </a:lnTo>
                <a:lnTo>
                  <a:pt x="1657855" y="1735"/>
                </a:lnTo>
                <a:lnTo>
                  <a:pt x="1659502" y="1632"/>
                </a:lnTo>
                <a:lnTo>
                  <a:pt x="1661148" y="1532"/>
                </a:lnTo>
                <a:lnTo>
                  <a:pt x="1662794" y="1435"/>
                </a:lnTo>
                <a:lnTo>
                  <a:pt x="1664441" y="1341"/>
                </a:lnTo>
                <a:lnTo>
                  <a:pt x="1666087" y="1251"/>
                </a:lnTo>
                <a:lnTo>
                  <a:pt x="1667733" y="1163"/>
                </a:lnTo>
                <a:lnTo>
                  <a:pt x="1669380" y="1079"/>
                </a:lnTo>
                <a:lnTo>
                  <a:pt x="1671026" y="999"/>
                </a:lnTo>
                <a:lnTo>
                  <a:pt x="1672672" y="921"/>
                </a:lnTo>
                <a:lnTo>
                  <a:pt x="1674319" y="847"/>
                </a:lnTo>
                <a:lnTo>
                  <a:pt x="1675965" y="776"/>
                </a:lnTo>
                <a:lnTo>
                  <a:pt x="1677611" y="708"/>
                </a:lnTo>
                <a:lnTo>
                  <a:pt x="1679258" y="643"/>
                </a:lnTo>
                <a:lnTo>
                  <a:pt x="1680904" y="581"/>
                </a:lnTo>
                <a:lnTo>
                  <a:pt x="1682550" y="523"/>
                </a:lnTo>
                <a:lnTo>
                  <a:pt x="1684197" y="468"/>
                </a:lnTo>
                <a:lnTo>
                  <a:pt x="1685843" y="415"/>
                </a:lnTo>
                <a:lnTo>
                  <a:pt x="1687489" y="366"/>
                </a:lnTo>
                <a:lnTo>
                  <a:pt x="1689136" y="320"/>
                </a:lnTo>
                <a:lnTo>
                  <a:pt x="1690782" y="278"/>
                </a:lnTo>
                <a:lnTo>
                  <a:pt x="1692428" y="238"/>
                </a:lnTo>
                <a:lnTo>
                  <a:pt x="1694075" y="201"/>
                </a:lnTo>
                <a:lnTo>
                  <a:pt x="1695721" y="168"/>
                </a:lnTo>
                <a:lnTo>
                  <a:pt x="1697367" y="137"/>
                </a:lnTo>
                <a:lnTo>
                  <a:pt x="1699014" y="110"/>
                </a:lnTo>
                <a:lnTo>
                  <a:pt x="1700660" y="86"/>
                </a:lnTo>
                <a:lnTo>
                  <a:pt x="1702306" y="64"/>
                </a:lnTo>
                <a:lnTo>
                  <a:pt x="1703953" y="46"/>
                </a:lnTo>
                <a:lnTo>
                  <a:pt x="1705599" y="31"/>
                </a:lnTo>
                <a:lnTo>
                  <a:pt x="1707245" y="19"/>
                </a:lnTo>
                <a:lnTo>
                  <a:pt x="1708892" y="9"/>
                </a:lnTo>
                <a:lnTo>
                  <a:pt x="1710538" y="3"/>
                </a:lnTo>
                <a:lnTo>
                  <a:pt x="1712184" y="0"/>
                </a:lnTo>
                <a:lnTo>
                  <a:pt x="1713831" y="0"/>
                </a:lnTo>
                <a:lnTo>
                  <a:pt x="1715477" y="3"/>
                </a:lnTo>
                <a:lnTo>
                  <a:pt x="1717123" y="9"/>
                </a:lnTo>
                <a:lnTo>
                  <a:pt x="1718770" y="17"/>
                </a:lnTo>
                <a:lnTo>
                  <a:pt x="1720416" y="29"/>
                </a:lnTo>
                <a:lnTo>
                  <a:pt x="1722062" y="44"/>
                </a:lnTo>
                <a:lnTo>
                  <a:pt x="1723709" y="62"/>
                </a:lnTo>
                <a:lnTo>
                  <a:pt x="1725355" y="82"/>
                </a:lnTo>
                <a:lnTo>
                  <a:pt x="1727001" y="106"/>
                </a:lnTo>
                <a:lnTo>
                  <a:pt x="1728648" y="132"/>
                </a:lnTo>
                <a:lnTo>
                  <a:pt x="1730294" y="161"/>
                </a:lnTo>
                <a:lnTo>
                  <a:pt x="1731940" y="194"/>
                </a:lnTo>
                <a:lnTo>
                  <a:pt x="1733587" y="229"/>
                </a:lnTo>
                <a:lnTo>
                  <a:pt x="1735233" y="267"/>
                </a:lnTo>
                <a:lnTo>
                  <a:pt x="1736879" y="308"/>
                </a:lnTo>
                <a:lnTo>
                  <a:pt x="1738526" y="351"/>
                </a:lnTo>
                <a:lnTo>
                  <a:pt x="1740172" y="398"/>
                </a:lnTo>
                <a:lnTo>
                  <a:pt x="1741818" y="447"/>
                </a:lnTo>
                <a:lnTo>
                  <a:pt x="1743465" y="500"/>
                </a:lnTo>
                <a:lnTo>
                  <a:pt x="1745111" y="555"/>
                </a:lnTo>
                <a:lnTo>
                  <a:pt x="1746757" y="613"/>
                </a:lnTo>
                <a:lnTo>
                  <a:pt x="1748404" y="673"/>
                </a:lnTo>
                <a:lnTo>
                  <a:pt x="1750050" y="737"/>
                </a:lnTo>
                <a:lnTo>
                  <a:pt x="1751696" y="803"/>
                </a:lnTo>
                <a:lnTo>
                  <a:pt x="1753343" y="873"/>
                </a:lnTo>
                <a:lnTo>
                  <a:pt x="1754989" y="945"/>
                </a:lnTo>
                <a:lnTo>
                  <a:pt x="1756635" y="1019"/>
                </a:lnTo>
                <a:lnTo>
                  <a:pt x="1758282" y="1097"/>
                </a:lnTo>
                <a:lnTo>
                  <a:pt x="1759928" y="1177"/>
                </a:lnTo>
                <a:lnTo>
                  <a:pt x="1761574" y="1260"/>
                </a:lnTo>
                <a:lnTo>
                  <a:pt x="1763221" y="1346"/>
                </a:lnTo>
                <a:lnTo>
                  <a:pt x="1764867" y="1435"/>
                </a:lnTo>
                <a:lnTo>
                  <a:pt x="1766513" y="1526"/>
                </a:lnTo>
                <a:lnTo>
                  <a:pt x="1768160" y="1620"/>
                </a:lnTo>
                <a:lnTo>
                  <a:pt x="1769806" y="1717"/>
                </a:lnTo>
                <a:lnTo>
                  <a:pt x="1771452" y="1816"/>
                </a:lnTo>
                <a:lnTo>
                  <a:pt x="1773099" y="1918"/>
                </a:lnTo>
                <a:lnTo>
                  <a:pt x="1774745" y="2023"/>
                </a:lnTo>
                <a:lnTo>
                  <a:pt x="1776391" y="2131"/>
                </a:lnTo>
                <a:lnTo>
                  <a:pt x="1778038" y="2241"/>
                </a:lnTo>
                <a:lnTo>
                  <a:pt x="1779684" y="2354"/>
                </a:lnTo>
                <a:lnTo>
                  <a:pt x="1781330" y="2469"/>
                </a:lnTo>
                <a:lnTo>
                  <a:pt x="1782977" y="2588"/>
                </a:lnTo>
                <a:lnTo>
                  <a:pt x="1784623" y="2708"/>
                </a:lnTo>
                <a:lnTo>
                  <a:pt x="1786269" y="2832"/>
                </a:lnTo>
                <a:lnTo>
                  <a:pt x="1787916" y="2958"/>
                </a:lnTo>
                <a:lnTo>
                  <a:pt x="1789562" y="3087"/>
                </a:lnTo>
                <a:lnTo>
                  <a:pt x="1791208" y="3218"/>
                </a:lnTo>
                <a:lnTo>
                  <a:pt x="1792855" y="3352"/>
                </a:lnTo>
                <a:lnTo>
                  <a:pt x="1794501" y="3489"/>
                </a:lnTo>
                <a:lnTo>
                  <a:pt x="1796147" y="3628"/>
                </a:lnTo>
                <a:lnTo>
                  <a:pt x="1797794" y="3770"/>
                </a:lnTo>
                <a:lnTo>
                  <a:pt x="1799440" y="3914"/>
                </a:lnTo>
                <a:lnTo>
                  <a:pt x="1801086" y="4061"/>
                </a:lnTo>
                <a:lnTo>
                  <a:pt x="1802733" y="4211"/>
                </a:lnTo>
                <a:lnTo>
                  <a:pt x="1804379" y="4363"/>
                </a:lnTo>
                <a:lnTo>
                  <a:pt x="1806025" y="4517"/>
                </a:lnTo>
                <a:lnTo>
                  <a:pt x="1807672" y="4674"/>
                </a:lnTo>
                <a:lnTo>
                  <a:pt x="1809318" y="4834"/>
                </a:lnTo>
                <a:lnTo>
                  <a:pt x="1810964" y="4996"/>
                </a:lnTo>
                <a:lnTo>
                  <a:pt x="1812611" y="5161"/>
                </a:lnTo>
                <a:lnTo>
                  <a:pt x="1814257" y="5328"/>
                </a:lnTo>
                <a:lnTo>
                  <a:pt x="1815903" y="5498"/>
                </a:lnTo>
                <a:lnTo>
                  <a:pt x="1817550" y="5670"/>
                </a:lnTo>
                <a:lnTo>
                  <a:pt x="1819196" y="5845"/>
                </a:lnTo>
                <a:lnTo>
                  <a:pt x="1820842" y="6022"/>
                </a:lnTo>
                <a:lnTo>
                  <a:pt x="1822489" y="6202"/>
                </a:lnTo>
                <a:lnTo>
                  <a:pt x="1824135" y="6384"/>
                </a:lnTo>
                <a:lnTo>
                  <a:pt x="1825781" y="6569"/>
                </a:lnTo>
                <a:lnTo>
                  <a:pt x="1827428" y="6756"/>
                </a:lnTo>
                <a:lnTo>
                  <a:pt x="1829074" y="6946"/>
                </a:lnTo>
                <a:lnTo>
                  <a:pt x="1830720" y="7138"/>
                </a:lnTo>
                <a:lnTo>
                  <a:pt x="1832367" y="7332"/>
                </a:lnTo>
                <a:lnTo>
                  <a:pt x="1834013" y="7529"/>
                </a:lnTo>
                <a:lnTo>
                  <a:pt x="1835659" y="7729"/>
                </a:lnTo>
                <a:lnTo>
                  <a:pt x="1837306" y="7930"/>
                </a:lnTo>
                <a:lnTo>
                  <a:pt x="1838952" y="8134"/>
                </a:lnTo>
                <a:lnTo>
                  <a:pt x="1840598" y="8341"/>
                </a:lnTo>
                <a:lnTo>
                  <a:pt x="1842245" y="8550"/>
                </a:lnTo>
                <a:lnTo>
                  <a:pt x="1843891" y="8761"/>
                </a:lnTo>
                <a:lnTo>
                  <a:pt x="1845537" y="8975"/>
                </a:lnTo>
                <a:lnTo>
                  <a:pt x="1847184" y="9191"/>
                </a:lnTo>
                <a:lnTo>
                  <a:pt x="1848830" y="9410"/>
                </a:lnTo>
                <a:lnTo>
                  <a:pt x="1850476" y="9630"/>
                </a:lnTo>
                <a:lnTo>
                  <a:pt x="1852123" y="9854"/>
                </a:lnTo>
                <a:lnTo>
                  <a:pt x="1853769" y="10079"/>
                </a:lnTo>
                <a:lnTo>
                  <a:pt x="1855415" y="10307"/>
                </a:lnTo>
                <a:lnTo>
                  <a:pt x="1857062" y="10537"/>
                </a:lnTo>
                <a:lnTo>
                  <a:pt x="1858708" y="10770"/>
                </a:lnTo>
                <a:lnTo>
                  <a:pt x="1860354" y="11004"/>
                </a:lnTo>
                <a:lnTo>
                  <a:pt x="1862001" y="11242"/>
                </a:lnTo>
                <a:lnTo>
                  <a:pt x="1863647" y="11481"/>
                </a:lnTo>
                <a:lnTo>
                  <a:pt x="1865293" y="11723"/>
                </a:lnTo>
                <a:lnTo>
                  <a:pt x="1866940" y="11967"/>
                </a:lnTo>
                <a:lnTo>
                  <a:pt x="1868586" y="12213"/>
                </a:lnTo>
                <a:lnTo>
                  <a:pt x="1870232" y="12462"/>
                </a:lnTo>
                <a:lnTo>
                  <a:pt x="1871879" y="12713"/>
                </a:lnTo>
                <a:lnTo>
                  <a:pt x="1873525" y="12966"/>
                </a:lnTo>
                <a:lnTo>
                  <a:pt x="1875171" y="13221"/>
                </a:lnTo>
                <a:lnTo>
                  <a:pt x="1876818" y="13479"/>
                </a:lnTo>
                <a:lnTo>
                  <a:pt x="1878464" y="13739"/>
                </a:lnTo>
                <a:lnTo>
                  <a:pt x="1880110" y="14001"/>
                </a:lnTo>
                <a:lnTo>
                  <a:pt x="1881756" y="14265"/>
                </a:lnTo>
                <a:lnTo>
                  <a:pt x="1883403" y="14532"/>
                </a:lnTo>
                <a:lnTo>
                  <a:pt x="1885049" y="14801"/>
                </a:lnTo>
                <a:lnTo>
                  <a:pt x="1886695" y="15072"/>
                </a:lnTo>
                <a:lnTo>
                  <a:pt x="1888342" y="15345"/>
                </a:lnTo>
                <a:lnTo>
                  <a:pt x="1889988" y="15621"/>
                </a:lnTo>
                <a:lnTo>
                  <a:pt x="1891634" y="15898"/>
                </a:lnTo>
                <a:lnTo>
                  <a:pt x="1893281" y="16178"/>
                </a:lnTo>
                <a:lnTo>
                  <a:pt x="1894927" y="16460"/>
                </a:lnTo>
                <a:lnTo>
                  <a:pt x="1896573" y="16744"/>
                </a:lnTo>
                <a:lnTo>
                  <a:pt x="1898220" y="17031"/>
                </a:lnTo>
                <a:lnTo>
                  <a:pt x="1899866" y="17319"/>
                </a:lnTo>
                <a:lnTo>
                  <a:pt x="1901512" y="17610"/>
                </a:lnTo>
                <a:lnTo>
                  <a:pt x="1903159" y="17903"/>
                </a:lnTo>
                <a:lnTo>
                  <a:pt x="1904805" y="18198"/>
                </a:lnTo>
                <a:lnTo>
                  <a:pt x="1906451" y="18495"/>
                </a:lnTo>
                <a:lnTo>
                  <a:pt x="1908098" y="18794"/>
                </a:lnTo>
                <a:lnTo>
                  <a:pt x="1909744" y="19095"/>
                </a:lnTo>
                <a:lnTo>
                  <a:pt x="1911390" y="19399"/>
                </a:lnTo>
                <a:lnTo>
                  <a:pt x="1913037" y="19704"/>
                </a:lnTo>
                <a:lnTo>
                  <a:pt x="1914683" y="20012"/>
                </a:lnTo>
                <a:lnTo>
                  <a:pt x="1916329" y="20322"/>
                </a:lnTo>
                <a:lnTo>
                  <a:pt x="1917976" y="20634"/>
                </a:lnTo>
                <a:lnTo>
                  <a:pt x="1919622" y="20948"/>
                </a:lnTo>
                <a:lnTo>
                  <a:pt x="1921268" y="21264"/>
                </a:lnTo>
                <a:lnTo>
                  <a:pt x="1922915" y="21582"/>
                </a:lnTo>
                <a:lnTo>
                  <a:pt x="1924561" y="21902"/>
                </a:lnTo>
                <a:lnTo>
                  <a:pt x="1926207" y="22224"/>
                </a:lnTo>
                <a:lnTo>
                  <a:pt x="1927854" y="22548"/>
                </a:lnTo>
                <a:lnTo>
                  <a:pt x="1929500" y="22875"/>
                </a:lnTo>
                <a:lnTo>
                  <a:pt x="1931146" y="23203"/>
                </a:lnTo>
                <a:lnTo>
                  <a:pt x="1932793" y="23534"/>
                </a:lnTo>
                <a:lnTo>
                  <a:pt x="1934439" y="23866"/>
                </a:lnTo>
                <a:lnTo>
                  <a:pt x="1936085" y="24201"/>
                </a:lnTo>
                <a:lnTo>
                  <a:pt x="1937732" y="24537"/>
                </a:lnTo>
                <a:lnTo>
                  <a:pt x="1939378" y="24875"/>
                </a:lnTo>
                <a:lnTo>
                  <a:pt x="1941024" y="25216"/>
                </a:lnTo>
                <a:lnTo>
                  <a:pt x="1942671" y="25559"/>
                </a:lnTo>
                <a:lnTo>
                  <a:pt x="1944317" y="25903"/>
                </a:lnTo>
                <a:lnTo>
                  <a:pt x="1945963" y="26249"/>
                </a:lnTo>
                <a:lnTo>
                  <a:pt x="1947610" y="26598"/>
                </a:lnTo>
                <a:lnTo>
                  <a:pt x="1949256" y="26948"/>
                </a:lnTo>
                <a:lnTo>
                  <a:pt x="1950902" y="27301"/>
                </a:lnTo>
                <a:lnTo>
                  <a:pt x="1952549" y="27655"/>
                </a:lnTo>
                <a:lnTo>
                  <a:pt x="1954195" y="28011"/>
                </a:lnTo>
                <a:lnTo>
                  <a:pt x="1955841" y="28370"/>
                </a:lnTo>
                <a:lnTo>
                  <a:pt x="1957488" y="28730"/>
                </a:lnTo>
                <a:lnTo>
                  <a:pt x="1959134" y="29092"/>
                </a:lnTo>
                <a:lnTo>
                  <a:pt x="1960780" y="29456"/>
                </a:lnTo>
                <a:lnTo>
                  <a:pt x="1962427" y="29822"/>
                </a:lnTo>
                <a:lnTo>
                  <a:pt x="1964073" y="30190"/>
                </a:lnTo>
                <a:lnTo>
                  <a:pt x="1965719" y="30560"/>
                </a:lnTo>
                <a:lnTo>
                  <a:pt x="1967366" y="30932"/>
                </a:lnTo>
                <a:lnTo>
                  <a:pt x="1969012" y="31306"/>
                </a:lnTo>
                <a:lnTo>
                  <a:pt x="1970658" y="31681"/>
                </a:lnTo>
                <a:lnTo>
                  <a:pt x="1972305" y="32059"/>
                </a:lnTo>
                <a:lnTo>
                  <a:pt x="1973951" y="32438"/>
                </a:lnTo>
                <a:lnTo>
                  <a:pt x="1975597" y="32819"/>
                </a:lnTo>
                <a:lnTo>
                  <a:pt x="1977244" y="33202"/>
                </a:lnTo>
                <a:lnTo>
                  <a:pt x="1978890" y="33587"/>
                </a:lnTo>
                <a:lnTo>
                  <a:pt x="1980536" y="33974"/>
                </a:lnTo>
                <a:lnTo>
                  <a:pt x="1982183" y="34363"/>
                </a:lnTo>
                <a:lnTo>
                  <a:pt x="1983829" y="34753"/>
                </a:lnTo>
                <a:lnTo>
                  <a:pt x="1985475" y="35146"/>
                </a:lnTo>
                <a:lnTo>
                  <a:pt x="1987122" y="35540"/>
                </a:lnTo>
                <a:lnTo>
                  <a:pt x="1988768" y="35936"/>
                </a:lnTo>
                <a:lnTo>
                  <a:pt x="1990414" y="36334"/>
                </a:lnTo>
                <a:lnTo>
                  <a:pt x="1992061" y="36734"/>
                </a:lnTo>
                <a:lnTo>
                  <a:pt x="1993707" y="37135"/>
                </a:lnTo>
                <a:lnTo>
                  <a:pt x="1995353" y="37539"/>
                </a:lnTo>
                <a:lnTo>
                  <a:pt x="1997000" y="37944"/>
                </a:lnTo>
                <a:lnTo>
                  <a:pt x="1998646" y="38351"/>
                </a:lnTo>
                <a:lnTo>
                  <a:pt x="2000292" y="38760"/>
                </a:lnTo>
                <a:lnTo>
                  <a:pt x="2001939" y="39170"/>
                </a:lnTo>
                <a:lnTo>
                  <a:pt x="2003585" y="39583"/>
                </a:lnTo>
                <a:lnTo>
                  <a:pt x="2005231" y="39997"/>
                </a:lnTo>
                <a:lnTo>
                  <a:pt x="2006878" y="40413"/>
                </a:lnTo>
                <a:lnTo>
                  <a:pt x="2008524" y="40830"/>
                </a:lnTo>
                <a:lnTo>
                  <a:pt x="2010170" y="41250"/>
                </a:lnTo>
                <a:lnTo>
                  <a:pt x="2011817" y="41671"/>
                </a:lnTo>
                <a:lnTo>
                  <a:pt x="2013463" y="42094"/>
                </a:lnTo>
                <a:lnTo>
                  <a:pt x="2015109" y="42519"/>
                </a:lnTo>
                <a:lnTo>
                  <a:pt x="2016756" y="42945"/>
                </a:lnTo>
                <a:lnTo>
                  <a:pt x="2018402" y="43373"/>
                </a:lnTo>
                <a:lnTo>
                  <a:pt x="2020048" y="43803"/>
                </a:lnTo>
                <a:lnTo>
                  <a:pt x="2021695" y="44235"/>
                </a:lnTo>
                <a:lnTo>
                  <a:pt x="2023341" y="44668"/>
                </a:lnTo>
                <a:lnTo>
                  <a:pt x="2024987" y="45103"/>
                </a:lnTo>
                <a:lnTo>
                  <a:pt x="2026634" y="45540"/>
                </a:lnTo>
                <a:lnTo>
                  <a:pt x="2028280" y="45978"/>
                </a:lnTo>
                <a:lnTo>
                  <a:pt x="2029926" y="46418"/>
                </a:lnTo>
                <a:lnTo>
                  <a:pt x="2031573" y="46860"/>
                </a:lnTo>
                <a:lnTo>
                  <a:pt x="2033219" y="47304"/>
                </a:lnTo>
                <a:lnTo>
                  <a:pt x="2034865" y="47749"/>
                </a:lnTo>
                <a:lnTo>
                  <a:pt x="2036512" y="48196"/>
                </a:lnTo>
                <a:lnTo>
                  <a:pt x="2038158" y="48645"/>
                </a:lnTo>
                <a:lnTo>
                  <a:pt x="2039804" y="49095"/>
                </a:lnTo>
                <a:lnTo>
                  <a:pt x="2041451" y="49547"/>
                </a:lnTo>
                <a:lnTo>
                  <a:pt x="2043097" y="50000"/>
                </a:lnTo>
                <a:lnTo>
                  <a:pt x="2044743" y="50455"/>
                </a:lnTo>
                <a:lnTo>
                  <a:pt x="2046390" y="50912"/>
                </a:lnTo>
                <a:lnTo>
                  <a:pt x="2048036" y="51371"/>
                </a:lnTo>
                <a:lnTo>
                  <a:pt x="2049682" y="51831"/>
                </a:lnTo>
                <a:lnTo>
                  <a:pt x="2051329" y="52293"/>
                </a:lnTo>
                <a:lnTo>
                  <a:pt x="2052975" y="52756"/>
                </a:lnTo>
                <a:lnTo>
                  <a:pt x="2054621" y="53221"/>
                </a:lnTo>
                <a:lnTo>
                  <a:pt x="2056268" y="53688"/>
                </a:lnTo>
                <a:lnTo>
                  <a:pt x="2057914" y="54156"/>
                </a:lnTo>
                <a:lnTo>
                  <a:pt x="2059560" y="54626"/>
                </a:lnTo>
                <a:lnTo>
                  <a:pt x="2061207" y="55097"/>
                </a:lnTo>
                <a:lnTo>
                  <a:pt x="2062853" y="55570"/>
                </a:lnTo>
                <a:lnTo>
                  <a:pt x="2064499" y="56045"/>
                </a:lnTo>
                <a:lnTo>
                  <a:pt x="2066146" y="56521"/>
                </a:lnTo>
                <a:lnTo>
                  <a:pt x="2067792" y="56999"/>
                </a:lnTo>
                <a:lnTo>
                  <a:pt x="2069438" y="57478"/>
                </a:lnTo>
                <a:lnTo>
                  <a:pt x="2071085" y="57959"/>
                </a:lnTo>
                <a:lnTo>
                  <a:pt x="2072731" y="58441"/>
                </a:lnTo>
                <a:lnTo>
                  <a:pt x="2074377" y="58925"/>
                </a:lnTo>
                <a:lnTo>
                  <a:pt x="2076024" y="59411"/>
                </a:lnTo>
                <a:lnTo>
                  <a:pt x="2077670" y="59898"/>
                </a:lnTo>
                <a:lnTo>
                  <a:pt x="2079316" y="60387"/>
                </a:lnTo>
                <a:lnTo>
                  <a:pt x="2080963" y="60877"/>
                </a:lnTo>
                <a:lnTo>
                  <a:pt x="2082609" y="61369"/>
                </a:lnTo>
                <a:lnTo>
                  <a:pt x="2084255" y="61862"/>
                </a:lnTo>
                <a:lnTo>
                  <a:pt x="2085902" y="62357"/>
                </a:lnTo>
                <a:lnTo>
                  <a:pt x="2087548" y="62853"/>
                </a:lnTo>
                <a:lnTo>
                  <a:pt x="2089194" y="63351"/>
                </a:lnTo>
                <a:lnTo>
                  <a:pt x="2090841" y="63850"/>
                </a:lnTo>
                <a:lnTo>
                  <a:pt x="2092487" y="64351"/>
                </a:lnTo>
                <a:lnTo>
                  <a:pt x="2094133" y="64853"/>
                </a:lnTo>
                <a:lnTo>
                  <a:pt x="2095780" y="65357"/>
                </a:lnTo>
                <a:lnTo>
                  <a:pt x="2097426" y="65862"/>
                </a:lnTo>
                <a:lnTo>
                  <a:pt x="2099072" y="66369"/>
                </a:lnTo>
                <a:lnTo>
                  <a:pt x="2100719" y="66877"/>
                </a:lnTo>
                <a:lnTo>
                  <a:pt x="2102365" y="67387"/>
                </a:lnTo>
                <a:lnTo>
                  <a:pt x="2104011" y="67898"/>
                </a:lnTo>
                <a:lnTo>
                  <a:pt x="2105658" y="68411"/>
                </a:lnTo>
                <a:lnTo>
                  <a:pt x="2107304" y="68925"/>
                </a:lnTo>
                <a:lnTo>
                  <a:pt x="2108950" y="69441"/>
                </a:lnTo>
                <a:lnTo>
                  <a:pt x="2110597" y="69958"/>
                </a:lnTo>
                <a:lnTo>
                  <a:pt x="2112243" y="70476"/>
                </a:lnTo>
                <a:lnTo>
                  <a:pt x="2113889" y="70996"/>
                </a:lnTo>
                <a:lnTo>
                  <a:pt x="2115536" y="71518"/>
                </a:lnTo>
                <a:lnTo>
                  <a:pt x="2117182" y="72040"/>
                </a:lnTo>
                <a:lnTo>
                  <a:pt x="2118828" y="72565"/>
                </a:lnTo>
                <a:lnTo>
                  <a:pt x="2120475" y="73090"/>
                </a:lnTo>
                <a:lnTo>
                  <a:pt x="2122121" y="73617"/>
                </a:lnTo>
                <a:lnTo>
                  <a:pt x="2123767" y="74146"/>
                </a:lnTo>
                <a:lnTo>
                  <a:pt x="2125414" y="74675"/>
                </a:lnTo>
                <a:lnTo>
                  <a:pt x="2127060" y="75207"/>
                </a:lnTo>
                <a:lnTo>
                  <a:pt x="2128706" y="75739"/>
                </a:lnTo>
                <a:lnTo>
                  <a:pt x="2130353" y="76273"/>
                </a:lnTo>
                <a:lnTo>
                  <a:pt x="2131999" y="76809"/>
                </a:lnTo>
                <a:lnTo>
                  <a:pt x="2133645" y="77346"/>
                </a:lnTo>
                <a:lnTo>
                  <a:pt x="2135292" y="77884"/>
                </a:lnTo>
                <a:lnTo>
                  <a:pt x="2136938" y="78423"/>
                </a:lnTo>
                <a:lnTo>
                  <a:pt x="2138584" y="78964"/>
                </a:lnTo>
                <a:lnTo>
                  <a:pt x="2140231" y="79507"/>
                </a:lnTo>
                <a:lnTo>
                  <a:pt x="2141877" y="80050"/>
                </a:lnTo>
                <a:lnTo>
                  <a:pt x="2143523" y="80595"/>
                </a:lnTo>
                <a:lnTo>
                  <a:pt x="2145170" y="81142"/>
                </a:lnTo>
                <a:lnTo>
                  <a:pt x="2146816" y="81690"/>
                </a:lnTo>
                <a:lnTo>
                  <a:pt x="2148462" y="82239"/>
                </a:lnTo>
                <a:lnTo>
                  <a:pt x="2150109" y="82789"/>
                </a:lnTo>
                <a:lnTo>
                  <a:pt x="2151755" y="83341"/>
                </a:lnTo>
                <a:lnTo>
                  <a:pt x="2153401" y="83894"/>
                </a:lnTo>
                <a:lnTo>
                  <a:pt x="2155048" y="84448"/>
                </a:lnTo>
                <a:lnTo>
                  <a:pt x="2156694" y="85004"/>
                </a:lnTo>
                <a:lnTo>
                  <a:pt x="2158340" y="85561"/>
                </a:lnTo>
                <a:lnTo>
                  <a:pt x="2159987" y="86119"/>
                </a:lnTo>
                <a:lnTo>
                  <a:pt x="2161633" y="86679"/>
                </a:lnTo>
                <a:lnTo>
                  <a:pt x="2163279" y="87240"/>
                </a:lnTo>
                <a:lnTo>
                  <a:pt x="2164926" y="87802"/>
                </a:lnTo>
                <a:lnTo>
                  <a:pt x="2166572" y="88365"/>
                </a:lnTo>
                <a:lnTo>
                  <a:pt x="2168218" y="88930"/>
                </a:lnTo>
                <a:lnTo>
                  <a:pt x="2169865" y="89496"/>
                </a:lnTo>
                <a:lnTo>
                  <a:pt x="2171511" y="90064"/>
                </a:lnTo>
                <a:lnTo>
                  <a:pt x="2173157" y="90632"/>
                </a:lnTo>
                <a:lnTo>
                  <a:pt x="2174804" y="91202"/>
                </a:lnTo>
                <a:lnTo>
                  <a:pt x="2176450" y="91773"/>
                </a:lnTo>
                <a:lnTo>
                  <a:pt x="2178096" y="92346"/>
                </a:lnTo>
                <a:lnTo>
                  <a:pt x="2179743" y="92920"/>
                </a:lnTo>
                <a:lnTo>
                  <a:pt x="2181389" y="93495"/>
                </a:lnTo>
                <a:lnTo>
                  <a:pt x="2183035" y="94071"/>
                </a:lnTo>
                <a:lnTo>
                  <a:pt x="2184682" y="94648"/>
                </a:lnTo>
                <a:lnTo>
                  <a:pt x="2186328" y="95227"/>
                </a:lnTo>
                <a:lnTo>
                  <a:pt x="2187974" y="95807"/>
                </a:lnTo>
                <a:lnTo>
                  <a:pt x="2189621" y="96388"/>
                </a:lnTo>
                <a:lnTo>
                  <a:pt x="2191267" y="96970"/>
                </a:lnTo>
                <a:lnTo>
                  <a:pt x="2192913" y="97554"/>
                </a:lnTo>
                <a:lnTo>
                  <a:pt x="2194560" y="98139"/>
                </a:lnTo>
                <a:lnTo>
                  <a:pt x="2196206" y="98725"/>
                </a:lnTo>
                <a:lnTo>
                  <a:pt x="2197852" y="99312"/>
                </a:lnTo>
                <a:lnTo>
                  <a:pt x="2199498" y="99900"/>
                </a:lnTo>
                <a:lnTo>
                  <a:pt x="2201145" y="100490"/>
                </a:lnTo>
                <a:lnTo>
                  <a:pt x="2202791" y="101081"/>
                </a:lnTo>
                <a:lnTo>
                  <a:pt x="2204437" y="101673"/>
                </a:lnTo>
                <a:lnTo>
                  <a:pt x="2206084" y="102266"/>
                </a:lnTo>
                <a:lnTo>
                  <a:pt x="2207730" y="102860"/>
                </a:lnTo>
                <a:lnTo>
                  <a:pt x="2209376" y="103456"/>
                </a:lnTo>
                <a:lnTo>
                  <a:pt x="2211023" y="104053"/>
                </a:lnTo>
                <a:lnTo>
                  <a:pt x="2212669" y="104651"/>
                </a:lnTo>
                <a:lnTo>
                  <a:pt x="2214315" y="105250"/>
                </a:lnTo>
                <a:lnTo>
                  <a:pt x="2215962" y="105850"/>
                </a:lnTo>
                <a:lnTo>
                  <a:pt x="2217608" y="106451"/>
                </a:lnTo>
                <a:lnTo>
                  <a:pt x="2219254" y="107054"/>
                </a:lnTo>
                <a:lnTo>
                  <a:pt x="2220901" y="107658"/>
                </a:lnTo>
                <a:lnTo>
                  <a:pt x="2222547" y="108263"/>
                </a:lnTo>
                <a:lnTo>
                  <a:pt x="2224193" y="108868"/>
                </a:lnTo>
                <a:lnTo>
                  <a:pt x="2225840" y="109476"/>
                </a:lnTo>
                <a:lnTo>
                  <a:pt x="2227486" y="110084"/>
                </a:lnTo>
                <a:lnTo>
                  <a:pt x="2229132" y="110693"/>
                </a:lnTo>
                <a:lnTo>
                  <a:pt x="2230779" y="111304"/>
                </a:lnTo>
                <a:lnTo>
                  <a:pt x="2232425" y="111915"/>
                </a:lnTo>
                <a:lnTo>
                  <a:pt x="2234071" y="112528"/>
                </a:lnTo>
                <a:lnTo>
                  <a:pt x="2235718" y="113142"/>
                </a:lnTo>
                <a:lnTo>
                  <a:pt x="2237364" y="113757"/>
                </a:lnTo>
                <a:lnTo>
                  <a:pt x="2239010" y="114373"/>
                </a:lnTo>
                <a:lnTo>
                  <a:pt x="2240657" y="114990"/>
                </a:lnTo>
                <a:lnTo>
                  <a:pt x="2242303" y="115609"/>
                </a:lnTo>
                <a:lnTo>
                  <a:pt x="2243949" y="116228"/>
                </a:lnTo>
                <a:lnTo>
                  <a:pt x="2245596" y="116848"/>
                </a:lnTo>
                <a:lnTo>
                  <a:pt x="2247242" y="117470"/>
                </a:lnTo>
                <a:lnTo>
                  <a:pt x="2248888" y="118093"/>
                </a:lnTo>
                <a:lnTo>
                  <a:pt x="2250535" y="118716"/>
                </a:lnTo>
                <a:lnTo>
                  <a:pt x="2252181" y="119341"/>
                </a:lnTo>
                <a:lnTo>
                  <a:pt x="2253827" y="119967"/>
                </a:lnTo>
                <a:lnTo>
                  <a:pt x="2255474" y="120594"/>
                </a:lnTo>
                <a:lnTo>
                  <a:pt x="2257120" y="121222"/>
                </a:lnTo>
                <a:lnTo>
                  <a:pt x="2258766" y="121851"/>
                </a:lnTo>
                <a:lnTo>
                  <a:pt x="2260413" y="122481"/>
                </a:lnTo>
                <a:lnTo>
                  <a:pt x="2262059" y="123112"/>
                </a:lnTo>
                <a:lnTo>
                  <a:pt x="2263705" y="123744"/>
                </a:lnTo>
                <a:lnTo>
                  <a:pt x="2265352" y="124378"/>
                </a:lnTo>
                <a:lnTo>
                  <a:pt x="2266998" y="125012"/>
                </a:lnTo>
                <a:lnTo>
                  <a:pt x="2268644" y="125647"/>
                </a:lnTo>
                <a:lnTo>
                  <a:pt x="2270291" y="126283"/>
                </a:lnTo>
                <a:lnTo>
                  <a:pt x="2271937" y="126921"/>
                </a:lnTo>
                <a:lnTo>
                  <a:pt x="2273583" y="127559"/>
                </a:lnTo>
                <a:lnTo>
                  <a:pt x="2275230" y="128198"/>
                </a:lnTo>
                <a:lnTo>
                  <a:pt x="2276876" y="128839"/>
                </a:lnTo>
                <a:lnTo>
                  <a:pt x="2278522" y="129480"/>
                </a:lnTo>
                <a:lnTo>
                  <a:pt x="2280169" y="130123"/>
                </a:lnTo>
                <a:lnTo>
                  <a:pt x="2281815" y="130766"/>
                </a:lnTo>
                <a:lnTo>
                  <a:pt x="2283461" y="131411"/>
                </a:lnTo>
                <a:lnTo>
                  <a:pt x="2285108" y="132056"/>
                </a:lnTo>
                <a:lnTo>
                  <a:pt x="2286754" y="132702"/>
                </a:lnTo>
                <a:lnTo>
                  <a:pt x="2288400" y="133350"/>
                </a:lnTo>
                <a:lnTo>
                  <a:pt x="2290047" y="133998"/>
                </a:lnTo>
                <a:lnTo>
                  <a:pt x="2291693" y="134647"/>
                </a:lnTo>
                <a:lnTo>
                  <a:pt x="2293339" y="135298"/>
                </a:lnTo>
                <a:lnTo>
                  <a:pt x="2294986" y="135949"/>
                </a:lnTo>
                <a:lnTo>
                  <a:pt x="2296632" y="136601"/>
                </a:lnTo>
                <a:lnTo>
                  <a:pt x="2298278" y="137255"/>
                </a:lnTo>
                <a:lnTo>
                  <a:pt x="2299925" y="137909"/>
                </a:lnTo>
                <a:lnTo>
                  <a:pt x="2301571" y="138564"/>
                </a:lnTo>
                <a:lnTo>
                  <a:pt x="2303217" y="139220"/>
                </a:lnTo>
                <a:lnTo>
                  <a:pt x="2304864" y="139877"/>
                </a:lnTo>
                <a:lnTo>
                  <a:pt x="2306510" y="140535"/>
                </a:lnTo>
                <a:lnTo>
                  <a:pt x="2308156" y="141194"/>
                </a:lnTo>
                <a:lnTo>
                  <a:pt x="2309803" y="141854"/>
                </a:lnTo>
                <a:lnTo>
                  <a:pt x="2311449" y="142515"/>
                </a:lnTo>
                <a:lnTo>
                  <a:pt x="2313095" y="143176"/>
                </a:lnTo>
                <a:lnTo>
                  <a:pt x="2314742" y="143839"/>
                </a:lnTo>
                <a:lnTo>
                  <a:pt x="2316388" y="144503"/>
                </a:lnTo>
                <a:lnTo>
                  <a:pt x="2318034" y="145167"/>
                </a:lnTo>
                <a:lnTo>
                  <a:pt x="2319681" y="145833"/>
                </a:lnTo>
                <a:lnTo>
                  <a:pt x="2321327" y="146499"/>
                </a:lnTo>
                <a:lnTo>
                  <a:pt x="2322973" y="147166"/>
                </a:lnTo>
                <a:lnTo>
                  <a:pt x="2324620" y="147834"/>
                </a:lnTo>
                <a:lnTo>
                  <a:pt x="2326266" y="148503"/>
                </a:lnTo>
                <a:lnTo>
                  <a:pt x="2327912" y="149173"/>
                </a:lnTo>
                <a:lnTo>
                  <a:pt x="2329559" y="149844"/>
                </a:lnTo>
                <a:lnTo>
                  <a:pt x="2331205" y="150516"/>
                </a:lnTo>
                <a:lnTo>
                  <a:pt x="2332851" y="151188"/>
                </a:lnTo>
                <a:lnTo>
                  <a:pt x="2334498" y="151862"/>
                </a:lnTo>
                <a:lnTo>
                  <a:pt x="2336144" y="152536"/>
                </a:lnTo>
                <a:lnTo>
                  <a:pt x="2337790" y="153212"/>
                </a:lnTo>
                <a:lnTo>
                  <a:pt x="2339437" y="153888"/>
                </a:lnTo>
                <a:lnTo>
                  <a:pt x="2341083" y="154565"/>
                </a:lnTo>
                <a:lnTo>
                  <a:pt x="2342729" y="155243"/>
                </a:lnTo>
                <a:lnTo>
                  <a:pt x="2344376" y="155921"/>
                </a:lnTo>
                <a:lnTo>
                  <a:pt x="2346022" y="156601"/>
                </a:lnTo>
                <a:lnTo>
                  <a:pt x="2347668" y="157281"/>
                </a:lnTo>
                <a:lnTo>
                  <a:pt x="2349315" y="157963"/>
                </a:lnTo>
                <a:lnTo>
                  <a:pt x="2350961" y="158645"/>
                </a:lnTo>
                <a:lnTo>
                  <a:pt x="2352607" y="159328"/>
                </a:lnTo>
                <a:lnTo>
                  <a:pt x="2354254" y="160012"/>
                </a:lnTo>
                <a:lnTo>
                  <a:pt x="2355900" y="160696"/>
                </a:lnTo>
                <a:lnTo>
                  <a:pt x="2357546" y="161382"/>
                </a:lnTo>
                <a:lnTo>
                  <a:pt x="2359193" y="162068"/>
                </a:lnTo>
                <a:lnTo>
                  <a:pt x="2360839" y="162755"/>
                </a:lnTo>
                <a:lnTo>
                  <a:pt x="2362485" y="163443"/>
                </a:lnTo>
                <a:lnTo>
                  <a:pt x="2364132" y="164132"/>
                </a:lnTo>
                <a:lnTo>
                  <a:pt x="2365778" y="164822"/>
                </a:lnTo>
                <a:lnTo>
                  <a:pt x="2367424" y="165512"/>
                </a:lnTo>
                <a:lnTo>
                  <a:pt x="2369071" y="166203"/>
                </a:lnTo>
                <a:lnTo>
                  <a:pt x="2370717" y="166895"/>
                </a:lnTo>
                <a:lnTo>
                  <a:pt x="2372363" y="167588"/>
                </a:lnTo>
                <a:lnTo>
                  <a:pt x="2374010" y="168282"/>
                </a:lnTo>
                <a:lnTo>
                  <a:pt x="2375656" y="168976"/>
                </a:lnTo>
                <a:lnTo>
                  <a:pt x="2377302" y="169672"/>
                </a:lnTo>
                <a:lnTo>
                  <a:pt x="2378949" y="170368"/>
                </a:lnTo>
                <a:lnTo>
                  <a:pt x="2380595" y="171064"/>
                </a:lnTo>
                <a:lnTo>
                  <a:pt x="2382241" y="171762"/>
                </a:lnTo>
                <a:lnTo>
                  <a:pt x="2383888" y="172460"/>
                </a:lnTo>
                <a:lnTo>
                  <a:pt x="2385534" y="173160"/>
                </a:lnTo>
                <a:lnTo>
                  <a:pt x="2387180" y="173860"/>
                </a:lnTo>
                <a:lnTo>
                  <a:pt x="2388827" y="174560"/>
                </a:lnTo>
                <a:lnTo>
                  <a:pt x="2390473" y="175262"/>
                </a:lnTo>
                <a:lnTo>
                  <a:pt x="2392119" y="175964"/>
                </a:lnTo>
                <a:lnTo>
                  <a:pt x="2393766" y="176667"/>
                </a:lnTo>
                <a:lnTo>
                  <a:pt x="2395412" y="177371"/>
                </a:lnTo>
                <a:lnTo>
                  <a:pt x="2397058" y="178075"/>
                </a:lnTo>
                <a:lnTo>
                  <a:pt x="2398705" y="178780"/>
                </a:lnTo>
                <a:lnTo>
                  <a:pt x="2400351" y="179486"/>
                </a:lnTo>
                <a:lnTo>
                  <a:pt x="2401997" y="180193"/>
                </a:lnTo>
                <a:lnTo>
                  <a:pt x="2403644" y="180900"/>
                </a:lnTo>
                <a:lnTo>
                  <a:pt x="2405290" y="181609"/>
                </a:lnTo>
                <a:lnTo>
                  <a:pt x="2406936" y="182318"/>
                </a:lnTo>
                <a:lnTo>
                  <a:pt x="2408583" y="183027"/>
                </a:lnTo>
                <a:lnTo>
                  <a:pt x="2410229" y="183738"/>
                </a:lnTo>
                <a:lnTo>
                  <a:pt x="2411875" y="184449"/>
                </a:lnTo>
                <a:lnTo>
                  <a:pt x="2413522" y="185161"/>
                </a:lnTo>
                <a:lnTo>
                  <a:pt x="2415168" y="185873"/>
                </a:lnTo>
                <a:lnTo>
                  <a:pt x="2416814" y="186586"/>
                </a:lnTo>
                <a:lnTo>
                  <a:pt x="2418461" y="187300"/>
                </a:lnTo>
                <a:lnTo>
                  <a:pt x="2420107" y="188015"/>
                </a:lnTo>
                <a:lnTo>
                  <a:pt x="2421753" y="188730"/>
                </a:lnTo>
                <a:lnTo>
                  <a:pt x="2423400" y="189447"/>
                </a:lnTo>
                <a:lnTo>
                  <a:pt x="2425046" y="190163"/>
                </a:lnTo>
                <a:lnTo>
                  <a:pt x="2426692" y="190881"/>
                </a:lnTo>
                <a:lnTo>
                  <a:pt x="2428339" y="191599"/>
                </a:lnTo>
                <a:lnTo>
                  <a:pt x="2429985" y="192318"/>
                </a:lnTo>
                <a:lnTo>
                  <a:pt x="2431631" y="193037"/>
                </a:lnTo>
                <a:lnTo>
                  <a:pt x="2433278" y="193758"/>
                </a:lnTo>
                <a:lnTo>
                  <a:pt x="2434924" y="194478"/>
                </a:lnTo>
                <a:lnTo>
                  <a:pt x="2436570" y="195200"/>
                </a:lnTo>
                <a:lnTo>
                  <a:pt x="2438217" y="195922"/>
                </a:lnTo>
                <a:lnTo>
                  <a:pt x="2439863" y="196645"/>
                </a:lnTo>
                <a:lnTo>
                  <a:pt x="2441509" y="197369"/>
                </a:lnTo>
                <a:lnTo>
                  <a:pt x="2443156" y="198093"/>
                </a:lnTo>
                <a:lnTo>
                  <a:pt x="2444802" y="198818"/>
                </a:lnTo>
                <a:lnTo>
                  <a:pt x="2446448" y="199543"/>
                </a:lnTo>
                <a:lnTo>
                  <a:pt x="2448095" y="200270"/>
                </a:lnTo>
                <a:lnTo>
                  <a:pt x="2449741" y="200996"/>
                </a:lnTo>
                <a:lnTo>
                  <a:pt x="2451387" y="201724"/>
                </a:lnTo>
                <a:lnTo>
                  <a:pt x="2453034" y="202452"/>
                </a:lnTo>
                <a:lnTo>
                  <a:pt x="2454680" y="203181"/>
                </a:lnTo>
                <a:lnTo>
                  <a:pt x="2456326" y="203910"/>
                </a:lnTo>
                <a:lnTo>
                  <a:pt x="2457973" y="204640"/>
                </a:lnTo>
                <a:lnTo>
                  <a:pt x="2459619" y="205371"/>
                </a:lnTo>
                <a:lnTo>
                  <a:pt x="2461265" y="206102"/>
                </a:lnTo>
                <a:lnTo>
                  <a:pt x="2462912" y="206834"/>
                </a:lnTo>
                <a:lnTo>
                  <a:pt x="2464558" y="207567"/>
                </a:lnTo>
                <a:lnTo>
                  <a:pt x="2466204" y="208300"/>
                </a:lnTo>
                <a:lnTo>
                  <a:pt x="2467851" y="209034"/>
                </a:lnTo>
                <a:lnTo>
                  <a:pt x="2469497" y="209768"/>
                </a:lnTo>
                <a:lnTo>
                  <a:pt x="2471143" y="210503"/>
                </a:lnTo>
                <a:lnTo>
                  <a:pt x="2472790" y="211239"/>
                </a:lnTo>
                <a:lnTo>
                  <a:pt x="2474436" y="211975"/>
                </a:lnTo>
                <a:lnTo>
                  <a:pt x="2476082" y="212712"/>
                </a:lnTo>
                <a:lnTo>
                  <a:pt x="2477729" y="213449"/>
                </a:lnTo>
                <a:lnTo>
                  <a:pt x="2479375" y="214187"/>
                </a:lnTo>
                <a:lnTo>
                  <a:pt x="2481021" y="214926"/>
                </a:lnTo>
                <a:lnTo>
                  <a:pt x="2482668" y="215665"/>
                </a:lnTo>
                <a:lnTo>
                  <a:pt x="2484314" y="216405"/>
                </a:lnTo>
                <a:lnTo>
                  <a:pt x="2485960" y="217145"/>
                </a:lnTo>
                <a:lnTo>
                  <a:pt x="2487607" y="217886"/>
                </a:lnTo>
                <a:lnTo>
                  <a:pt x="2489253" y="218628"/>
                </a:lnTo>
                <a:lnTo>
                  <a:pt x="2490899" y="219370"/>
                </a:lnTo>
                <a:lnTo>
                  <a:pt x="2492546" y="220112"/>
                </a:lnTo>
                <a:lnTo>
                  <a:pt x="2494192" y="220856"/>
                </a:lnTo>
                <a:lnTo>
                  <a:pt x="2495838" y="221599"/>
                </a:lnTo>
                <a:lnTo>
                  <a:pt x="2497485" y="222344"/>
                </a:lnTo>
                <a:lnTo>
                  <a:pt x="2499131" y="223089"/>
                </a:lnTo>
                <a:lnTo>
                  <a:pt x="2500777" y="223834"/>
                </a:lnTo>
                <a:lnTo>
                  <a:pt x="2502424" y="224580"/>
                </a:lnTo>
                <a:lnTo>
                  <a:pt x="2504070" y="225327"/>
                </a:lnTo>
                <a:lnTo>
                  <a:pt x="2505716" y="226074"/>
                </a:lnTo>
                <a:lnTo>
                  <a:pt x="2507363" y="226822"/>
                </a:lnTo>
                <a:lnTo>
                  <a:pt x="2509009" y="227570"/>
                </a:lnTo>
                <a:lnTo>
                  <a:pt x="2510655" y="228319"/>
                </a:lnTo>
                <a:lnTo>
                  <a:pt x="2512301" y="229068"/>
                </a:lnTo>
                <a:lnTo>
                  <a:pt x="2513948" y="229818"/>
                </a:lnTo>
                <a:lnTo>
                  <a:pt x="2515594" y="230568"/>
                </a:lnTo>
                <a:lnTo>
                  <a:pt x="2517240" y="231319"/>
                </a:lnTo>
                <a:lnTo>
                  <a:pt x="2518887" y="232070"/>
                </a:lnTo>
                <a:lnTo>
                  <a:pt x="2520533" y="232822"/>
                </a:lnTo>
                <a:lnTo>
                  <a:pt x="2522179" y="233575"/>
                </a:lnTo>
                <a:lnTo>
                  <a:pt x="2523826" y="234328"/>
                </a:lnTo>
                <a:lnTo>
                  <a:pt x="2525472" y="235081"/>
                </a:lnTo>
                <a:lnTo>
                  <a:pt x="2527118" y="235835"/>
                </a:lnTo>
                <a:lnTo>
                  <a:pt x="2528765" y="236590"/>
                </a:lnTo>
                <a:lnTo>
                  <a:pt x="2530411" y="237345"/>
                </a:lnTo>
                <a:lnTo>
                  <a:pt x="2532057" y="238100"/>
                </a:lnTo>
                <a:lnTo>
                  <a:pt x="2533704" y="238856"/>
                </a:lnTo>
                <a:lnTo>
                  <a:pt x="2535350" y="239612"/>
                </a:lnTo>
                <a:lnTo>
                  <a:pt x="2536996" y="240369"/>
                </a:lnTo>
                <a:lnTo>
                  <a:pt x="2538643" y="241127"/>
                </a:lnTo>
                <a:lnTo>
                  <a:pt x="2540289" y="241885"/>
                </a:lnTo>
                <a:lnTo>
                  <a:pt x="2541935" y="242643"/>
                </a:lnTo>
                <a:lnTo>
                  <a:pt x="2543582" y="243402"/>
                </a:lnTo>
                <a:lnTo>
                  <a:pt x="2545228" y="244162"/>
                </a:lnTo>
                <a:lnTo>
                  <a:pt x="2546874" y="244922"/>
                </a:lnTo>
                <a:lnTo>
                  <a:pt x="2548521" y="245682"/>
                </a:lnTo>
                <a:lnTo>
                  <a:pt x="2550167" y="246443"/>
                </a:lnTo>
                <a:lnTo>
                  <a:pt x="2551813" y="247204"/>
                </a:lnTo>
                <a:lnTo>
                  <a:pt x="2553460" y="247966"/>
                </a:lnTo>
                <a:lnTo>
                  <a:pt x="2555106" y="248728"/>
                </a:lnTo>
                <a:lnTo>
                  <a:pt x="2556752" y="249491"/>
                </a:lnTo>
                <a:lnTo>
                  <a:pt x="2558399" y="250254"/>
                </a:lnTo>
                <a:lnTo>
                  <a:pt x="2560045" y="251017"/>
                </a:lnTo>
                <a:lnTo>
                  <a:pt x="2561691" y="251781"/>
                </a:lnTo>
                <a:lnTo>
                  <a:pt x="2563338" y="252546"/>
                </a:lnTo>
                <a:lnTo>
                  <a:pt x="2564984" y="253311"/>
                </a:lnTo>
                <a:lnTo>
                  <a:pt x="2566630" y="254076"/>
                </a:lnTo>
                <a:lnTo>
                  <a:pt x="2568277" y="254842"/>
                </a:lnTo>
                <a:lnTo>
                  <a:pt x="2569923" y="255608"/>
                </a:lnTo>
                <a:lnTo>
                  <a:pt x="2571569" y="256375"/>
                </a:lnTo>
                <a:lnTo>
                  <a:pt x="2573216" y="257142"/>
                </a:lnTo>
                <a:lnTo>
                  <a:pt x="2574862" y="257910"/>
                </a:lnTo>
                <a:lnTo>
                  <a:pt x="2576508" y="258678"/>
                </a:lnTo>
                <a:lnTo>
                  <a:pt x="2578155" y="259446"/>
                </a:lnTo>
                <a:lnTo>
                  <a:pt x="2579801" y="260215"/>
                </a:lnTo>
                <a:lnTo>
                  <a:pt x="2581447" y="260984"/>
                </a:lnTo>
                <a:lnTo>
                  <a:pt x="2583094" y="261754"/>
                </a:lnTo>
                <a:lnTo>
                  <a:pt x="2584740" y="262524"/>
                </a:lnTo>
                <a:lnTo>
                  <a:pt x="2586386" y="263295"/>
                </a:lnTo>
                <a:lnTo>
                  <a:pt x="2588033" y="264066"/>
                </a:lnTo>
                <a:lnTo>
                  <a:pt x="2589679" y="264837"/>
                </a:lnTo>
                <a:lnTo>
                  <a:pt x="2591325" y="265609"/>
                </a:lnTo>
                <a:lnTo>
                  <a:pt x="2592972" y="266381"/>
                </a:lnTo>
                <a:lnTo>
                  <a:pt x="2594618" y="267153"/>
                </a:lnTo>
                <a:lnTo>
                  <a:pt x="2596264" y="267926"/>
                </a:lnTo>
                <a:lnTo>
                  <a:pt x="2597911" y="268699"/>
                </a:lnTo>
                <a:lnTo>
                  <a:pt x="2599557" y="269473"/>
                </a:lnTo>
                <a:lnTo>
                  <a:pt x="2601203" y="270247"/>
                </a:lnTo>
                <a:lnTo>
                  <a:pt x="2602850" y="271022"/>
                </a:lnTo>
                <a:lnTo>
                  <a:pt x="2604496" y="271797"/>
                </a:lnTo>
                <a:lnTo>
                  <a:pt x="2606142" y="272572"/>
                </a:lnTo>
                <a:lnTo>
                  <a:pt x="2607789" y="273347"/>
                </a:lnTo>
                <a:lnTo>
                  <a:pt x="2609435" y="274123"/>
                </a:lnTo>
                <a:lnTo>
                  <a:pt x="2611081" y="274900"/>
                </a:lnTo>
                <a:lnTo>
                  <a:pt x="2612728" y="275677"/>
                </a:lnTo>
                <a:lnTo>
                  <a:pt x="2614374" y="276454"/>
                </a:lnTo>
                <a:lnTo>
                  <a:pt x="2616020" y="277231"/>
                </a:lnTo>
                <a:lnTo>
                  <a:pt x="2617667" y="278009"/>
                </a:lnTo>
                <a:lnTo>
                  <a:pt x="2619313" y="278787"/>
                </a:lnTo>
                <a:lnTo>
                  <a:pt x="2620959" y="279566"/>
                </a:lnTo>
                <a:lnTo>
                  <a:pt x="2622606" y="280345"/>
                </a:lnTo>
                <a:lnTo>
                  <a:pt x="2624252" y="281124"/>
                </a:lnTo>
                <a:lnTo>
                  <a:pt x="2625898" y="281904"/>
                </a:lnTo>
                <a:lnTo>
                  <a:pt x="2627545" y="282684"/>
                </a:lnTo>
                <a:lnTo>
                  <a:pt x="2629191" y="283464"/>
                </a:lnTo>
                <a:lnTo>
                  <a:pt x="2630837" y="284244"/>
                </a:lnTo>
                <a:lnTo>
                  <a:pt x="2632484" y="285025"/>
                </a:lnTo>
                <a:lnTo>
                  <a:pt x="2634130" y="285807"/>
                </a:lnTo>
                <a:lnTo>
                  <a:pt x="2635776" y="286588"/>
                </a:lnTo>
                <a:lnTo>
                  <a:pt x="2637423" y="287370"/>
                </a:lnTo>
                <a:lnTo>
                  <a:pt x="2639069" y="288153"/>
                </a:lnTo>
                <a:lnTo>
                  <a:pt x="2640715" y="288935"/>
                </a:lnTo>
                <a:lnTo>
                  <a:pt x="2642362" y="289718"/>
                </a:lnTo>
                <a:lnTo>
                  <a:pt x="2644008" y="290502"/>
                </a:lnTo>
                <a:lnTo>
                  <a:pt x="2645654" y="291285"/>
                </a:lnTo>
                <a:lnTo>
                  <a:pt x="2647301" y="292069"/>
                </a:lnTo>
                <a:lnTo>
                  <a:pt x="2648947" y="292853"/>
                </a:lnTo>
                <a:lnTo>
                  <a:pt x="2650593" y="293638"/>
                </a:lnTo>
                <a:lnTo>
                  <a:pt x="2652240" y="294423"/>
                </a:lnTo>
                <a:lnTo>
                  <a:pt x="2653886" y="295208"/>
                </a:lnTo>
                <a:lnTo>
                  <a:pt x="2655532" y="295994"/>
                </a:lnTo>
                <a:lnTo>
                  <a:pt x="2657179" y="296779"/>
                </a:lnTo>
                <a:lnTo>
                  <a:pt x="2658825" y="297565"/>
                </a:lnTo>
                <a:lnTo>
                  <a:pt x="2660471" y="298352"/>
                </a:lnTo>
                <a:lnTo>
                  <a:pt x="2662118" y="299139"/>
                </a:lnTo>
                <a:lnTo>
                  <a:pt x="2663764" y="299926"/>
                </a:lnTo>
                <a:lnTo>
                  <a:pt x="2665410" y="300713"/>
                </a:lnTo>
                <a:lnTo>
                  <a:pt x="2667057" y="301500"/>
                </a:lnTo>
                <a:lnTo>
                  <a:pt x="2668703" y="302288"/>
                </a:lnTo>
                <a:lnTo>
                  <a:pt x="2670349" y="303076"/>
                </a:lnTo>
                <a:lnTo>
                  <a:pt x="2671996" y="303865"/>
                </a:lnTo>
                <a:lnTo>
                  <a:pt x="2673642" y="304653"/>
                </a:lnTo>
                <a:lnTo>
                  <a:pt x="2675288" y="305442"/>
                </a:lnTo>
                <a:lnTo>
                  <a:pt x="2676935" y="306232"/>
                </a:lnTo>
                <a:lnTo>
                  <a:pt x="2678581" y="307021"/>
                </a:lnTo>
                <a:lnTo>
                  <a:pt x="2680227" y="307811"/>
                </a:lnTo>
                <a:lnTo>
                  <a:pt x="2681874" y="308601"/>
                </a:lnTo>
                <a:lnTo>
                  <a:pt x="2683520" y="309391"/>
                </a:lnTo>
                <a:lnTo>
                  <a:pt x="2685166" y="310182"/>
                </a:lnTo>
                <a:lnTo>
                  <a:pt x="2686813" y="310973"/>
                </a:lnTo>
                <a:lnTo>
                  <a:pt x="2688459" y="311764"/>
                </a:lnTo>
                <a:lnTo>
                  <a:pt x="2690105" y="312555"/>
                </a:lnTo>
                <a:lnTo>
                  <a:pt x="2691752" y="313347"/>
                </a:lnTo>
                <a:lnTo>
                  <a:pt x="2693398" y="314139"/>
                </a:lnTo>
                <a:lnTo>
                  <a:pt x="2695044" y="314931"/>
                </a:lnTo>
                <a:lnTo>
                  <a:pt x="2696691" y="315723"/>
                </a:lnTo>
                <a:lnTo>
                  <a:pt x="2698337" y="316516"/>
                </a:lnTo>
                <a:lnTo>
                  <a:pt x="2699983" y="317309"/>
                </a:lnTo>
                <a:lnTo>
                  <a:pt x="2701630" y="318102"/>
                </a:lnTo>
                <a:lnTo>
                  <a:pt x="2703276" y="318895"/>
                </a:lnTo>
                <a:lnTo>
                  <a:pt x="2704922" y="319689"/>
                </a:lnTo>
                <a:lnTo>
                  <a:pt x="2706569" y="320482"/>
                </a:lnTo>
                <a:lnTo>
                  <a:pt x="2708215" y="321276"/>
                </a:lnTo>
                <a:lnTo>
                  <a:pt x="2709861" y="322071"/>
                </a:lnTo>
                <a:lnTo>
                  <a:pt x="2711508" y="322865"/>
                </a:lnTo>
                <a:lnTo>
                  <a:pt x="2713154" y="323660"/>
                </a:lnTo>
                <a:lnTo>
                  <a:pt x="2714800" y="324455"/>
                </a:lnTo>
                <a:lnTo>
                  <a:pt x="2716447" y="325250"/>
                </a:lnTo>
                <a:lnTo>
                  <a:pt x="2718093" y="326045"/>
                </a:lnTo>
                <a:lnTo>
                  <a:pt x="2719739" y="326841"/>
                </a:lnTo>
                <a:lnTo>
                  <a:pt x="2721386" y="327636"/>
                </a:lnTo>
                <a:lnTo>
                  <a:pt x="2723032" y="328432"/>
                </a:lnTo>
                <a:lnTo>
                  <a:pt x="2724678" y="329229"/>
                </a:lnTo>
                <a:lnTo>
                  <a:pt x="2726325" y="330025"/>
                </a:lnTo>
                <a:lnTo>
                  <a:pt x="2727971" y="330822"/>
                </a:lnTo>
                <a:lnTo>
                  <a:pt x="2729617" y="331618"/>
                </a:lnTo>
                <a:lnTo>
                  <a:pt x="2731264" y="332415"/>
                </a:lnTo>
                <a:lnTo>
                  <a:pt x="2732910" y="333213"/>
                </a:lnTo>
                <a:lnTo>
                  <a:pt x="2734556" y="334010"/>
                </a:lnTo>
                <a:lnTo>
                  <a:pt x="2736203" y="334808"/>
                </a:lnTo>
                <a:lnTo>
                  <a:pt x="2737849" y="335605"/>
                </a:lnTo>
                <a:lnTo>
                  <a:pt x="2739495" y="336403"/>
                </a:lnTo>
                <a:lnTo>
                  <a:pt x="2741142" y="337202"/>
                </a:lnTo>
                <a:lnTo>
                  <a:pt x="2742788" y="338000"/>
                </a:lnTo>
                <a:lnTo>
                  <a:pt x="2744434" y="338798"/>
                </a:lnTo>
                <a:lnTo>
                  <a:pt x="2746081" y="339597"/>
                </a:lnTo>
                <a:lnTo>
                  <a:pt x="2747727" y="340396"/>
                </a:lnTo>
                <a:lnTo>
                  <a:pt x="2749373" y="341195"/>
                </a:lnTo>
                <a:lnTo>
                  <a:pt x="2751020" y="341994"/>
                </a:lnTo>
                <a:lnTo>
                  <a:pt x="2752666" y="342794"/>
                </a:lnTo>
                <a:lnTo>
                  <a:pt x="2754312" y="343593"/>
                </a:lnTo>
                <a:lnTo>
                  <a:pt x="2755959" y="344393"/>
                </a:lnTo>
                <a:lnTo>
                  <a:pt x="2757605" y="345193"/>
                </a:lnTo>
                <a:lnTo>
                  <a:pt x="2759251" y="345993"/>
                </a:lnTo>
                <a:lnTo>
                  <a:pt x="2760898" y="346793"/>
                </a:lnTo>
                <a:lnTo>
                  <a:pt x="2762544" y="347593"/>
                </a:lnTo>
                <a:lnTo>
                  <a:pt x="2764190" y="348394"/>
                </a:lnTo>
                <a:lnTo>
                  <a:pt x="2765837" y="349195"/>
                </a:lnTo>
                <a:lnTo>
                  <a:pt x="2767483" y="349995"/>
                </a:lnTo>
                <a:lnTo>
                  <a:pt x="2769129" y="350796"/>
                </a:lnTo>
                <a:lnTo>
                  <a:pt x="2770776" y="351597"/>
                </a:lnTo>
                <a:lnTo>
                  <a:pt x="2772422" y="352399"/>
                </a:lnTo>
                <a:lnTo>
                  <a:pt x="2774068" y="353200"/>
                </a:lnTo>
                <a:lnTo>
                  <a:pt x="2775715" y="354002"/>
                </a:lnTo>
                <a:lnTo>
                  <a:pt x="2777361" y="354803"/>
                </a:lnTo>
                <a:lnTo>
                  <a:pt x="2779007" y="355605"/>
                </a:lnTo>
                <a:lnTo>
                  <a:pt x="2780654" y="356407"/>
                </a:lnTo>
                <a:lnTo>
                  <a:pt x="2782300" y="357209"/>
                </a:lnTo>
                <a:lnTo>
                  <a:pt x="2783946" y="358011"/>
                </a:lnTo>
                <a:lnTo>
                  <a:pt x="2785593" y="358814"/>
                </a:lnTo>
                <a:lnTo>
                  <a:pt x="2787239" y="359616"/>
                </a:lnTo>
                <a:lnTo>
                  <a:pt x="2788885" y="360419"/>
                </a:lnTo>
                <a:lnTo>
                  <a:pt x="2790532" y="361221"/>
                </a:lnTo>
                <a:lnTo>
                  <a:pt x="2792178" y="362024"/>
                </a:lnTo>
                <a:lnTo>
                  <a:pt x="2793824" y="362827"/>
                </a:lnTo>
                <a:lnTo>
                  <a:pt x="2795471" y="363630"/>
                </a:lnTo>
                <a:lnTo>
                  <a:pt x="2797117" y="364434"/>
                </a:lnTo>
                <a:lnTo>
                  <a:pt x="2798763" y="365237"/>
                </a:lnTo>
                <a:lnTo>
                  <a:pt x="2800410" y="366040"/>
                </a:lnTo>
                <a:lnTo>
                  <a:pt x="2802056" y="366844"/>
                </a:lnTo>
                <a:lnTo>
                  <a:pt x="2803702" y="367647"/>
                </a:lnTo>
                <a:lnTo>
                  <a:pt x="2805349" y="368451"/>
                </a:lnTo>
                <a:lnTo>
                  <a:pt x="2806995" y="369255"/>
                </a:lnTo>
                <a:lnTo>
                  <a:pt x="2808641" y="370059"/>
                </a:lnTo>
                <a:lnTo>
                  <a:pt x="2810288" y="370863"/>
                </a:lnTo>
                <a:lnTo>
                  <a:pt x="2811934" y="371667"/>
                </a:lnTo>
                <a:lnTo>
                  <a:pt x="2813580" y="372471"/>
                </a:lnTo>
                <a:lnTo>
                  <a:pt x="2815227" y="373275"/>
                </a:lnTo>
                <a:lnTo>
                  <a:pt x="2816873" y="374080"/>
                </a:lnTo>
                <a:lnTo>
                  <a:pt x="2818519" y="374884"/>
                </a:lnTo>
                <a:lnTo>
                  <a:pt x="2820166" y="375689"/>
                </a:lnTo>
                <a:lnTo>
                  <a:pt x="2821812" y="376493"/>
                </a:lnTo>
                <a:lnTo>
                  <a:pt x="2823458" y="377298"/>
                </a:lnTo>
                <a:lnTo>
                  <a:pt x="2825104" y="378103"/>
                </a:lnTo>
                <a:lnTo>
                  <a:pt x="2826751" y="378908"/>
                </a:lnTo>
                <a:lnTo>
                  <a:pt x="2828397" y="379713"/>
                </a:lnTo>
                <a:lnTo>
                  <a:pt x="2830043" y="380518"/>
                </a:lnTo>
                <a:lnTo>
                  <a:pt x="2831690" y="381323"/>
                </a:lnTo>
                <a:lnTo>
                  <a:pt x="2833336" y="382128"/>
                </a:lnTo>
                <a:lnTo>
                  <a:pt x="2834982" y="382933"/>
                </a:lnTo>
                <a:lnTo>
                  <a:pt x="2836629" y="383738"/>
                </a:lnTo>
                <a:lnTo>
                  <a:pt x="2838275" y="384544"/>
                </a:lnTo>
                <a:lnTo>
                  <a:pt x="2839921" y="385349"/>
                </a:lnTo>
                <a:lnTo>
                  <a:pt x="2841568" y="386155"/>
                </a:lnTo>
                <a:lnTo>
                  <a:pt x="2843214" y="386960"/>
                </a:lnTo>
                <a:lnTo>
                  <a:pt x="2844860" y="387766"/>
                </a:lnTo>
                <a:lnTo>
                  <a:pt x="2846507" y="388571"/>
                </a:lnTo>
                <a:lnTo>
                  <a:pt x="2848153" y="389377"/>
                </a:lnTo>
                <a:lnTo>
                  <a:pt x="2849799" y="390183"/>
                </a:lnTo>
                <a:lnTo>
                  <a:pt x="2851446" y="390989"/>
                </a:lnTo>
                <a:lnTo>
                  <a:pt x="2853092" y="391795"/>
                </a:lnTo>
                <a:lnTo>
                  <a:pt x="2854738" y="392600"/>
                </a:lnTo>
                <a:lnTo>
                  <a:pt x="2856385" y="393406"/>
                </a:lnTo>
                <a:lnTo>
                  <a:pt x="2858031" y="394212"/>
                </a:lnTo>
                <a:lnTo>
                  <a:pt x="2859677" y="395018"/>
                </a:lnTo>
                <a:lnTo>
                  <a:pt x="2861324" y="395824"/>
                </a:lnTo>
                <a:lnTo>
                  <a:pt x="2862970" y="396630"/>
                </a:lnTo>
                <a:lnTo>
                  <a:pt x="2864616" y="397436"/>
                </a:lnTo>
                <a:lnTo>
                  <a:pt x="2866263" y="398243"/>
                </a:lnTo>
                <a:lnTo>
                  <a:pt x="2867909" y="399049"/>
                </a:lnTo>
                <a:lnTo>
                  <a:pt x="2869555" y="399855"/>
                </a:lnTo>
                <a:lnTo>
                  <a:pt x="2871202" y="400661"/>
                </a:lnTo>
                <a:lnTo>
                  <a:pt x="2872848" y="401467"/>
                </a:lnTo>
                <a:lnTo>
                  <a:pt x="2874494" y="402274"/>
                </a:lnTo>
                <a:lnTo>
                  <a:pt x="2876141" y="403080"/>
                </a:lnTo>
                <a:lnTo>
                  <a:pt x="2877787" y="403886"/>
                </a:lnTo>
                <a:lnTo>
                  <a:pt x="2879433" y="404692"/>
                </a:lnTo>
                <a:lnTo>
                  <a:pt x="2881080" y="405499"/>
                </a:lnTo>
                <a:lnTo>
                  <a:pt x="2882726" y="406305"/>
                </a:lnTo>
                <a:lnTo>
                  <a:pt x="2884372" y="407111"/>
                </a:lnTo>
                <a:lnTo>
                  <a:pt x="2886019" y="407918"/>
                </a:lnTo>
                <a:lnTo>
                  <a:pt x="2887665" y="408724"/>
                </a:lnTo>
                <a:lnTo>
                  <a:pt x="2889311" y="409530"/>
                </a:lnTo>
                <a:lnTo>
                  <a:pt x="2890958" y="410337"/>
                </a:lnTo>
                <a:lnTo>
                  <a:pt x="2892604" y="411143"/>
                </a:lnTo>
                <a:lnTo>
                  <a:pt x="2894250" y="411950"/>
                </a:lnTo>
                <a:lnTo>
                  <a:pt x="2895897" y="412756"/>
                </a:lnTo>
                <a:lnTo>
                  <a:pt x="2897543" y="413562"/>
                </a:lnTo>
                <a:lnTo>
                  <a:pt x="2899189" y="414369"/>
                </a:lnTo>
                <a:lnTo>
                  <a:pt x="2900836" y="415175"/>
                </a:lnTo>
                <a:lnTo>
                  <a:pt x="2902482" y="415981"/>
                </a:lnTo>
                <a:lnTo>
                  <a:pt x="2904128" y="416787"/>
                </a:lnTo>
                <a:lnTo>
                  <a:pt x="2905775" y="417594"/>
                </a:lnTo>
                <a:lnTo>
                  <a:pt x="2907421" y="418400"/>
                </a:lnTo>
                <a:lnTo>
                  <a:pt x="2909067" y="419206"/>
                </a:lnTo>
                <a:lnTo>
                  <a:pt x="2910714" y="420013"/>
                </a:lnTo>
                <a:lnTo>
                  <a:pt x="2912360" y="420819"/>
                </a:lnTo>
                <a:lnTo>
                  <a:pt x="2914006" y="421625"/>
                </a:lnTo>
                <a:lnTo>
                  <a:pt x="2915653" y="422431"/>
                </a:lnTo>
                <a:lnTo>
                  <a:pt x="2917299" y="423237"/>
                </a:lnTo>
                <a:lnTo>
                  <a:pt x="2918945" y="424043"/>
                </a:lnTo>
                <a:lnTo>
                  <a:pt x="2920592" y="424849"/>
                </a:lnTo>
                <a:lnTo>
                  <a:pt x="2922238" y="425655"/>
                </a:lnTo>
                <a:lnTo>
                  <a:pt x="2923884" y="426461"/>
                </a:lnTo>
                <a:lnTo>
                  <a:pt x="2925531" y="427267"/>
                </a:lnTo>
                <a:lnTo>
                  <a:pt x="2927177" y="428073"/>
                </a:lnTo>
                <a:lnTo>
                  <a:pt x="2928823" y="428879"/>
                </a:lnTo>
                <a:lnTo>
                  <a:pt x="2930470" y="429685"/>
                </a:lnTo>
                <a:lnTo>
                  <a:pt x="2932116" y="430491"/>
                </a:lnTo>
                <a:lnTo>
                  <a:pt x="2933762" y="431297"/>
                </a:lnTo>
                <a:lnTo>
                  <a:pt x="2935409" y="432102"/>
                </a:lnTo>
                <a:lnTo>
                  <a:pt x="2937055" y="432908"/>
                </a:lnTo>
                <a:lnTo>
                  <a:pt x="2938701" y="433714"/>
                </a:lnTo>
                <a:lnTo>
                  <a:pt x="2940348" y="434519"/>
                </a:lnTo>
                <a:lnTo>
                  <a:pt x="2941994" y="435325"/>
                </a:lnTo>
                <a:lnTo>
                  <a:pt x="2943640" y="436130"/>
                </a:lnTo>
                <a:lnTo>
                  <a:pt x="2945287" y="436936"/>
                </a:lnTo>
                <a:lnTo>
                  <a:pt x="2946933" y="437741"/>
                </a:lnTo>
                <a:lnTo>
                  <a:pt x="2948579" y="438546"/>
                </a:lnTo>
                <a:lnTo>
                  <a:pt x="2950226" y="439352"/>
                </a:lnTo>
                <a:lnTo>
                  <a:pt x="2951872" y="440157"/>
                </a:lnTo>
                <a:lnTo>
                  <a:pt x="2953518" y="440962"/>
                </a:lnTo>
                <a:lnTo>
                  <a:pt x="2955165" y="441767"/>
                </a:lnTo>
                <a:lnTo>
                  <a:pt x="2956811" y="442572"/>
                </a:lnTo>
                <a:lnTo>
                  <a:pt x="2958457" y="443377"/>
                </a:lnTo>
                <a:lnTo>
                  <a:pt x="2960104" y="444181"/>
                </a:lnTo>
                <a:lnTo>
                  <a:pt x="2961750" y="444986"/>
                </a:lnTo>
                <a:lnTo>
                  <a:pt x="2963396" y="445791"/>
                </a:lnTo>
                <a:lnTo>
                  <a:pt x="2965043" y="446595"/>
                </a:lnTo>
                <a:lnTo>
                  <a:pt x="2966689" y="447400"/>
                </a:lnTo>
                <a:lnTo>
                  <a:pt x="2968335" y="448204"/>
                </a:lnTo>
                <a:lnTo>
                  <a:pt x="2969982" y="449009"/>
                </a:lnTo>
                <a:lnTo>
                  <a:pt x="2971628" y="449813"/>
                </a:lnTo>
                <a:lnTo>
                  <a:pt x="2973274" y="450617"/>
                </a:lnTo>
                <a:lnTo>
                  <a:pt x="2974921" y="451421"/>
                </a:lnTo>
                <a:lnTo>
                  <a:pt x="2976567" y="452225"/>
                </a:lnTo>
                <a:lnTo>
                  <a:pt x="2978213" y="453029"/>
                </a:lnTo>
                <a:lnTo>
                  <a:pt x="2979860" y="453833"/>
                </a:lnTo>
                <a:lnTo>
                  <a:pt x="2981506" y="454637"/>
                </a:lnTo>
                <a:lnTo>
                  <a:pt x="2983152" y="455440"/>
                </a:lnTo>
                <a:lnTo>
                  <a:pt x="2984799" y="456244"/>
                </a:lnTo>
                <a:lnTo>
                  <a:pt x="2986445" y="457047"/>
                </a:lnTo>
                <a:lnTo>
                  <a:pt x="2988091" y="457851"/>
                </a:lnTo>
                <a:lnTo>
                  <a:pt x="2989738" y="458654"/>
                </a:lnTo>
                <a:lnTo>
                  <a:pt x="2991384" y="459457"/>
                </a:lnTo>
                <a:lnTo>
                  <a:pt x="2993030" y="460260"/>
                </a:lnTo>
                <a:lnTo>
                  <a:pt x="2994677" y="461063"/>
                </a:lnTo>
                <a:lnTo>
                  <a:pt x="2996323" y="461866"/>
                </a:lnTo>
                <a:lnTo>
                  <a:pt x="2997969" y="462668"/>
                </a:lnTo>
                <a:lnTo>
                  <a:pt x="2999616" y="463471"/>
                </a:lnTo>
                <a:lnTo>
                  <a:pt x="3001262" y="464273"/>
                </a:lnTo>
                <a:lnTo>
                  <a:pt x="3002908" y="465076"/>
                </a:lnTo>
                <a:lnTo>
                  <a:pt x="3004555" y="465878"/>
                </a:lnTo>
                <a:lnTo>
                  <a:pt x="3006201" y="466680"/>
                </a:lnTo>
                <a:lnTo>
                  <a:pt x="3007847" y="467482"/>
                </a:lnTo>
                <a:lnTo>
                  <a:pt x="3009494" y="468284"/>
                </a:lnTo>
                <a:lnTo>
                  <a:pt x="3011140" y="469085"/>
                </a:lnTo>
                <a:lnTo>
                  <a:pt x="3012786" y="469887"/>
                </a:lnTo>
                <a:lnTo>
                  <a:pt x="3014433" y="470689"/>
                </a:lnTo>
                <a:lnTo>
                  <a:pt x="3016079" y="471490"/>
                </a:lnTo>
                <a:lnTo>
                  <a:pt x="3017725" y="472291"/>
                </a:lnTo>
                <a:lnTo>
                  <a:pt x="3019372" y="473092"/>
                </a:lnTo>
                <a:lnTo>
                  <a:pt x="3021018" y="473893"/>
                </a:lnTo>
                <a:lnTo>
                  <a:pt x="3022664" y="474694"/>
                </a:lnTo>
                <a:lnTo>
                  <a:pt x="3024311" y="475495"/>
                </a:lnTo>
                <a:lnTo>
                  <a:pt x="3025957" y="476295"/>
                </a:lnTo>
                <a:lnTo>
                  <a:pt x="3027603" y="477096"/>
                </a:lnTo>
                <a:lnTo>
                  <a:pt x="3029250" y="477896"/>
                </a:lnTo>
                <a:lnTo>
                  <a:pt x="3030896" y="478696"/>
                </a:lnTo>
                <a:lnTo>
                  <a:pt x="3032542" y="479496"/>
                </a:lnTo>
                <a:lnTo>
                  <a:pt x="3034189" y="480296"/>
                </a:lnTo>
                <a:lnTo>
                  <a:pt x="3035835" y="481095"/>
                </a:lnTo>
                <a:lnTo>
                  <a:pt x="3037481" y="481895"/>
                </a:lnTo>
                <a:lnTo>
                  <a:pt x="3039128" y="482694"/>
                </a:lnTo>
                <a:lnTo>
                  <a:pt x="3040774" y="483494"/>
                </a:lnTo>
                <a:lnTo>
                  <a:pt x="3042420" y="484293"/>
                </a:lnTo>
                <a:lnTo>
                  <a:pt x="3044067" y="485092"/>
                </a:lnTo>
                <a:lnTo>
                  <a:pt x="3045713" y="485890"/>
                </a:lnTo>
                <a:lnTo>
                  <a:pt x="3047359" y="486689"/>
                </a:lnTo>
                <a:lnTo>
                  <a:pt x="3049006" y="487487"/>
                </a:lnTo>
                <a:lnTo>
                  <a:pt x="3050652" y="488286"/>
                </a:lnTo>
                <a:lnTo>
                  <a:pt x="3052298" y="489084"/>
                </a:lnTo>
                <a:lnTo>
                  <a:pt x="3053945" y="489882"/>
                </a:lnTo>
                <a:lnTo>
                  <a:pt x="3055591" y="490680"/>
                </a:lnTo>
                <a:lnTo>
                  <a:pt x="3057237" y="491477"/>
                </a:lnTo>
                <a:lnTo>
                  <a:pt x="3058884" y="492275"/>
                </a:lnTo>
                <a:lnTo>
                  <a:pt x="3060530" y="493072"/>
                </a:lnTo>
                <a:lnTo>
                  <a:pt x="3062176" y="493869"/>
                </a:lnTo>
                <a:lnTo>
                  <a:pt x="3063823" y="494666"/>
                </a:lnTo>
                <a:lnTo>
                  <a:pt x="3065469" y="495463"/>
                </a:lnTo>
                <a:lnTo>
                  <a:pt x="3067115" y="496259"/>
                </a:lnTo>
                <a:lnTo>
                  <a:pt x="3068762" y="497056"/>
                </a:lnTo>
                <a:lnTo>
                  <a:pt x="3070408" y="497852"/>
                </a:lnTo>
                <a:lnTo>
                  <a:pt x="3072054" y="498648"/>
                </a:lnTo>
                <a:lnTo>
                  <a:pt x="3073701" y="499444"/>
                </a:lnTo>
                <a:lnTo>
                  <a:pt x="3075347" y="500239"/>
                </a:lnTo>
                <a:lnTo>
                  <a:pt x="3076993" y="501035"/>
                </a:lnTo>
                <a:lnTo>
                  <a:pt x="3078640" y="501830"/>
                </a:lnTo>
                <a:lnTo>
                  <a:pt x="3080286" y="502625"/>
                </a:lnTo>
                <a:lnTo>
                  <a:pt x="3081932" y="503420"/>
                </a:lnTo>
                <a:lnTo>
                  <a:pt x="3083579" y="504215"/>
                </a:lnTo>
                <a:lnTo>
                  <a:pt x="3085225" y="505009"/>
                </a:lnTo>
                <a:lnTo>
                  <a:pt x="3086871" y="505804"/>
                </a:lnTo>
                <a:lnTo>
                  <a:pt x="3088518" y="506598"/>
                </a:lnTo>
                <a:lnTo>
                  <a:pt x="3090164" y="507392"/>
                </a:lnTo>
                <a:lnTo>
                  <a:pt x="3091810" y="508186"/>
                </a:lnTo>
                <a:lnTo>
                  <a:pt x="3093457" y="508979"/>
                </a:lnTo>
                <a:lnTo>
                  <a:pt x="3095103" y="509772"/>
                </a:lnTo>
                <a:lnTo>
                  <a:pt x="3096749" y="510566"/>
                </a:lnTo>
                <a:lnTo>
                  <a:pt x="3098396" y="511358"/>
                </a:lnTo>
                <a:lnTo>
                  <a:pt x="3100042" y="512151"/>
                </a:lnTo>
                <a:lnTo>
                  <a:pt x="3101688" y="512944"/>
                </a:lnTo>
                <a:lnTo>
                  <a:pt x="3103335" y="513736"/>
                </a:lnTo>
                <a:lnTo>
                  <a:pt x="3104981" y="514528"/>
                </a:lnTo>
                <a:lnTo>
                  <a:pt x="3106627" y="515320"/>
                </a:lnTo>
                <a:lnTo>
                  <a:pt x="3108274" y="516112"/>
                </a:lnTo>
                <a:lnTo>
                  <a:pt x="3109920" y="516903"/>
                </a:lnTo>
                <a:lnTo>
                  <a:pt x="3111566" y="517694"/>
                </a:lnTo>
                <a:lnTo>
                  <a:pt x="3113213" y="518485"/>
                </a:lnTo>
                <a:lnTo>
                  <a:pt x="3114859" y="519276"/>
                </a:lnTo>
                <a:lnTo>
                  <a:pt x="3116505" y="520067"/>
                </a:lnTo>
                <a:lnTo>
                  <a:pt x="3118152" y="520857"/>
                </a:lnTo>
                <a:lnTo>
                  <a:pt x="3119798" y="521647"/>
                </a:lnTo>
                <a:lnTo>
                  <a:pt x="3121444" y="522437"/>
                </a:lnTo>
                <a:lnTo>
                  <a:pt x="3123091" y="523227"/>
                </a:lnTo>
                <a:lnTo>
                  <a:pt x="3124737" y="524016"/>
                </a:lnTo>
                <a:lnTo>
                  <a:pt x="3126383" y="524805"/>
                </a:lnTo>
                <a:lnTo>
                  <a:pt x="3128030" y="525594"/>
                </a:lnTo>
                <a:lnTo>
                  <a:pt x="3129676" y="526383"/>
                </a:lnTo>
                <a:lnTo>
                  <a:pt x="3131322" y="527172"/>
                </a:lnTo>
                <a:lnTo>
                  <a:pt x="3132969" y="527960"/>
                </a:lnTo>
                <a:lnTo>
                  <a:pt x="3134615" y="528748"/>
                </a:lnTo>
                <a:lnTo>
                  <a:pt x="3136261" y="529536"/>
                </a:lnTo>
                <a:lnTo>
                  <a:pt x="3137907" y="530323"/>
                </a:lnTo>
                <a:lnTo>
                  <a:pt x="3139554" y="531111"/>
                </a:lnTo>
                <a:lnTo>
                  <a:pt x="3141200" y="531898"/>
                </a:lnTo>
                <a:lnTo>
                  <a:pt x="3142846" y="532684"/>
                </a:lnTo>
                <a:lnTo>
                  <a:pt x="3144493" y="533471"/>
                </a:lnTo>
                <a:lnTo>
                  <a:pt x="3146139" y="534257"/>
                </a:lnTo>
                <a:lnTo>
                  <a:pt x="3147785" y="535043"/>
                </a:lnTo>
                <a:lnTo>
                  <a:pt x="3149432" y="535829"/>
                </a:lnTo>
                <a:lnTo>
                  <a:pt x="3151078" y="536615"/>
                </a:lnTo>
                <a:lnTo>
                  <a:pt x="3152724" y="537400"/>
                </a:lnTo>
                <a:lnTo>
                  <a:pt x="3154371" y="538185"/>
                </a:lnTo>
                <a:lnTo>
                  <a:pt x="3156017" y="538970"/>
                </a:lnTo>
                <a:lnTo>
                  <a:pt x="3157663" y="539755"/>
                </a:lnTo>
                <a:lnTo>
                  <a:pt x="3159310" y="540539"/>
                </a:lnTo>
                <a:lnTo>
                  <a:pt x="3160956" y="541323"/>
                </a:lnTo>
                <a:lnTo>
                  <a:pt x="3162602" y="542107"/>
                </a:lnTo>
                <a:lnTo>
                  <a:pt x="3164249" y="542890"/>
                </a:lnTo>
                <a:lnTo>
                  <a:pt x="3165895" y="543674"/>
                </a:lnTo>
                <a:lnTo>
                  <a:pt x="3167541" y="544457"/>
                </a:lnTo>
                <a:lnTo>
                  <a:pt x="3169188" y="545239"/>
                </a:lnTo>
                <a:lnTo>
                  <a:pt x="3170834" y="546022"/>
                </a:lnTo>
                <a:lnTo>
                  <a:pt x="3172480" y="546804"/>
                </a:lnTo>
                <a:lnTo>
                  <a:pt x="3174127" y="547586"/>
                </a:lnTo>
                <a:lnTo>
                  <a:pt x="3175773" y="548368"/>
                </a:lnTo>
                <a:lnTo>
                  <a:pt x="3177419" y="549149"/>
                </a:lnTo>
                <a:lnTo>
                  <a:pt x="3179066" y="549930"/>
                </a:lnTo>
                <a:lnTo>
                  <a:pt x="3180712" y="550711"/>
                </a:lnTo>
                <a:lnTo>
                  <a:pt x="3182358" y="551492"/>
                </a:lnTo>
                <a:lnTo>
                  <a:pt x="3184005" y="552272"/>
                </a:lnTo>
                <a:lnTo>
                  <a:pt x="3185651" y="553052"/>
                </a:lnTo>
                <a:lnTo>
                  <a:pt x="3187297" y="553832"/>
                </a:lnTo>
                <a:lnTo>
                  <a:pt x="3188944" y="554611"/>
                </a:lnTo>
                <a:lnTo>
                  <a:pt x="3190590" y="555390"/>
                </a:lnTo>
                <a:lnTo>
                  <a:pt x="3192236" y="556169"/>
                </a:lnTo>
                <a:lnTo>
                  <a:pt x="3193883" y="556948"/>
                </a:lnTo>
                <a:lnTo>
                  <a:pt x="3195529" y="557726"/>
                </a:lnTo>
                <a:lnTo>
                  <a:pt x="3197175" y="558504"/>
                </a:lnTo>
                <a:lnTo>
                  <a:pt x="3198822" y="559282"/>
                </a:lnTo>
                <a:lnTo>
                  <a:pt x="3200468" y="560059"/>
                </a:lnTo>
                <a:lnTo>
                  <a:pt x="3202114" y="560836"/>
                </a:lnTo>
                <a:lnTo>
                  <a:pt x="3203761" y="561613"/>
                </a:lnTo>
                <a:lnTo>
                  <a:pt x="3205407" y="562390"/>
                </a:lnTo>
                <a:lnTo>
                  <a:pt x="3207053" y="563166"/>
                </a:lnTo>
                <a:lnTo>
                  <a:pt x="3208700" y="563942"/>
                </a:lnTo>
                <a:lnTo>
                  <a:pt x="3210346" y="564718"/>
                </a:lnTo>
                <a:lnTo>
                  <a:pt x="3211992" y="565493"/>
                </a:lnTo>
                <a:lnTo>
                  <a:pt x="3213639" y="566268"/>
                </a:lnTo>
                <a:lnTo>
                  <a:pt x="3215285" y="567043"/>
                </a:lnTo>
                <a:lnTo>
                  <a:pt x="3216931" y="567817"/>
                </a:lnTo>
                <a:lnTo>
                  <a:pt x="3218578" y="568591"/>
                </a:lnTo>
                <a:lnTo>
                  <a:pt x="3220224" y="569365"/>
                </a:lnTo>
                <a:lnTo>
                  <a:pt x="3221870" y="570139"/>
                </a:lnTo>
                <a:lnTo>
                  <a:pt x="3223517" y="570912"/>
                </a:lnTo>
                <a:lnTo>
                  <a:pt x="3225163" y="571685"/>
                </a:lnTo>
                <a:lnTo>
                  <a:pt x="3226809" y="572457"/>
                </a:lnTo>
                <a:lnTo>
                  <a:pt x="3228456" y="573230"/>
                </a:lnTo>
                <a:lnTo>
                  <a:pt x="3230102" y="574002"/>
                </a:lnTo>
                <a:lnTo>
                  <a:pt x="3231748" y="574773"/>
                </a:lnTo>
                <a:lnTo>
                  <a:pt x="3233395" y="575545"/>
                </a:lnTo>
                <a:lnTo>
                  <a:pt x="3235041" y="576316"/>
                </a:lnTo>
                <a:lnTo>
                  <a:pt x="3236687" y="577086"/>
                </a:lnTo>
                <a:lnTo>
                  <a:pt x="3238334" y="577857"/>
                </a:lnTo>
                <a:lnTo>
                  <a:pt x="3239980" y="578627"/>
                </a:lnTo>
                <a:lnTo>
                  <a:pt x="3241626" y="579397"/>
                </a:lnTo>
                <a:lnTo>
                  <a:pt x="3243273" y="580166"/>
                </a:lnTo>
                <a:lnTo>
                  <a:pt x="3244919" y="580935"/>
                </a:lnTo>
                <a:lnTo>
                  <a:pt x="3246565" y="581704"/>
                </a:lnTo>
                <a:lnTo>
                  <a:pt x="3248212" y="582472"/>
                </a:lnTo>
                <a:lnTo>
                  <a:pt x="3249858" y="583240"/>
                </a:lnTo>
                <a:lnTo>
                  <a:pt x="3251504" y="584008"/>
                </a:lnTo>
                <a:lnTo>
                  <a:pt x="3253151" y="584776"/>
                </a:lnTo>
                <a:lnTo>
                  <a:pt x="3254797" y="585543"/>
                </a:lnTo>
                <a:lnTo>
                  <a:pt x="3256443" y="586310"/>
                </a:lnTo>
                <a:lnTo>
                  <a:pt x="3258090" y="587076"/>
                </a:lnTo>
                <a:lnTo>
                  <a:pt x="3259736" y="587842"/>
                </a:lnTo>
                <a:lnTo>
                  <a:pt x="3261382" y="588608"/>
                </a:lnTo>
                <a:lnTo>
                  <a:pt x="3263029" y="589373"/>
                </a:lnTo>
                <a:lnTo>
                  <a:pt x="3264675" y="590138"/>
                </a:lnTo>
                <a:lnTo>
                  <a:pt x="3266321" y="590903"/>
                </a:lnTo>
                <a:lnTo>
                  <a:pt x="3267968" y="591668"/>
                </a:lnTo>
                <a:lnTo>
                  <a:pt x="3269614" y="592432"/>
                </a:lnTo>
                <a:lnTo>
                  <a:pt x="3271260" y="593195"/>
                </a:lnTo>
                <a:lnTo>
                  <a:pt x="3272907" y="593959"/>
                </a:lnTo>
                <a:lnTo>
                  <a:pt x="3274553" y="594722"/>
                </a:lnTo>
                <a:lnTo>
                  <a:pt x="3276199" y="595484"/>
                </a:lnTo>
                <a:lnTo>
                  <a:pt x="3277846" y="596247"/>
                </a:lnTo>
                <a:lnTo>
                  <a:pt x="3279492" y="597009"/>
                </a:lnTo>
                <a:lnTo>
                  <a:pt x="3281138" y="597770"/>
                </a:lnTo>
                <a:lnTo>
                  <a:pt x="3282785" y="598532"/>
                </a:lnTo>
                <a:lnTo>
                  <a:pt x="3284431" y="599292"/>
                </a:lnTo>
                <a:lnTo>
                  <a:pt x="3286077" y="600053"/>
                </a:lnTo>
                <a:lnTo>
                  <a:pt x="3287724" y="600813"/>
                </a:lnTo>
                <a:lnTo>
                  <a:pt x="3289370" y="601573"/>
                </a:lnTo>
                <a:lnTo>
                  <a:pt x="3291016" y="602333"/>
                </a:lnTo>
                <a:lnTo>
                  <a:pt x="3292663" y="603092"/>
                </a:lnTo>
                <a:lnTo>
                  <a:pt x="3294309" y="603850"/>
                </a:lnTo>
                <a:lnTo>
                  <a:pt x="3295955" y="604609"/>
                </a:lnTo>
                <a:lnTo>
                  <a:pt x="3297602" y="605367"/>
                </a:lnTo>
                <a:lnTo>
                  <a:pt x="3299248" y="606125"/>
                </a:lnTo>
                <a:lnTo>
                  <a:pt x="3300894" y="606882"/>
                </a:lnTo>
                <a:lnTo>
                  <a:pt x="3302541" y="607639"/>
                </a:lnTo>
                <a:lnTo>
                  <a:pt x="3304187" y="608395"/>
                </a:lnTo>
                <a:lnTo>
                  <a:pt x="3305833" y="609152"/>
                </a:lnTo>
                <a:lnTo>
                  <a:pt x="3307480" y="609907"/>
                </a:lnTo>
                <a:lnTo>
                  <a:pt x="3309126" y="610663"/>
                </a:lnTo>
                <a:lnTo>
                  <a:pt x="3310772" y="611418"/>
                </a:lnTo>
                <a:lnTo>
                  <a:pt x="3312419" y="612173"/>
                </a:lnTo>
                <a:lnTo>
                  <a:pt x="3314065" y="612927"/>
                </a:lnTo>
                <a:lnTo>
                  <a:pt x="3315711" y="613681"/>
                </a:lnTo>
                <a:lnTo>
                  <a:pt x="3317358" y="614434"/>
                </a:lnTo>
                <a:lnTo>
                  <a:pt x="3319004" y="615188"/>
                </a:lnTo>
                <a:lnTo>
                  <a:pt x="3320650" y="615940"/>
                </a:lnTo>
                <a:lnTo>
                  <a:pt x="3322297" y="616693"/>
                </a:lnTo>
                <a:lnTo>
                  <a:pt x="3323943" y="617445"/>
                </a:lnTo>
                <a:lnTo>
                  <a:pt x="3325589" y="618197"/>
                </a:lnTo>
                <a:lnTo>
                  <a:pt x="3327236" y="618948"/>
                </a:lnTo>
                <a:lnTo>
                  <a:pt x="3328882" y="619699"/>
                </a:lnTo>
                <a:lnTo>
                  <a:pt x="3330528" y="620449"/>
                </a:lnTo>
                <a:lnTo>
                  <a:pt x="3332175" y="621199"/>
                </a:lnTo>
                <a:lnTo>
                  <a:pt x="3333821" y="621949"/>
                </a:lnTo>
                <a:lnTo>
                  <a:pt x="3335467" y="622699"/>
                </a:lnTo>
                <a:lnTo>
                  <a:pt x="3337114" y="623447"/>
                </a:lnTo>
                <a:lnTo>
                  <a:pt x="3338760" y="624196"/>
                </a:lnTo>
                <a:lnTo>
                  <a:pt x="3340406" y="624944"/>
                </a:lnTo>
                <a:lnTo>
                  <a:pt x="3342053" y="625692"/>
                </a:lnTo>
                <a:lnTo>
                  <a:pt x="3343699" y="626439"/>
                </a:lnTo>
                <a:lnTo>
                  <a:pt x="3345345" y="627186"/>
                </a:lnTo>
                <a:lnTo>
                  <a:pt x="3346992" y="627933"/>
                </a:lnTo>
                <a:lnTo>
                  <a:pt x="3348638" y="628679"/>
                </a:lnTo>
                <a:lnTo>
                  <a:pt x="3350284" y="629425"/>
                </a:lnTo>
                <a:lnTo>
                  <a:pt x="3351931" y="630170"/>
                </a:lnTo>
                <a:lnTo>
                  <a:pt x="3353577" y="630915"/>
                </a:lnTo>
                <a:lnTo>
                  <a:pt x="3355223" y="631660"/>
                </a:lnTo>
                <a:lnTo>
                  <a:pt x="3356870" y="632404"/>
                </a:lnTo>
                <a:lnTo>
                  <a:pt x="3358516" y="633148"/>
                </a:lnTo>
                <a:lnTo>
                  <a:pt x="3360162" y="633891"/>
                </a:lnTo>
                <a:lnTo>
                  <a:pt x="3361809" y="634634"/>
                </a:lnTo>
                <a:lnTo>
                  <a:pt x="3363455" y="635377"/>
                </a:lnTo>
                <a:lnTo>
                  <a:pt x="3365101" y="636119"/>
                </a:lnTo>
                <a:lnTo>
                  <a:pt x="3366748" y="636860"/>
                </a:lnTo>
                <a:lnTo>
                  <a:pt x="3368394" y="637602"/>
                </a:lnTo>
                <a:lnTo>
                  <a:pt x="3370040" y="638343"/>
                </a:lnTo>
                <a:lnTo>
                  <a:pt x="3371687" y="639083"/>
                </a:lnTo>
                <a:lnTo>
                  <a:pt x="3373333" y="639823"/>
                </a:lnTo>
                <a:lnTo>
                  <a:pt x="3374979" y="640563"/>
                </a:lnTo>
                <a:lnTo>
                  <a:pt x="3376626" y="641302"/>
                </a:lnTo>
                <a:lnTo>
                  <a:pt x="3378272" y="642041"/>
                </a:lnTo>
                <a:lnTo>
                  <a:pt x="3379918" y="642779"/>
                </a:lnTo>
                <a:lnTo>
                  <a:pt x="3381565" y="643517"/>
                </a:lnTo>
                <a:lnTo>
                  <a:pt x="3383211" y="644255"/>
                </a:lnTo>
                <a:lnTo>
                  <a:pt x="3384857" y="644992"/>
                </a:lnTo>
                <a:lnTo>
                  <a:pt x="3386504" y="645729"/>
                </a:lnTo>
                <a:lnTo>
                  <a:pt x="3388150" y="646465"/>
                </a:lnTo>
                <a:lnTo>
                  <a:pt x="3389796" y="647201"/>
                </a:lnTo>
                <a:lnTo>
                  <a:pt x="3391443" y="647936"/>
                </a:lnTo>
                <a:lnTo>
                  <a:pt x="3393089" y="648671"/>
                </a:lnTo>
                <a:lnTo>
                  <a:pt x="3394735" y="649406"/>
                </a:lnTo>
                <a:lnTo>
                  <a:pt x="3396382" y="650140"/>
                </a:lnTo>
                <a:lnTo>
                  <a:pt x="3398028" y="650874"/>
                </a:lnTo>
                <a:lnTo>
                  <a:pt x="3399674" y="651607"/>
                </a:lnTo>
                <a:lnTo>
                  <a:pt x="3401321" y="652340"/>
                </a:lnTo>
                <a:lnTo>
                  <a:pt x="3402967" y="653072"/>
                </a:lnTo>
                <a:lnTo>
                  <a:pt x="3404613" y="653804"/>
                </a:lnTo>
                <a:lnTo>
                  <a:pt x="3406260" y="654536"/>
                </a:lnTo>
                <a:lnTo>
                  <a:pt x="3407906" y="655267"/>
                </a:lnTo>
                <a:lnTo>
                  <a:pt x="3409552" y="655997"/>
                </a:lnTo>
                <a:lnTo>
                  <a:pt x="3411199" y="656728"/>
                </a:lnTo>
                <a:lnTo>
                  <a:pt x="3412845" y="657457"/>
                </a:lnTo>
                <a:lnTo>
                  <a:pt x="3414491" y="658187"/>
                </a:lnTo>
                <a:lnTo>
                  <a:pt x="3416138" y="658916"/>
                </a:lnTo>
                <a:lnTo>
                  <a:pt x="3417784" y="659644"/>
                </a:lnTo>
                <a:lnTo>
                  <a:pt x="3419430" y="660372"/>
                </a:lnTo>
                <a:lnTo>
                  <a:pt x="3421077" y="661100"/>
                </a:lnTo>
                <a:lnTo>
                  <a:pt x="3422723" y="661827"/>
                </a:lnTo>
                <a:lnTo>
                  <a:pt x="3424369" y="662553"/>
                </a:lnTo>
                <a:lnTo>
                  <a:pt x="3426016" y="663280"/>
                </a:lnTo>
                <a:lnTo>
                  <a:pt x="3427662" y="664005"/>
                </a:lnTo>
                <a:lnTo>
                  <a:pt x="3429308" y="664731"/>
                </a:lnTo>
                <a:lnTo>
                  <a:pt x="3430955" y="665456"/>
                </a:lnTo>
                <a:lnTo>
                  <a:pt x="3432601" y="666180"/>
                </a:lnTo>
                <a:lnTo>
                  <a:pt x="3434247" y="666904"/>
                </a:lnTo>
                <a:lnTo>
                  <a:pt x="3435894" y="667627"/>
                </a:lnTo>
                <a:lnTo>
                  <a:pt x="3437540" y="668350"/>
                </a:lnTo>
                <a:lnTo>
                  <a:pt x="3439186" y="669073"/>
                </a:lnTo>
                <a:lnTo>
                  <a:pt x="3440833" y="669795"/>
                </a:lnTo>
                <a:lnTo>
                  <a:pt x="3442479" y="670517"/>
                </a:lnTo>
                <a:lnTo>
                  <a:pt x="3444125" y="671238"/>
                </a:lnTo>
                <a:lnTo>
                  <a:pt x="3445772" y="671959"/>
                </a:lnTo>
                <a:lnTo>
                  <a:pt x="3447418" y="672679"/>
                </a:lnTo>
                <a:lnTo>
                  <a:pt x="3449064" y="673399"/>
                </a:lnTo>
                <a:lnTo>
                  <a:pt x="3450710" y="674118"/>
                </a:lnTo>
                <a:lnTo>
                  <a:pt x="3452357" y="674837"/>
                </a:lnTo>
                <a:lnTo>
                  <a:pt x="3454003" y="675556"/>
                </a:lnTo>
                <a:lnTo>
                  <a:pt x="3455649" y="676274"/>
                </a:lnTo>
                <a:lnTo>
                  <a:pt x="3457296" y="676991"/>
                </a:lnTo>
                <a:lnTo>
                  <a:pt x="3458942" y="677708"/>
                </a:lnTo>
                <a:lnTo>
                  <a:pt x="3460588" y="678425"/>
                </a:lnTo>
                <a:lnTo>
                  <a:pt x="3462235" y="679141"/>
                </a:lnTo>
                <a:lnTo>
                  <a:pt x="3463881" y="679856"/>
                </a:lnTo>
                <a:lnTo>
                  <a:pt x="3465527" y="680572"/>
                </a:lnTo>
                <a:lnTo>
                  <a:pt x="3467174" y="681286"/>
                </a:lnTo>
                <a:lnTo>
                  <a:pt x="3468820" y="682000"/>
                </a:lnTo>
                <a:lnTo>
                  <a:pt x="3470466" y="682714"/>
                </a:lnTo>
                <a:lnTo>
                  <a:pt x="3472113" y="683427"/>
                </a:lnTo>
                <a:lnTo>
                  <a:pt x="3473759" y="684140"/>
                </a:lnTo>
                <a:lnTo>
                  <a:pt x="3475405" y="684853"/>
                </a:lnTo>
                <a:lnTo>
                  <a:pt x="3477052" y="685564"/>
                </a:lnTo>
                <a:lnTo>
                  <a:pt x="3478698" y="686276"/>
                </a:lnTo>
                <a:lnTo>
                  <a:pt x="3480344" y="686987"/>
                </a:lnTo>
                <a:lnTo>
                  <a:pt x="3481991" y="687697"/>
                </a:lnTo>
                <a:lnTo>
                  <a:pt x="3483637" y="688407"/>
                </a:lnTo>
                <a:lnTo>
                  <a:pt x="3485283" y="689116"/>
                </a:lnTo>
                <a:lnTo>
                  <a:pt x="3486930" y="689825"/>
                </a:lnTo>
                <a:lnTo>
                  <a:pt x="3488576" y="690534"/>
                </a:lnTo>
                <a:lnTo>
                  <a:pt x="3490222" y="691241"/>
                </a:lnTo>
                <a:lnTo>
                  <a:pt x="3491869" y="691949"/>
                </a:lnTo>
                <a:lnTo>
                  <a:pt x="3493515" y="692656"/>
                </a:lnTo>
                <a:lnTo>
                  <a:pt x="3495161" y="693362"/>
                </a:lnTo>
                <a:lnTo>
                  <a:pt x="3496808" y="694068"/>
                </a:lnTo>
                <a:lnTo>
                  <a:pt x="3498454" y="694774"/>
                </a:lnTo>
                <a:lnTo>
                  <a:pt x="3500100" y="695479"/>
                </a:lnTo>
                <a:lnTo>
                  <a:pt x="3501747" y="696183"/>
                </a:lnTo>
                <a:lnTo>
                  <a:pt x="3503393" y="696887"/>
                </a:lnTo>
                <a:lnTo>
                  <a:pt x="3505039" y="697591"/>
                </a:lnTo>
                <a:lnTo>
                  <a:pt x="3506686" y="698294"/>
                </a:lnTo>
                <a:lnTo>
                  <a:pt x="3508332" y="698997"/>
                </a:lnTo>
                <a:lnTo>
                  <a:pt x="3509978" y="699699"/>
                </a:lnTo>
                <a:lnTo>
                  <a:pt x="3511625" y="700400"/>
                </a:lnTo>
                <a:lnTo>
                  <a:pt x="3513271" y="701101"/>
                </a:lnTo>
                <a:lnTo>
                  <a:pt x="3514917" y="701802"/>
                </a:lnTo>
                <a:lnTo>
                  <a:pt x="3516564" y="702502"/>
                </a:lnTo>
                <a:lnTo>
                  <a:pt x="3518210" y="703201"/>
                </a:lnTo>
                <a:lnTo>
                  <a:pt x="3519856" y="703900"/>
                </a:lnTo>
                <a:lnTo>
                  <a:pt x="3521503" y="704599"/>
                </a:lnTo>
                <a:lnTo>
                  <a:pt x="3523149" y="705297"/>
                </a:lnTo>
                <a:lnTo>
                  <a:pt x="3524795" y="705994"/>
                </a:lnTo>
                <a:lnTo>
                  <a:pt x="3526442" y="706691"/>
                </a:lnTo>
                <a:lnTo>
                  <a:pt x="3528088" y="707388"/>
                </a:lnTo>
                <a:lnTo>
                  <a:pt x="3529734" y="708084"/>
                </a:lnTo>
                <a:lnTo>
                  <a:pt x="3531381" y="708779"/>
                </a:lnTo>
                <a:lnTo>
                  <a:pt x="3533027" y="709474"/>
                </a:lnTo>
                <a:lnTo>
                  <a:pt x="3534673" y="710169"/>
                </a:lnTo>
                <a:lnTo>
                  <a:pt x="3536320" y="710863"/>
                </a:lnTo>
                <a:lnTo>
                  <a:pt x="3537966" y="711556"/>
                </a:lnTo>
                <a:lnTo>
                  <a:pt x="3539612" y="712249"/>
                </a:lnTo>
                <a:lnTo>
                  <a:pt x="3541259" y="712941"/>
                </a:lnTo>
                <a:lnTo>
                  <a:pt x="3542905" y="713633"/>
                </a:lnTo>
                <a:lnTo>
                  <a:pt x="3544551" y="714325"/>
                </a:lnTo>
                <a:lnTo>
                  <a:pt x="3546198" y="715016"/>
                </a:lnTo>
                <a:lnTo>
                  <a:pt x="3547844" y="715706"/>
                </a:lnTo>
                <a:lnTo>
                  <a:pt x="3549490" y="716396"/>
                </a:lnTo>
                <a:lnTo>
                  <a:pt x="3551137" y="717085"/>
                </a:lnTo>
                <a:lnTo>
                  <a:pt x="3552783" y="717774"/>
                </a:lnTo>
                <a:lnTo>
                  <a:pt x="3554429" y="718462"/>
                </a:lnTo>
                <a:lnTo>
                  <a:pt x="3556076" y="719150"/>
                </a:lnTo>
                <a:lnTo>
                  <a:pt x="3557722" y="719837"/>
                </a:lnTo>
                <a:lnTo>
                  <a:pt x="3559368" y="720524"/>
                </a:lnTo>
                <a:lnTo>
                  <a:pt x="3561015" y="721210"/>
                </a:lnTo>
                <a:lnTo>
                  <a:pt x="3562661" y="721895"/>
                </a:lnTo>
                <a:lnTo>
                  <a:pt x="3564307" y="722581"/>
                </a:lnTo>
                <a:lnTo>
                  <a:pt x="3565954" y="723265"/>
                </a:lnTo>
                <a:lnTo>
                  <a:pt x="3567600" y="723949"/>
                </a:lnTo>
                <a:lnTo>
                  <a:pt x="3569246" y="724633"/>
                </a:lnTo>
                <a:lnTo>
                  <a:pt x="3570893" y="725316"/>
                </a:lnTo>
                <a:lnTo>
                  <a:pt x="3572539" y="725998"/>
                </a:lnTo>
                <a:lnTo>
                  <a:pt x="3574185" y="726680"/>
                </a:lnTo>
                <a:lnTo>
                  <a:pt x="3575832" y="727362"/>
                </a:lnTo>
                <a:lnTo>
                  <a:pt x="3577478" y="728042"/>
                </a:lnTo>
                <a:lnTo>
                  <a:pt x="3579124" y="728723"/>
                </a:lnTo>
                <a:lnTo>
                  <a:pt x="3580771" y="729402"/>
                </a:lnTo>
                <a:lnTo>
                  <a:pt x="3582417" y="730082"/>
                </a:lnTo>
                <a:lnTo>
                  <a:pt x="3584063" y="730760"/>
                </a:lnTo>
                <a:lnTo>
                  <a:pt x="3585710" y="731439"/>
                </a:lnTo>
                <a:lnTo>
                  <a:pt x="3587356" y="732116"/>
                </a:lnTo>
                <a:lnTo>
                  <a:pt x="3589002" y="732793"/>
                </a:lnTo>
                <a:lnTo>
                  <a:pt x="3590649" y="733470"/>
                </a:lnTo>
                <a:lnTo>
                  <a:pt x="3592295" y="734146"/>
                </a:lnTo>
                <a:lnTo>
                  <a:pt x="3593941" y="734821"/>
                </a:lnTo>
                <a:lnTo>
                  <a:pt x="3595588" y="735496"/>
                </a:lnTo>
                <a:lnTo>
                  <a:pt x="3597234" y="736171"/>
                </a:lnTo>
                <a:lnTo>
                  <a:pt x="3598880" y="736845"/>
                </a:lnTo>
                <a:lnTo>
                  <a:pt x="3600527" y="737518"/>
                </a:lnTo>
                <a:lnTo>
                  <a:pt x="3602173" y="738191"/>
                </a:lnTo>
                <a:lnTo>
                  <a:pt x="3603819" y="738863"/>
                </a:lnTo>
                <a:lnTo>
                  <a:pt x="3605466" y="739534"/>
                </a:lnTo>
                <a:lnTo>
                  <a:pt x="3607112" y="740206"/>
                </a:lnTo>
                <a:lnTo>
                  <a:pt x="3608758" y="740876"/>
                </a:lnTo>
                <a:lnTo>
                  <a:pt x="3610405" y="741546"/>
                </a:lnTo>
                <a:lnTo>
                  <a:pt x="3612051" y="742216"/>
                </a:lnTo>
                <a:lnTo>
                  <a:pt x="3613697" y="742885"/>
                </a:lnTo>
                <a:lnTo>
                  <a:pt x="3615344" y="743553"/>
                </a:lnTo>
                <a:lnTo>
                  <a:pt x="3616990" y="744221"/>
                </a:lnTo>
                <a:lnTo>
                  <a:pt x="3618636" y="744888"/>
                </a:lnTo>
                <a:lnTo>
                  <a:pt x="3620283" y="745555"/>
                </a:lnTo>
                <a:lnTo>
                  <a:pt x="3621929" y="746221"/>
                </a:lnTo>
                <a:lnTo>
                  <a:pt x="3623575" y="746886"/>
                </a:lnTo>
                <a:lnTo>
                  <a:pt x="3625222" y="747551"/>
                </a:lnTo>
                <a:lnTo>
                  <a:pt x="3626868" y="748216"/>
                </a:lnTo>
                <a:lnTo>
                  <a:pt x="3628514" y="748880"/>
                </a:lnTo>
                <a:lnTo>
                  <a:pt x="3630161" y="749543"/>
                </a:lnTo>
                <a:lnTo>
                  <a:pt x="3631807" y="750206"/>
                </a:lnTo>
                <a:lnTo>
                  <a:pt x="3633453" y="750868"/>
                </a:lnTo>
                <a:lnTo>
                  <a:pt x="3635100" y="751530"/>
                </a:lnTo>
                <a:lnTo>
                  <a:pt x="3636746" y="752191"/>
                </a:lnTo>
                <a:lnTo>
                  <a:pt x="3638392" y="752851"/>
                </a:lnTo>
                <a:lnTo>
                  <a:pt x="3640039" y="753511"/>
                </a:lnTo>
                <a:lnTo>
                  <a:pt x="3641685" y="754171"/>
                </a:lnTo>
                <a:lnTo>
                  <a:pt x="3643331" y="754829"/>
                </a:lnTo>
                <a:lnTo>
                  <a:pt x="3644978" y="755488"/>
                </a:lnTo>
                <a:lnTo>
                  <a:pt x="3646624" y="756145"/>
                </a:lnTo>
                <a:lnTo>
                  <a:pt x="3648270" y="756803"/>
                </a:lnTo>
                <a:lnTo>
                  <a:pt x="3649917" y="757459"/>
                </a:lnTo>
                <a:lnTo>
                  <a:pt x="3651563" y="758115"/>
                </a:lnTo>
                <a:lnTo>
                  <a:pt x="3653209" y="758771"/>
                </a:lnTo>
                <a:lnTo>
                  <a:pt x="3654856" y="759425"/>
                </a:lnTo>
                <a:lnTo>
                  <a:pt x="3656502" y="760080"/>
                </a:lnTo>
                <a:lnTo>
                  <a:pt x="3658148" y="760733"/>
                </a:lnTo>
                <a:lnTo>
                  <a:pt x="3659795" y="761386"/>
                </a:lnTo>
                <a:lnTo>
                  <a:pt x="3661441" y="762039"/>
                </a:lnTo>
                <a:lnTo>
                  <a:pt x="3663087" y="762691"/>
                </a:lnTo>
                <a:lnTo>
                  <a:pt x="3664734" y="763342"/>
                </a:lnTo>
                <a:lnTo>
                  <a:pt x="3666380" y="763993"/>
                </a:lnTo>
                <a:lnTo>
                  <a:pt x="3668026" y="764643"/>
                </a:lnTo>
                <a:lnTo>
                  <a:pt x="3669673" y="765293"/>
                </a:lnTo>
                <a:lnTo>
                  <a:pt x="3671319" y="765942"/>
                </a:lnTo>
                <a:lnTo>
                  <a:pt x="3672965" y="766591"/>
                </a:lnTo>
                <a:lnTo>
                  <a:pt x="3674612" y="767239"/>
                </a:lnTo>
                <a:lnTo>
                  <a:pt x="3676258" y="767886"/>
                </a:lnTo>
                <a:lnTo>
                  <a:pt x="3677904" y="768533"/>
                </a:lnTo>
                <a:lnTo>
                  <a:pt x="3679551" y="769179"/>
                </a:lnTo>
                <a:lnTo>
                  <a:pt x="3681197" y="769824"/>
                </a:lnTo>
                <a:lnTo>
                  <a:pt x="3682843" y="770469"/>
                </a:lnTo>
                <a:lnTo>
                  <a:pt x="3684490" y="771114"/>
                </a:lnTo>
                <a:lnTo>
                  <a:pt x="3686136" y="771758"/>
                </a:lnTo>
                <a:lnTo>
                  <a:pt x="3687782" y="772401"/>
                </a:lnTo>
                <a:lnTo>
                  <a:pt x="3689429" y="773044"/>
                </a:lnTo>
                <a:lnTo>
                  <a:pt x="3691075" y="773686"/>
                </a:lnTo>
                <a:lnTo>
                  <a:pt x="3692721" y="774327"/>
                </a:lnTo>
                <a:lnTo>
                  <a:pt x="3694368" y="774968"/>
                </a:lnTo>
                <a:lnTo>
                  <a:pt x="3696014" y="775608"/>
                </a:lnTo>
                <a:lnTo>
                  <a:pt x="3697660" y="776248"/>
                </a:lnTo>
                <a:lnTo>
                  <a:pt x="3699307" y="776887"/>
                </a:lnTo>
                <a:lnTo>
                  <a:pt x="3700953" y="777526"/>
                </a:lnTo>
                <a:lnTo>
                  <a:pt x="3702599" y="778164"/>
                </a:lnTo>
                <a:lnTo>
                  <a:pt x="3704246" y="778801"/>
                </a:lnTo>
                <a:lnTo>
                  <a:pt x="3705892" y="779438"/>
                </a:lnTo>
                <a:lnTo>
                  <a:pt x="3707538" y="780074"/>
                </a:lnTo>
                <a:lnTo>
                  <a:pt x="3709185" y="780709"/>
                </a:lnTo>
                <a:lnTo>
                  <a:pt x="3710831" y="781344"/>
                </a:lnTo>
                <a:lnTo>
                  <a:pt x="3712477" y="781979"/>
                </a:lnTo>
                <a:lnTo>
                  <a:pt x="3714124" y="782613"/>
                </a:lnTo>
                <a:lnTo>
                  <a:pt x="3715770" y="783246"/>
                </a:lnTo>
                <a:lnTo>
                  <a:pt x="3717416" y="783878"/>
                </a:lnTo>
                <a:lnTo>
                  <a:pt x="3719063" y="784510"/>
                </a:lnTo>
                <a:lnTo>
                  <a:pt x="3720709" y="785142"/>
                </a:lnTo>
                <a:lnTo>
                  <a:pt x="3722355" y="785772"/>
                </a:lnTo>
                <a:lnTo>
                  <a:pt x="3724002" y="786402"/>
                </a:lnTo>
                <a:lnTo>
                  <a:pt x="3725648" y="787032"/>
                </a:lnTo>
                <a:lnTo>
                  <a:pt x="3727294" y="787661"/>
                </a:lnTo>
                <a:lnTo>
                  <a:pt x="3728941" y="788289"/>
                </a:lnTo>
                <a:lnTo>
                  <a:pt x="3730587" y="788917"/>
                </a:lnTo>
                <a:lnTo>
                  <a:pt x="3732233" y="789544"/>
                </a:lnTo>
                <a:lnTo>
                  <a:pt x="3733880" y="790171"/>
                </a:lnTo>
                <a:lnTo>
                  <a:pt x="3735526" y="790797"/>
                </a:lnTo>
                <a:lnTo>
                  <a:pt x="3737172" y="791422"/>
                </a:lnTo>
                <a:lnTo>
                  <a:pt x="3738819" y="792047"/>
                </a:lnTo>
                <a:lnTo>
                  <a:pt x="3740465" y="792671"/>
                </a:lnTo>
                <a:lnTo>
                  <a:pt x="3742111" y="793294"/>
                </a:lnTo>
                <a:lnTo>
                  <a:pt x="3743758" y="793917"/>
                </a:lnTo>
                <a:lnTo>
                  <a:pt x="3745404" y="794539"/>
                </a:lnTo>
                <a:lnTo>
                  <a:pt x="3747050" y="795161"/>
                </a:lnTo>
                <a:lnTo>
                  <a:pt x="3748697" y="795782"/>
                </a:lnTo>
                <a:lnTo>
                  <a:pt x="3750343" y="796402"/>
                </a:lnTo>
                <a:lnTo>
                  <a:pt x="3751989" y="797022"/>
                </a:lnTo>
                <a:lnTo>
                  <a:pt x="3753636" y="797641"/>
                </a:lnTo>
                <a:lnTo>
                  <a:pt x="3755282" y="798260"/>
                </a:lnTo>
                <a:lnTo>
                  <a:pt x="3756928" y="798878"/>
                </a:lnTo>
                <a:lnTo>
                  <a:pt x="3758575" y="799495"/>
                </a:lnTo>
                <a:lnTo>
                  <a:pt x="3760221" y="800112"/>
                </a:lnTo>
                <a:lnTo>
                  <a:pt x="3761867" y="800728"/>
                </a:lnTo>
                <a:lnTo>
                  <a:pt x="3763513" y="801343"/>
                </a:lnTo>
                <a:lnTo>
                  <a:pt x="3765160" y="801958"/>
                </a:lnTo>
                <a:lnTo>
                  <a:pt x="3766806" y="802573"/>
                </a:lnTo>
                <a:lnTo>
                  <a:pt x="3768452" y="803186"/>
                </a:lnTo>
                <a:lnTo>
                  <a:pt x="3770099" y="803799"/>
                </a:lnTo>
                <a:lnTo>
                  <a:pt x="3771745" y="804412"/>
                </a:lnTo>
                <a:lnTo>
                  <a:pt x="3773391" y="805023"/>
                </a:lnTo>
                <a:lnTo>
                  <a:pt x="3775038" y="805634"/>
                </a:lnTo>
                <a:lnTo>
                  <a:pt x="3776684" y="806245"/>
                </a:lnTo>
                <a:lnTo>
                  <a:pt x="3778330" y="806855"/>
                </a:lnTo>
                <a:lnTo>
                  <a:pt x="3779977" y="807464"/>
                </a:lnTo>
                <a:lnTo>
                  <a:pt x="3781623" y="808073"/>
                </a:lnTo>
                <a:lnTo>
                  <a:pt x="3783269" y="808681"/>
                </a:lnTo>
                <a:lnTo>
                  <a:pt x="3784916" y="809288"/>
                </a:lnTo>
                <a:lnTo>
                  <a:pt x="3786562" y="809895"/>
                </a:lnTo>
                <a:lnTo>
                  <a:pt x="3788208" y="810501"/>
                </a:lnTo>
                <a:lnTo>
                  <a:pt x="3789855" y="811106"/>
                </a:lnTo>
                <a:lnTo>
                  <a:pt x="3791501" y="811711"/>
                </a:lnTo>
                <a:lnTo>
                  <a:pt x="3793147" y="812315"/>
                </a:lnTo>
                <a:lnTo>
                  <a:pt x="3794794" y="812919"/>
                </a:lnTo>
                <a:lnTo>
                  <a:pt x="3796440" y="813522"/>
                </a:lnTo>
                <a:lnTo>
                  <a:pt x="3798086" y="814124"/>
                </a:lnTo>
                <a:lnTo>
                  <a:pt x="3799733" y="814726"/>
                </a:lnTo>
                <a:lnTo>
                  <a:pt x="3801379" y="815327"/>
                </a:lnTo>
                <a:lnTo>
                  <a:pt x="3803025" y="815927"/>
                </a:lnTo>
                <a:lnTo>
                  <a:pt x="3804672" y="816527"/>
                </a:lnTo>
                <a:lnTo>
                  <a:pt x="3806318" y="817126"/>
                </a:lnTo>
                <a:lnTo>
                  <a:pt x="3807964" y="817725"/>
                </a:lnTo>
                <a:lnTo>
                  <a:pt x="3809611" y="818323"/>
                </a:lnTo>
                <a:lnTo>
                  <a:pt x="3811257" y="818920"/>
                </a:lnTo>
                <a:lnTo>
                  <a:pt x="3812903" y="819516"/>
                </a:lnTo>
                <a:lnTo>
                  <a:pt x="3814550" y="820112"/>
                </a:lnTo>
                <a:lnTo>
                  <a:pt x="3816196" y="820708"/>
                </a:lnTo>
                <a:lnTo>
                  <a:pt x="3817842" y="821302"/>
                </a:lnTo>
                <a:lnTo>
                  <a:pt x="3819489" y="821896"/>
                </a:lnTo>
                <a:lnTo>
                  <a:pt x="3821135" y="822490"/>
                </a:lnTo>
                <a:lnTo>
                  <a:pt x="3822781" y="823082"/>
                </a:lnTo>
                <a:lnTo>
                  <a:pt x="3824428" y="823675"/>
                </a:lnTo>
                <a:lnTo>
                  <a:pt x="3826074" y="824266"/>
                </a:lnTo>
                <a:lnTo>
                  <a:pt x="3827720" y="824857"/>
                </a:lnTo>
                <a:lnTo>
                  <a:pt x="3829367" y="825447"/>
                </a:lnTo>
                <a:lnTo>
                  <a:pt x="3831013" y="826037"/>
                </a:lnTo>
                <a:lnTo>
                  <a:pt x="3832659" y="826625"/>
                </a:lnTo>
                <a:lnTo>
                  <a:pt x="3834306" y="827214"/>
                </a:lnTo>
                <a:lnTo>
                  <a:pt x="3835952" y="827801"/>
                </a:lnTo>
                <a:lnTo>
                  <a:pt x="3837598" y="828388"/>
                </a:lnTo>
                <a:lnTo>
                  <a:pt x="3839245" y="828974"/>
                </a:lnTo>
                <a:lnTo>
                  <a:pt x="3840891" y="829560"/>
                </a:lnTo>
                <a:lnTo>
                  <a:pt x="3842537" y="830145"/>
                </a:lnTo>
                <a:lnTo>
                  <a:pt x="3844184" y="830729"/>
                </a:lnTo>
                <a:lnTo>
                  <a:pt x="3845830" y="831313"/>
                </a:lnTo>
                <a:lnTo>
                  <a:pt x="3847476" y="831896"/>
                </a:lnTo>
                <a:lnTo>
                  <a:pt x="3849123" y="832478"/>
                </a:lnTo>
                <a:lnTo>
                  <a:pt x="3850769" y="833060"/>
                </a:lnTo>
                <a:lnTo>
                  <a:pt x="3852415" y="833641"/>
                </a:lnTo>
                <a:lnTo>
                  <a:pt x="3854062" y="834222"/>
                </a:lnTo>
                <a:lnTo>
                  <a:pt x="3855708" y="834801"/>
                </a:lnTo>
                <a:lnTo>
                  <a:pt x="3857354" y="835380"/>
                </a:lnTo>
                <a:lnTo>
                  <a:pt x="3859001" y="835959"/>
                </a:lnTo>
                <a:lnTo>
                  <a:pt x="3860647" y="836537"/>
                </a:lnTo>
                <a:lnTo>
                  <a:pt x="3862293" y="837114"/>
                </a:lnTo>
                <a:lnTo>
                  <a:pt x="3863940" y="837690"/>
                </a:lnTo>
                <a:lnTo>
                  <a:pt x="3865586" y="838266"/>
                </a:lnTo>
                <a:lnTo>
                  <a:pt x="3867232" y="838841"/>
                </a:lnTo>
                <a:lnTo>
                  <a:pt x="3868879" y="839416"/>
                </a:lnTo>
                <a:lnTo>
                  <a:pt x="3870525" y="839990"/>
                </a:lnTo>
                <a:lnTo>
                  <a:pt x="3872171" y="840563"/>
                </a:lnTo>
                <a:lnTo>
                  <a:pt x="3873818" y="841135"/>
                </a:lnTo>
                <a:lnTo>
                  <a:pt x="3875464" y="841707"/>
                </a:lnTo>
                <a:lnTo>
                  <a:pt x="3877110" y="842278"/>
                </a:lnTo>
                <a:lnTo>
                  <a:pt x="3878757" y="842849"/>
                </a:lnTo>
                <a:lnTo>
                  <a:pt x="3880403" y="843419"/>
                </a:lnTo>
                <a:lnTo>
                  <a:pt x="3882049" y="843988"/>
                </a:lnTo>
                <a:lnTo>
                  <a:pt x="3883696" y="844556"/>
                </a:lnTo>
                <a:lnTo>
                  <a:pt x="3885342" y="845124"/>
                </a:lnTo>
                <a:lnTo>
                  <a:pt x="3886988" y="845692"/>
                </a:lnTo>
                <a:lnTo>
                  <a:pt x="3888635" y="846258"/>
                </a:lnTo>
                <a:lnTo>
                  <a:pt x="3890281" y="846824"/>
                </a:lnTo>
                <a:lnTo>
                  <a:pt x="3891927" y="847389"/>
                </a:lnTo>
                <a:lnTo>
                  <a:pt x="3893574" y="847954"/>
                </a:lnTo>
                <a:lnTo>
                  <a:pt x="3895220" y="848518"/>
                </a:lnTo>
                <a:lnTo>
                  <a:pt x="3896866" y="849081"/>
                </a:lnTo>
                <a:lnTo>
                  <a:pt x="3898513" y="849643"/>
                </a:lnTo>
                <a:lnTo>
                  <a:pt x="3900159" y="850205"/>
                </a:lnTo>
                <a:lnTo>
                  <a:pt x="3901805" y="850766"/>
                </a:lnTo>
                <a:lnTo>
                  <a:pt x="3903452" y="851327"/>
                </a:lnTo>
                <a:lnTo>
                  <a:pt x="3905098" y="851887"/>
                </a:lnTo>
                <a:lnTo>
                  <a:pt x="3906744" y="852446"/>
                </a:lnTo>
                <a:lnTo>
                  <a:pt x="3908391" y="853004"/>
                </a:lnTo>
                <a:lnTo>
                  <a:pt x="3910037" y="853562"/>
                </a:lnTo>
                <a:lnTo>
                  <a:pt x="3911683" y="854119"/>
                </a:lnTo>
                <a:lnTo>
                  <a:pt x="3913330" y="854676"/>
                </a:lnTo>
                <a:lnTo>
                  <a:pt x="3914976" y="855232"/>
                </a:lnTo>
                <a:lnTo>
                  <a:pt x="3916622" y="855787"/>
                </a:lnTo>
                <a:lnTo>
                  <a:pt x="3918269" y="856341"/>
                </a:lnTo>
                <a:lnTo>
                  <a:pt x="3919915" y="856895"/>
                </a:lnTo>
                <a:lnTo>
                  <a:pt x="3921561" y="857448"/>
                </a:lnTo>
                <a:lnTo>
                  <a:pt x="3923208" y="858000"/>
                </a:lnTo>
                <a:lnTo>
                  <a:pt x="3924854" y="858552"/>
                </a:lnTo>
                <a:lnTo>
                  <a:pt x="3926500" y="859103"/>
                </a:lnTo>
                <a:lnTo>
                  <a:pt x="3928147" y="859653"/>
                </a:lnTo>
                <a:lnTo>
                  <a:pt x="3929793" y="860203"/>
                </a:lnTo>
                <a:lnTo>
                  <a:pt x="3931439" y="860752"/>
                </a:lnTo>
                <a:lnTo>
                  <a:pt x="3933086" y="861301"/>
                </a:lnTo>
                <a:lnTo>
                  <a:pt x="3934732" y="861848"/>
                </a:lnTo>
                <a:lnTo>
                  <a:pt x="3936378" y="862395"/>
                </a:lnTo>
                <a:lnTo>
                  <a:pt x="3938025" y="862941"/>
                </a:lnTo>
                <a:lnTo>
                  <a:pt x="3939671" y="863487"/>
                </a:lnTo>
                <a:lnTo>
                  <a:pt x="3941317" y="864032"/>
                </a:lnTo>
                <a:lnTo>
                  <a:pt x="3942964" y="864576"/>
                </a:lnTo>
                <a:lnTo>
                  <a:pt x="3944610" y="865120"/>
                </a:lnTo>
                <a:lnTo>
                  <a:pt x="3946256" y="865663"/>
                </a:lnTo>
                <a:lnTo>
                  <a:pt x="3947903" y="866205"/>
                </a:lnTo>
                <a:lnTo>
                  <a:pt x="3949549" y="866746"/>
                </a:lnTo>
                <a:lnTo>
                  <a:pt x="3951195" y="867287"/>
                </a:lnTo>
                <a:lnTo>
                  <a:pt x="3952842" y="867827"/>
                </a:lnTo>
                <a:lnTo>
                  <a:pt x="3954488" y="868366"/>
                </a:lnTo>
                <a:lnTo>
                  <a:pt x="3956134" y="868905"/>
                </a:lnTo>
                <a:lnTo>
                  <a:pt x="3957781" y="869443"/>
                </a:lnTo>
                <a:lnTo>
                  <a:pt x="3959427" y="869981"/>
                </a:lnTo>
                <a:lnTo>
                  <a:pt x="3961073" y="870517"/>
                </a:lnTo>
                <a:lnTo>
                  <a:pt x="3962720" y="871053"/>
                </a:lnTo>
                <a:lnTo>
                  <a:pt x="3964366" y="871589"/>
                </a:lnTo>
                <a:lnTo>
                  <a:pt x="3966012" y="872123"/>
                </a:lnTo>
                <a:lnTo>
                  <a:pt x="3967659" y="872657"/>
                </a:lnTo>
                <a:lnTo>
                  <a:pt x="3969305" y="873190"/>
                </a:lnTo>
                <a:lnTo>
                  <a:pt x="3970951" y="873723"/>
                </a:lnTo>
                <a:lnTo>
                  <a:pt x="3972598" y="874254"/>
                </a:lnTo>
                <a:lnTo>
                  <a:pt x="3974244" y="874786"/>
                </a:lnTo>
                <a:lnTo>
                  <a:pt x="3975890" y="875316"/>
                </a:lnTo>
                <a:lnTo>
                  <a:pt x="3977537" y="875846"/>
                </a:lnTo>
                <a:lnTo>
                  <a:pt x="3979183" y="876375"/>
                </a:lnTo>
                <a:lnTo>
                  <a:pt x="3980829" y="876903"/>
                </a:lnTo>
                <a:lnTo>
                  <a:pt x="3982476" y="877431"/>
                </a:lnTo>
                <a:lnTo>
                  <a:pt x="3984122" y="877958"/>
                </a:lnTo>
                <a:lnTo>
                  <a:pt x="3985768" y="878484"/>
                </a:lnTo>
                <a:lnTo>
                  <a:pt x="3987415" y="879009"/>
                </a:lnTo>
                <a:lnTo>
                  <a:pt x="3989061" y="879534"/>
                </a:lnTo>
                <a:lnTo>
                  <a:pt x="3990707" y="880058"/>
                </a:lnTo>
                <a:lnTo>
                  <a:pt x="3992354" y="880582"/>
                </a:lnTo>
                <a:lnTo>
                  <a:pt x="3994000" y="881105"/>
                </a:lnTo>
                <a:lnTo>
                  <a:pt x="3995646" y="881627"/>
                </a:lnTo>
                <a:lnTo>
                  <a:pt x="3997293" y="882148"/>
                </a:lnTo>
                <a:lnTo>
                  <a:pt x="3998939" y="882669"/>
                </a:lnTo>
                <a:lnTo>
                  <a:pt x="4000585" y="883189"/>
                </a:lnTo>
                <a:lnTo>
                  <a:pt x="4002232" y="883708"/>
                </a:lnTo>
                <a:lnTo>
                  <a:pt x="4003878" y="884226"/>
                </a:lnTo>
                <a:lnTo>
                  <a:pt x="4005524" y="884744"/>
                </a:lnTo>
                <a:lnTo>
                  <a:pt x="4007171" y="885261"/>
                </a:lnTo>
                <a:lnTo>
                  <a:pt x="4008817" y="885778"/>
                </a:lnTo>
                <a:lnTo>
                  <a:pt x="4010463" y="886293"/>
                </a:lnTo>
                <a:lnTo>
                  <a:pt x="4012110" y="886808"/>
                </a:lnTo>
                <a:lnTo>
                  <a:pt x="4013756" y="887323"/>
                </a:lnTo>
                <a:lnTo>
                  <a:pt x="4015402" y="887836"/>
                </a:lnTo>
                <a:lnTo>
                  <a:pt x="4017049" y="888349"/>
                </a:lnTo>
                <a:lnTo>
                  <a:pt x="4018695" y="888861"/>
                </a:lnTo>
                <a:lnTo>
                  <a:pt x="4020341" y="889373"/>
                </a:lnTo>
                <a:lnTo>
                  <a:pt x="4021988" y="889884"/>
                </a:lnTo>
                <a:lnTo>
                  <a:pt x="4023634" y="890394"/>
                </a:lnTo>
                <a:lnTo>
                  <a:pt x="4025280" y="890903"/>
                </a:lnTo>
                <a:lnTo>
                  <a:pt x="4026927" y="891412"/>
                </a:lnTo>
                <a:lnTo>
                  <a:pt x="4028573" y="891920"/>
                </a:lnTo>
                <a:lnTo>
                  <a:pt x="4030219" y="892427"/>
                </a:lnTo>
                <a:lnTo>
                  <a:pt x="4031866" y="892933"/>
                </a:lnTo>
                <a:lnTo>
                  <a:pt x="4033512" y="893439"/>
                </a:lnTo>
                <a:lnTo>
                  <a:pt x="4035158" y="893944"/>
                </a:lnTo>
                <a:lnTo>
                  <a:pt x="4036805" y="894448"/>
                </a:lnTo>
                <a:lnTo>
                  <a:pt x="4038451" y="894952"/>
                </a:lnTo>
                <a:lnTo>
                  <a:pt x="4040097" y="895455"/>
                </a:lnTo>
                <a:lnTo>
                  <a:pt x="4041744" y="895957"/>
                </a:lnTo>
                <a:lnTo>
                  <a:pt x="4043390" y="896459"/>
                </a:lnTo>
                <a:lnTo>
                  <a:pt x="4045036" y="896960"/>
                </a:lnTo>
                <a:lnTo>
                  <a:pt x="4046683" y="897460"/>
                </a:lnTo>
                <a:lnTo>
                  <a:pt x="4048329" y="897959"/>
                </a:lnTo>
                <a:lnTo>
                  <a:pt x="4049975" y="898458"/>
                </a:lnTo>
                <a:lnTo>
                  <a:pt x="4051622" y="898955"/>
                </a:lnTo>
                <a:lnTo>
                  <a:pt x="4053268" y="899453"/>
                </a:lnTo>
                <a:lnTo>
                  <a:pt x="4054914" y="899949"/>
                </a:lnTo>
                <a:lnTo>
                  <a:pt x="4056561" y="900445"/>
                </a:lnTo>
                <a:lnTo>
                  <a:pt x="4058207" y="900940"/>
                </a:lnTo>
                <a:lnTo>
                  <a:pt x="4059853" y="901434"/>
                </a:lnTo>
                <a:lnTo>
                  <a:pt x="4061500" y="901928"/>
                </a:lnTo>
                <a:lnTo>
                  <a:pt x="4063146" y="902421"/>
                </a:lnTo>
                <a:lnTo>
                  <a:pt x="4064792" y="902913"/>
                </a:lnTo>
                <a:lnTo>
                  <a:pt x="4066439" y="903404"/>
                </a:lnTo>
                <a:lnTo>
                  <a:pt x="4068085" y="903895"/>
                </a:lnTo>
                <a:lnTo>
                  <a:pt x="4069731" y="904385"/>
                </a:lnTo>
                <a:lnTo>
                  <a:pt x="4071378" y="904874"/>
                </a:lnTo>
                <a:lnTo>
                  <a:pt x="4073024" y="905363"/>
                </a:lnTo>
                <a:lnTo>
                  <a:pt x="4074670" y="905851"/>
                </a:lnTo>
                <a:lnTo>
                  <a:pt x="4076316" y="906338"/>
                </a:lnTo>
                <a:lnTo>
                  <a:pt x="4077963" y="906824"/>
                </a:lnTo>
                <a:lnTo>
                  <a:pt x="4079609" y="907310"/>
                </a:lnTo>
                <a:lnTo>
                  <a:pt x="4081255" y="907795"/>
                </a:lnTo>
                <a:lnTo>
                  <a:pt x="4082902" y="908279"/>
                </a:lnTo>
                <a:lnTo>
                  <a:pt x="4084548" y="908763"/>
                </a:lnTo>
                <a:lnTo>
                  <a:pt x="4086194" y="909245"/>
                </a:lnTo>
                <a:lnTo>
                  <a:pt x="4087841" y="909727"/>
                </a:lnTo>
                <a:lnTo>
                  <a:pt x="4089487" y="910209"/>
                </a:lnTo>
                <a:lnTo>
                  <a:pt x="4091133" y="910689"/>
                </a:lnTo>
                <a:lnTo>
                  <a:pt x="4092780" y="911169"/>
                </a:lnTo>
                <a:lnTo>
                  <a:pt x="4094426" y="911648"/>
                </a:lnTo>
                <a:lnTo>
                  <a:pt x="4096072" y="912127"/>
                </a:lnTo>
                <a:lnTo>
                  <a:pt x="4097719" y="912604"/>
                </a:lnTo>
                <a:lnTo>
                  <a:pt x="4099365" y="913081"/>
                </a:lnTo>
                <a:lnTo>
                  <a:pt x="4101011" y="913557"/>
                </a:lnTo>
                <a:lnTo>
                  <a:pt x="4102658" y="914033"/>
                </a:lnTo>
                <a:lnTo>
                  <a:pt x="4104304" y="914508"/>
                </a:lnTo>
                <a:lnTo>
                  <a:pt x="4105950" y="914982"/>
                </a:lnTo>
                <a:lnTo>
                  <a:pt x="4107597" y="915455"/>
                </a:lnTo>
                <a:lnTo>
                  <a:pt x="4109243" y="915927"/>
                </a:lnTo>
                <a:lnTo>
                  <a:pt x="4110889" y="916399"/>
                </a:lnTo>
                <a:lnTo>
                  <a:pt x="4112536" y="916870"/>
                </a:lnTo>
                <a:lnTo>
                  <a:pt x="4114182" y="917341"/>
                </a:lnTo>
                <a:lnTo>
                  <a:pt x="4115828" y="917810"/>
                </a:lnTo>
                <a:lnTo>
                  <a:pt x="4117475" y="918279"/>
                </a:lnTo>
                <a:lnTo>
                  <a:pt x="4119121" y="918747"/>
                </a:lnTo>
                <a:lnTo>
                  <a:pt x="4120767" y="919215"/>
                </a:lnTo>
                <a:lnTo>
                  <a:pt x="4122414" y="919681"/>
                </a:lnTo>
                <a:lnTo>
                  <a:pt x="4124060" y="920147"/>
                </a:lnTo>
                <a:lnTo>
                  <a:pt x="4125706" y="920613"/>
                </a:lnTo>
                <a:lnTo>
                  <a:pt x="4127353" y="921077"/>
                </a:lnTo>
                <a:lnTo>
                  <a:pt x="4128999" y="921541"/>
                </a:lnTo>
                <a:lnTo>
                  <a:pt x="4130645" y="922004"/>
                </a:lnTo>
                <a:lnTo>
                  <a:pt x="4132292" y="922466"/>
                </a:lnTo>
                <a:lnTo>
                  <a:pt x="4133938" y="922927"/>
                </a:lnTo>
                <a:lnTo>
                  <a:pt x="4135584" y="923388"/>
                </a:lnTo>
                <a:lnTo>
                  <a:pt x="4137231" y="923848"/>
                </a:lnTo>
                <a:lnTo>
                  <a:pt x="4138877" y="924308"/>
                </a:lnTo>
                <a:lnTo>
                  <a:pt x="4140523" y="924766"/>
                </a:lnTo>
                <a:lnTo>
                  <a:pt x="4142170" y="925224"/>
                </a:lnTo>
                <a:lnTo>
                  <a:pt x="4143816" y="925681"/>
                </a:lnTo>
                <a:lnTo>
                  <a:pt x="4145462" y="926137"/>
                </a:lnTo>
                <a:lnTo>
                  <a:pt x="4147109" y="926593"/>
                </a:lnTo>
                <a:lnTo>
                  <a:pt x="4148755" y="927048"/>
                </a:lnTo>
                <a:lnTo>
                  <a:pt x="4150401" y="927502"/>
                </a:lnTo>
                <a:lnTo>
                  <a:pt x="4152048" y="927955"/>
                </a:lnTo>
                <a:lnTo>
                  <a:pt x="4153694" y="928408"/>
                </a:lnTo>
                <a:lnTo>
                  <a:pt x="4155340" y="928860"/>
                </a:lnTo>
                <a:lnTo>
                  <a:pt x="4156987" y="929311"/>
                </a:lnTo>
                <a:lnTo>
                  <a:pt x="4158633" y="929761"/>
                </a:lnTo>
                <a:lnTo>
                  <a:pt x="4160279" y="930211"/>
                </a:lnTo>
                <a:lnTo>
                  <a:pt x="4161926" y="930660"/>
                </a:lnTo>
                <a:lnTo>
                  <a:pt x="4163572" y="931108"/>
                </a:lnTo>
                <a:lnTo>
                  <a:pt x="4165218" y="931555"/>
                </a:lnTo>
                <a:lnTo>
                  <a:pt x="4166865" y="932002"/>
                </a:lnTo>
                <a:lnTo>
                  <a:pt x="4168511" y="932448"/>
                </a:lnTo>
                <a:lnTo>
                  <a:pt x="4170157" y="932893"/>
                </a:lnTo>
                <a:lnTo>
                  <a:pt x="4171804" y="933338"/>
                </a:lnTo>
                <a:lnTo>
                  <a:pt x="4173450" y="933781"/>
                </a:lnTo>
                <a:lnTo>
                  <a:pt x="4175096" y="934224"/>
                </a:lnTo>
                <a:lnTo>
                  <a:pt x="4176743" y="934666"/>
                </a:lnTo>
                <a:lnTo>
                  <a:pt x="4178389" y="935108"/>
                </a:lnTo>
                <a:lnTo>
                  <a:pt x="4180035" y="935548"/>
                </a:lnTo>
                <a:lnTo>
                  <a:pt x="4181682" y="935988"/>
                </a:lnTo>
                <a:lnTo>
                  <a:pt x="4183328" y="936428"/>
                </a:lnTo>
                <a:lnTo>
                  <a:pt x="4184974" y="936866"/>
                </a:lnTo>
                <a:lnTo>
                  <a:pt x="4186621" y="937304"/>
                </a:lnTo>
                <a:lnTo>
                  <a:pt x="4188267" y="937741"/>
                </a:lnTo>
                <a:lnTo>
                  <a:pt x="4189913" y="938177"/>
                </a:lnTo>
                <a:lnTo>
                  <a:pt x="4191560" y="938612"/>
                </a:lnTo>
                <a:lnTo>
                  <a:pt x="4193206" y="939047"/>
                </a:lnTo>
                <a:lnTo>
                  <a:pt x="4194852" y="939481"/>
                </a:lnTo>
                <a:lnTo>
                  <a:pt x="4196499" y="939914"/>
                </a:lnTo>
                <a:lnTo>
                  <a:pt x="4198145" y="940346"/>
                </a:lnTo>
                <a:lnTo>
                  <a:pt x="4199791" y="940778"/>
                </a:lnTo>
                <a:lnTo>
                  <a:pt x="4201438" y="941209"/>
                </a:lnTo>
                <a:lnTo>
                  <a:pt x="4203084" y="941639"/>
                </a:lnTo>
                <a:lnTo>
                  <a:pt x="4204730" y="942068"/>
                </a:lnTo>
                <a:lnTo>
                  <a:pt x="4206377" y="942497"/>
                </a:lnTo>
                <a:lnTo>
                  <a:pt x="4208023" y="942925"/>
                </a:lnTo>
                <a:lnTo>
                  <a:pt x="4209669" y="943352"/>
                </a:lnTo>
                <a:lnTo>
                  <a:pt x="4211316" y="943779"/>
                </a:lnTo>
                <a:lnTo>
                  <a:pt x="4212962" y="944204"/>
                </a:lnTo>
                <a:lnTo>
                  <a:pt x="4214608" y="944629"/>
                </a:lnTo>
                <a:lnTo>
                  <a:pt x="4216255" y="945053"/>
                </a:lnTo>
                <a:lnTo>
                  <a:pt x="4217901" y="945476"/>
                </a:lnTo>
                <a:lnTo>
                  <a:pt x="4219547" y="945899"/>
                </a:lnTo>
                <a:lnTo>
                  <a:pt x="4221194" y="946321"/>
                </a:lnTo>
                <a:lnTo>
                  <a:pt x="4222840" y="946742"/>
                </a:lnTo>
                <a:lnTo>
                  <a:pt x="4224486" y="947162"/>
                </a:lnTo>
                <a:lnTo>
                  <a:pt x="4226133" y="947582"/>
                </a:lnTo>
                <a:lnTo>
                  <a:pt x="4227779" y="948001"/>
                </a:lnTo>
                <a:lnTo>
                  <a:pt x="4229425" y="948419"/>
                </a:lnTo>
                <a:lnTo>
                  <a:pt x="4231072" y="948836"/>
                </a:lnTo>
                <a:lnTo>
                  <a:pt x="4232718" y="949253"/>
                </a:lnTo>
                <a:lnTo>
                  <a:pt x="4234364" y="949668"/>
                </a:lnTo>
                <a:lnTo>
                  <a:pt x="4236011" y="950083"/>
                </a:lnTo>
                <a:lnTo>
                  <a:pt x="4237657" y="950498"/>
                </a:lnTo>
                <a:lnTo>
                  <a:pt x="4239303" y="950911"/>
                </a:lnTo>
                <a:lnTo>
                  <a:pt x="4240950" y="951324"/>
                </a:lnTo>
                <a:lnTo>
                  <a:pt x="4242596" y="951736"/>
                </a:lnTo>
                <a:lnTo>
                  <a:pt x="4244242" y="952147"/>
                </a:lnTo>
                <a:lnTo>
                  <a:pt x="4245889" y="952557"/>
                </a:lnTo>
                <a:lnTo>
                  <a:pt x="4247535" y="952967"/>
                </a:lnTo>
                <a:lnTo>
                  <a:pt x="4249181" y="953376"/>
                </a:lnTo>
                <a:lnTo>
                  <a:pt x="4250828" y="953784"/>
                </a:lnTo>
                <a:lnTo>
                  <a:pt x="4252474" y="954191"/>
                </a:lnTo>
                <a:lnTo>
                  <a:pt x="4254120" y="954598"/>
                </a:lnTo>
                <a:lnTo>
                  <a:pt x="4255767" y="955004"/>
                </a:lnTo>
                <a:lnTo>
                  <a:pt x="4257413" y="955409"/>
                </a:lnTo>
                <a:lnTo>
                  <a:pt x="4259059" y="955813"/>
                </a:lnTo>
                <a:lnTo>
                  <a:pt x="4260706" y="956217"/>
                </a:lnTo>
                <a:lnTo>
                  <a:pt x="4262352" y="956620"/>
                </a:lnTo>
                <a:lnTo>
                  <a:pt x="4263998" y="957022"/>
                </a:lnTo>
                <a:lnTo>
                  <a:pt x="4265645" y="957423"/>
                </a:lnTo>
                <a:lnTo>
                  <a:pt x="4267291" y="957823"/>
                </a:lnTo>
                <a:lnTo>
                  <a:pt x="4268937" y="958223"/>
                </a:lnTo>
                <a:lnTo>
                  <a:pt x="4270584" y="958622"/>
                </a:lnTo>
                <a:lnTo>
                  <a:pt x="4272230" y="959020"/>
                </a:lnTo>
                <a:lnTo>
                  <a:pt x="4273876" y="959418"/>
                </a:lnTo>
                <a:lnTo>
                  <a:pt x="4275523" y="959814"/>
                </a:lnTo>
                <a:lnTo>
                  <a:pt x="4277169" y="960210"/>
                </a:lnTo>
                <a:lnTo>
                  <a:pt x="4278815" y="960605"/>
                </a:lnTo>
                <a:lnTo>
                  <a:pt x="4280462" y="961000"/>
                </a:lnTo>
                <a:lnTo>
                  <a:pt x="4282108" y="961393"/>
                </a:lnTo>
                <a:lnTo>
                  <a:pt x="4283754" y="961786"/>
                </a:lnTo>
                <a:lnTo>
                  <a:pt x="4285401" y="962178"/>
                </a:lnTo>
                <a:lnTo>
                  <a:pt x="4287047" y="962569"/>
                </a:lnTo>
                <a:lnTo>
                  <a:pt x="4288693" y="962960"/>
                </a:lnTo>
                <a:lnTo>
                  <a:pt x="4290340" y="963349"/>
                </a:lnTo>
                <a:lnTo>
                  <a:pt x="4291986" y="963738"/>
                </a:lnTo>
                <a:lnTo>
                  <a:pt x="4293632" y="964126"/>
                </a:lnTo>
                <a:lnTo>
                  <a:pt x="4295279" y="964514"/>
                </a:lnTo>
                <a:lnTo>
                  <a:pt x="4296925" y="964900"/>
                </a:lnTo>
                <a:lnTo>
                  <a:pt x="4298571" y="965286"/>
                </a:lnTo>
                <a:lnTo>
                  <a:pt x="4300218" y="965671"/>
                </a:lnTo>
                <a:lnTo>
                  <a:pt x="4301864" y="966056"/>
                </a:lnTo>
                <a:lnTo>
                  <a:pt x="4303510" y="966439"/>
                </a:lnTo>
                <a:lnTo>
                  <a:pt x="4305157" y="966822"/>
                </a:lnTo>
                <a:lnTo>
                  <a:pt x="4306803" y="967204"/>
                </a:lnTo>
                <a:lnTo>
                  <a:pt x="4308449" y="967585"/>
                </a:lnTo>
                <a:lnTo>
                  <a:pt x="4310096" y="967966"/>
                </a:lnTo>
                <a:lnTo>
                  <a:pt x="4311742" y="968345"/>
                </a:lnTo>
                <a:lnTo>
                  <a:pt x="4313388" y="968724"/>
                </a:lnTo>
                <a:lnTo>
                  <a:pt x="4315035" y="969102"/>
                </a:lnTo>
                <a:lnTo>
                  <a:pt x="4316681" y="969480"/>
                </a:lnTo>
                <a:lnTo>
                  <a:pt x="4318327" y="969856"/>
                </a:lnTo>
                <a:lnTo>
                  <a:pt x="4319974" y="970232"/>
                </a:lnTo>
                <a:lnTo>
                  <a:pt x="4321620" y="970607"/>
                </a:lnTo>
                <a:lnTo>
                  <a:pt x="4323266" y="970981"/>
                </a:lnTo>
                <a:lnTo>
                  <a:pt x="4324913" y="971355"/>
                </a:lnTo>
                <a:lnTo>
                  <a:pt x="4326559" y="971727"/>
                </a:lnTo>
                <a:lnTo>
                  <a:pt x="4328205" y="972099"/>
                </a:lnTo>
                <a:lnTo>
                  <a:pt x="4329852" y="972470"/>
                </a:lnTo>
                <a:lnTo>
                  <a:pt x="4331498" y="972841"/>
                </a:lnTo>
                <a:lnTo>
                  <a:pt x="4333144" y="973210"/>
                </a:lnTo>
                <a:lnTo>
                  <a:pt x="4334791" y="973579"/>
                </a:lnTo>
                <a:lnTo>
                  <a:pt x="4336437" y="973947"/>
                </a:lnTo>
                <a:lnTo>
                  <a:pt x="4338083" y="974314"/>
                </a:lnTo>
                <a:lnTo>
                  <a:pt x="4339730" y="974681"/>
                </a:lnTo>
                <a:lnTo>
                  <a:pt x="4341376" y="975046"/>
                </a:lnTo>
                <a:lnTo>
                  <a:pt x="4343022" y="975411"/>
                </a:lnTo>
                <a:lnTo>
                  <a:pt x="4344669" y="975775"/>
                </a:lnTo>
                <a:lnTo>
                  <a:pt x="4346315" y="976139"/>
                </a:lnTo>
                <a:lnTo>
                  <a:pt x="4347961" y="976501"/>
                </a:lnTo>
                <a:lnTo>
                  <a:pt x="4349608" y="976863"/>
                </a:lnTo>
                <a:lnTo>
                  <a:pt x="4351254" y="977224"/>
                </a:lnTo>
                <a:lnTo>
                  <a:pt x="4352900" y="977584"/>
                </a:lnTo>
                <a:lnTo>
                  <a:pt x="4354547" y="977943"/>
                </a:lnTo>
                <a:lnTo>
                  <a:pt x="4356193" y="978302"/>
                </a:lnTo>
                <a:lnTo>
                  <a:pt x="4357839" y="978660"/>
                </a:lnTo>
                <a:lnTo>
                  <a:pt x="4359486" y="979017"/>
                </a:lnTo>
                <a:lnTo>
                  <a:pt x="4361132" y="979373"/>
                </a:lnTo>
                <a:lnTo>
                  <a:pt x="4362778" y="979729"/>
                </a:lnTo>
                <a:lnTo>
                  <a:pt x="4364425" y="980083"/>
                </a:lnTo>
                <a:lnTo>
                  <a:pt x="4366071" y="980437"/>
                </a:lnTo>
                <a:lnTo>
                  <a:pt x="4367717" y="980790"/>
                </a:lnTo>
                <a:lnTo>
                  <a:pt x="4369364" y="981143"/>
                </a:lnTo>
                <a:lnTo>
                  <a:pt x="4371010" y="981494"/>
                </a:lnTo>
                <a:lnTo>
                  <a:pt x="4372656" y="981845"/>
                </a:lnTo>
                <a:lnTo>
                  <a:pt x="4374303" y="982195"/>
                </a:lnTo>
                <a:lnTo>
                  <a:pt x="4375949" y="982544"/>
                </a:lnTo>
                <a:lnTo>
                  <a:pt x="4377595" y="982893"/>
                </a:lnTo>
                <a:lnTo>
                  <a:pt x="4379242" y="983240"/>
                </a:lnTo>
                <a:lnTo>
                  <a:pt x="4380888" y="983587"/>
                </a:lnTo>
                <a:lnTo>
                  <a:pt x="4382534" y="983933"/>
                </a:lnTo>
                <a:lnTo>
                  <a:pt x="4384181" y="984279"/>
                </a:lnTo>
                <a:lnTo>
                  <a:pt x="4385827" y="984623"/>
                </a:lnTo>
                <a:lnTo>
                  <a:pt x="4387473" y="984967"/>
                </a:lnTo>
                <a:lnTo>
                  <a:pt x="4389120" y="985310"/>
                </a:lnTo>
                <a:lnTo>
                  <a:pt x="4390766" y="985652"/>
                </a:lnTo>
                <a:lnTo>
                  <a:pt x="4392412" y="985993"/>
                </a:lnTo>
                <a:lnTo>
                  <a:pt x="4394058" y="986334"/>
                </a:lnTo>
                <a:lnTo>
                  <a:pt x="4395705" y="986673"/>
                </a:lnTo>
                <a:lnTo>
                  <a:pt x="4397351" y="987012"/>
                </a:lnTo>
                <a:lnTo>
                  <a:pt x="4398997" y="987351"/>
                </a:lnTo>
                <a:lnTo>
                  <a:pt x="4400644" y="987688"/>
                </a:lnTo>
                <a:lnTo>
                  <a:pt x="4402290" y="988025"/>
                </a:lnTo>
                <a:lnTo>
                  <a:pt x="4403936" y="988360"/>
                </a:lnTo>
                <a:lnTo>
                  <a:pt x="4405583" y="988695"/>
                </a:lnTo>
                <a:lnTo>
                  <a:pt x="4407229" y="989030"/>
                </a:lnTo>
                <a:lnTo>
                  <a:pt x="4408875" y="989363"/>
                </a:lnTo>
                <a:lnTo>
                  <a:pt x="4410522" y="989696"/>
                </a:lnTo>
                <a:lnTo>
                  <a:pt x="4412168" y="990028"/>
                </a:lnTo>
                <a:lnTo>
                  <a:pt x="4413814" y="990359"/>
                </a:lnTo>
                <a:lnTo>
                  <a:pt x="4415461" y="990689"/>
                </a:lnTo>
                <a:lnTo>
                  <a:pt x="4417107" y="991019"/>
                </a:lnTo>
                <a:lnTo>
                  <a:pt x="4418753" y="991347"/>
                </a:lnTo>
                <a:lnTo>
                  <a:pt x="4420400" y="991675"/>
                </a:lnTo>
                <a:lnTo>
                  <a:pt x="4422046" y="992002"/>
                </a:lnTo>
                <a:lnTo>
                  <a:pt x="4423692" y="992329"/>
                </a:lnTo>
                <a:lnTo>
                  <a:pt x="4425339" y="992654"/>
                </a:lnTo>
                <a:lnTo>
                  <a:pt x="4426985" y="992979"/>
                </a:lnTo>
                <a:lnTo>
                  <a:pt x="4428631" y="993303"/>
                </a:lnTo>
                <a:lnTo>
                  <a:pt x="4430278" y="993626"/>
                </a:lnTo>
                <a:lnTo>
                  <a:pt x="4431924" y="993948"/>
                </a:lnTo>
                <a:lnTo>
                  <a:pt x="4433570" y="994270"/>
                </a:lnTo>
                <a:lnTo>
                  <a:pt x="4435217" y="994591"/>
                </a:lnTo>
                <a:lnTo>
                  <a:pt x="4436863" y="994911"/>
                </a:lnTo>
                <a:lnTo>
                  <a:pt x="4438509" y="995230"/>
                </a:lnTo>
                <a:lnTo>
                  <a:pt x="4440156" y="995548"/>
                </a:lnTo>
                <a:lnTo>
                  <a:pt x="4441802" y="995866"/>
                </a:lnTo>
                <a:lnTo>
                  <a:pt x="4443448" y="996183"/>
                </a:lnTo>
                <a:lnTo>
                  <a:pt x="4445095" y="996499"/>
                </a:lnTo>
                <a:lnTo>
                  <a:pt x="4446741" y="996814"/>
                </a:lnTo>
                <a:lnTo>
                  <a:pt x="4448387" y="997128"/>
                </a:lnTo>
                <a:lnTo>
                  <a:pt x="4450034" y="997442"/>
                </a:lnTo>
                <a:lnTo>
                  <a:pt x="4451680" y="997755"/>
                </a:lnTo>
                <a:lnTo>
                  <a:pt x="4453326" y="998067"/>
                </a:lnTo>
                <a:lnTo>
                  <a:pt x="4454973" y="998378"/>
                </a:lnTo>
                <a:lnTo>
                  <a:pt x="4456619" y="998688"/>
                </a:lnTo>
                <a:lnTo>
                  <a:pt x="4458265" y="998998"/>
                </a:lnTo>
                <a:lnTo>
                  <a:pt x="4459912" y="999307"/>
                </a:lnTo>
                <a:lnTo>
                  <a:pt x="4461558" y="999615"/>
                </a:lnTo>
                <a:lnTo>
                  <a:pt x="4463204" y="999922"/>
                </a:lnTo>
                <a:lnTo>
                  <a:pt x="4464851" y="1000228"/>
                </a:lnTo>
                <a:lnTo>
                  <a:pt x="4466497" y="1000534"/>
                </a:lnTo>
                <a:lnTo>
                  <a:pt x="4468143" y="1000839"/>
                </a:lnTo>
                <a:lnTo>
                  <a:pt x="4469790" y="1001143"/>
                </a:lnTo>
                <a:lnTo>
                  <a:pt x="4471436" y="1001446"/>
                </a:lnTo>
                <a:lnTo>
                  <a:pt x="4473082" y="1001749"/>
                </a:lnTo>
                <a:lnTo>
                  <a:pt x="4474729" y="1002050"/>
                </a:lnTo>
                <a:lnTo>
                  <a:pt x="4476375" y="1002351"/>
                </a:lnTo>
                <a:lnTo>
                  <a:pt x="4478021" y="1002651"/>
                </a:lnTo>
                <a:lnTo>
                  <a:pt x="4479668" y="1002951"/>
                </a:lnTo>
                <a:lnTo>
                  <a:pt x="4481314" y="1003249"/>
                </a:lnTo>
                <a:lnTo>
                  <a:pt x="4482960" y="1003547"/>
                </a:lnTo>
                <a:lnTo>
                  <a:pt x="4484607" y="1003843"/>
                </a:lnTo>
                <a:lnTo>
                  <a:pt x="4486253" y="1004140"/>
                </a:lnTo>
                <a:lnTo>
                  <a:pt x="4487899" y="1004435"/>
                </a:lnTo>
                <a:lnTo>
                  <a:pt x="4489546" y="1004729"/>
                </a:lnTo>
                <a:lnTo>
                  <a:pt x="4491192" y="1005023"/>
                </a:lnTo>
                <a:lnTo>
                  <a:pt x="4492838" y="1005316"/>
                </a:lnTo>
                <a:lnTo>
                  <a:pt x="4494485" y="1005608"/>
                </a:lnTo>
                <a:lnTo>
                  <a:pt x="4496131" y="1005899"/>
                </a:lnTo>
                <a:lnTo>
                  <a:pt x="4497777" y="1006189"/>
                </a:lnTo>
                <a:lnTo>
                  <a:pt x="4499424" y="1006479"/>
                </a:lnTo>
                <a:lnTo>
                  <a:pt x="4501070" y="1006768"/>
                </a:lnTo>
                <a:lnTo>
                  <a:pt x="4502716" y="1007056"/>
                </a:lnTo>
                <a:lnTo>
                  <a:pt x="4504363" y="1007343"/>
                </a:lnTo>
                <a:lnTo>
                  <a:pt x="4506009" y="1007630"/>
                </a:lnTo>
                <a:lnTo>
                  <a:pt x="4507655" y="1007915"/>
                </a:lnTo>
                <a:lnTo>
                  <a:pt x="4509302" y="1008200"/>
                </a:lnTo>
                <a:lnTo>
                  <a:pt x="4510948" y="1008484"/>
                </a:lnTo>
                <a:lnTo>
                  <a:pt x="4512594" y="1008767"/>
                </a:lnTo>
                <a:lnTo>
                  <a:pt x="4514241" y="1009050"/>
                </a:lnTo>
                <a:lnTo>
                  <a:pt x="4515887" y="1009331"/>
                </a:lnTo>
                <a:lnTo>
                  <a:pt x="4517533" y="1009612"/>
                </a:lnTo>
                <a:lnTo>
                  <a:pt x="4519180" y="1009892"/>
                </a:lnTo>
                <a:lnTo>
                  <a:pt x="4520826" y="1010171"/>
                </a:lnTo>
                <a:lnTo>
                  <a:pt x="4522472" y="1010450"/>
                </a:lnTo>
                <a:lnTo>
                  <a:pt x="4524119" y="1010727"/>
                </a:lnTo>
                <a:lnTo>
                  <a:pt x="4525765" y="1011004"/>
                </a:lnTo>
                <a:lnTo>
                  <a:pt x="4527411" y="1011280"/>
                </a:lnTo>
                <a:lnTo>
                  <a:pt x="4529058" y="1011555"/>
                </a:lnTo>
                <a:lnTo>
                  <a:pt x="4530704" y="1011830"/>
                </a:lnTo>
                <a:lnTo>
                  <a:pt x="4532350" y="1012103"/>
                </a:lnTo>
                <a:lnTo>
                  <a:pt x="4533997" y="1012376"/>
                </a:lnTo>
                <a:lnTo>
                  <a:pt x="4535643" y="1012648"/>
                </a:lnTo>
                <a:lnTo>
                  <a:pt x="4537289" y="1012919"/>
                </a:lnTo>
                <a:lnTo>
                  <a:pt x="4538936" y="1013190"/>
                </a:lnTo>
                <a:lnTo>
                  <a:pt x="4540582" y="1013459"/>
                </a:lnTo>
                <a:lnTo>
                  <a:pt x="4542228" y="1013728"/>
                </a:lnTo>
                <a:lnTo>
                  <a:pt x="4543875" y="1013996"/>
                </a:lnTo>
                <a:lnTo>
                  <a:pt x="4545521" y="1014263"/>
                </a:lnTo>
                <a:lnTo>
                  <a:pt x="4547167" y="1014529"/>
                </a:lnTo>
                <a:lnTo>
                  <a:pt x="4548814" y="1014795"/>
                </a:lnTo>
                <a:lnTo>
                  <a:pt x="4550460" y="1015059"/>
                </a:lnTo>
                <a:lnTo>
                  <a:pt x="4552106" y="1015323"/>
                </a:lnTo>
                <a:lnTo>
                  <a:pt x="4553753" y="1015586"/>
                </a:lnTo>
                <a:lnTo>
                  <a:pt x="4555399" y="1015849"/>
                </a:lnTo>
                <a:lnTo>
                  <a:pt x="4557045" y="1016110"/>
                </a:lnTo>
                <a:lnTo>
                  <a:pt x="4558692" y="1016371"/>
                </a:lnTo>
                <a:lnTo>
                  <a:pt x="4560338" y="1016631"/>
                </a:lnTo>
                <a:lnTo>
                  <a:pt x="4561984" y="1016890"/>
                </a:lnTo>
                <a:lnTo>
                  <a:pt x="4563631" y="1017148"/>
                </a:lnTo>
                <a:lnTo>
                  <a:pt x="4565277" y="1017405"/>
                </a:lnTo>
                <a:lnTo>
                  <a:pt x="4566923" y="1017662"/>
                </a:lnTo>
                <a:lnTo>
                  <a:pt x="4568570" y="1017918"/>
                </a:lnTo>
                <a:lnTo>
                  <a:pt x="4570216" y="1018173"/>
                </a:lnTo>
                <a:lnTo>
                  <a:pt x="4571862" y="1018427"/>
                </a:lnTo>
                <a:lnTo>
                  <a:pt x="4573509" y="1018680"/>
                </a:lnTo>
                <a:lnTo>
                  <a:pt x="4575155" y="1018933"/>
                </a:lnTo>
                <a:lnTo>
                  <a:pt x="4576801" y="1019185"/>
                </a:lnTo>
                <a:lnTo>
                  <a:pt x="4578448" y="1019436"/>
                </a:lnTo>
                <a:lnTo>
                  <a:pt x="4580094" y="1019686"/>
                </a:lnTo>
                <a:lnTo>
                  <a:pt x="4581740" y="1019935"/>
                </a:lnTo>
                <a:lnTo>
                  <a:pt x="4583387" y="1020184"/>
                </a:lnTo>
                <a:lnTo>
                  <a:pt x="4585033" y="1020431"/>
                </a:lnTo>
                <a:lnTo>
                  <a:pt x="4586679" y="1020678"/>
                </a:lnTo>
                <a:lnTo>
                  <a:pt x="4588326" y="1020924"/>
                </a:lnTo>
                <a:lnTo>
                  <a:pt x="4589972" y="1021170"/>
                </a:lnTo>
                <a:lnTo>
                  <a:pt x="4591618" y="1021414"/>
                </a:lnTo>
                <a:lnTo>
                  <a:pt x="4593265" y="1021658"/>
                </a:lnTo>
                <a:lnTo>
                  <a:pt x="4594911" y="1021901"/>
                </a:lnTo>
                <a:lnTo>
                  <a:pt x="4596557" y="1022143"/>
                </a:lnTo>
                <a:lnTo>
                  <a:pt x="4598204" y="1022384"/>
                </a:lnTo>
                <a:lnTo>
                  <a:pt x="4599850" y="1022624"/>
                </a:lnTo>
                <a:lnTo>
                  <a:pt x="4601496" y="1022864"/>
                </a:lnTo>
                <a:lnTo>
                  <a:pt x="4603143" y="1023103"/>
                </a:lnTo>
                <a:lnTo>
                  <a:pt x="4604789" y="1023341"/>
                </a:lnTo>
                <a:lnTo>
                  <a:pt x="4606435" y="1023578"/>
                </a:lnTo>
                <a:lnTo>
                  <a:pt x="4608082" y="1023814"/>
                </a:lnTo>
                <a:lnTo>
                  <a:pt x="4609728" y="1024050"/>
                </a:lnTo>
                <a:lnTo>
                  <a:pt x="4611374" y="1024285"/>
                </a:lnTo>
                <a:lnTo>
                  <a:pt x="4613021" y="1024519"/>
                </a:lnTo>
                <a:lnTo>
                  <a:pt x="4614667" y="1024752"/>
                </a:lnTo>
                <a:lnTo>
                  <a:pt x="4616313" y="1024984"/>
                </a:lnTo>
                <a:lnTo>
                  <a:pt x="4617960" y="1025215"/>
                </a:lnTo>
                <a:lnTo>
                  <a:pt x="4619606" y="1025446"/>
                </a:lnTo>
                <a:lnTo>
                  <a:pt x="4621252" y="1025676"/>
                </a:lnTo>
                <a:lnTo>
                  <a:pt x="4622899" y="1025905"/>
                </a:lnTo>
                <a:lnTo>
                  <a:pt x="4624545" y="1026133"/>
                </a:lnTo>
                <a:lnTo>
                  <a:pt x="4626191" y="1026361"/>
                </a:lnTo>
                <a:lnTo>
                  <a:pt x="4627838" y="1026587"/>
                </a:lnTo>
                <a:lnTo>
                  <a:pt x="4629484" y="1026813"/>
                </a:lnTo>
                <a:lnTo>
                  <a:pt x="4631130" y="1027038"/>
                </a:lnTo>
                <a:lnTo>
                  <a:pt x="4632777" y="1027262"/>
                </a:lnTo>
                <a:lnTo>
                  <a:pt x="4634423" y="1027486"/>
                </a:lnTo>
                <a:lnTo>
                  <a:pt x="4636069" y="1027708"/>
                </a:lnTo>
                <a:lnTo>
                  <a:pt x="4637716" y="1027930"/>
                </a:lnTo>
                <a:lnTo>
                  <a:pt x="4639362" y="1028151"/>
                </a:lnTo>
                <a:lnTo>
                  <a:pt x="4641008" y="1028371"/>
                </a:lnTo>
                <a:lnTo>
                  <a:pt x="4642655" y="1028590"/>
                </a:lnTo>
                <a:lnTo>
                  <a:pt x="4644301" y="1028809"/>
                </a:lnTo>
                <a:lnTo>
                  <a:pt x="4645947" y="1029026"/>
                </a:lnTo>
                <a:lnTo>
                  <a:pt x="4647594" y="1029243"/>
                </a:lnTo>
                <a:lnTo>
                  <a:pt x="4649240" y="1029459"/>
                </a:lnTo>
                <a:lnTo>
                  <a:pt x="4650886" y="1029674"/>
                </a:lnTo>
                <a:lnTo>
                  <a:pt x="4652533" y="1029889"/>
                </a:lnTo>
                <a:lnTo>
                  <a:pt x="4654179" y="1030102"/>
                </a:lnTo>
                <a:lnTo>
                  <a:pt x="4655825" y="1030315"/>
                </a:lnTo>
                <a:lnTo>
                  <a:pt x="4657472" y="1030527"/>
                </a:lnTo>
                <a:lnTo>
                  <a:pt x="4659118" y="1030738"/>
                </a:lnTo>
                <a:lnTo>
                  <a:pt x="4660764" y="1030948"/>
                </a:lnTo>
                <a:lnTo>
                  <a:pt x="4662411" y="1031158"/>
                </a:lnTo>
                <a:lnTo>
                  <a:pt x="4664057" y="1031367"/>
                </a:lnTo>
                <a:lnTo>
                  <a:pt x="4665703" y="1031575"/>
                </a:lnTo>
                <a:lnTo>
                  <a:pt x="4667350" y="1031782"/>
                </a:lnTo>
                <a:lnTo>
                  <a:pt x="4668996" y="1031988"/>
                </a:lnTo>
                <a:lnTo>
                  <a:pt x="4670642" y="1032193"/>
                </a:lnTo>
                <a:lnTo>
                  <a:pt x="4672289" y="1032398"/>
                </a:lnTo>
                <a:lnTo>
                  <a:pt x="4673935" y="1032602"/>
                </a:lnTo>
                <a:lnTo>
                  <a:pt x="4675581" y="1032805"/>
                </a:lnTo>
                <a:lnTo>
                  <a:pt x="4677228" y="1033007"/>
                </a:lnTo>
                <a:lnTo>
                  <a:pt x="4678874" y="1033208"/>
                </a:lnTo>
                <a:lnTo>
                  <a:pt x="4680520" y="1033409"/>
                </a:lnTo>
                <a:lnTo>
                  <a:pt x="4682167" y="1033608"/>
                </a:lnTo>
                <a:lnTo>
                  <a:pt x="4683813" y="1033807"/>
                </a:lnTo>
                <a:lnTo>
                  <a:pt x="4685459" y="1034005"/>
                </a:lnTo>
                <a:lnTo>
                  <a:pt x="4687106" y="1034203"/>
                </a:lnTo>
                <a:lnTo>
                  <a:pt x="4688752" y="1034399"/>
                </a:lnTo>
                <a:lnTo>
                  <a:pt x="4690398" y="1034595"/>
                </a:lnTo>
                <a:lnTo>
                  <a:pt x="4692045" y="1034789"/>
                </a:lnTo>
                <a:lnTo>
                  <a:pt x="4693691" y="1034983"/>
                </a:lnTo>
                <a:lnTo>
                  <a:pt x="4695337" y="1035177"/>
                </a:lnTo>
                <a:lnTo>
                  <a:pt x="4696984" y="1035369"/>
                </a:lnTo>
                <a:lnTo>
                  <a:pt x="4698630" y="1035561"/>
                </a:lnTo>
                <a:lnTo>
                  <a:pt x="4700276" y="1035751"/>
                </a:lnTo>
                <a:lnTo>
                  <a:pt x="4701923" y="1035941"/>
                </a:lnTo>
                <a:lnTo>
                  <a:pt x="4703569" y="1036130"/>
                </a:lnTo>
                <a:lnTo>
                  <a:pt x="4705215" y="1036318"/>
                </a:lnTo>
                <a:lnTo>
                  <a:pt x="4706861" y="1036506"/>
                </a:lnTo>
                <a:lnTo>
                  <a:pt x="4708508" y="1036693"/>
                </a:lnTo>
                <a:lnTo>
                  <a:pt x="4710154" y="1036878"/>
                </a:lnTo>
                <a:lnTo>
                  <a:pt x="4711800" y="1037063"/>
                </a:lnTo>
                <a:lnTo>
                  <a:pt x="4713447" y="1037248"/>
                </a:lnTo>
                <a:lnTo>
                  <a:pt x="4715093" y="1037431"/>
                </a:lnTo>
                <a:lnTo>
                  <a:pt x="4716739" y="1037613"/>
                </a:lnTo>
                <a:lnTo>
                  <a:pt x="4718386" y="1037795"/>
                </a:lnTo>
                <a:lnTo>
                  <a:pt x="4720032" y="1037976"/>
                </a:lnTo>
                <a:lnTo>
                  <a:pt x="4721678" y="1038156"/>
                </a:lnTo>
                <a:lnTo>
                  <a:pt x="4723325" y="1038335"/>
                </a:lnTo>
                <a:lnTo>
                  <a:pt x="4724971" y="1038514"/>
                </a:lnTo>
                <a:lnTo>
                  <a:pt x="4726617" y="1038691"/>
                </a:lnTo>
                <a:lnTo>
                  <a:pt x="4728264" y="1038868"/>
                </a:lnTo>
                <a:lnTo>
                  <a:pt x="4729910" y="1039044"/>
                </a:lnTo>
                <a:lnTo>
                  <a:pt x="4731556" y="1039219"/>
                </a:lnTo>
                <a:lnTo>
                  <a:pt x="4733203" y="1039394"/>
                </a:lnTo>
                <a:lnTo>
                  <a:pt x="4734849" y="1039567"/>
                </a:lnTo>
                <a:lnTo>
                  <a:pt x="4736495" y="1039740"/>
                </a:lnTo>
                <a:lnTo>
                  <a:pt x="4738142" y="1039912"/>
                </a:lnTo>
                <a:lnTo>
                  <a:pt x="4739788" y="1040083"/>
                </a:lnTo>
                <a:lnTo>
                  <a:pt x="4741434" y="1040253"/>
                </a:lnTo>
                <a:lnTo>
                  <a:pt x="4743081" y="1040423"/>
                </a:lnTo>
                <a:lnTo>
                  <a:pt x="4744727" y="1040591"/>
                </a:lnTo>
                <a:lnTo>
                  <a:pt x="4746373" y="1040759"/>
                </a:lnTo>
                <a:lnTo>
                  <a:pt x="4748020" y="1040926"/>
                </a:lnTo>
                <a:lnTo>
                  <a:pt x="4749666" y="1041092"/>
                </a:lnTo>
                <a:lnTo>
                  <a:pt x="4751312" y="1041257"/>
                </a:lnTo>
                <a:lnTo>
                  <a:pt x="4752959" y="1041422"/>
                </a:lnTo>
                <a:lnTo>
                  <a:pt x="4754605" y="1041586"/>
                </a:lnTo>
                <a:lnTo>
                  <a:pt x="4756251" y="1041749"/>
                </a:lnTo>
                <a:lnTo>
                  <a:pt x="4757898" y="1041911"/>
                </a:lnTo>
                <a:lnTo>
                  <a:pt x="4759544" y="1042072"/>
                </a:lnTo>
                <a:lnTo>
                  <a:pt x="4761190" y="1042232"/>
                </a:lnTo>
                <a:lnTo>
                  <a:pt x="4762837" y="1042392"/>
                </a:lnTo>
                <a:lnTo>
                  <a:pt x="4764483" y="1042551"/>
                </a:lnTo>
                <a:lnTo>
                  <a:pt x="4766129" y="1042709"/>
                </a:lnTo>
                <a:lnTo>
                  <a:pt x="4767776" y="1042866"/>
                </a:lnTo>
                <a:lnTo>
                  <a:pt x="4769422" y="1043022"/>
                </a:lnTo>
                <a:lnTo>
                  <a:pt x="4771068" y="1043178"/>
                </a:lnTo>
                <a:lnTo>
                  <a:pt x="4772715" y="1043332"/>
                </a:lnTo>
                <a:lnTo>
                  <a:pt x="4774361" y="1043486"/>
                </a:lnTo>
                <a:lnTo>
                  <a:pt x="4776007" y="1043639"/>
                </a:lnTo>
                <a:lnTo>
                  <a:pt x="4777654" y="1043791"/>
                </a:lnTo>
                <a:lnTo>
                  <a:pt x="4779300" y="1043943"/>
                </a:lnTo>
                <a:lnTo>
                  <a:pt x="4780946" y="1044093"/>
                </a:lnTo>
                <a:lnTo>
                  <a:pt x="4782593" y="1044243"/>
                </a:lnTo>
                <a:lnTo>
                  <a:pt x="4784239" y="1044392"/>
                </a:lnTo>
                <a:lnTo>
                  <a:pt x="4785885" y="1044540"/>
                </a:lnTo>
                <a:lnTo>
                  <a:pt x="4787532" y="1044687"/>
                </a:lnTo>
                <a:lnTo>
                  <a:pt x="4789178" y="1044834"/>
                </a:lnTo>
                <a:lnTo>
                  <a:pt x="4790824" y="1044979"/>
                </a:lnTo>
                <a:lnTo>
                  <a:pt x="4792471" y="1045124"/>
                </a:lnTo>
                <a:lnTo>
                  <a:pt x="4794117" y="1045268"/>
                </a:lnTo>
                <a:lnTo>
                  <a:pt x="4795763" y="1045411"/>
                </a:lnTo>
                <a:lnTo>
                  <a:pt x="4797410" y="1045554"/>
                </a:lnTo>
                <a:lnTo>
                  <a:pt x="4799056" y="1045695"/>
                </a:lnTo>
                <a:lnTo>
                  <a:pt x="4800702" y="1045836"/>
                </a:lnTo>
                <a:lnTo>
                  <a:pt x="4802349" y="1045976"/>
                </a:lnTo>
                <a:lnTo>
                  <a:pt x="4803995" y="1046115"/>
                </a:lnTo>
                <a:lnTo>
                  <a:pt x="4805641" y="1046253"/>
                </a:lnTo>
                <a:lnTo>
                  <a:pt x="4807288" y="1046391"/>
                </a:lnTo>
                <a:lnTo>
                  <a:pt x="4808934" y="1046527"/>
                </a:lnTo>
                <a:lnTo>
                  <a:pt x="4810580" y="1046663"/>
                </a:lnTo>
                <a:lnTo>
                  <a:pt x="4812227" y="1046798"/>
                </a:lnTo>
                <a:lnTo>
                  <a:pt x="4813873" y="1046932"/>
                </a:lnTo>
                <a:lnTo>
                  <a:pt x="4815519" y="1047066"/>
                </a:lnTo>
                <a:lnTo>
                  <a:pt x="4817166" y="1047198"/>
                </a:lnTo>
                <a:lnTo>
                  <a:pt x="4818812" y="1047330"/>
                </a:lnTo>
                <a:lnTo>
                  <a:pt x="4820458" y="1047461"/>
                </a:lnTo>
                <a:lnTo>
                  <a:pt x="4822105" y="1047591"/>
                </a:lnTo>
                <a:lnTo>
                  <a:pt x="4823751" y="1047720"/>
                </a:lnTo>
                <a:lnTo>
                  <a:pt x="4825397" y="1047848"/>
                </a:lnTo>
                <a:lnTo>
                  <a:pt x="4827044" y="1047976"/>
                </a:lnTo>
                <a:lnTo>
                  <a:pt x="4828690" y="1048103"/>
                </a:lnTo>
                <a:lnTo>
                  <a:pt x="4830336" y="1048229"/>
                </a:lnTo>
                <a:lnTo>
                  <a:pt x="4831983" y="1048354"/>
                </a:lnTo>
                <a:lnTo>
                  <a:pt x="4833629" y="1048478"/>
                </a:lnTo>
                <a:lnTo>
                  <a:pt x="4835275" y="1048601"/>
                </a:lnTo>
                <a:lnTo>
                  <a:pt x="4836922" y="1048724"/>
                </a:lnTo>
                <a:lnTo>
                  <a:pt x="4838568" y="1048846"/>
                </a:lnTo>
                <a:lnTo>
                  <a:pt x="4840214" y="1048967"/>
                </a:lnTo>
                <a:lnTo>
                  <a:pt x="4841861" y="1049087"/>
                </a:lnTo>
                <a:lnTo>
                  <a:pt x="4843507" y="1049206"/>
                </a:lnTo>
                <a:lnTo>
                  <a:pt x="4845153" y="1049325"/>
                </a:lnTo>
                <a:lnTo>
                  <a:pt x="4846800" y="1049443"/>
                </a:lnTo>
                <a:lnTo>
                  <a:pt x="4848446" y="1049560"/>
                </a:lnTo>
                <a:lnTo>
                  <a:pt x="4850092" y="1049676"/>
                </a:lnTo>
                <a:lnTo>
                  <a:pt x="4851739" y="1049791"/>
                </a:lnTo>
                <a:lnTo>
                  <a:pt x="4853385" y="1049905"/>
                </a:lnTo>
                <a:lnTo>
                  <a:pt x="4855031" y="1050019"/>
                </a:lnTo>
                <a:lnTo>
                  <a:pt x="4856678" y="1050132"/>
                </a:lnTo>
                <a:lnTo>
                  <a:pt x="4858324" y="1050244"/>
                </a:lnTo>
                <a:lnTo>
                  <a:pt x="4859970" y="1050355"/>
                </a:lnTo>
                <a:lnTo>
                  <a:pt x="4861617" y="1050465"/>
                </a:lnTo>
                <a:lnTo>
                  <a:pt x="4863263" y="1050575"/>
                </a:lnTo>
                <a:lnTo>
                  <a:pt x="4864909" y="1050683"/>
                </a:lnTo>
                <a:lnTo>
                  <a:pt x="4866556" y="1050791"/>
                </a:lnTo>
                <a:lnTo>
                  <a:pt x="4868202" y="1050898"/>
                </a:lnTo>
                <a:lnTo>
                  <a:pt x="4869848" y="1051004"/>
                </a:lnTo>
                <a:lnTo>
                  <a:pt x="4871495" y="1051110"/>
                </a:lnTo>
                <a:lnTo>
                  <a:pt x="4873141" y="1051214"/>
                </a:lnTo>
                <a:lnTo>
                  <a:pt x="4874787" y="1051318"/>
                </a:lnTo>
                <a:lnTo>
                  <a:pt x="4876434" y="1051421"/>
                </a:lnTo>
                <a:lnTo>
                  <a:pt x="4878080" y="1051523"/>
                </a:lnTo>
                <a:lnTo>
                  <a:pt x="4879726" y="1051625"/>
                </a:lnTo>
                <a:lnTo>
                  <a:pt x="4881373" y="1051725"/>
                </a:lnTo>
                <a:lnTo>
                  <a:pt x="4883019" y="1051825"/>
                </a:lnTo>
                <a:lnTo>
                  <a:pt x="4884665" y="1051923"/>
                </a:lnTo>
                <a:lnTo>
                  <a:pt x="4886312" y="1052021"/>
                </a:lnTo>
                <a:lnTo>
                  <a:pt x="4887958" y="1052119"/>
                </a:lnTo>
                <a:lnTo>
                  <a:pt x="4889604" y="1052215"/>
                </a:lnTo>
                <a:lnTo>
                  <a:pt x="4891251" y="1052310"/>
                </a:lnTo>
                <a:lnTo>
                  <a:pt x="4892897" y="1052405"/>
                </a:lnTo>
                <a:lnTo>
                  <a:pt x="4894543" y="1052499"/>
                </a:lnTo>
                <a:lnTo>
                  <a:pt x="4896190" y="1052592"/>
                </a:lnTo>
                <a:lnTo>
                  <a:pt x="4897836" y="1052684"/>
                </a:lnTo>
                <a:lnTo>
                  <a:pt x="4899482" y="1052776"/>
                </a:lnTo>
                <a:lnTo>
                  <a:pt x="4901129" y="1052866"/>
                </a:lnTo>
                <a:lnTo>
                  <a:pt x="4902775" y="1052956"/>
                </a:lnTo>
                <a:lnTo>
                  <a:pt x="4904421" y="1053045"/>
                </a:lnTo>
                <a:lnTo>
                  <a:pt x="4906068" y="1053133"/>
                </a:lnTo>
                <a:lnTo>
                  <a:pt x="4907714" y="1053221"/>
                </a:lnTo>
                <a:lnTo>
                  <a:pt x="4909360" y="1053307"/>
                </a:lnTo>
                <a:lnTo>
                  <a:pt x="4911007" y="1053393"/>
                </a:lnTo>
                <a:lnTo>
                  <a:pt x="4912653" y="1053478"/>
                </a:lnTo>
                <a:lnTo>
                  <a:pt x="4914299" y="1053562"/>
                </a:lnTo>
                <a:lnTo>
                  <a:pt x="4915946" y="1053645"/>
                </a:lnTo>
                <a:lnTo>
                  <a:pt x="4917592" y="1053727"/>
                </a:lnTo>
                <a:lnTo>
                  <a:pt x="4919238" y="1053809"/>
                </a:lnTo>
                <a:lnTo>
                  <a:pt x="4920885" y="1053890"/>
                </a:lnTo>
                <a:lnTo>
                  <a:pt x="4922531" y="1053970"/>
                </a:lnTo>
                <a:lnTo>
                  <a:pt x="4924177" y="1054049"/>
                </a:lnTo>
                <a:lnTo>
                  <a:pt x="4925824" y="1054127"/>
                </a:lnTo>
                <a:lnTo>
                  <a:pt x="4927470" y="1054204"/>
                </a:lnTo>
                <a:lnTo>
                  <a:pt x="4929116" y="1054281"/>
                </a:lnTo>
                <a:lnTo>
                  <a:pt x="4930763" y="1054357"/>
                </a:lnTo>
                <a:lnTo>
                  <a:pt x="4932409" y="1054432"/>
                </a:lnTo>
                <a:lnTo>
                  <a:pt x="4934055" y="1054506"/>
                </a:lnTo>
                <a:lnTo>
                  <a:pt x="4935702" y="1054579"/>
                </a:lnTo>
                <a:lnTo>
                  <a:pt x="4937348" y="1054652"/>
                </a:lnTo>
                <a:lnTo>
                  <a:pt x="4938994" y="1054724"/>
                </a:lnTo>
                <a:lnTo>
                  <a:pt x="4940641" y="1054795"/>
                </a:lnTo>
                <a:lnTo>
                  <a:pt x="4942287" y="1054865"/>
                </a:lnTo>
                <a:lnTo>
                  <a:pt x="4943933" y="1054934"/>
                </a:lnTo>
                <a:lnTo>
                  <a:pt x="4945580" y="1055002"/>
                </a:lnTo>
                <a:lnTo>
                  <a:pt x="4947226" y="1055070"/>
                </a:lnTo>
                <a:lnTo>
                  <a:pt x="4948872" y="1055137"/>
                </a:lnTo>
                <a:lnTo>
                  <a:pt x="4950519" y="1055203"/>
                </a:lnTo>
                <a:lnTo>
                  <a:pt x="4952165" y="1055268"/>
                </a:lnTo>
                <a:lnTo>
                  <a:pt x="4953811" y="1055332"/>
                </a:lnTo>
                <a:lnTo>
                  <a:pt x="4955458" y="1055396"/>
                </a:lnTo>
                <a:lnTo>
                  <a:pt x="4957104" y="1055458"/>
                </a:lnTo>
                <a:lnTo>
                  <a:pt x="4958750" y="1055520"/>
                </a:lnTo>
                <a:lnTo>
                  <a:pt x="4960397" y="1055581"/>
                </a:lnTo>
                <a:lnTo>
                  <a:pt x="4962043" y="1055641"/>
                </a:lnTo>
                <a:lnTo>
                  <a:pt x="4963689" y="1055701"/>
                </a:lnTo>
                <a:lnTo>
                  <a:pt x="4965336" y="1055759"/>
                </a:lnTo>
                <a:lnTo>
                  <a:pt x="4966982" y="1055817"/>
                </a:lnTo>
                <a:lnTo>
                  <a:pt x="4968628" y="1055874"/>
                </a:lnTo>
                <a:lnTo>
                  <a:pt x="4970275" y="1055930"/>
                </a:lnTo>
                <a:lnTo>
                  <a:pt x="4971921" y="1055986"/>
                </a:lnTo>
                <a:lnTo>
                  <a:pt x="4973567" y="1056040"/>
                </a:lnTo>
                <a:lnTo>
                  <a:pt x="4975214" y="1056094"/>
                </a:lnTo>
                <a:lnTo>
                  <a:pt x="4976860" y="1056147"/>
                </a:lnTo>
                <a:lnTo>
                  <a:pt x="4978506" y="1056199"/>
                </a:lnTo>
                <a:lnTo>
                  <a:pt x="4980153" y="1056250"/>
                </a:lnTo>
                <a:lnTo>
                  <a:pt x="4981799" y="1056300"/>
                </a:lnTo>
                <a:lnTo>
                  <a:pt x="4983445" y="1056350"/>
                </a:lnTo>
                <a:lnTo>
                  <a:pt x="4985092" y="1056398"/>
                </a:lnTo>
                <a:lnTo>
                  <a:pt x="4986738" y="1056446"/>
                </a:lnTo>
                <a:lnTo>
                  <a:pt x="4988384" y="1056493"/>
                </a:lnTo>
                <a:lnTo>
                  <a:pt x="4990031" y="1056540"/>
                </a:lnTo>
                <a:lnTo>
                  <a:pt x="4991677" y="1056585"/>
                </a:lnTo>
                <a:lnTo>
                  <a:pt x="4993323" y="1056630"/>
                </a:lnTo>
                <a:lnTo>
                  <a:pt x="4994970" y="1056674"/>
                </a:lnTo>
                <a:lnTo>
                  <a:pt x="4996616" y="1056717"/>
                </a:lnTo>
                <a:lnTo>
                  <a:pt x="4998262" y="1056759"/>
                </a:lnTo>
                <a:lnTo>
                  <a:pt x="4999909" y="1056800"/>
                </a:lnTo>
                <a:lnTo>
                  <a:pt x="5001555" y="1056841"/>
                </a:lnTo>
                <a:lnTo>
                  <a:pt x="5003201" y="1056881"/>
                </a:lnTo>
                <a:lnTo>
                  <a:pt x="5004848" y="1056919"/>
                </a:lnTo>
                <a:lnTo>
                  <a:pt x="5006494" y="1056958"/>
                </a:lnTo>
                <a:lnTo>
                  <a:pt x="5008140" y="1056995"/>
                </a:lnTo>
                <a:lnTo>
                  <a:pt x="5009787" y="1057031"/>
                </a:lnTo>
                <a:lnTo>
                  <a:pt x="5011433" y="1057067"/>
                </a:lnTo>
                <a:lnTo>
                  <a:pt x="5013079" y="1057102"/>
                </a:lnTo>
                <a:lnTo>
                  <a:pt x="5014726" y="1057136"/>
                </a:lnTo>
                <a:lnTo>
                  <a:pt x="5016372" y="1057169"/>
                </a:lnTo>
                <a:lnTo>
                  <a:pt x="5018018" y="1057201"/>
                </a:lnTo>
                <a:lnTo>
                  <a:pt x="5019664" y="1057233"/>
                </a:lnTo>
                <a:lnTo>
                  <a:pt x="5021311" y="1057264"/>
                </a:lnTo>
                <a:lnTo>
                  <a:pt x="5022957" y="1057293"/>
                </a:lnTo>
                <a:lnTo>
                  <a:pt x="5024603" y="1057323"/>
                </a:lnTo>
                <a:lnTo>
                  <a:pt x="5026250" y="1057351"/>
                </a:lnTo>
                <a:lnTo>
                  <a:pt x="5027896" y="1057378"/>
                </a:lnTo>
                <a:lnTo>
                  <a:pt x="5029542" y="1057405"/>
                </a:lnTo>
                <a:lnTo>
                  <a:pt x="5031189" y="1057431"/>
                </a:lnTo>
                <a:lnTo>
                  <a:pt x="5032835" y="1057456"/>
                </a:lnTo>
                <a:lnTo>
                  <a:pt x="5034481" y="1057480"/>
                </a:lnTo>
                <a:lnTo>
                  <a:pt x="5036128" y="1057503"/>
                </a:lnTo>
                <a:lnTo>
                  <a:pt x="5037774" y="1057526"/>
                </a:lnTo>
                <a:lnTo>
                  <a:pt x="5039420" y="1057547"/>
                </a:lnTo>
                <a:lnTo>
                  <a:pt x="5041067" y="1057568"/>
                </a:lnTo>
                <a:lnTo>
                  <a:pt x="5042713" y="1057588"/>
                </a:lnTo>
                <a:lnTo>
                  <a:pt x="5044359" y="1057608"/>
                </a:lnTo>
                <a:lnTo>
                  <a:pt x="5046006" y="1057626"/>
                </a:lnTo>
                <a:lnTo>
                  <a:pt x="5047652" y="1057644"/>
                </a:lnTo>
                <a:lnTo>
                  <a:pt x="5049298" y="1057661"/>
                </a:lnTo>
                <a:lnTo>
                  <a:pt x="5050945" y="1057677"/>
                </a:lnTo>
                <a:lnTo>
                  <a:pt x="5052591" y="1057692"/>
                </a:lnTo>
                <a:lnTo>
                  <a:pt x="5054237" y="1057706"/>
                </a:lnTo>
                <a:lnTo>
                  <a:pt x="5055884" y="1057720"/>
                </a:lnTo>
                <a:lnTo>
                  <a:pt x="5057530" y="1057733"/>
                </a:lnTo>
                <a:lnTo>
                  <a:pt x="5059176" y="1057744"/>
                </a:lnTo>
                <a:lnTo>
                  <a:pt x="5060823" y="1057756"/>
                </a:lnTo>
                <a:lnTo>
                  <a:pt x="5062469" y="1057766"/>
                </a:lnTo>
                <a:lnTo>
                  <a:pt x="5064115" y="1057775"/>
                </a:lnTo>
                <a:lnTo>
                  <a:pt x="5065762" y="1057784"/>
                </a:lnTo>
                <a:lnTo>
                  <a:pt x="5067408" y="1057792"/>
                </a:lnTo>
                <a:lnTo>
                  <a:pt x="5069054" y="1057799"/>
                </a:lnTo>
                <a:lnTo>
                  <a:pt x="5070701" y="1057805"/>
                </a:lnTo>
                <a:lnTo>
                  <a:pt x="5072347" y="1057810"/>
                </a:lnTo>
                <a:lnTo>
                  <a:pt x="5073993" y="1057815"/>
                </a:lnTo>
                <a:lnTo>
                  <a:pt x="5075640" y="1057819"/>
                </a:lnTo>
                <a:lnTo>
                  <a:pt x="5077286" y="1057822"/>
                </a:lnTo>
                <a:lnTo>
                  <a:pt x="5078932" y="1057824"/>
                </a:lnTo>
                <a:lnTo>
                  <a:pt x="5080579" y="1057825"/>
                </a:lnTo>
                <a:lnTo>
                  <a:pt x="5082225" y="1057826"/>
                </a:lnTo>
                <a:lnTo>
                  <a:pt x="5083871" y="1057825"/>
                </a:lnTo>
                <a:lnTo>
                  <a:pt x="5085518" y="1057824"/>
                </a:lnTo>
                <a:lnTo>
                  <a:pt x="5087164" y="1057822"/>
                </a:lnTo>
                <a:lnTo>
                  <a:pt x="5088810" y="1057819"/>
                </a:lnTo>
                <a:lnTo>
                  <a:pt x="5090457" y="1057816"/>
                </a:lnTo>
                <a:lnTo>
                  <a:pt x="5092103" y="1057811"/>
                </a:lnTo>
                <a:lnTo>
                  <a:pt x="5093749" y="1057806"/>
                </a:lnTo>
                <a:lnTo>
                  <a:pt x="5095396" y="1057800"/>
                </a:lnTo>
                <a:lnTo>
                  <a:pt x="5097042" y="1057793"/>
                </a:lnTo>
                <a:lnTo>
                  <a:pt x="5098688" y="1057786"/>
                </a:lnTo>
                <a:lnTo>
                  <a:pt x="5100335" y="1057777"/>
                </a:lnTo>
                <a:lnTo>
                  <a:pt x="5101981" y="1057768"/>
                </a:lnTo>
                <a:lnTo>
                  <a:pt x="5103627" y="1057758"/>
                </a:lnTo>
                <a:lnTo>
                  <a:pt x="5105274" y="1057747"/>
                </a:lnTo>
                <a:lnTo>
                  <a:pt x="5106920" y="1057735"/>
                </a:lnTo>
                <a:lnTo>
                  <a:pt x="5108566" y="1057723"/>
                </a:lnTo>
                <a:lnTo>
                  <a:pt x="5110213" y="1057709"/>
                </a:lnTo>
                <a:lnTo>
                  <a:pt x="5111859" y="1057695"/>
                </a:lnTo>
                <a:lnTo>
                  <a:pt x="5113505" y="1057680"/>
                </a:lnTo>
                <a:lnTo>
                  <a:pt x="5115152" y="1057665"/>
                </a:lnTo>
                <a:lnTo>
                  <a:pt x="5116798" y="1057648"/>
                </a:lnTo>
                <a:lnTo>
                  <a:pt x="5118444" y="1057631"/>
                </a:lnTo>
                <a:lnTo>
                  <a:pt x="5120091" y="1057612"/>
                </a:lnTo>
                <a:lnTo>
                  <a:pt x="5121737" y="1057593"/>
                </a:lnTo>
                <a:lnTo>
                  <a:pt x="5123383" y="1057573"/>
                </a:lnTo>
                <a:lnTo>
                  <a:pt x="5125030" y="1057553"/>
                </a:lnTo>
                <a:lnTo>
                  <a:pt x="5126676" y="1057531"/>
                </a:lnTo>
                <a:lnTo>
                  <a:pt x="5128322" y="1057509"/>
                </a:lnTo>
                <a:lnTo>
                  <a:pt x="5129969" y="1057486"/>
                </a:lnTo>
                <a:lnTo>
                  <a:pt x="5131615" y="1057462"/>
                </a:lnTo>
                <a:lnTo>
                  <a:pt x="5133261" y="1057437"/>
                </a:lnTo>
                <a:lnTo>
                  <a:pt x="5134908" y="1057412"/>
                </a:lnTo>
                <a:lnTo>
                  <a:pt x="5136554" y="1057385"/>
                </a:lnTo>
                <a:lnTo>
                  <a:pt x="5138200" y="1057358"/>
                </a:lnTo>
                <a:lnTo>
                  <a:pt x="5139847" y="1057330"/>
                </a:lnTo>
                <a:lnTo>
                  <a:pt x="5141493" y="1057301"/>
                </a:lnTo>
                <a:lnTo>
                  <a:pt x="5143139" y="1057272"/>
                </a:lnTo>
                <a:lnTo>
                  <a:pt x="5144786" y="1057241"/>
                </a:lnTo>
                <a:lnTo>
                  <a:pt x="5146432" y="1057210"/>
                </a:lnTo>
                <a:lnTo>
                  <a:pt x="5148078" y="1057178"/>
                </a:lnTo>
                <a:lnTo>
                  <a:pt x="5149725" y="1057145"/>
                </a:lnTo>
                <a:lnTo>
                  <a:pt x="5151371" y="1057112"/>
                </a:lnTo>
                <a:lnTo>
                  <a:pt x="5153017" y="1057077"/>
                </a:lnTo>
                <a:lnTo>
                  <a:pt x="5154664" y="1057042"/>
                </a:lnTo>
                <a:lnTo>
                  <a:pt x="5156310" y="1057006"/>
                </a:lnTo>
                <a:lnTo>
                  <a:pt x="5157956" y="1056969"/>
                </a:lnTo>
                <a:lnTo>
                  <a:pt x="5159603" y="1056931"/>
                </a:lnTo>
                <a:lnTo>
                  <a:pt x="5161249" y="1056893"/>
                </a:lnTo>
                <a:lnTo>
                  <a:pt x="5162895" y="1056853"/>
                </a:lnTo>
                <a:lnTo>
                  <a:pt x="5164542" y="1056813"/>
                </a:lnTo>
                <a:lnTo>
                  <a:pt x="5166188" y="1056772"/>
                </a:lnTo>
                <a:lnTo>
                  <a:pt x="5167834" y="1056731"/>
                </a:lnTo>
                <a:lnTo>
                  <a:pt x="5169481" y="1056688"/>
                </a:lnTo>
                <a:lnTo>
                  <a:pt x="5171127" y="1056645"/>
                </a:lnTo>
                <a:lnTo>
                  <a:pt x="5172773" y="1056601"/>
                </a:lnTo>
                <a:lnTo>
                  <a:pt x="5174420" y="1056556"/>
                </a:lnTo>
                <a:lnTo>
                  <a:pt x="5176066" y="1056510"/>
                </a:lnTo>
                <a:lnTo>
                  <a:pt x="5177712" y="1056463"/>
                </a:lnTo>
                <a:lnTo>
                  <a:pt x="5179359" y="1056416"/>
                </a:lnTo>
                <a:lnTo>
                  <a:pt x="5181005" y="1056368"/>
                </a:lnTo>
                <a:lnTo>
                  <a:pt x="5182651" y="1056319"/>
                </a:lnTo>
                <a:lnTo>
                  <a:pt x="5184298" y="1056269"/>
                </a:lnTo>
                <a:lnTo>
                  <a:pt x="5185944" y="1056218"/>
                </a:lnTo>
                <a:lnTo>
                  <a:pt x="5187590" y="1056167"/>
                </a:lnTo>
                <a:lnTo>
                  <a:pt x="5189237" y="1056114"/>
                </a:lnTo>
                <a:lnTo>
                  <a:pt x="5190883" y="1056061"/>
                </a:lnTo>
                <a:lnTo>
                  <a:pt x="5192529" y="1056007"/>
                </a:lnTo>
                <a:lnTo>
                  <a:pt x="5194176" y="1055953"/>
                </a:lnTo>
                <a:lnTo>
                  <a:pt x="5195822" y="1055897"/>
                </a:lnTo>
                <a:lnTo>
                  <a:pt x="5197468" y="1055841"/>
                </a:lnTo>
                <a:lnTo>
                  <a:pt x="5199115" y="1055784"/>
                </a:lnTo>
                <a:lnTo>
                  <a:pt x="5200761" y="1055726"/>
                </a:lnTo>
                <a:lnTo>
                  <a:pt x="5202407" y="1055667"/>
                </a:lnTo>
                <a:lnTo>
                  <a:pt x="5204054" y="1055608"/>
                </a:lnTo>
                <a:lnTo>
                  <a:pt x="5205700" y="1055547"/>
                </a:lnTo>
                <a:lnTo>
                  <a:pt x="5207346" y="1055486"/>
                </a:lnTo>
                <a:lnTo>
                  <a:pt x="5208993" y="1055424"/>
                </a:lnTo>
                <a:lnTo>
                  <a:pt x="5210639" y="1055362"/>
                </a:lnTo>
                <a:lnTo>
                  <a:pt x="5212285" y="1055298"/>
                </a:lnTo>
                <a:lnTo>
                  <a:pt x="5213932" y="1055234"/>
                </a:lnTo>
                <a:lnTo>
                  <a:pt x="5215578" y="1055169"/>
                </a:lnTo>
                <a:lnTo>
                  <a:pt x="5217224" y="1055103"/>
                </a:lnTo>
                <a:lnTo>
                  <a:pt x="5218871" y="1055036"/>
                </a:lnTo>
                <a:lnTo>
                  <a:pt x="5220517" y="1054968"/>
                </a:lnTo>
                <a:lnTo>
                  <a:pt x="5222163" y="1054900"/>
                </a:lnTo>
                <a:lnTo>
                  <a:pt x="5223810" y="1054831"/>
                </a:lnTo>
                <a:lnTo>
                  <a:pt x="5225456" y="1054761"/>
                </a:lnTo>
                <a:lnTo>
                  <a:pt x="5227102" y="1054690"/>
                </a:lnTo>
                <a:lnTo>
                  <a:pt x="5228749" y="1054618"/>
                </a:lnTo>
                <a:lnTo>
                  <a:pt x="5230395" y="1054546"/>
                </a:lnTo>
                <a:lnTo>
                  <a:pt x="5232041" y="1054473"/>
                </a:lnTo>
                <a:lnTo>
                  <a:pt x="5233688" y="1054399"/>
                </a:lnTo>
                <a:lnTo>
                  <a:pt x="5235334" y="1054324"/>
                </a:lnTo>
                <a:lnTo>
                  <a:pt x="5236980" y="1054248"/>
                </a:lnTo>
                <a:lnTo>
                  <a:pt x="5238627" y="1054172"/>
                </a:lnTo>
                <a:lnTo>
                  <a:pt x="5240273" y="1054095"/>
                </a:lnTo>
                <a:lnTo>
                  <a:pt x="5241919" y="1054017"/>
                </a:lnTo>
                <a:lnTo>
                  <a:pt x="5243566" y="1053938"/>
                </a:lnTo>
                <a:lnTo>
                  <a:pt x="5245212" y="1053858"/>
                </a:lnTo>
                <a:lnTo>
                  <a:pt x="5246858" y="1053778"/>
                </a:lnTo>
                <a:lnTo>
                  <a:pt x="5248505" y="1053697"/>
                </a:lnTo>
                <a:lnTo>
                  <a:pt x="5250151" y="1053615"/>
                </a:lnTo>
                <a:lnTo>
                  <a:pt x="5251797" y="1053532"/>
                </a:lnTo>
                <a:lnTo>
                  <a:pt x="5253444" y="1053448"/>
                </a:lnTo>
                <a:lnTo>
                  <a:pt x="5255090" y="1053364"/>
                </a:lnTo>
                <a:lnTo>
                  <a:pt x="5256736" y="1053279"/>
                </a:lnTo>
                <a:lnTo>
                  <a:pt x="5258383" y="1053193"/>
                </a:lnTo>
                <a:lnTo>
                  <a:pt x="5260029" y="1053106"/>
                </a:lnTo>
                <a:lnTo>
                  <a:pt x="5261675" y="1053018"/>
                </a:lnTo>
                <a:lnTo>
                  <a:pt x="5263322" y="1052930"/>
                </a:lnTo>
                <a:lnTo>
                  <a:pt x="5264968" y="1052840"/>
                </a:lnTo>
                <a:lnTo>
                  <a:pt x="5266614" y="1052750"/>
                </a:lnTo>
                <a:lnTo>
                  <a:pt x="5268261" y="1052660"/>
                </a:lnTo>
                <a:lnTo>
                  <a:pt x="5269907" y="1052568"/>
                </a:lnTo>
                <a:lnTo>
                  <a:pt x="5271553" y="1052476"/>
                </a:lnTo>
                <a:lnTo>
                  <a:pt x="5273200" y="1052382"/>
                </a:lnTo>
                <a:lnTo>
                  <a:pt x="5274846" y="1052288"/>
                </a:lnTo>
                <a:lnTo>
                  <a:pt x="5276492" y="1052193"/>
                </a:lnTo>
                <a:lnTo>
                  <a:pt x="5278139" y="1052098"/>
                </a:lnTo>
                <a:lnTo>
                  <a:pt x="5279785" y="1052001"/>
                </a:lnTo>
                <a:lnTo>
                  <a:pt x="5281431" y="1051904"/>
                </a:lnTo>
                <a:lnTo>
                  <a:pt x="5283078" y="1051806"/>
                </a:lnTo>
                <a:lnTo>
                  <a:pt x="5284724" y="1051707"/>
                </a:lnTo>
                <a:lnTo>
                  <a:pt x="5286370" y="1051608"/>
                </a:lnTo>
                <a:lnTo>
                  <a:pt x="5288017" y="1051507"/>
                </a:lnTo>
                <a:lnTo>
                  <a:pt x="5289663" y="1051406"/>
                </a:lnTo>
                <a:lnTo>
                  <a:pt x="5291309" y="1051304"/>
                </a:lnTo>
                <a:lnTo>
                  <a:pt x="5292956" y="1051201"/>
                </a:lnTo>
                <a:lnTo>
                  <a:pt x="5294602" y="1051098"/>
                </a:lnTo>
                <a:lnTo>
                  <a:pt x="5296248" y="1050993"/>
                </a:lnTo>
                <a:lnTo>
                  <a:pt x="5297895" y="1050888"/>
                </a:lnTo>
                <a:lnTo>
                  <a:pt x="5299541" y="1050782"/>
                </a:lnTo>
                <a:lnTo>
                  <a:pt x="5301187" y="1050675"/>
                </a:lnTo>
                <a:lnTo>
                  <a:pt x="5302834" y="1050568"/>
                </a:lnTo>
                <a:lnTo>
                  <a:pt x="5304480" y="1050459"/>
                </a:lnTo>
                <a:lnTo>
                  <a:pt x="5306126" y="1050350"/>
                </a:lnTo>
                <a:lnTo>
                  <a:pt x="5307773" y="1050240"/>
                </a:lnTo>
                <a:lnTo>
                  <a:pt x="5309419" y="1050129"/>
                </a:lnTo>
                <a:lnTo>
                  <a:pt x="5311065" y="1050018"/>
                </a:lnTo>
                <a:lnTo>
                  <a:pt x="5312712" y="1049906"/>
                </a:lnTo>
                <a:lnTo>
                  <a:pt x="5314358" y="1049792"/>
                </a:lnTo>
                <a:lnTo>
                  <a:pt x="5316004" y="1049678"/>
                </a:lnTo>
                <a:lnTo>
                  <a:pt x="5317651" y="1049564"/>
                </a:lnTo>
                <a:lnTo>
                  <a:pt x="5319297" y="1049448"/>
                </a:lnTo>
                <a:lnTo>
                  <a:pt x="5320943" y="1049332"/>
                </a:lnTo>
                <a:lnTo>
                  <a:pt x="5322590" y="1049215"/>
                </a:lnTo>
                <a:lnTo>
                  <a:pt x="5324236" y="1049097"/>
                </a:lnTo>
                <a:lnTo>
                  <a:pt x="5325882" y="1048978"/>
                </a:lnTo>
                <a:lnTo>
                  <a:pt x="5327529" y="1048859"/>
                </a:lnTo>
                <a:lnTo>
                  <a:pt x="5329175" y="1048738"/>
                </a:lnTo>
                <a:lnTo>
                  <a:pt x="5330821" y="1048617"/>
                </a:lnTo>
                <a:lnTo>
                  <a:pt x="5332467" y="1048495"/>
                </a:lnTo>
                <a:lnTo>
                  <a:pt x="5334114" y="1048373"/>
                </a:lnTo>
                <a:lnTo>
                  <a:pt x="5335760" y="1048249"/>
                </a:lnTo>
                <a:lnTo>
                  <a:pt x="5337406" y="1048125"/>
                </a:lnTo>
                <a:lnTo>
                  <a:pt x="5339053" y="1048000"/>
                </a:lnTo>
                <a:lnTo>
                  <a:pt x="5340699" y="1047874"/>
                </a:lnTo>
                <a:lnTo>
                  <a:pt x="5342345" y="1047748"/>
                </a:lnTo>
                <a:lnTo>
                  <a:pt x="5343992" y="1047620"/>
                </a:lnTo>
                <a:lnTo>
                  <a:pt x="5345638" y="1047492"/>
                </a:lnTo>
                <a:lnTo>
                  <a:pt x="5347284" y="1047363"/>
                </a:lnTo>
                <a:lnTo>
                  <a:pt x="5348931" y="1047233"/>
                </a:lnTo>
                <a:lnTo>
                  <a:pt x="5350577" y="1047103"/>
                </a:lnTo>
                <a:lnTo>
                  <a:pt x="5352223" y="1046971"/>
                </a:lnTo>
                <a:lnTo>
                  <a:pt x="5353870" y="1046839"/>
                </a:lnTo>
                <a:lnTo>
                  <a:pt x="5355516" y="1046706"/>
                </a:lnTo>
                <a:lnTo>
                  <a:pt x="5357162" y="1046572"/>
                </a:lnTo>
                <a:lnTo>
                  <a:pt x="5358809" y="1046438"/>
                </a:lnTo>
                <a:lnTo>
                  <a:pt x="5360455" y="1046303"/>
                </a:lnTo>
                <a:lnTo>
                  <a:pt x="5362101" y="1046167"/>
                </a:lnTo>
                <a:lnTo>
                  <a:pt x="5363748" y="1046030"/>
                </a:lnTo>
                <a:lnTo>
                  <a:pt x="5365394" y="1045892"/>
                </a:lnTo>
                <a:lnTo>
                  <a:pt x="5367040" y="1045753"/>
                </a:lnTo>
                <a:lnTo>
                  <a:pt x="5368687" y="1045614"/>
                </a:lnTo>
                <a:lnTo>
                  <a:pt x="5370333" y="1045474"/>
                </a:lnTo>
                <a:lnTo>
                  <a:pt x="5371979" y="1045333"/>
                </a:lnTo>
                <a:lnTo>
                  <a:pt x="5373626" y="1045192"/>
                </a:lnTo>
                <a:lnTo>
                  <a:pt x="5375272" y="1045049"/>
                </a:lnTo>
                <a:lnTo>
                  <a:pt x="5376918" y="1044906"/>
                </a:lnTo>
                <a:lnTo>
                  <a:pt x="5378565" y="1044762"/>
                </a:lnTo>
                <a:lnTo>
                  <a:pt x="5380211" y="1044617"/>
                </a:lnTo>
                <a:lnTo>
                  <a:pt x="5381857" y="1044472"/>
                </a:lnTo>
                <a:lnTo>
                  <a:pt x="5383504" y="1044326"/>
                </a:lnTo>
                <a:lnTo>
                  <a:pt x="5385150" y="1044178"/>
                </a:lnTo>
                <a:lnTo>
                  <a:pt x="5386796" y="1044031"/>
                </a:lnTo>
                <a:lnTo>
                  <a:pt x="5388443" y="1043882"/>
                </a:lnTo>
                <a:lnTo>
                  <a:pt x="5390089" y="1043732"/>
                </a:lnTo>
                <a:lnTo>
                  <a:pt x="5391735" y="1043582"/>
                </a:lnTo>
                <a:lnTo>
                  <a:pt x="5393382" y="1043431"/>
                </a:lnTo>
                <a:lnTo>
                  <a:pt x="5395028" y="1043279"/>
                </a:lnTo>
                <a:lnTo>
                  <a:pt x="5396674" y="1043127"/>
                </a:lnTo>
                <a:lnTo>
                  <a:pt x="5398321" y="1042973"/>
                </a:lnTo>
                <a:lnTo>
                  <a:pt x="5399967" y="1042819"/>
                </a:lnTo>
                <a:lnTo>
                  <a:pt x="5401613" y="1042664"/>
                </a:lnTo>
                <a:lnTo>
                  <a:pt x="5403260" y="1042509"/>
                </a:lnTo>
                <a:lnTo>
                  <a:pt x="5404906" y="1042352"/>
                </a:lnTo>
                <a:lnTo>
                  <a:pt x="5406552" y="1042195"/>
                </a:lnTo>
                <a:lnTo>
                  <a:pt x="5408199" y="1042037"/>
                </a:lnTo>
                <a:lnTo>
                  <a:pt x="5409845" y="1041878"/>
                </a:lnTo>
                <a:lnTo>
                  <a:pt x="5411491" y="1041718"/>
                </a:lnTo>
                <a:lnTo>
                  <a:pt x="5413138" y="1041558"/>
                </a:lnTo>
                <a:lnTo>
                  <a:pt x="5414784" y="1041396"/>
                </a:lnTo>
                <a:lnTo>
                  <a:pt x="5416430" y="1041234"/>
                </a:lnTo>
                <a:lnTo>
                  <a:pt x="5418077" y="1041072"/>
                </a:lnTo>
                <a:lnTo>
                  <a:pt x="5419723" y="1040908"/>
                </a:lnTo>
                <a:lnTo>
                  <a:pt x="5421369" y="1040744"/>
                </a:lnTo>
                <a:lnTo>
                  <a:pt x="5423016" y="1040579"/>
                </a:lnTo>
                <a:lnTo>
                  <a:pt x="5424662" y="1040413"/>
                </a:lnTo>
                <a:lnTo>
                  <a:pt x="5426308" y="1040246"/>
                </a:lnTo>
                <a:lnTo>
                  <a:pt x="5427955" y="1040079"/>
                </a:lnTo>
                <a:lnTo>
                  <a:pt x="5429601" y="1039911"/>
                </a:lnTo>
                <a:lnTo>
                  <a:pt x="5431247" y="1039742"/>
                </a:lnTo>
                <a:lnTo>
                  <a:pt x="5432894" y="1039572"/>
                </a:lnTo>
                <a:lnTo>
                  <a:pt x="5434540" y="1039401"/>
                </a:lnTo>
                <a:lnTo>
                  <a:pt x="5436186" y="1039230"/>
                </a:lnTo>
                <a:lnTo>
                  <a:pt x="5437833" y="1039058"/>
                </a:lnTo>
                <a:lnTo>
                  <a:pt x="5439479" y="1038885"/>
                </a:lnTo>
                <a:lnTo>
                  <a:pt x="5441125" y="1038711"/>
                </a:lnTo>
                <a:lnTo>
                  <a:pt x="5442772" y="1038537"/>
                </a:lnTo>
                <a:lnTo>
                  <a:pt x="5444418" y="1038361"/>
                </a:lnTo>
                <a:lnTo>
                  <a:pt x="5446064" y="1038185"/>
                </a:lnTo>
                <a:lnTo>
                  <a:pt x="5447711" y="1038009"/>
                </a:lnTo>
                <a:lnTo>
                  <a:pt x="5449357" y="1037831"/>
                </a:lnTo>
                <a:lnTo>
                  <a:pt x="5451003" y="1037653"/>
                </a:lnTo>
                <a:lnTo>
                  <a:pt x="5452650" y="1037474"/>
                </a:lnTo>
                <a:lnTo>
                  <a:pt x="5454296" y="1037294"/>
                </a:lnTo>
                <a:lnTo>
                  <a:pt x="5455942" y="1037113"/>
                </a:lnTo>
                <a:lnTo>
                  <a:pt x="5457589" y="1036932"/>
                </a:lnTo>
                <a:lnTo>
                  <a:pt x="5459235" y="1036750"/>
                </a:lnTo>
                <a:lnTo>
                  <a:pt x="5460881" y="1036567"/>
                </a:lnTo>
                <a:lnTo>
                  <a:pt x="5462528" y="1036383"/>
                </a:lnTo>
                <a:lnTo>
                  <a:pt x="5464174" y="1036198"/>
                </a:lnTo>
                <a:lnTo>
                  <a:pt x="5465820" y="1036013"/>
                </a:lnTo>
                <a:lnTo>
                  <a:pt x="5467467" y="1035827"/>
                </a:lnTo>
                <a:lnTo>
                  <a:pt x="5469113" y="1035640"/>
                </a:lnTo>
                <a:lnTo>
                  <a:pt x="5470759" y="1035452"/>
                </a:lnTo>
                <a:lnTo>
                  <a:pt x="5472406" y="1035264"/>
                </a:lnTo>
                <a:lnTo>
                  <a:pt x="5474052" y="1035075"/>
                </a:lnTo>
                <a:lnTo>
                  <a:pt x="5475698" y="1034885"/>
                </a:lnTo>
                <a:lnTo>
                  <a:pt x="5477345" y="1034694"/>
                </a:lnTo>
                <a:lnTo>
                  <a:pt x="5478991" y="1034503"/>
                </a:lnTo>
                <a:lnTo>
                  <a:pt x="5480637" y="1034311"/>
                </a:lnTo>
                <a:lnTo>
                  <a:pt x="5482284" y="1034118"/>
                </a:lnTo>
                <a:lnTo>
                  <a:pt x="5483930" y="1033924"/>
                </a:lnTo>
                <a:lnTo>
                  <a:pt x="5485576" y="1033729"/>
                </a:lnTo>
                <a:lnTo>
                  <a:pt x="5487223" y="1033534"/>
                </a:lnTo>
                <a:lnTo>
                  <a:pt x="5488869" y="1033338"/>
                </a:lnTo>
                <a:lnTo>
                  <a:pt x="5490515" y="1033141"/>
                </a:lnTo>
                <a:lnTo>
                  <a:pt x="5492162" y="1032943"/>
                </a:lnTo>
                <a:lnTo>
                  <a:pt x="5493808" y="1032745"/>
                </a:lnTo>
                <a:lnTo>
                  <a:pt x="5495454" y="1032546"/>
                </a:lnTo>
                <a:lnTo>
                  <a:pt x="5497101" y="1032346"/>
                </a:lnTo>
                <a:lnTo>
                  <a:pt x="5498747" y="1032145"/>
                </a:lnTo>
                <a:lnTo>
                  <a:pt x="5500393" y="1031944"/>
                </a:lnTo>
                <a:lnTo>
                  <a:pt x="5502040" y="1031741"/>
                </a:lnTo>
                <a:lnTo>
                  <a:pt x="5503686" y="1031538"/>
                </a:lnTo>
                <a:lnTo>
                  <a:pt x="5505332" y="1031335"/>
                </a:lnTo>
                <a:lnTo>
                  <a:pt x="5506979" y="1031130"/>
                </a:lnTo>
                <a:lnTo>
                  <a:pt x="5508625" y="1030925"/>
                </a:lnTo>
                <a:lnTo>
                  <a:pt x="5510271" y="1030719"/>
                </a:lnTo>
                <a:lnTo>
                  <a:pt x="5511918" y="1030512"/>
                </a:lnTo>
                <a:lnTo>
                  <a:pt x="5513564" y="1030304"/>
                </a:lnTo>
                <a:lnTo>
                  <a:pt x="5515210" y="1030096"/>
                </a:lnTo>
                <a:lnTo>
                  <a:pt x="5516857" y="1029887"/>
                </a:lnTo>
                <a:lnTo>
                  <a:pt x="5518503" y="1029677"/>
                </a:lnTo>
                <a:lnTo>
                  <a:pt x="5520149" y="1029466"/>
                </a:lnTo>
                <a:lnTo>
                  <a:pt x="5521796" y="1029255"/>
                </a:lnTo>
                <a:lnTo>
                  <a:pt x="5523442" y="1029043"/>
                </a:lnTo>
                <a:lnTo>
                  <a:pt x="5525088" y="1028830"/>
                </a:lnTo>
                <a:lnTo>
                  <a:pt x="5526735" y="1028616"/>
                </a:lnTo>
                <a:lnTo>
                  <a:pt x="5528381" y="1028401"/>
                </a:lnTo>
                <a:lnTo>
                  <a:pt x="5530027" y="1028186"/>
                </a:lnTo>
                <a:lnTo>
                  <a:pt x="5531674" y="1027970"/>
                </a:lnTo>
                <a:lnTo>
                  <a:pt x="5533320" y="1027753"/>
                </a:lnTo>
                <a:lnTo>
                  <a:pt x="5534966" y="1027536"/>
                </a:lnTo>
                <a:lnTo>
                  <a:pt x="5536613" y="1027318"/>
                </a:lnTo>
                <a:lnTo>
                  <a:pt x="5538259" y="1027099"/>
                </a:lnTo>
                <a:lnTo>
                  <a:pt x="5539905" y="1026879"/>
                </a:lnTo>
                <a:lnTo>
                  <a:pt x="5541552" y="1026658"/>
                </a:lnTo>
                <a:lnTo>
                  <a:pt x="5543198" y="1026437"/>
                </a:lnTo>
                <a:lnTo>
                  <a:pt x="5544844" y="1026215"/>
                </a:lnTo>
                <a:lnTo>
                  <a:pt x="5546491" y="1025992"/>
                </a:lnTo>
                <a:lnTo>
                  <a:pt x="5548137" y="1025768"/>
                </a:lnTo>
                <a:lnTo>
                  <a:pt x="5549783" y="1025544"/>
                </a:lnTo>
                <a:lnTo>
                  <a:pt x="5551430" y="1025319"/>
                </a:lnTo>
                <a:lnTo>
                  <a:pt x="5553076" y="1025093"/>
                </a:lnTo>
                <a:lnTo>
                  <a:pt x="5554722" y="1024866"/>
                </a:lnTo>
                <a:lnTo>
                  <a:pt x="5556369" y="1024639"/>
                </a:lnTo>
                <a:lnTo>
                  <a:pt x="5558015" y="1024411"/>
                </a:lnTo>
                <a:lnTo>
                  <a:pt x="5559661" y="1024182"/>
                </a:lnTo>
                <a:lnTo>
                  <a:pt x="5561308" y="1023952"/>
                </a:lnTo>
                <a:lnTo>
                  <a:pt x="5562954" y="1023722"/>
                </a:lnTo>
                <a:lnTo>
                  <a:pt x="5564600" y="1023491"/>
                </a:lnTo>
                <a:lnTo>
                  <a:pt x="5566247" y="1023259"/>
                </a:lnTo>
                <a:lnTo>
                  <a:pt x="5567893" y="1023026"/>
                </a:lnTo>
                <a:lnTo>
                  <a:pt x="5569539" y="1022792"/>
                </a:lnTo>
                <a:lnTo>
                  <a:pt x="5571186" y="1022558"/>
                </a:lnTo>
                <a:lnTo>
                  <a:pt x="5572832" y="1022323"/>
                </a:lnTo>
                <a:lnTo>
                  <a:pt x="5574478" y="1022088"/>
                </a:lnTo>
                <a:lnTo>
                  <a:pt x="5576125" y="1021851"/>
                </a:lnTo>
                <a:lnTo>
                  <a:pt x="5577771" y="1021614"/>
                </a:lnTo>
                <a:lnTo>
                  <a:pt x="5579417" y="1021376"/>
                </a:lnTo>
                <a:lnTo>
                  <a:pt x="5581064" y="1021137"/>
                </a:lnTo>
                <a:lnTo>
                  <a:pt x="5582710" y="1020898"/>
                </a:lnTo>
                <a:lnTo>
                  <a:pt x="5584356" y="1020657"/>
                </a:lnTo>
                <a:lnTo>
                  <a:pt x="5586003" y="1020417"/>
                </a:lnTo>
                <a:lnTo>
                  <a:pt x="5587649" y="1020175"/>
                </a:lnTo>
                <a:lnTo>
                  <a:pt x="5589295" y="1019932"/>
                </a:lnTo>
                <a:lnTo>
                  <a:pt x="5590942" y="1019689"/>
                </a:lnTo>
                <a:lnTo>
                  <a:pt x="5592588" y="1019445"/>
                </a:lnTo>
                <a:lnTo>
                  <a:pt x="5594234" y="1019200"/>
                </a:lnTo>
                <a:lnTo>
                  <a:pt x="5595881" y="1018955"/>
                </a:lnTo>
                <a:lnTo>
                  <a:pt x="5597527" y="1018709"/>
                </a:lnTo>
                <a:lnTo>
                  <a:pt x="5599173" y="1018462"/>
                </a:lnTo>
                <a:lnTo>
                  <a:pt x="5600820" y="1018214"/>
                </a:lnTo>
                <a:lnTo>
                  <a:pt x="5602466" y="1017965"/>
                </a:lnTo>
                <a:lnTo>
                  <a:pt x="5604112" y="1017716"/>
                </a:lnTo>
                <a:lnTo>
                  <a:pt x="5605759" y="1017466"/>
                </a:lnTo>
                <a:lnTo>
                  <a:pt x="5607405" y="1017215"/>
                </a:lnTo>
                <a:lnTo>
                  <a:pt x="5609051" y="1016964"/>
                </a:lnTo>
                <a:lnTo>
                  <a:pt x="5610698" y="1016712"/>
                </a:lnTo>
                <a:lnTo>
                  <a:pt x="5612344" y="1016459"/>
                </a:lnTo>
                <a:lnTo>
                  <a:pt x="5613990" y="1016205"/>
                </a:lnTo>
                <a:lnTo>
                  <a:pt x="5615637" y="1015950"/>
                </a:lnTo>
                <a:lnTo>
                  <a:pt x="5617283" y="1015695"/>
                </a:lnTo>
                <a:lnTo>
                  <a:pt x="5618929" y="1015439"/>
                </a:lnTo>
                <a:lnTo>
                  <a:pt x="5620576" y="1015183"/>
                </a:lnTo>
                <a:lnTo>
                  <a:pt x="5622222" y="1014925"/>
                </a:lnTo>
                <a:lnTo>
                  <a:pt x="5623868" y="1014667"/>
                </a:lnTo>
                <a:lnTo>
                  <a:pt x="5625515" y="1014408"/>
                </a:lnTo>
                <a:lnTo>
                  <a:pt x="5627161" y="1014148"/>
                </a:lnTo>
                <a:lnTo>
                  <a:pt x="5628807" y="1013888"/>
                </a:lnTo>
                <a:lnTo>
                  <a:pt x="5630454" y="1013627"/>
                </a:lnTo>
                <a:lnTo>
                  <a:pt x="5632100" y="1013365"/>
                </a:lnTo>
                <a:lnTo>
                  <a:pt x="5633746" y="1013102"/>
                </a:lnTo>
                <a:lnTo>
                  <a:pt x="5635393" y="1012839"/>
                </a:lnTo>
                <a:lnTo>
                  <a:pt x="5637039" y="1012575"/>
                </a:lnTo>
                <a:lnTo>
                  <a:pt x="5638685" y="1012310"/>
                </a:lnTo>
                <a:lnTo>
                  <a:pt x="5640332" y="1012044"/>
                </a:lnTo>
                <a:lnTo>
                  <a:pt x="5641978" y="1011778"/>
                </a:lnTo>
                <a:lnTo>
                  <a:pt x="5643624" y="1011511"/>
                </a:lnTo>
                <a:lnTo>
                  <a:pt x="5645270" y="1011243"/>
                </a:lnTo>
                <a:lnTo>
                  <a:pt x="5646917" y="1010974"/>
                </a:lnTo>
                <a:lnTo>
                  <a:pt x="5648563" y="1010705"/>
                </a:lnTo>
                <a:lnTo>
                  <a:pt x="5650209" y="1010435"/>
                </a:lnTo>
                <a:lnTo>
                  <a:pt x="5651856" y="1010164"/>
                </a:lnTo>
                <a:lnTo>
                  <a:pt x="5653502" y="1009892"/>
                </a:lnTo>
                <a:lnTo>
                  <a:pt x="5655148" y="1009620"/>
                </a:lnTo>
                <a:lnTo>
                  <a:pt x="5656795" y="1009347"/>
                </a:lnTo>
                <a:lnTo>
                  <a:pt x="5658441" y="1009073"/>
                </a:lnTo>
                <a:lnTo>
                  <a:pt x="5660087" y="1008799"/>
                </a:lnTo>
                <a:lnTo>
                  <a:pt x="5661734" y="1008524"/>
                </a:lnTo>
                <a:lnTo>
                  <a:pt x="5663380" y="1008248"/>
                </a:lnTo>
                <a:lnTo>
                  <a:pt x="5665026" y="1007971"/>
                </a:lnTo>
                <a:lnTo>
                  <a:pt x="5666673" y="1007693"/>
                </a:lnTo>
                <a:lnTo>
                  <a:pt x="5668319" y="1007415"/>
                </a:lnTo>
                <a:lnTo>
                  <a:pt x="5669965" y="1007136"/>
                </a:lnTo>
                <a:lnTo>
                  <a:pt x="5671612" y="1006857"/>
                </a:lnTo>
                <a:lnTo>
                  <a:pt x="5673258" y="1006576"/>
                </a:lnTo>
                <a:lnTo>
                  <a:pt x="5674904" y="1006295"/>
                </a:lnTo>
                <a:lnTo>
                  <a:pt x="5676551" y="1006013"/>
                </a:lnTo>
                <a:lnTo>
                  <a:pt x="5678197" y="1005731"/>
                </a:lnTo>
                <a:lnTo>
                  <a:pt x="5679843" y="1005447"/>
                </a:lnTo>
                <a:lnTo>
                  <a:pt x="5681490" y="1005163"/>
                </a:lnTo>
                <a:lnTo>
                  <a:pt x="5683136" y="1004879"/>
                </a:lnTo>
                <a:lnTo>
                  <a:pt x="5684782" y="1004593"/>
                </a:lnTo>
                <a:lnTo>
                  <a:pt x="5686429" y="1004307"/>
                </a:lnTo>
                <a:lnTo>
                  <a:pt x="5688075" y="1004020"/>
                </a:lnTo>
                <a:lnTo>
                  <a:pt x="5689721" y="1003732"/>
                </a:lnTo>
                <a:lnTo>
                  <a:pt x="5691368" y="1003444"/>
                </a:lnTo>
                <a:lnTo>
                  <a:pt x="5693014" y="1003155"/>
                </a:lnTo>
                <a:lnTo>
                  <a:pt x="5694660" y="1002865"/>
                </a:lnTo>
                <a:lnTo>
                  <a:pt x="5696307" y="1002574"/>
                </a:lnTo>
                <a:lnTo>
                  <a:pt x="5697953" y="1002283"/>
                </a:lnTo>
                <a:lnTo>
                  <a:pt x="5699599" y="1001991"/>
                </a:lnTo>
                <a:lnTo>
                  <a:pt x="5701246" y="1001698"/>
                </a:lnTo>
                <a:lnTo>
                  <a:pt x="5702892" y="1001404"/>
                </a:lnTo>
                <a:lnTo>
                  <a:pt x="5704538" y="1001110"/>
                </a:lnTo>
                <a:lnTo>
                  <a:pt x="5706185" y="1000815"/>
                </a:lnTo>
                <a:lnTo>
                  <a:pt x="5707831" y="1000519"/>
                </a:lnTo>
                <a:lnTo>
                  <a:pt x="5709477" y="1000223"/>
                </a:lnTo>
                <a:lnTo>
                  <a:pt x="5711124" y="999926"/>
                </a:lnTo>
                <a:lnTo>
                  <a:pt x="5712770" y="999628"/>
                </a:lnTo>
                <a:lnTo>
                  <a:pt x="5714416" y="999329"/>
                </a:lnTo>
                <a:lnTo>
                  <a:pt x="5716063" y="999030"/>
                </a:lnTo>
                <a:lnTo>
                  <a:pt x="5717709" y="998730"/>
                </a:lnTo>
                <a:lnTo>
                  <a:pt x="5719355" y="998429"/>
                </a:lnTo>
                <a:lnTo>
                  <a:pt x="5721002" y="998127"/>
                </a:lnTo>
                <a:lnTo>
                  <a:pt x="5722648" y="997825"/>
                </a:lnTo>
                <a:lnTo>
                  <a:pt x="5724294" y="997522"/>
                </a:lnTo>
                <a:lnTo>
                  <a:pt x="5725941" y="997218"/>
                </a:lnTo>
                <a:lnTo>
                  <a:pt x="5727587" y="996914"/>
                </a:lnTo>
                <a:lnTo>
                  <a:pt x="5729233" y="996609"/>
                </a:lnTo>
                <a:lnTo>
                  <a:pt x="5730880" y="996303"/>
                </a:lnTo>
                <a:lnTo>
                  <a:pt x="5732526" y="995996"/>
                </a:lnTo>
                <a:lnTo>
                  <a:pt x="5734172" y="995689"/>
                </a:lnTo>
                <a:lnTo>
                  <a:pt x="5735819" y="995381"/>
                </a:lnTo>
                <a:lnTo>
                  <a:pt x="5737465" y="995072"/>
                </a:lnTo>
                <a:lnTo>
                  <a:pt x="5739111" y="994763"/>
                </a:lnTo>
                <a:lnTo>
                  <a:pt x="5740758" y="994452"/>
                </a:lnTo>
                <a:lnTo>
                  <a:pt x="5742404" y="994142"/>
                </a:lnTo>
                <a:lnTo>
                  <a:pt x="5744050" y="993830"/>
                </a:lnTo>
                <a:lnTo>
                  <a:pt x="5745697" y="993518"/>
                </a:lnTo>
                <a:lnTo>
                  <a:pt x="5747343" y="993205"/>
                </a:lnTo>
                <a:lnTo>
                  <a:pt x="5748989" y="992891"/>
                </a:lnTo>
                <a:lnTo>
                  <a:pt x="5750636" y="992576"/>
                </a:lnTo>
                <a:lnTo>
                  <a:pt x="5752282" y="992261"/>
                </a:lnTo>
                <a:lnTo>
                  <a:pt x="5753928" y="991945"/>
                </a:lnTo>
                <a:lnTo>
                  <a:pt x="5755575" y="991628"/>
                </a:lnTo>
                <a:lnTo>
                  <a:pt x="5757221" y="991311"/>
                </a:lnTo>
                <a:lnTo>
                  <a:pt x="5758867" y="990993"/>
                </a:lnTo>
                <a:lnTo>
                  <a:pt x="5760514" y="990674"/>
                </a:lnTo>
                <a:lnTo>
                  <a:pt x="5762160" y="990355"/>
                </a:lnTo>
                <a:lnTo>
                  <a:pt x="5763806" y="990034"/>
                </a:lnTo>
                <a:lnTo>
                  <a:pt x="5765453" y="989714"/>
                </a:lnTo>
                <a:lnTo>
                  <a:pt x="5767099" y="989392"/>
                </a:lnTo>
                <a:lnTo>
                  <a:pt x="5768745" y="989070"/>
                </a:lnTo>
                <a:lnTo>
                  <a:pt x="5770392" y="988746"/>
                </a:lnTo>
                <a:lnTo>
                  <a:pt x="5772038" y="988423"/>
                </a:lnTo>
                <a:lnTo>
                  <a:pt x="5773684" y="988098"/>
                </a:lnTo>
                <a:lnTo>
                  <a:pt x="5775331" y="987773"/>
                </a:lnTo>
                <a:lnTo>
                  <a:pt x="5776977" y="987447"/>
                </a:lnTo>
                <a:lnTo>
                  <a:pt x="5778623" y="987120"/>
                </a:lnTo>
                <a:lnTo>
                  <a:pt x="5780270" y="986793"/>
                </a:lnTo>
                <a:lnTo>
                  <a:pt x="5781916" y="986465"/>
                </a:lnTo>
                <a:lnTo>
                  <a:pt x="5783562" y="986136"/>
                </a:lnTo>
                <a:lnTo>
                  <a:pt x="5785209" y="985807"/>
                </a:lnTo>
                <a:lnTo>
                  <a:pt x="5786855" y="985477"/>
                </a:lnTo>
                <a:lnTo>
                  <a:pt x="5788501" y="985146"/>
                </a:lnTo>
                <a:lnTo>
                  <a:pt x="5790148" y="984814"/>
                </a:lnTo>
                <a:lnTo>
                  <a:pt x="5791794" y="984482"/>
                </a:lnTo>
                <a:lnTo>
                  <a:pt x="5793440" y="984149"/>
                </a:lnTo>
                <a:lnTo>
                  <a:pt x="5795087" y="983815"/>
                </a:lnTo>
                <a:lnTo>
                  <a:pt x="5796733" y="983481"/>
                </a:lnTo>
                <a:lnTo>
                  <a:pt x="5798379" y="983145"/>
                </a:lnTo>
                <a:lnTo>
                  <a:pt x="5800026" y="982810"/>
                </a:lnTo>
                <a:lnTo>
                  <a:pt x="5801672" y="982473"/>
                </a:lnTo>
                <a:lnTo>
                  <a:pt x="5803318" y="982136"/>
                </a:lnTo>
                <a:lnTo>
                  <a:pt x="5804965" y="981798"/>
                </a:lnTo>
                <a:lnTo>
                  <a:pt x="5806611" y="981459"/>
                </a:lnTo>
                <a:lnTo>
                  <a:pt x="5808257" y="981120"/>
                </a:lnTo>
                <a:lnTo>
                  <a:pt x="5809904" y="980780"/>
                </a:lnTo>
                <a:lnTo>
                  <a:pt x="5811550" y="980439"/>
                </a:lnTo>
                <a:lnTo>
                  <a:pt x="5813196" y="980098"/>
                </a:lnTo>
                <a:lnTo>
                  <a:pt x="5814843" y="979755"/>
                </a:lnTo>
                <a:lnTo>
                  <a:pt x="5816489" y="979413"/>
                </a:lnTo>
                <a:lnTo>
                  <a:pt x="5818135" y="979069"/>
                </a:lnTo>
                <a:lnTo>
                  <a:pt x="5819782" y="978725"/>
                </a:lnTo>
                <a:lnTo>
                  <a:pt x="5821428" y="978380"/>
                </a:lnTo>
                <a:lnTo>
                  <a:pt x="5823074" y="978034"/>
                </a:lnTo>
                <a:lnTo>
                  <a:pt x="5824721" y="977688"/>
                </a:lnTo>
                <a:lnTo>
                  <a:pt x="5826367" y="977341"/>
                </a:lnTo>
                <a:lnTo>
                  <a:pt x="5828013" y="976993"/>
                </a:lnTo>
                <a:lnTo>
                  <a:pt x="5829660" y="976644"/>
                </a:lnTo>
                <a:lnTo>
                  <a:pt x="5831306" y="976295"/>
                </a:lnTo>
                <a:lnTo>
                  <a:pt x="5832952" y="975945"/>
                </a:lnTo>
                <a:lnTo>
                  <a:pt x="5834599" y="975595"/>
                </a:lnTo>
                <a:lnTo>
                  <a:pt x="5836245" y="975244"/>
                </a:lnTo>
                <a:lnTo>
                  <a:pt x="5837891" y="974892"/>
                </a:lnTo>
                <a:lnTo>
                  <a:pt x="5839538" y="974539"/>
                </a:lnTo>
                <a:lnTo>
                  <a:pt x="5841184" y="974186"/>
                </a:lnTo>
                <a:lnTo>
                  <a:pt x="5842830" y="973832"/>
                </a:lnTo>
                <a:lnTo>
                  <a:pt x="5844477" y="973477"/>
                </a:lnTo>
                <a:lnTo>
                  <a:pt x="5846123" y="973122"/>
                </a:lnTo>
                <a:lnTo>
                  <a:pt x="5847769" y="972765"/>
                </a:lnTo>
                <a:lnTo>
                  <a:pt x="5849416" y="972409"/>
                </a:lnTo>
                <a:lnTo>
                  <a:pt x="5851062" y="972051"/>
                </a:lnTo>
                <a:lnTo>
                  <a:pt x="5852708" y="971693"/>
                </a:lnTo>
                <a:lnTo>
                  <a:pt x="5854355" y="971334"/>
                </a:lnTo>
                <a:lnTo>
                  <a:pt x="5856001" y="970974"/>
                </a:lnTo>
                <a:lnTo>
                  <a:pt x="5857647" y="970614"/>
                </a:lnTo>
                <a:lnTo>
                  <a:pt x="5859294" y="970253"/>
                </a:lnTo>
                <a:lnTo>
                  <a:pt x="5860940" y="969892"/>
                </a:lnTo>
                <a:lnTo>
                  <a:pt x="5862586" y="969529"/>
                </a:lnTo>
                <a:lnTo>
                  <a:pt x="5864233" y="969166"/>
                </a:lnTo>
                <a:lnTo>
                  <a:pt x="5865879" y="968803"/>
                </a:lnTo>
                <a:lnTo>
                  <a:pt x="5867525" y="968438"/>
                </a:lnTo>
                <a:lnTo>
                  <a:pt x="5869172" y="968073"/>
                </a:lnTo>
                <a:lnTo>
                  <a:pt x="5870818" y="967707"/>
                </a:lnTo>
                <a:lnTo>
                  <a:pt x="5872464" y="967341"/>
                </a:lnTo>
                <a:lnTo>
                  <a:pt x="5874111" y="966974"/>
                </a:lnTo>
                <a:lnTo>
                  <a:pt x="5875757" y="966606"/>
                </a:lnTo>
                <a:lnTo>
                  <a:pt x="5877403" y="966237"/>
                </a:lnTo>
                <a:lnTo>
                  <a:pt x="5879050" y="965868"/>
                </a:lnTo>
                <a:lnTo>
                  <a:pt x="5880696" y="965498"/>
                </a:lnTo>
                <a:lnTo>
                  <a:pt x="5882342" y="965128"/>
                </a:lnTo>
                <a:lnTo>
                  <a:pt x="5883989" y="964756"/>
                </a:lnTo>
                <a:lnTo>
                  <a:pt x="5885635" y="964384"/>
                </a:lnTo>
                <a:lnTo>
                  <a:pt x="5887281" y="964012"/>
                </a:lnTo>
                <a:lnTo>
                  <a:pt x="5888928" y="963639"/>
                </a:lnTo>
                <a:lnTo>
                  <a:pt x="5890574" y="963265"/>
                </a:lnTo>
                <a:lnTo>
                  <a:pt x="5892220" y="962890"/>
                </a:lnTo>
                <a:lnTo>
                  <a:pt x="5893867" y="962515"/>
                </a:lnTo>
                <a:lnTo>
                  <a:pt x="5895513" y="962138"/>
                </a:lnTo>
                <a:lnTo>
                  <a:pt x="5897159" y="961762"/>
                </a:lnTo>
                <a:lnTo>
                  <a:pt x="5898806" y="961384"/>
                </a:lnTo>
                <a:lnTo>
                  <a:pt x="5900452" y="961006"/>
                </a:lnTo>
                <a:lnTo>
                  <a:pt x="5902098" y="960628"/>
                </a:lnTo>
                <a:lnTo>
                  <a:pt x="5903745" y="960248"/>
                </a:lnTo>
                <a:lnTo>
                  <a:pt x="5905391" y="959868"/>
                </a:lnTo>
                <a:lnTo>
                  <a:pt x="5907037" y="959487"/>
                </a:lnTo>
                <a:lnTo>
                  <a:pt x="5908684" y="959106"/>
                </a:lnTo>
                <a:lnTo>
                  <a:pt x="5910330" y="958724"/>
                </a:lnTo>
                <a:lnTo>
                  <a:pt x="5911976" y="958341"/>
                </a:lnTo>
                <a:lnTo>
                  <a:pt x="5913623" y="957957"/>
                </a:lnTo>
                <a:lnTo>
                  <a:pt x="5915269" y="957573"/>
                </a:lnTo>
                <a:lnTo>
                  <a:pt x="5916915" y="957188"/>
                </a:lnTo>
                <a:lnTo>
                  <a:pt x="5918562" y="956803"/>
                </a:lnTo>
                <a:lnTo>
                  <a:pt x="5920208" y="956417"/>
                </a:lnTo>
                <a:lnTo>
                  <a:pt x="5921854" y="956030"/>
                </a:lnTo>
                <a:lnTo>
                  <a:pt x="5923501" y="955642"/>
                </a:lnTo>
                <a:lnTo>
                  <a:pt x="5925147" y="955254"/>
                </a:lnTo>
                <a:lnTo>
                  <a:pt x="5926793" y="954865"/>
                </a:lnTo>
                <a:lnTo>
                  <a:pt x="5928440" y="954476"/>
                </a:lnTo>
                <a:lnTo>
                  <a:pt x="5930086" y="954085"/>
                </a:lnTo>
                <a:lnTo>
                  <a:pt x="5931732" y="953695"/>
                </a:lnTo>
                <a:lnTo>
                  <a:pt x="5933379" y="953303"/>
                </a:lnTo>
                <a:lnTo>
                  <a:pt x="5935025" y="952911"/>
                </a:lnTo>
                <a:lnTo>
                  <a:pt x="5936671" y="952518"/>
                </a:lnTo>
                <a:lnTo>
                  <a:pt x="5938318" y="952124"/>
                </a:lnTo>
                <a:lnTo>
                  <a:pt x="5939964" y="951730"/>
                </a:lnTo>
                <a:lnTo>
                  <a:pt x="5941610" y="951335"/>
                </a:lnTo>
                <a:lnTo>
                  <a:pt x="5943257" y="950940"/>
                </a:lnTo>
                <a:lnTo>
                  <a:pt x="5944903" y="950543"/>
                </a:lnTo>
                <a:lnTo>
                  <a:pt x="5946549" y="950146"/>
                </a:lnTo>
                <a:lnTo>
                  <a:pt x="5948196" y="949749"/>
                </a:lnTo>
                <a:lnTo>
                  <a:pt x="5949842" y="949351"/>
                </a:lnTo>
                <a:lnTo>
                  <a:pt x="5951488" y="948952"/>
                </a:lnTo>
                <a:lnTo>
                  <a:pt x="5953135" y="948552"/>
                </a:lnTo>
                <a:lnTo>
                  <a:pt x="5954781" y="948152"/>
                </a:lnTo>
                <a:lnTo>
                  <a:pt x="5956427" y="947751"/>
                </a:lnTo>
                <a:lnTo>
                  <a:pt x="5958073" y="947349"/>
                </a:lnTo>
                <a:lnTo>
                  <a:pt x="5959720" y="946947"/>
                </a:lnTo>
                <a:lnTo>
                  <a:pt x="5961366" y="946544"/>
                </a:lnTo>
                <a:lnTo>
                  <a:pt x="5963012" y="946141"/>
                </a:lnTo>
                <a:lnTo>
                  <a:pt x="5964659" y="945737"/>
                </a:lnTo>
                <a:lnTo>
                  <a:pt x="5966305" y="945332"/>
                </a:lnTo>
                <a:lnTo>
                  <a:pt x="5967951" y="944926"/>
                </a:lnTo>
                <a:lnTo>
                  <a:pt x="5969598" y="944520"/>
                </a:lnTo>
                <a:lnTo>
                  <a:pt x="5971244" y="944113"/>
                </a:lnTo>
                <a:lnTo>
                  <a:pt x="5972890" y="943706"/>
                </a:lnTo>
                <a:lnTo>
                  <a:pt x="5974537" y="943298"/>
                </a:lnTo>
                <a:lnTo>
                  <a:pt x="5976183" y="942889"/>
                </a:lnTo>
                <a:lnTo>
                  <a:pt x="5977829" y="942479"/>
                </a:lnTo>
                <a:lnTo>
                  <a:pt x="5979476" y="942069"/>
                </a:lnTo>
                <a:lnTo>
                  <a:pt x="5981122" y="941658"/>
                </a:lnTo>
                <a:lnTo>
                  <a:pt x="5982768" y="941247"/>
                </a:lnTo>
                <a:lnTo>
                  <a:pt x="5984415" y="940835"/>
                </a:lnTo>
                <a:lnTo>
                  <a:pt x="5986061" y="940422"/>
                </a:lnTo>
                <a:lnTo>
                  <a:pt x="5987707" y="940009"/>
                </a:lnTo>
                <a:lnTo>
                  <a:pt x="5989354" y="939595"/>
                </a:lnTo>
                <a:lnTo>
                  <a:pt x="5991000" y="939180"/>
                </a:lnTo>
                <a:lnTo>
                  <a:pt x="5992646" y="938764"/>
                </a:lnTo>
                <a:lnTo>
                  <a:pt x="5994293" y="938348"/>
                </a:lnTo>
                <a:lnTo>
                  <a:pt x="5995939" y="937932"/>
                </a:lnTo>
                <a:lnTo>
                  <a:pt x="5997585" y="937514"/>
                </a:lnTo>
                <a:lnTo>
                  <a:pt x="5999232" y="937096"/>
                </a:lnTo>
                <a:lnTo>
                  <a:pt x="6000878" y="936678"/>
                </a:lnTo>
                <a:lnTo>
                  <a:pt x="6002524" y="936259"/>
                </a:lnTo>
                <a:lnTo>
                  <a:pt x="6004171" y="935839"/>
                </a:lnTo>
                <a:lnTo>
                  <a:pt x="6005817" y="935418"/>
                </a:lnTo>
                <a:lnTo>
                  <a:pt x="6007463" y="934997"/>
                </a:lnTo>
                <a:lnTo>
                  <a:pt x="6009110" y="934575"/>
                </a:lnTo>
                <a:lnTo>
                  <a:pt x="6010756" y="934152"/>
                </a:lnTo>
                <a:lnTo>
                  <a:pt x="6012402" y="933729"/>
                </a:lnTo>
                <a:lnTo>
                  <a:pt x="6014049" y="933305"/>
                </a:lnTo>
                <a:lnTo>
                  <a:pt x="6015695" y="932881"/>
                </a:lnTo>
                <a:lnTo>
                  <a:pt x="6017341" y="932456"/>
                </a:lnTo>
                <a:lnTo>
                  <a:pt x="6018988" y="932030"/>
                </a:lnTo>
                <a:lnTo>
                  <a:pt x="6020634" y="931604"/>
                </a:lnTo>
                <a:lnTo>
                  <a:pt x="6022280" y="931177"/>
                </a:lnTo>
                <a:lnTo>
                  <a:pt x="6023927" y="930749"/>
                </a:lnTo>
                <a:lnTo>
                  <a:pt x="6025573" y="930321"/>
                </a:lnTo>
                <a:lnTo>
                  <a:pt x="6027219" y="929892"/>
                </a:lnTo>
                <a:lnTo>
                  <a:pt x="6028866" y="929462"/>
                </a:lnTo>
                <a:lnTo>
                  <a:pt x="6030512" y="929032"/>
                </a:lnTo>
                <a:lnTo>
                  <a:pt x="6032158" y="928601"/>
                </a:lnTo>
                <a:lnTo>
                  <a:pt x="6033805" y="928170"/>
                </a:lnTo>
                <a:lnTo>
                  <a:pt x="6035451" y="927737"/>
                </a:lnTo>
                <a:lnTo>
                  <a:pt x="6037097" y="927305"/>
                </a:lnTo>
                <a:lnTo>
                  <a:pt x="6038744" y="926871"/>
                </a:lnTo>
                <a:lnTo>
                  <a:pt x="6040390" y="926437"/>
                </a:lnTo>
                <a:lnTo>
                  <a:pt x="6042036" y="926002"/>
                </a:lnTo>
                <a:lnTo>
                  <a:pt x="6043683" y="925567"/>
                </a:lnTo>
                <a:lnTo>
                  <a:pt x="6045329" y="925131"/>
                </a:lnTo>
                <a:lnTo>
                  <a:pt x="6046975" y="924694"/>
                </a:lnTo>
                <a:lnTo>
                  <a:pt x="6048622" y="924257"/>
                </a:lnTo>
                <a:lnTo>
                  <a:pt x="6050268" y="923819"/>
                </a:lnTo>
                <a:lnTo>
                  <a:pt x="6051914" y="923381"/>
                </a:lnTo>
                <a:lnTo>
                  <a:pt x="6053561" y="922941"/>
                </a:lnTo>
                <a:lnTo>
                  <a:pt x="6055207" y="922502"/>
                </a:lnTo>
                <a:lnTo>
                  <a:pt x="6056853" y="922061"/>
                </a:lnTo>
                <a:lnTo>
                  <a:pt x="6058500" y="921620"/>
                </a:lnTo>
                <a:lnTo>
                  <a:pt x="6060146" y="921178"/>
                </a:lnTo>
                <a:lnTo>
                  <a:pt x="6061792" y="920736"/>
                </a:lnTo>
                <a:lnTo>
                  <a:pt x="6063439" y="920293"/>
                </a:lnTo>
                <a:lnTo>
                  <a:pt x="6065085" y="919849"/>
                </a:lnTo>
                <a:lnTo>
                  <a:pt x="6066731" y="919405"/>
                </a:lnTo>
                <a:lnTo>
                  <a:pt x="6068378" y="918960"/>
                </a:lnTo>
                <a:lnTo>
                  <a:pt x="6070024" y="918515"/>
                </a:lnTo>
                <a:lnTo>
                  <a:pt x="6071670" y="918069"/>
                </a:lnTo>
                <a:lnTo>
                  <a:pt x="6073317" y="917622"/>
                </a:lnTo>
                <a:lnTo>
                  <a:pt x="6074963" y="917175"/>
                </a:lnTo>
                <a:lnTo>
                  <a:pt x="6076609" y="916727"/>
                </a:lnTo>
                <a:lnTo>
                  <a:pt x="6078256" y="916278"/>
                </a:lnTo>
                <a:lnTo>
                  <a:pt x="6079902" y="915829"/>
                </a:lnTo>
                <a:lnTo>
                  <a:pt x="6081548" y="915379"/>
                </a:lnTo>
                <a:lnTo>
                  <a:pt x="6083195" y="914928"/>
                </a:lnTo>
                <a:lnTo>
                  <a:pt x="6084841" y="914477"/>
                </a:lnTo>
                <a:lnTo>
                  <a:pt x="6086487" y="914025"/>
                </a:lnTo>
                <a:lnTo>
                  <a:pt x="6088134" y="913573"/>
                </a:lnTo>
                <a:lnTo>
                  <a:pt x="6089780" y="913120"/>
                </a:lnTo>
                <a:lnTo>
                  <a:pt x="6091426" y="912666"/>
                </a:lnTo>
                <a:lnTo>
                  <a:pt x="6093073" y="912212"/>
                </a:lnTo>
                <a:lnTo>
                  <a:pt x="6094719" y="911757"/>
                </a:lnTo>
                <a:lnTo>
                  <a:pt x="6096365" y="911302"/>
                </a:lnTo>
                <a:lnTo>
                  <a:pt x="6098012" y="910846"/>
                </a:lnTo>
                <a:lnTo>
                  <a:pt x="6099658" y="910389"/>
                </a:lnTo>
                <a:lnTo>
                  <a:pt x="6101304" y="909932"/>
                </a:lnTo>
                <a:lnTo>
                  <a:pt x="6102951" y="909474"/>
                </a:lnTo>
                <a:lnTo>
                  <a:pt x="6104597" y="909015"/>
                </a:lnTo>
                <a:lnTo>
                  <a:pt x="6106243" y="908556"/>
                </a:lnTo>
                <a:lnTo>
                  <a:pt x="6107890" y="908096"/>
                </a:lnTo>
                <a:lnTo>
                  <a:pt x="6109536" y="907636"/>
                </a:lnTo>
                <a:lnTo>
                  <a:pt x="6111182" y="907175"/>
                </a:lnTo>
                <a:lnTo>
                  <a:pt x="6112829" y="906713"/>
                </a:lnTo>
                <a:lnTo>
                  <a:pt x="6114475" y="906251"/>
                </a:lnTo>
                <a:lnTo>
                  <a:pt x="6116121" y="905788"/>
                </a:lnTo>
                <a:lnTo>
                  <a:pt x="6117768" y="905324"/>
                </a:lnTo>
                <a:lnTo>
                  <a:pt x="6119414" y="904860"/>
                </a:lnTo>
                <a:lnTo>
                  <a:pt x="6121060" y="904396"/>
                </a:lnTo>
                <a:lnTo>
                  <a:pt x="6122707" y="903930"/>
                </a:lnTo>
                <a:lnTo>
                  <a:pt x="6124353" y="903464"/>
                </a:lnTo>
                <a:lnTo>
                  <a:pt x="6125999" y="902998"/>
                </a:lnTo>
                <a:lnTo>
                  <a:pt x="6127646" y="902531"/>
                </a:lnTo>
                <a:lnTo>
                  <a:pt x="6129292" y="902063"/>
                </a:lnTo>
                <a:lnTo>
                  <a:pt x="6130938" y="901594"/>
                </a:lnTo>
                <a:lnTo>
                  <a:pt x="6132585" y="901125"/>
                </a:lnTo>
                <a:lnTo>
                  <a:pt x="6134231" y="900656"/>
                </a:lnTo>
                <a:lnTo>
                  <a:pt x="6135877" y="900186"/>
                </a:lnTo>
                <a:lnTo>
                  <a:pt x="6137524" y="899715"/>
                </a:lnTo>
                <a:lnTo>
                  <a:pt x="6139170" y="899243"/>
                </a:lnTo>
                <a:lnTo>
                  <a:pt x="6140816" y="898771"/>
                </a:lnTo>
                <a:lnTo>
                  <a:pt x="6142463" y="898299"/>
                </a:lnTo>
                <a:lnTo>
                  <a:pt x="6144109" y="897825"/>
                </a:lnTo>
                <a:lnTo>
                  <a:pt x="6145755" y="897352"/>
                </a:lnTo>
                <a:lnTo>
                  <a:pt x="6147402" y="896877"/>
                </a:lnTo>
                <a:lnTo>
                  <a:pt x="6149048" y="896402"/>
                </a:lnTo>
                <a:lnTo>
                  <a:pt x="6150694" y="895926"/>
                </a:lnTo>
                <a:lnTo>
                  <a:pt x="6152341" y="895450"/>
                </a:lnTo>
                <a:lnTo>
                  <a:pt x="6153987" y="894973"/>
                </a:lnTo>
                <a:lnTo>
                  <a:pt x="6155633" y="894496"/>
                </a:lnTo>
                <a:lnTo>
                  <a:pt x="6157280" y="894018"/>
                </a:lnTo>
                <a:lnTo>
                  <a:pt x="6158926" y="893539"/>
                </a:lnTo>
                <a:lnTo>
                  <a:pt x="6160572" y="893060"/>
                </a:lnTo>
                <a:lnTo>
                  <a:pt x="6162219" y="892580"/>
                </a:lnTo>
                <a:lnTo>
                  <a:pt x="6163865" y="892100"/>
                </a:lnTo>
                <a:lnTo>
                  <a:pt x="6165511" y="891619"/>
                </a:lnTo>
                <a:lnTo>
                  <a:pt x="6167158" y="891137"/>
                </a:lnTo>
                <a:lnTo>
                  <a:pt x="6168804" y="890655"/>
                </a:lnTo>
                <a:lnTo>
                  <a:pt x="6170450" y="890172"/>
                </a:lnTo>
                <a:lnTo>
                  <a:pt x="6172097" y="889688"/>
                </a:lnTo>
                <a:lnTo>
                  <a:pt x="6173743" y="889204"/>
                </a:lnTo>
                <a:lnTo>
                  <a:pt x="6175389" y="888720"/>
                </a:lnTo>
                <a:lnTo>
                  <a:pt x="6177036" y="888235"/>
                </a:lnTo>
                <a:lnTo>
                  <a:pt x="6178682" y="887749"/>
                </a:lnTo>
                <a:lnTo>
                  <a:pt x="6180328" y="887262"/>
                </a:lnTo>
                <a:lnTo>
                  <a:pt x="6181975" y="886775"/>
                </a:lnTo>
                <a:lnTo>
                  <a:pt x="6183621" y="886288"/>
                </a:lnTo>
                <a:lnTo>
                  <a:pt x="6185267" y="885800"/>
                </a:lnTo>
                <a:lnTo>
                  <a:pt x="6186914" y="885311"/>
                </a:lnTo>
                <a:lnTo>
                  <a:pt x="6188560" y="884822"/>
                </a:lnTo>
                <a:lnTo>
                  <a:pt x="6190206" y="884332"/>
                </a:lnTo>
                <a:lnTo>
                  <a:pt x="6191853" y="883841"/>
                </a:lnTo>
                <a:lnTo>
                  <a:pt x="6193499" y="883350"/>
                </a:lnTo>
                <a:lnTo>
                  <a:pt x="6195145" y="882858"/>
                </a:lnTo>
                <a:lnTo>
                  <a:pt x="6196792" y="882366"/>
                </a:lnTo>
                <a:lnTo>
                  <a:pt x="6198438" y="881873"/>
                </a:lnTo>
                <a:lnTo>
                  <a:pt x="6200084" y="881380"/>
                </a:lnTo>
                <a:lnTo>
                  <a:pt x="6201731" y="880886"/>
                </a:lnTo>
                <a:lnTo>
                  <a:pt x="6203377" y="880391"/>
                </a:lnTo>
                <a:lnTo>
                  <a:pt x="6205023" y="879896"/>
                </a:lnTo>
                <a:lnTo>
                  <a:pt x="6206670" y="879400"/>
                </a:lnTo>
                <a:lnTo>
                  <a:pt x="6208316" y="878904"/>
                </a:lnTo>
                <a:lnTo>
                  <a:pt x="6209962" y="878407"/>
                </a:lnTo>
                <a:lnTo>
                  <a:pt x="6211609" y="877909"/>
                </a:lnTo>
                <a:lnTo>
                  <a:pt x="6213255" y="877411"/>
                </a:lnTo>
                <a:lnTo>
                  <a:pt x="6214901" y="876912"/>
                </a:lnTo>
                <a:lnTo>
                  <a:pt x="6216548" y="876413"/>
                </a:lnTo>
                <a:lnTo>
                  <a:pt x="6218194" y="875913"/>
                </a:lnTo>
                <a:lnTo>
                  <a:pt x="6219840" y="875413"/>
                </a:lnTo>
                <a:lnTo>
                  <a:pt x="6221487" y="874912"/>
                </a:lnTo>
                <a:lnTo>
                  <a:pt x="6223133" y="874410"/>
                </a:lnTo>
                <a:lnTo>
                  <a:pt x="6224779" y="873908"/>
                </a:lnTo>
                <a:lnTo>
                  <a:pt x="6226426" y="873405"/>
                </a:lnTo>
                <a:lnTo>
                  <a:pt x="6228072" y="872902"/>
                </a:lnTo>
                <a:lnTo>
                  <a:pt x="6229718" y="872398"/>
                </a:lnTo>
                <a:lnTo>
                  <a:pt x="6231365" y="871894"/>
                </a:lnTo>
                <a:lnTo>
                  <a:pt x="6233011" y="871389"/>
                </a:lnTo>
                <a:lnTo>
                  <a:pt x="6234657" y="870883"/>
                </a:lnTo>
                <a:lnTo>
                  <a:pt x="6236304" y="870377"/>
                </a:lnTo>
                <a:lnTo>
                  <a:pt x="6237950" y="869870"/>
                </a:lnTo>
                <a:lnTo>
                  <a:pt x="6239596" y="869363"/>
                </a:lnTo>
                <a:lnTo>
                  <a:pt x="6241243" y="868855"/>
                </a:lnTo>
                <a:lnTo>
                  <a:pt x="6242889" y="868346"/>
                </a:lnTo>
                <a:lnTo>
                  <a:pt x="6244535" y="867837"/>
                </a:lnTo>
                <a:lnTo>
                  <a:pt x="6246182" y="867328"/>
                </a:lnTo>
                <a:lnTo>
                  <a:pt x="6247828" y="866818"/>
                </a:lnTo>
                <a:lnTo>
                  <a:pt x="6249474" y="866307"/>
                </a:lnTo>
                <a:lnTo>
                  <a:pt x="6251121" y="865796"/>
                </a:lnTo>
                <a:lnTo>
                  <a:pt x="6252767" y="865284"/>
                </a:lnTo>
                <a:lnTo>
                  <a:pt x="6254413" y="864771"/>
                </a:lnTo>
                <a:lnTo>
                  <a:pt x="6256060" y="864258"/>
                </a:lnTo>
                <a:lnTo>
                  <a:pt x="6257706" y="863745"/>
                </a:lnTo>
                <a:lnTo>
                  <a:pt x="6259352" y="863231"/>
                </a:lnTo>
                <a:lnTo>
                  <a:pt x="6260999" y="862716"/>
                </a:lnTo>
                <a:lnTo>
                  <a:pt x="6262645" y="862201"/>
                </a:lnTo>
                <a:lnTo>
                  <a:pt x="6264291" y="861685"/>
                </a:lnTo>
                <a:lnTo>
                  <a:pt x="6265938" y="861168"/>
                </a:lnTo>
                <a:lnTo>
                  <a:pt x="6267584" y="860652"/>
                </a:lnTo>
                <a:lnTo>
                  <a:pt x="6269230" y="860134"/>
                </a:lnTo>
                <a:lnTo>
                  <a:pt x="6270876" y="859616"/>
                </a:lnTo>
                <a:lnTo>
                  <a:pt x="6272523" y="859097"/>
                </a:lnTo>
                <a:lnTo>
                  <a:pt x="6274169" y="858578"/>
                </a:lnTo>
                <a:lnTo>
                  <a:pt x="6275815" y="858058"/>
                </a:lnTo>
                <a:lnTo>
                  <a:pt x="6277462" y="857538"/>
                </a:lnTo>
                <a:lnTo>
                  <a:pt x="6279108" y="857017"/>
                </a:lnTo>
                <a:lnTo>
                  <a:pt x="6280754" y="856496"/>
                </a:lnTo>
                <a:lnTo>
                  <a:pt x="6282401" y="855974"/>
                </a:lnTo>
                <a:lnTo>
                  <a:pt x="6284047" y="855452"/>
                </a:lnTo>
                <a:lnTo>
                  <a:pt x="6285693" y="854928"/>
                </a:lnTo>
                <a:lnTo>
                  <a:pt x="6287340" y="854405"/>
                </a:lnTo>
                <a:lnTo>
                  <a:pt x="6288986" y="853881"/>
                </a:lnTo>
                <a:lnTo>
                  <a:pt x="6290632" y="853356"/>
                </a:lnTo>
                <a:lnTo>
                  <a:pt x="6292279" y="852831"/>
                </a:lnTo>
                <a:lnTo>
                  <a:pt x="6293925" y="852305"/>
                </a:lnTo>
                <a:lnTo>
                  <a:pt x="6295571" y="851779"/>
                </a:lnTo>
                <a:lnTo>
                  <a:pt x="6297218" y="851252"/>
                </a:lnTo>
                <a:lnTo>
                  <a:pt x="6298864" y="850724"/>
                </a:lnTo>
                <a:lnTo>
                  <a:pt x="6300510" y="850196"/>
                </a:lnTo>
                <a:lnTo>
                  <a:pt x="6302157" y="849668"/>
                </a:lnTo>
                <a:lnTo>
                  <a:pt x="6303803" y="849139"/>
                </a:lnTo>
                <a:lnTo>
                  <a:pt x="6305449" y="848609"/>
                </a:lnTo>
                <a:lnTo>
                  <a:pt x="6307096" y="848079"/>
                </a:lnTo>
                <a:lnTo>
                  <a:pt x="6308742" y="847548"/>
                </a:lnTo>
                <a:lnTo>
                  <a:pt x="6310388" y="847017"/>
                </a:lnTo>
                <a:lnTo>
                  <a:pt x="6312035" y="846485"/>
                </a:lnTo>
                <a:lnTo>
                  <a:pt x="6313681" y="845952"/>
                </a:lnTo>
                <a:lnTo>
                  <a:pt x="6315327" y="845420"/>
                </a:lnTo>
                <a:lnTo>
                  <a:pt x="6316974" y="844886"/>
                </a:lnTo>
                <a:lnTo>
                  <a:pt x="6318620" y="844352"/>
                </a:lnTo>
                <a:lnTo>
                  <a:pt x="6320266" y="843818"/>
                </a:lnTo>
                <a:lnTo>
                  <a:pt x="6321913" y="843283"/>
                </a:lnTo>
                <a:lnTo>
                  <a:pt x="6323559" y="842747"/>
                </a:lnTo>
                <a:lnTo>
                  <a:pt x="6325205" y="842211"/>
                </a:lnTo>
                <a:lnTo>
                  <a:pt x="6326852" y="841674"/>
                </a:lnTo>
                <a:lnTo>
                  <a:pt x="6328498" y="841137"/>
                </a:lnTo>
                <a:lnTo>
                  <a:pt x="6330144" y="840599"/>
                </a:lnTo>
                <a:lnTo>
                  <a:pt x="6331791" y="840061"/>
                </a:lnTo>
                <a:lnTo>
                  <a:pt x="6333437" y="839522"/>
                </a:lnTo>
                <a:lnTo>
                  <a:pt x="6335083" y="838983"/>
                </a:lnTo>
                <a:lnTo>
                  <a:pt x="6336730" y="838443"/>
                </a:lnTo>
                <a:lnTo>
                  <a:pt x="6338376" y="837902"/>
                </a:lnTo>
                <a:lnTo>
                  <a:pt x="6340022" y="837361"/>
                </a:lnTo>
                <a:lnTo>
                  <a:pt x="6341669" y="836820"/>
                </a:lnTo>
                <a:lnTo>
                  <a:pt x="6343315" y="836278"/>
                </a:lnTo>
                <a:lnTo>
                  <a:pt x="6344961" y="835735"/>
                </a:lnTo>
                <a:lnTo>
                  <a:pt x="6346608" y="835192"/>
                </a:lnTo>
                <a:lnTo>
                  <a:pt x="6348254" y="834648"/>
                </a:lnTo>
                <a:lnTo>
                  <a:pt x="6349900" y="834104"/>
                </a:lnTo>
                <a:lnTo>
                  <a:pt x="6351547" y="833560"/>
                </a:lnTo>
                <a:lnTo>
                  <a:pt x="6353193" y="833014"/>
                </a:lnTo>
                <a:lnTo>
                  <a:pt x="6354839" y="832469"/>
                </a:lnTo>
                <a:lnTo>
                  <a:pt x="6356486" y="831923"/>
                </a:lnTo>
                <a:lnTo>
                  <a:pt x="6358132" y="831376"/>
                </a:lnTo>
                <a:lnTo>
                  <a:pt x="6359778" y="830828"/>
                </a:lnTo>
                <a:lnTo>
                  <a:pt x="6361425" y="830281"/>
                </a:lnTo>
                <a:lnTo>
                  <a:pt x="6363071" y="829732"/>
                </a:lnTo>
                <a:lnTo>
                  <a:pt x="6364717" y="829183"/>
                </a:lnTo>
                <a:lnTo>
                  <a:pt x="6366364" y="828634"/>
                </a:lnTo>
                <a:lnTo>
                  <a:pt x="6368010" y="828084"/>
                </a:lnTo>
                <a:lnTo>
                  <a:pt x="6369656" y="827534"/>
                </a:lnTo>
                <a:lnTo>
                  <a:pt x="6371303" y="826983"/>
                </a:lnTo>
                <a:lnTo>
                  <a:pt x="6372949" y="826431"/>
                </a:lnTo>
                <a:lnTo>
                  <a:pt x="6374595" y="825879"/>
                </a:lnTo>
                <a:lnTo>
                  <a:pt x="6376242" y="825327"/>
                </a:lnTo>
                <a:lnTo>
                  <a:pt x="6377888" y="824774"/>
                </a:lnTo>
                <a:lnTo>
                  <a:pt x="6379534" y="824220"/>
                </a:lnTo>
                <a:lnTo>
                  <a:pt x="6381181" y="823666"/>
                </a:lnTo>
                <a:lnTo>
                  <a:pt x="6382827" y="823111"/>
                </a:lnTo>
                <a:lnTo>
                  <a:pt x="6384473" y="822556"/>
                </a:lnTo>
                <a:lnTo>
                  <a:pt x="6386120" y="822001"/>
                </a:lnTo>
                <a:lnTo>
                  <a:pt x="6387766" y="821445"/>
                </a:lnTo>
                <a:lnTo>
                  <a:pt x="6389412" y="820888"/>
                </a:lnTo>
                <a:lnTo>
                  <a:pt x="6391059" y="820331"/>
                </a:lnTo>
                <a:lnTo>
                  <a:pt x="6392705" y="819773"/>
                </a:lnTo>
                <a:lnTo>
                  <a:pt x="6394351" y="819215"/>
                </a:lnTo>
                <a:lnTo>
                  <a:pt x="6395998" y="818656"/>
                </a:lnTo>
                <a:lnTo>
                  <a:pt x="6397644" y="818097"/>
                </a:lnTo>
                <a:lnTo>
                  <a:pt x="6399290" y="817538"/>
                </a:lnTo>
                <a:lnTo>
                  <a:pt x="6400937" y="816977"/>
                </a:lnTo>
                <a:lnTo>
                  <a:pt x="6402583" y="816417"/>
                </a:lnTo>
                <a:lnTo>
                  <a:pt x="6404229" y="815855"/>
                </a:lnTo>
                <a:lnTo>
                  <a:pt x="6405876" y="815294"/>
                </a:lnTo>
                <a:lnTo>
                  <a:pt x="6407522" y="814732"/>
                </a:lnTo>
                <a:lnTo>
                  <a:pt x="6409168" y="814169"/>
                </a:lnTo>
                <a:lnTo>
                  <a:pt x="6410815" y="813606"/>
                </a:lnTo>
                <a:lnTo>
                  <a:pt x="6412461" y="813042"/>
                </a:lnTo>
                <a:lnTo>
                  <a:pt x="6414107" y="812478"/>
                </a:lnTo>
                <a:lnTo>
                  <a:pt x="6415754" y="811913"/>
                </a:lnTo>
                <a:lnTo>
                  <a:pt x="6417400" y="811348"/>
                </a:lnTo>
                <a:lnTo>
                  <a:pt x="6419046" y="810782"/>
                </a:lnTo>
                <a:lnTo>
                  <a:pt x="6420693" y="810216"/>
                </a:lnTo>
                <a:lnTo>
                  <a:pt x="6422339" y="809649"/>
                </a:lnTo>
                <a:lnTo>
                  <a:pt x="6423985" y="809082"/>
                </a:lnTo>
                <a:lnTo>
                  <a:pt x="6425632" y="808514"/>
                </a:lnTo>
                <a:lnTo>
                  <a:pt x="6427278" y="807946"/>
                </a:lnTo>
                <a:lnTo>
                  <a:pt x="6428924" y="807377"/>
                </a:lnTo>
                <a:lnTo>
                  <a:pt x="6430571" y="806808"/>
                </a:lnTo>
                <a:lnTo>
                  <a:pt x="6432217" y="806238"/>
                </a:lnTo>
                <a:lnTo>
                  <a:pt x="6433863" y="805668"/>
                </a:lnTo>
                <a:lnTo>
                  <a:pt x="6435510" y="805097"/>
                </a:lnTo>
                <a:lnTo>
                  <a:pt x="6437156" y="804526"/>
                </a:lnTo>
                <a:lnTo>
                  <a:pt x="6438802" y="803954"/>
                </a:lnTo>
                <a:lnTo>
                  <a:pt x="6440449" y="803382"/>
                </a:lnTo>
                <a:lnTo>
                  <a:pt x="6442095" y="802809"/>
                </a:lnTo>
                <a:lnTo>
                  <a:pt x="6443741" y="802236"/>
                </a:lnTo>
                <a:lnTo>
                  <a:pt x="6445388" y="801663"/>
                </a:lnTo>
                <a:lnTo>
                  <a:pt x="6447034" y="801089"/>
                </a:lnTo>
                <a:lnTo>
                  <a:pt x="6448680" y="800514"/>
                </a:lnTo>
                <a:lnTo>
                  <a:pt x="6450327" y="799939"/>
                </a:lnTo>
                <a:lnTo>
                  <a:pt x="6451973" y="799363"/>
                </a:lnTo>
                <a:lnTo>
                  <a:pt x="6453619" y="798787"/>
                </a:lnTo>
                <a:lnTo>
                  <a:pt x="6455266" y="798211"/>
                </a:lnTo>
                <a:lnTo>
                  <a:pt x="6456912" y="797634"/>
                </a:lnTo>
                <a:lnTo>
                  <a:pt x="6458558" y="797056"/>
                </a:lnTo>
                <a:lnTo>
                  <a:pt x="6460205" y="796478"/>
                </a:lnTo>
                <a:lnTo>
                  <a:pt x="6461851" y="795899"/>
                </a:lnTo>
                <a:lnTo>
                  <a:pt x="6463497" y="795321"/>
                </a:lnTo>
                <a:lnTo>
                  <a:pt x="6465144" y="794741"/>
                </a:lnTo>
                <a:lnTo>
                  <a:pt x="6466790" y="794161"/>
                </a:lnTo>
                <a:lnTo>
                  <a:pt x="6468436" y="793581"/>
                </a:lnTo>
                <a:lnTo>
                  <a:pt x="6470083" y="793000"/>
                </a:lnTo>
                <a:lnTo>
                  <a:pt x="6471729" y="792418"/>
                </a:lnTo>
                <a:lnTo>
                  <a:pt x="6473375" y="791837"/>
                </a:lnTo>
                <a:lnTo>
                  <a:pt x="6475022" y="791254"/>
                </a:lnTo>
                <a:lnTo>
                  <a:pt x="6476668" y="790671"/>
                </a:lnTo>
                <a:lnTo>
                  <a:pt x="6478314" y="790088"/>
                </a:lnTo>
                <a:lnTo>
                  <a:pt x="6479961" y="789504"/>
                </a:lnTo>
                <a:lnTo>
                  <a:pt x="6481607" y="788920"/>
                </a:lnTo>
                <a:lnTo>
                  <a:pt x="6483253" y="788336"/>
                </a:lnTo>
                <a:lnTo>
                  <a:pt x="6484900" y="787750"/>
                </a:lnTo>
                <a:lnTo>
                  <a:pt x="6486546" y="787165"/>
                </a:lnTo>
                <a:lnTo>
                  <a:pt x="6488192" y="786579"/>
                </a:lnTo>
                <a:lnTo>
                  <a:pt x="6489839" y="785992"/>
                </a:lnTo>
                <a:lnTo>
                  <a:pt x="6491485" y="785405"/>
                </a:lnTo>
                <a:lnTo>
                  <a:pt x="6493131" y="784818"/>
                </a:lnTo>
                <a:lnTo>
                  <a:pt x="6494778" y="784230"/>
                </a:lnTo>
                <a:lnTo>
                  <a:pt x="6496424" y="783641"/>
                </a:lnTo>
                <a:lnTo>
                  <a:pt x="6498070" y="783052"/>
                </a:lnTo>
                <a:lnTo>
                  <a:pt x="6499717" y="782463"/>
                </a:lnTo>
                <a:lnTo>
                  <a:pt x="6501363" y="781873"/>
                </a:lnTo>
                <a:lnTo>
                  <a:pt x="6503009" y="781283"/>
                </a:lnTo>
                <a:lnTo>
                  <a:pt x="6504656" y="780692"/>
                </a:lnTo>
                <a:lnTo>
                  <a:pt x="6506302" y="780101"/>
                </a:lnTo>
                <a:lnTo>
                  <a:pt x="6507948" y="779509"/>
                </a:lnTo>
                <a:lnTo>
                  <a:pt x="6509595" y="778917"/>
                </a:lnTo>
                <a:lnTo>
                  <a:pt x="6511241" y="778324"/>
                </a:lnTo>
                <a:lnTo>
                  <a:pt x="6512887" y="777731"/>
                </a:lnTo>
                <a:lnTo>
                  <a:pt x="6514534" y="777138"/>
                </a:lnTo>
                <a:lnTo>
                  <a:pt x="6516180" y="776544"/>
                </a:lnTo>
                <a:lnTo>
                  <a:pt x="6517826" y="775949"/>
                </a:lnTo>
                <a:lnTo>
                  <a:pt x="6519473" y="775354"/>
                </a:lnTo>
                <a:lnTo>
                  <a:pt x="6521119" y="774759"/>
                </a:lnTo>
                <a:lnTo>
                  <a:pt x="6522765" y="774163"/>
                </a:lnTo>
                <a:lnTo>
                  <a:pt x="6524412" y="773567"/>
                </a:lnTo>
                <a:lnTo>
                  <a:pt x="6526058" y="772970"/>
                </a:lnTo>
                <a:lnTo>
                  <a:pt x="6527704" y="772373"/>
                </a:lnTo>
                <a:lnTo>
                  <a:pt x="6529351" y="771775"/>
                </a:lnTo>
                <a:lnTo>
                  <a:pt x="6530997" y="771177"/>
                </a:lnTo>
                <a:lnTo>
                  <a:pt x="6532643" y="770579"/>
                </a:lnTo>
                <a:lnTo>
                  <a:pt x="6534290" y="769980"/>
                </a:lnTo>
                <a:lnTo>
                  <a:pt x="6535936" y="769380"/>
                </a:lnTo>
                <a:lnTo>
                  <a:pt x="6537582" y="768780"/>
                </a:lnTo>
                <a:lnTo>
                  <a:pt x="6539229" y="768180"/>
                </a:lnTo>
                <a:lnTo>
                  <a:pt x="6540875" y="767579"/>
                </a:lnTo>
                <a:lnTo>
                  <a:pt x="6542521" y="766978"/>
                </a:lnTo>
                <a:lnTo>
                  <a:pt x="6544168" y="766377"/>
                </a:lnTo>
                <a:lnTo>
                  <a:pt x="6545814" y="765774"/>
                </a:lnTo>
                <a:lnTo>
                  <a:pt x="6547460" y="765172"/>
                </a:lnTo>
                <a:lnTo>
                  <a:pt x="6549107" y="764569"/>
                </a:lnTo>
                <a:lnTo>
                  <a:pt x="6550753" y="763965"/>
                </a:lnTo>
                <a:lnTo>
                  <a:pt x="6552399" y="763362"/>
                </a:lnTo>
                <a:lnTo>
                  <a:pt x="6554046" y="762757"/>
                </a:lnTo>
                <a:lnTo>
                  <a:pt x="6555692" y="762153"/>
                </a:lnTo>
                <a:lnTo>
                  <a:pt x="6557338" y="761547"/>
                </a:lnTo>
                <a:lnTo>
                  <a:pt x="6558985" y="760942"/>
                </a:lnTo>
                <a:lnTo>
                  <a:pt x="6560631" y="760336"/>
                </a:lnTo>
                <a:lnTo>
                  <a:pt x="6562277" y="759729"/>
                </a:lnTo>
                <a:lnTo>
                  <a:pt x="6563924" y="759122"/>
                </a:lnTo>
                <a:lnTo>
                  <a:pt x="6565570" y="758515"/>
                </a:lnTo>
                <a:lnTo>
                  <a:pt x="6567216" y="757907"/>
                </a:lnTo>
                <a:lnTo>
                  <a:pt x="6568863" y="757299"/>
                </a:lnTo>
                <a:lnTo>
                  <a:pt x="6570509" y="756690"/>
                </a:lnTo>
                <a:lnTo>
                  <a:pt x="6572155" y="756081"/>
                </a:lnTo>
                <a:lnTo>
                  <a:pt x="6573802" y="755471"/>
                </a:lnTo>
                <a:lnTo>
                  <a:pt x="6575448" y="754862"/>
                </a:lnTo>
                <a:lnTo>
                  <a:pt x="6577094" y="754251"/>
                </a:lnTo>
                <a:lnTo>
                  <a:pt x="6578741" y="753640"/>
                </a:lnTo>
                <a:lnTo>
                  <a:pt x="6580387" y="753029"/>
                </a:lnTo>
                <a:lnTo>
                  <a:pt x="6582033" y="752417"/>
                </a:lnTo>
                <a:lnTo>
                  <a:pt x="6583679" y="751805"/>
                </a:lnTo>
                <a:lnTo>
                  <a:pt x="6583679" y="2171745"/>
                </a:lnTo>
                <a:lnTo>
                  <a:pt x="6582033" y="2172269"/>
                </a:lnTo>
                <a:lnTo>
                  <a:pt x="6580387" y="2172793"/>
                </a:lnTo>
                <a:lnTo>
                  <a:pt x="6578741" y="2173316"/>
                </a:lnTo>
                <a:lnTo>
                  <a:pt x="6577094" y="2173839"/>
                </a:lnTo>
                <a:lnTo>
                  <a:pt x="6575448" y="2174362"/>
                </a:lnTo>
                <a:lnTo>
                  <a:pt x="6573802" y="2174885"/>
                </a:lnTo>
                <a:lnTo>
                  <a:pt x="6572155" y="2175407"/>
                </a:lnTo>
                <a:lnTo>
                  <a:pt x="6570509" y="2175929"/>
                </a:lnTo>
                <a:lnTo>
                  <a:pt x="6568863" y="2176451"/>
                </a:lnTo>
                <a:lnTo>
                  <a:pt x="6567216" y="2176973"/>
                </a:lnTo>
                <a:lnTo>
                  <a:pt x="6565570" y="2177494"/>
                </a:lnTo>
                <a:lnTo>
                  <a:pt x="6563924" y="2178015"/>
                </a:lnTo>
                <a:lnTo>
                  <a:pt x="6562277" y="2178536"/>
                </a:lnTo>
                <a:lnTo>
                  <a:pt x="6560631" y="2179057"/>
                </a:lnTo>
                <a:lnTo>
                  <a:pt x="6558985" y="2179577"/>
                </a:lnTo>
                <a:lnTo>
                  <a:pt x="6557338" y="2180097"/>
                </a:lnTo>
                <a:lnTo>
                  <a:pt x="6555692" y="2180617"/>
                </a:lnTo>
                <a:lnTo>
                  <a:pt x="6554046" y="2181137"/>
                </a:lnTo>
                <a:lnTo>
                  <a:pt x="6552399" y="2181656"/>
                </a:lnTo>
                <a:lnTo>
                  <a:pt x="6550753" y="2182175"/>
                </a:lnTo>
                <a:lnTo>
                  <a:pt x="6549107" y="2182694"/>
                </a:lnTo>
                <a:lnTo>
                  <a:pt x="6547460" y="2183213"/>
                </a:lnTo>
                <a:lnTo>
                  <a:pt x="6545814" y="2183731"/>
                </a:lnTo>
                <a:lnTo>
                  <a:pt x="6544168" y="2184249"/>
                </a:lnTo>
                <a:lnTo>
                  <a:pt x="6542521" y="2184767"/>
                </a:lnTo>
                <a:lnTo>
                  <a:pt x="6540875" y="2185284"/>
                </a:lnTo>
                <a:lnTo>
                  <a:pt x="6539229" y="2185801"/>
                </a:lnTo>
                <a:lnTo>
                  <a:pt x="6537582" y="2186318"/>
                </a:lnTo>
                <a:lnTo>
                  <a:pt x="6535936" y="2186835"/>
                </a:lnTo>
                <a:lnTo>
                  <a:pt x="6534290" y="2187352"/>
                </a:lnTo>
                <a:lnTo>
                  <a:pt x="6532643" y="2187868"/>
                </a:lnTo>
                <a:lnTo>
                  <a:pt x="6530997" y="2188384"/>
                </a:lnTo>
                <a:lnTo>
                  <a:pt x="6529351" y="2188899"/>
                </a:lnTo>
                <a:lnTo>
                  <a:pt x="6527704" y="2189415"/>
                </a:lnTo>
                <a:lnTo>
                  <a:pt x="6526058" y="2189930"/>
                </a:lnTo>
                <a:lnTo>
                  <a:pt x="6524412" y="2190445"/>
                </a:lnTo>
                <a:lnTo>
                  <a:pt x="6522765" y="2190959"/>
                </a:lnTo>
                <a:lnTo>
                  <a:pt x="6521119" y="2191473"/>
                </a:lnTo>
                <a:lnTo>
                  <a:pt x="6519473" y="2191987"/>
                </a:lnTo>
                <a:lnTo>
                  <a:pt x="6517826" y="2192501"/>
                </a:lnTo>
                <a:lnTo>
                  <a:pt x="6516180" y="2193015"/>
                </a:lnTo>
                <a:lnTo>
                  <a:pt x="6514534" y="2193528"/>
                </a:lnTo>
                <a:lnTo>
                  <a:pt x="6512887" y="2194041"/>
                </a:lnTo>
                <a:lnTo>
                  <a:pt x="6511241" y="2194553"/>
                </a:lnTo>
                <a:lnTo>
                  <a:pt x="6509595" y="2195065"/>
                </a:lnTo>
                <a:lnTo>
                  <a:pt x="6507948" y="2195577"/>
                </a:lnTo>
                <a:lnTo>
                  <a:pt x="6506302" y="2196089"/>
                </a:lnTo>
                <a:lnTo>
                  <a:pt x="6504656" y="2196601"/>
                </a:lnTo>
                <a:lnTo>
                  <a:pt x="6503009" y="2197112"/>
                </a:lnTo>
                <a:lnTo>
                  <a:pt x="6501363" y="2197623"/>
                </a:lnTo>
                <a:lnTo>
                  <a:pt x="6499717" y="2198133"/>
                </a:lnTo>
                <a:lnTo>
                  <a:pt x="6498070" y="2198644"/>
                </a:lnTo>
                <a:lnTo>
                  <a:pt x="6496424" y="2199154"/>
                </a:lnTo>
                <a:lnTo>
                  <a:pt x="6494778" y="2199663"/>
                </a:lnTo>
                <a:lnTo>
                  <a:pt x="6493131" y="2200173"/>
                </a:lnTo>
                <a:lnTo>
                  <a:pt x="6491485" y="2200682"/>
                </a:lnTo>
                <a:lnTo>
                  <a:pt x="6489839" y="2201191"/>
                </a:lnTo>
                <a:lnTo>
                  <a:pt x="6488192" y="2201699"/>
                </a:lnTo>
                <a:lnTo>
                  <a:pt x="6486546" y="2202208"/>
                </a:lnTo>
                <a:lnTo>
                  <a:pt x="6484900" y="2202716"/>
                </a:lnTo>
                <a:lnTo>
                  <a:pt x="6483253" y="2203223"/>
                </a:lnTo>
                <a:lnTo>
                  <a:pt x="6481607" y="2203731"/>
                </a:lnTo>
                <a:lnTo>
                  <a:pt x="6479961" y="2204238"/>
                </a:lnTo>
                <a:lnTo>
                  <a:pt x="6478314" y="2204745"/>
                </a:lnTo>
                <a:lnTo>
                  <a:pt x="6476668" y="2205251"/>
                </a:lnTo>
                <a:lnTo>
                  <a:pt x="6475022" y="2205757"/>
                </a:lnTo>
                <a:lnTo>
                  <a:pt x="6473375" y="2206263"/>
                </a:lnTo>
                <a:lnTo>
                  <a:pt x="6471729" y="2206769"/>
                </a:lnTo>
                <a:lnTo>
                  <a:pt x="6470083" y="2207274"/>
                </a:lnTo>
                <a:lnTo>
                  <a:pt x="6468436" y="2207779"/>
                </a:lnTo>
                <a:lnTo>
                  <a:pt x="6466790" y="2208284"/>
                </a:lnTo>
                <a:lnTo>
                  <a:pt x="6465144" y="2208788"/>
                </a:lnTo>
                <a:lnTo>
                  <a:pt x="6463497" y="2209292"/>
                </a:lnTo>
                <a:lnTo>
                  <a:pt x="6461851" y="2209796"/>
                </a:lnTo>
                <a:lnTo>
                  <a:pt x="6460205" y="2210299"/>
                </a:lnTo>
                <a:lnTo>
                  <a:pt x="6458558" y="2210802"/>
                </a:lnTo>
                <a:lnTo>
                  <a:pt x="6456912" y="2211305"/>
                </a:lnTo>
                <a:lnTo>
                  <a:pt x="6455266" y="2211808"/>
                </a:lnTo>
                <a:lnTo>
                  <a:pt x="6453619" y="2212310"/>
                </a:lnTo>
                <a:lnTo>
                  <a:pt x="6451973" y="2212812"/>
                </a:lnTo>
                <a:lnTo>
                  <a:pt x="6450327" y="2213313"/>
                </a:lnTo>
                <a:lnTo>
                  <a:pt x="6448680" y="2213815"/>
                </a:lnTo>
                <a:lnTo>
                  <a:pt x="6447034" y="2214316"/>
                </a:lnTo>
                <a:lnTo>
                  <a:pt x="6445388" y="2214816"/>
                </a:lnTo>
                <a:lnTo>
                  <a:pt x="6443741" y="2215316"/>
                </a:lnTo>
                <a:lnTo>
                  <a:pt x="6442095" y="2215816"/>
                </a:lnTo>
                <a:lnTo>
                  <a:pt x="6440449" y="2216316"/>
                </a:lnTo>
                <a:lnTo>
                  <a:pt x="6438802" y="2216815"/>
                </a:lnTo>
                <a:lnTo>
                  <a:pt x="6437156" y="2217314"/>
                </a:lnTo>
                <a:lnTo>
                  <a:pt x="6435510" y="2217813"/>
                </a:lnTo>
                <a:lnTo>
                  <a:pt x="6433863" y="2218311"/>
                </a:lnTo>
                <a:lnTo>
                  <a:pt x="6432217" y="2218810"/>
                </a:lnTo>
                <a:lnTo>
                  <a:pt x="6430571" y="2219307"/>
                </a:lnTo>
                <a:lnTo>
                  <a:pt x="6428924" y="2219805"/>
                </a:lnTo>
                <a:lnTo>
                  <a:pt x="6427278" y="2220302"/>
                </a:lnTo>
                <a:lnTo>
                  <a:pt x="6425632" y="2220798"/>
                </a:lnTo>
                <a:lnTo>
                  <a:pt x="6423985" y="2221295"/>
                </a:lnTo>
                <a:lnTo>
                  <a:pt x="6422339" y="2221791"/>
                </a:lnTo>
                <a:lnTo>
                  <a:pt x="6420693" y="2222287"/>
                </a:lnTo>
                <a:lnTo>
                  <a:pt x="6419046" y="2222782"/>
                </a:lnTo>
                <a:lnTo>
                  <a:pt x="6417400" y="2223277"/>
                </a:lnTo>
                <a:lnTo>
                  <a:pt x="6415754" y="2223772"/>
                </a:lnTo>
                <a:lnTo>
                  <a:pt x="6414107" y="2224266"/>
                </a:lnTo>
                <a:lnTo>
                  <a:pt x="6412461" y="2224760"/>
                </a:lnTo>
                <a:lnTo>
                  <a:pt x="6410815" y="2225254"/>
                </a:lnTo>
                <a:lnTo>
                  <a:pt x="6409168" y="2225748"/>
                </a:lnTo>
                <a:lnTo>
                  <a:pt x="6407522" y="2226241"/>
                </a:lnTo>
                <a:lnTo>
                  <a:pt x="6405876" y="2226733"/>
                </a:lnTo>
                <a:lnTo>
                  <a:pt x="6404229" y="2227226"/>
                </a:lnTo>
                <a:lnTo>
                  <a:pt x="6402583" y="2227718"/>
                </a:lnTo>
                <a:lnTo>
                  <a:pt x="6400937" y="2228210"/>
                </a:lnTo>
                <a:lnTo>
                  <a:pt x="6399290" y="2228701"/>
                </a:lnTo>
                <a:lnTo>
                  <a:pt x="6397644" y="2229192"/>
                </a:lnTo>
                <a:lnTo>
                  <a:pt x="6395998" y="2229683"/>
                </a:lnTo>
                <a:lnTo>
                  <a:pt x="6394351" y="2230173"/>
                </a:lnTo>
                <a:lnTo>
                  <a:pt x="6392705" y="2230663"/>
                </a:lnTo>
                <a:lnTo>
                  <a:pt x="6391059" y="2231153"/>
                </a:lnTo>
                <a:lnTo>
                  <a:pt x="6389412" y="2231642"/>
                </a:lnTo>
                <a:lnTo>
                  <a:pt x="6387766" y="2232131"/>
                </a:lnTo>
                <a:lnTo>
                  <a:pt x="6386120" y="2232620"/>
                </a:lnTo>
                <a:lnTo>
                  <a:pt x="6384473" y="2233108"/>
                </a:lnTo>
                <a:lnTo>
                  <a:pt x="6382827" y="2233596"/>
                </a:lnTo>
                <a:lnTo>
                  <a:pt x="6381181" y="2234083"/>
                </a:lnTo>
                <a:lnTo>
                  <a:pt x="6379534" y="2234571"/>
                </a:lnTo>
                <a:lnTo>
                  <a:pt x="6377888" y="2235057"/>
                </a:lnTo>
                <a:lnTo>
                  <a:pt x="6376242" y="2235544"/>
                </a:lnTo>
                <a:lnTo>
                  <a:pt x="6374595" y="2236030"/>
                </a:lnTo>
                <a:lnTo>
                  <a:pt x="6372949" y="2236516"/>
                </a:lnTo>
                <a:lnTo>
                  <a:pt x="6371303" y="2237001"/>
                </a:lnTo>
                <a:lnTo>
                  <a:pt x="6369656" y="2237486"/>
                </a:lnTo>
                <a:lnTo>
                  <a:pt x="6368010" y="2237971"/>
                </a:lnTo>
                <a:lnTo>
                  <a:pt x="6366364" y="2238455"/>
                </a:lnTo>
                <a:lnTo>
                  <a:pt x="6364717" y="2238939"/>
                </a:lnTo>
                <a:lnTo>
                  <a:pt x="6363071" y="2239423"/>
                </a:lnTo>
                <a:lnTo>
                  <a:pt x="6361425" y="2239906"/>
                </a:lnTo>
                <a:lnTo>
                  <a:pt x="6359778" y="2240389"/>
                </a:lnTo>
                <a:lnTo>
                  <a:pt x="6358132" y="2240872"/>
                </a:lnTo>
                <a:lnTo>
                  <a:pt x="6356486" y="2241354"/>
                </a:lnTo>
                <a:lnTo>
                  <a:pt x="6354839" y="2241836"/>
                </a:lnTo>
                <a:lnTo>
                  <a:pt x="6353193" y="2242317"/>
                </a:lnTo>
                <a:lnTo>
                  <a:pt x="6351547" y="2242798"/>
                </a:lnTo>
                <a:lnTo>
                  <a:pt x="6349900" y="2243279"/>
                </a:lnTo>
                <a:lnTo>
                  <a:pt x="6348254" y="2243760"/>
                </a:lnTo>
                <a:lnTo>
                  <a:pt x="6346608" y="2244239"/>
                </a:lnTo>
                <a:lnTo>
                  <a:pt x="6344961" y="2244719"/>
                </a:lnTo>
                <a:lnTo>
                  <a:pt x="6343315" y="2245198"/>
                </a:lnTo>
                <a:lnTo>
                  <a:pt x="6341669" y="2245677"/>
                </a:lnTo>
                <a:lnTo>
                  <a:pt x="6340022" y="2246156"/>
                </a:lnTo>
                <a:lnTo>
                  <a:pt x="6338376" y="2246634"/>
                </a:lnTo>
                <a:lnTo>
                  <a:pt x="6336730" y="2247112"/>
                </a:lnTo>
                <a:lnTo>
                  <a:pt x="6335083" y="2247589"/>
                </a:lnTo>
                <a:lnTo>
                  <a:pt x="6333437" y="2248066"/>
                </a:lnTo>
                <a:lnTo>
                  <a:pt x="6331791" y="2248543"/>
                </a:lnTo>
                <a:lnTo>
                  <a:pt x="6330144" y="2249019"/>
                </a:lnTo>
                <a:lnTo>
                  <a:pt x="6328498" y="2249495"/>
                </a:lnTo>
                <a:lnTo>
                  <a:pt x="6326852" y="2249970"/>
                </a:lnTo>
                <a:lnTo>
                  <a:pt x="6325205" y="2250445"/>
                </a:lnTo>
                <a:lnTo>
                  <a:pt x="6323559" y="2250920"/>
                </a:lnTo>
                <a:lnTo>
                  <a:pt x="6321913" y="2251395"/>
                </a:lnTo>
                <a:lnTo>
                  <a:pt x="6320266" y="2251868"/>
                </a:lnTo>
                <a:lnTo>
                  <a:pt x="6318620" y="2252342"/>
                </a:lnTo>
                <a:lnTo>
                  <a:pt x="6316974" y="2252815"/>
                </a:lnTo>
                <a:lnTo>
                  <a:pt x="6315327" y="2253288"/>
                </a:lnTo>
                <a:lnTo>
                  <a:pt x="6313681" y="2253761"/>
                </a:lnTo>
                <a:lnTo>
                  <a:pt x="6312035" y="2254233"/>
                </a:lnTo>
                <a:lnTo>
                  <a:pt x="6310388" y="2254704"/>
                </a:lnTo>
                <a:lnTo>
                  <a:pt x="6308742" y="2255176"/>
                </a:lnTo>
                <a:lnTo>
                  <a:pt x="6307096" y="2255646"/>
                </a:lnTo>
                <a:lnTo>
                  <a:pt x="6305449" y="2256117"/>
                </a:lnTo>
                <a:lnTo>
                  <a:pt x="6303803" y="2256587"/>
                </a:lnTo>
                <a:lnTo>
                  <a:pt x="6302157" y="2257057"/>
                </a:lnTo>
                <a:lnTo>
                  <a:pt x="6300510" y="2257526"/>
                </a:lnTo>
                <a:lnTo>
                  <a:pt x="6298864" y="2257995"/>
                </a:lnTo>
                <a:lnTo>
                  <a:pt x="6297218" y="2258464"/>
                </a:lnTo>
                <a:lnTo>
                  <a:pt x="6295571" y="2258932"/>
                </a:lnTo>
                <a:lnTo>
                  <a:pt x="6293925" y="2259399"/>
                </a:lnTo>
                <a:lnTo>
                  <a:pt x="6292279" y="2259867"/>
                </a:lnTo>
                <a:lnTo>
                  <a:pt x="6290632" y="2260334"/>
                </a:lnTo>
                <a:lnTo>
                  <a:pt x="6288986" y="2260800"/>
                </a:lnTo>
                <a:lnTo>
                  <a:pt x="6287340" y="2261266"/>
                </a:lnTo>
                <a:lnTo>
                  <a:pt x="6285693" y="2261732"/>
                </a:lnTo>
                <a:lnTo>
                  <a:pt x="6284047" y="2262198"/>
                </a:lnTo>
                <a:lnTo>
                  <a:pt x="6282401" y="2262662"/>
                </a:lnTo>
                <a:lnTo>
                  <a:pt x="6280754" y="2263127"/>
                </a:lnTo>
                <a:lnTo>
                  <a:pt x="6279108" y="2263591"/>
                </a:lnTo>
                <a:lnTo>
                  <a:pt x="6277462" y="2264055"/>
                </a:lnTo>
                <a:lnTo>
                  <a:pt x="6275815" y="2264518"/>
                </a:lnTo>
                <a:lnTo>
                  <a:pt x="6274169" y="2264981"/>
                </a:lnTo>
                <a:lnTo>
                  <a:pt x="6272523" y="2265444"/>
                </a:lnTo>
                <a:lnTo>
                  <a:pt x="6270876" y="2265906"/>
                </a:lnTo>
                <a:lnTo>
                  <a:pt x="6269230" y="2266368"/>
                </a:lnTo>
                <a:lnTo>
                  <a:pt x="6267584" y="2266829"/>
                </a:lnTo>
                <a:lnTo>
                  <a:pt x="6265938" y="2267290"/>
                </a:lnTo>
                <a:lnTo>
                  <a:pt x="6264291" y="2267750"/>
                </a:lnTo>
                <a:lnTo>
                  <a:pt x="6262645" y="2268210"/>
                </a:lnTo>
                <a:lnTo>
                  <a:pt x="6260999" y="2268670"/>
                </a:lnTo>
                <a:lnTo>
                  <a:pt x="6259352" y="2269129"/>
                </a:lnTo>
                <a:lnTo>
                  <a:pt x="6257706" y="2269588"/>
                </a:lnTo>
                <a:lnTo>
                  <a:pt x="6256060" y="2270046"/>
                </a:lnTo>
                <a:lnTo>
                  <a:pt x="6254413" y="2270504"/>
                </a:lnTo>
                <a:lnTo>
                  <a:pt x="6252767" y="2270962"/>
                </a:lnTo>
                <a:lnTo>
                  <a:pt x="6251121" y="2271419"/>
                </a:lnTo>
                <a:lnTo>
                  <a:pt x="6249474" y="2271876"/>
                </a:lnTo>
                <a:lnTo>
                  <a:pt x="6247828" y="2272332"/>
                </a:lnTo>
                <a:lnTo>
                  <a:pt x="6246182" y="2272788"/>
                </a:lnTo>
                <a:lnTo>
                  <a:pt x="6244535" y="2273244"/>
                </a:lnTo>
                <a:lnTo>
                  <a:pt x="6242889" y="2273699"/>
                </a:lnTo>
                <a:lnTo>
                  <a:pt x="6241243" y="2274153"/>
                </a:lnTo>
                <a:lnTo>
                  <a:pt x="6239596" y="2274608"/>
                </a:lnTo>
                <a:lnTo>
                  <a:pt x="6237950" y="2275062"/>
                </a:lnTo>
                <a:lnTo>
                  <a:pt x="6236304" y="2275515"/>
                </a:lnTo>
                <a:lnTo>
                  <a:pt x="6234657" y="2275968"/>
                </a:lnTo>
                <a:lnTo>
                  <a:pt x="6233011" y="2276420"/>
                </a:lnTo>
                <a:lnTo>
                  <a:pt x="6231365" y="2276873"/>
                </a:lnTo>
                <a:lnTo>
                  <a:pt x="6229718" y="2277324"/>
                </a:lnTo>
                <a:lnTo>
                  <a:pt x="6228072" y="2277775"/>
                </a:lnTo>
                <a:lnTo>
                  <a:pt x="6226426" y="2278226"/>
                </a:lnTo>
                <a:lnTo>
                  <a:pt x="6224779" y="2278677"/>
                </a:lnTo>
                <a:lnTo>
                  <a:pt x="6223133" y="2279127"/>
                </a:lnTo>
                <a:lnTo>
                  <a:pt x="6221487" y="2279576"/>
                </a:lnTo>
                <a:lnTo>
                  <a:pt x="6219840" y="2280025"/>
                </a:lnTo>
                <a:lnTo>
                  <a:pt x="6218194" y="2280474"/>
                </a:lnTo>
                <a:lnTo>
                  <a:pt x="6216548" y="2280922"/>
                </a:lnTo>
                <a:lnTo>
                  <a:pt x="6214901" y="2281370"/>
                </a:lnTo>
                <a:lnTo>
                  <a:pt x="6213255" y="2281817"/>
                </a:lnTo>
                <a:lnTo>
                  <a:pt x="6211609" y="2282264"/>
                </a:lnTo>
                <a:lnTo>
                  <a:pt x="6209962" y="2282711"/>
                </a:lnTo>
                <a:lnTo>
                  <a:pt x="6208316" y="2283157"/>
                </a:lnTo>
                <a:lnTo>
                  <a:pt x="6206670" y="2283603"/>
                </a:lnTo>
                <a:lnTo>
                  <a:pt x="6205023" y="2284048"/>
                </a:lnTo>
                <a:lnTo>
                  <a:pt x="6203377" y="2284493"/>
                </a:lnTo>
                <a:lnTo>
                  <a:pt x="6201731" y="2284937"/>
                </a:lnTo>
                <a:lnTo>
                  <a:pt x="6200084" y="2285381"/>
                </a:lnTo>
                <a:lnTo>
                  <a:pt x="6198438" y="2285824"/>
                </a:lnTo>
                <a:lnTo>
                  <a:pt x="6196792" y="2286267"/>
                </a:lnTo>
                <a:lnTo>
                  <a:pt x="6195145" y="2286710"/>
                </a:lnTo>
                <a:lnTo>
                  <a:pt x="6193499" y="2287152"/>
                </a:lnTo>
                <a:lnTo>
                  <a:pt x="6191853" y="2287593"/>
                </a:lnTo>
                <a:lnTo>
                  <a:pt x="6190206" y="2288035"/>
                </a:lnTo>
                <a:lnTo>
                  <a:pt x="6188560" y="2288475"/>
                </a:lnTo>
                <a:lnTo>
                  <a:pt x="6186914" y="2288916"/>
                </a:lnTo>
                <a:lnTo>
                  <a:pt x="6185267" y="2289356"/>
                </a:lnTo>
                <a:lnTo>
                  <a:pt x="6183621" y="2289795"/>
                </a:lnTo>
                <a:lnTo>
                  <a:pt x="6181975" y="2290234"/>
                </a:lnTo>
                <a:lnTo>
                  <a:pt x="6180328" y="2290672"/>
                </a:lnTo>
                <a:lnTo>
                  <a:pt x="6178682" y="2291110"/>
                </a:lnTo>
                <a:lnTo>
                  <a:pt x="6177036" y="2291548"/>
                </a:lnTo>
                <a:lnTo>
                  <a:pt x="6175389" y="2291985"/>
                </a:lnTo>
                <a:lnTo>
                  <a:pt x="6173743" y="2292422"/>
                </a:lnTo>
                <a:lnTo>
                  <a:pt x="6172097" y="2292858"/>
                </a:lnTo>
                <a:lnTo>
                  <a:pt x="6170450" y="2293294"/>
                </a:lnTo>
                <a:lnTo>
                  <a:pt x="6168804" y="2293729"/>
                </a:lnTo>
                <a:lnTo>
                  <a:pt x="6167158" y="2294164"/>
                </a:lnTo>
                <a:lnTo>
                  <a:pt x="6165511" y="2294599"/>
                </a:lnTo>
                <a:lnTo>
                  <a:pt x="6163865" y="2295033"/>
                </a:lnTo>
                <a:lnTo>
                  <a:pt x="6162219" y="2295466"/>
                </a:lnTo>
                <a:lnTo>
                  <a:pt x="6160572" y="2295899"/>
                </a:lnTo>
                <a:lnTo>
                  <a:pt x="6158926" y="2296332"/>
                </a:lnTo>
                <a:lnTo>
                  <a:pt x="6157280" y="2296764"/>
                </a:lnTo>
                <a:lnTo>
                  <a:pt x="6155633" y="2297196"/>
                </a:lnTo>
                <a:lnTo>
                  <a:pt x="6153987" y="2297627"/>
                </a:lnTo>
                <a:lnTo>
                  <a:pt x="6152341" y="2298058"/>
                </a:lnTo>
                <a:lnTo>
                  <a:pt x="6150694" y="2298488"/>
                </a:lnTo>
                <a:lnTo>
                  <a:pt x="6149048" y="2298918"/>
                </a:lnTo>
                <a:lnTo>
                  <a:pt x="6147402" y="2299347"/>
                </a:lnTo>
                <a:lnTo>
                  <a:pt x="6145755" y="2299776"/>
                </a:lnTo>
                <a:lnTo>
                  <a:pt x="6144109" y="2300204"/>
                </a:lnTo>
                <a:lnTo>
                  <a:pt x="6142463" y="2300632"/>
                </a:lnTo>
                <a:lnTo>
                  <a:pt x="6140816" y="2301060"/>
                </a:lnTo>
                <a:lnTo>
                  <a:pt x="6139170" y="2301487"/>
                </a:lnTo>
                <a:lnTo>
                  <a:pt x="6137524" y="2301913"/>
                </a:lnTo>
                <a:lnTo>
                  <a:pt x="6135877" y="2302339"/>
                </a:lnTo>
                <a:lnTo>
                  <a:pt x="6134231" y="2302765"/>
                </a:lnTo>
                <a:lnTo>
                  <a:pt x="6132585" y="2303190"/>
                </a:lnTo>
                <a:lnTo>
                  <a:pt x="6130938" y="2303615"/>
                </a:lnTo>
                <a:lnTo>
                  <a:pt x="6129292" y="2304039"/>
                </a:lnTo>
                <a:lnTo>
                  <a:pt x="6127646" y="2304463"/>
                </a:lnTo>
                <a:lnTo>
                  <a:pt x="6125999" y="2304886"/>
                </a:lnTo>
                <a:lnTo>
                  <a:pt x="6124353" y="2305309"/>
                </a:lnTo>
                <a:lnTo>
                  <a:pt x="6122707" y="2305731"/>
                </a:lnTo>
                <a:lnTo>
                  <a:pt x="6121060" y="2306153"/>
                </a:lnTo>
                <a:lnTo>
                  <a:pt x="6119414" y="2306574"/>
                </a:lnTo>
                <a:lnTo>
                  <a:pt x="6117768" y="2306995"/>
                </a:lnTo>
                <a:lnTo>
                  <a:pt x="6116121" y="2307415"/>
                </a:lnTo>
                <a:lnTo>
                  <a:pt x="6114475" y="2307835"/>
                </a:lnTo>
                <a:lnTo>
                  <a:pt x="6112829" y="2308254"/>
                </a:lnTo>
                <a:lnTo>
                  <a:pt x="6111182" y="2308673"/>
                </a:lnTo>
                <a:lnTo>
                  <a:pt x="6109536" y="2309092"/>
                </a:lnTo>
                <a:lnTo>
                  <a:pt x="6107890" y="2309510"/>
                </a:lnTo>
                <a:lnTo>
                  <a:pt x="6106243" y="2309927"/>
                </a:lnTo>
                <a:lnTo>
                  <a:pt x="6104597" y="2310344"/>
                </a:lnTo>
                <a:lnTo>
                  <a:pt x="6102951" y="2310761"/>
                </a:lnTo>
                <a:lnTo>
                  <a:pt x="6101304" y="2311177"/>
                </a:lnTo>
                <a:lnTo>
                  <a:pt x="6099658" y="2311592"/>
                </a:lnTo>
                <a:lnTo>
                  <a:pt x="6098012" y="2312007"/>
                </a:lnTo>
                <a:lnTo>
                  <a:pt x="6096365" y="2312422"/>
                </a:lnTo>
                <a:lnTo>
                  <a:pt x="6094719" y="2312836"/>
                </a:lnTo>
                <a:lnTo>
                  <a:pt x="6093073" y="2313249"/>
                </a:lnTo>
                <a:lnTo>
                  <a:pt x="6091426" y="2313662"/>
                </a:lnTo>
                <a:lnTo>
                  <a:pt x="6089780" y="2314075"/>
                </a:lnTo>
                <a:lnTo>
                  <a:pt x="6088134" y="2314487"/>
                </a:lnTo>
                <a:lnTo>
                  <a:pt x="6086487" y="2314899"/>
                </a:lnTo>
                <a:lnTo>
                  <a:pt x="6084841" y="2315310"/>
                </a:lnTo>
                <a:lnTo>
                  <a:pt x="6083195" y="2315720"/>
                </a:lnTo>
                <a:lnTo>
                  <a:pt x="6081548" y="2316131"/>
                </a:lnTo>
                <a:lnTo>
                  <a:pt x="6079902" y="2316540"/>
                </a:lnTo>
                <a:lnTo>
                  <a:pt x="6078256" y="2316949"/>
                </a:lnTo>
                <a:lnTo>
                  <a:pt x="6076609" y="2317358"/>
                </a:lnTo>
                <a:lnTo>
                  <a:pt x="6074963" y="2317766"/>
                </a:lnTo>
                <a:lnTo>
                  <a:pt x="6073317" y="2318174"/>
                </a:lnTo>
                <a:lnTo>
                  <a:pt x="6071670" y="2318581"/>
                </a:lnTo>
                <a:lnTo>
                  <a:pt x="6070024" y="2318988"/>
                </a:lnTo>
                <a:lnTo>
                  <a:pt x="6068378" y="2319394"/>
                </a:lnTo>
                <a:lnTo>
                  <a:pt x="6066731" y="2319799"/>
                </a:lnTo>
                <a:lnTo>
                  <a:pt x="6065085" y="2320204"/>
                </a:lnTo>
                <a:lnTo>
                  <a:pt x="6063439" y="2320609"/>
                </a:lnTo>
                <a:lnTo>
                  <a:pt x="6061792" y="2321013"/>
                </a:lnTo>
                <a:lnTo>
                  <a:pt x="6060146" y="2321417"/>
                </a:lnTo>
                <a:lnTo>
                  <a:pt x="6058500" y="2321820"/>
                </a:lnTo>
                <a:lnTo>
                  <a:pt x="6056853" y="2322222"/>
                </a:lnTo>
                <a:lnTo>
                  <a:pt x="6055207" y="2322625"/>
                </a:lnTo>
                <a:lnTo>
                  <a:pt x="6053561" y="2323026"/>
                </a:lnTo>
                <a:lnTo>
                  <a:pt x="6051914" y="2323427"/>
                </a:lnTo>
                <a:lnTo>
                  <a:pt x="6050268" y="2323828"/>
                </a:lnTo>
                <a:lnTo>
                  <a:pt x="6048622" y="2324228"/>
                </a:lnTo>
                <a:lnTo>
                  <a:pt x="6046975" y="2324627"/>
                </a:lnTo>
                <a:lnTo>
                  <a:pt x="6045329" y="2325026"/>
                </a:lnTo>
                <a:lnTo>
                  <a:pt x="6043683" y="2325425"/>
                </a:lnTo>
                <a:lnTo>
                  <a:pt x="6042036" y="2325823"/>
                </a:lnTo>
                <a:lnTo>
                  <a:pt x="6040390" y="2326220"/>
                </a:lnTo>
                <a:lnTo>
                  <a:pt x="6038744" y="2326617"/>
                </a:lnTo>
                <a:lnTo>
                  <a:pt x="6037097" y="2327014"/>
                </a:lnTo>
                <a:lnTo>
                  <a:pt x="6035451" y="2327410"/>
                </a:lnTo>
                <a:lnTo>
                  <a:pt x="6033805" y="2327805"/>
                </a:lnTo>
                <a:lnTo>
                  <a:pt x="6032158" y="2328200"/>
                </a:lnTo>
                <a:lnTo>
                  <a:pt x="6030512" y="2328595"/>
                </a:lnTo>
                <a:lnTo>
                  <a:pt x="6028866" y="2328989"/>
                </a:lnTo>
                <a:lnTo>
                  <a:pt x="6027219" y="2329382"/>
                </a:lnTo>
                <a:lnTo>
                  <a:pt x="6025573" y="2329775"/>
                </a:lnTo>
                <a:lnTo>
                  <a:pt x="6023927" y="2330167"/>
                </a:lnTo>
                <a:lnTo>
                  <a:pt x="6022280" y="2330559"/>
                </a:lnTo>
                <a:lnTo>
                  <a:pt x="6020634" y="2330950"/>
                </a:lnTo>
                <a:lnTo>
                  <a:pt x="6018988" y="2331341"/>
                </a:lnTo>
                <a:lnTo>
                  <a:pt x="6017341" y="2331731"/>
                </a:lnTo>
                <a:lnTo>
                  <a:pt x="6015695" y="2332121"/>
                </a:lnTo>
                <a:lnTo>
                  <a:pt x="6014049" y="2332510"/>
                </a:lnTo>
                <a:lnTo>
                  <a:pt x="6012402" y="2332899"/>
                </a:lnTo>
                <a:lnTo>
                  <a:pt x="6010756" y="2333287"/>
                </a:lnTo>
                <a:lnTo>
                  <a:pt x="6009110" y="2333675"/>
                </a:lnTo>
                <a:lnTo>
                  <a:pt x="6007463" y="2334062"/>
                </a:lnTo>
                <a:lnTo>
                  <a:pt x="6005817" y="2334448"/>
                </a:lnTo>
                <a:lnTo>
                  <a:pt x="6004171" y="2334834"/>
                </a:lnTo>
                <a:lnTo>
                  <a:pt x="6002524" y="2335220"/>
                </a:lnTo>
                <a:lnTo>
                  <a:pt x="6000878" y="2335605"/>
                </a:lnTo>
                <a:lnTo>
                  <a:pt x="5999232" y="2335989"/>
                </a:lnTo>
                <a:lnTo>
                  <a:pt x="5997585" y="2336373"/>
                </a:lnTo>
                <a:lnTo>
                  <a:pt x="5995939" y="2336757"/>
                </a:lnTo>
                <a:lnTo>
                  <a:pt x="5994293" y="2337139"/>
                </a:lnTo>
                <a:lnTo>
                  <a:pt x="5992646" y="2337522"/>
                </a:lnTo>
                <a:lnTo>
                  <a:pt x="5991000" y="2337904"/>
                </a:lnTo>
                <a:lnTo>
                  <a:pt x="5989354" y="2338285"/>
                </a:lnTo>
                <a:lnTo>
                  <a:pt x="5987707" y="2338665"/>
                </a:lnTo>
                <a:lnTo>
                  <a:pt x="5986061" y="2339046"/>
                </a:lnTo>
                <a:lnTo>
                  <a:pt x="5984415" y="2339425"/>
                </a:lnTo>
                <a:lnTo>
                  <a:pt x="5982768" y="2339804"/>
                </a:lnTo>
                <a:lnTo>
                  <a:pt x="5981122" y="2340183"/>
                </a:lnTo>
                <a:lnTo>
                  <a:pt x="5979476" y="2340561"/>
                </a:lnTo>
                <a:lnTo>
                  <a:pt x="5977829" y="2340938"/>
                </a:lnTo>
                <a:lnTo>
                  <a:pt x="5976183" y="2341315"/>
                </a:lnTo>
                <a:lnTo>
                  <a:pt x="5974537" y="2341692"/>
                </a:lnTo>
                <a:lnTo>
                  <a:pt x="5972890" y="2342068"/>
                </a:lnTo>
                <a:lnTo>
                  <a:pt x="5971244" y="2342443"/>
                </a:lnTo>
                <a:lnTo>
                  <a:pt x="5969598" y="2342818"/>
                </a:lnTo>
                <a:lnTo>
                  <a:pt x="5967951" y="2343192"/>
                </a:lnTo>
                <a:lnTo>
                  <a:pt x="5966305" y="2343566"/>
                </a:lnTo>
                <a:lnTo>
                  <a:pt x="5964659" y="2343939"/>
                </a:lnTo>
                <a:lnTo>
                  <a:pt x="5963012" y="2344311"/>
                </a:lnTo>
                <a:lnTo>
                  <a:pt x="5961366" y="2344684"/>
                </a:lnTo>
                <a:lnTo>
                  <a:pt x="5959720" y="2345055"/>
                </a:lnTo>
                <a:lnTo>
                  <a:pt x="5958073" y="2345426"/>
                </a:lnTo>
                <a:lnTo>
                  <a:pt x="5956427" y="2345796"/>
                </a:lnTo>
                <a:lnTo>
                  <a:pt x="5954781" y="2346166"/>
                </a:lnTo>
                <a:lnTo>
                  <a:pt x="5953135" y="2346536"/>
                </a:lnTo>
                <a:lnTo>
                  <a:pt x="5951488" y="2346904"/>
                </a:lnTo>
                <a:lnTo>
                  <a:pt x="5949842" y="2347273"/>
                </a:lnTo>
                <a:lnTo>
                  <a:pt x="5948196" y="2347640"/>
                </a:lnTo>
                <a:lnTo>
                  <a:pt x="5946549" y="2348007"/>
                </a:lnTo>
                <a:lnTo>
                  <a:pt x="5944903" y="2348374"/>
                </a:lnTo>
                <a:lnTo>
                  <a:pt x="5943257" y="2348740"/>
                </a:lnTo>
                <a:lnTo>
                  <a:pt x="5941610" y="2349105"/>
                </a:lnTo>
                <a:lnTo>
                  <a:pt x="5939964" y="2349470"/>
                </a:lnTo>
                <a:lnTo>
                  <a:pt x="5938318" y="2349835"/>
                </a:lnTo>
                <a:lnTo>
                  <a:pt x="5936671" y="2350198"/>
                </a:lnTo>
                <a:lnTo>
                  <a:pt x="5935025" y="2350562"/>
                </a:lnTo>
                <a:lnTo>
                  <a:pt x="5933379" y="2350924"/>
                </a:lnTo>
                <a:lnTo>
                  <a:pt x="5931732" y="2351286"/>
                </a:lnTo>
                <a:lnTo>
                  <a:pt x="5930086" y="2351648"/>
                </a:lnTo>
                <a:lnTo>
                  <a:pt x="5928440" y="2352009"/>
                </a:lnTo>
                <a:lnTo>
                  <a:pt x="5926793" y="2352369"/>
                </a:lnTo>
                <a:lnTo>
                  <a:pt x="5925147" y="2352729"/>
                </a:lnTo>
                <a:lnTo>
                  <a:pt x="5923501" y="2353088"/>
                </a:lnTo>
                <a:lnTo>
                  <a:pt x="5921854" y="2353447"/>
                </a:lnTo>
                <a:lnTo>
                  <a:pt x="5920208" y="2353805"/>
                </a:lnTo>
                <a:lnTo>
                  <a:pt x="5918562" y="2354163"/>
                </a:lnTo>
                <a:lnTo>
                  <a:pt x="5916915" y="2354520"/>
                </a:lnTo>
                <a:lnTo>
                  <a:pt x="5915269" y="2354876"/>
                </a:lnTo>
                <a:lnTo>
                  <a:pt x="5913623" y="2355232"/>
                </a:lnTo>
                <a:lnTo>
                  <a:pt x="5911976" y="2355588"/>
                </a:lnTo>
                <a:lnTo>
                  <a:pt x="5910330" y="2355943"/>
                </a:lnTo>
                <a:lnTo>
                  <a:pt x="5908684" y="2356297"/>
                </a:lnTo>
                <a:lnTo>
                  <a:pt x="5907037" y="2356650"/>
                </a:lnTo>
                <a:lnTo>
                  <a:pt x="5905391" y="2357003"/>
                </a:lnTo>
                <a:lnTo>
                  <a:pt x="5903745" y="2357356"/>
                </a:lnTo>
                <a:lnTo>
                  <a:pt x="5902098" y="2357708"/>
                </a:lnTo>
                <a:lnTo>
                  <a:pt x="5900452" y="2358059"/>
                </a:lnTo>
                <a:lnTo>
                  <a:pt x="5898806" y="2358410"/>
                </a:lnTo>
                <a:lnTo>
                  <a:pt x="5897159" y="2358760"/>
                </a:lnTo>
                <a:lnTo>
                  <a:pt x="5895513" y="2359110"/>
                </a:lnTo>
                <a:lnTo>
                  <a:pt x="5893867" y="2359459"/>
                </a:lnTo>
                <a:lnTo>
                  <a:pt x="5892220" y="2359808"/>
                </a:lnTo>
                <a:lnTo>
                  <a:pt x="5890574" y="2360155"/>
                </a:lnTo>
                <a:lnTo>
                  <a:pt x="5888928" y="2360503"/>
                </a:lnTo>
                <a:lnTo>
                  <a:pt x="5887281" y="2360850"/>
                </a:lnTo>
                <a:lnTo>
                  <a:pt x="5885635" y="2361196"/>
                </a:lnTo>
                <a:lnTo>
                  <a:pt x="5883989" y="2361541"/>
                </a:lnTo>
                <a:lnTo>
                  <a:pt x="5882342" y="2361886"/>
                </a:lnTo>
                <a:lnTo>
                  <a:pt x="5880696" y="2362231"/>
                </a:lnTo>
                <a:lnTo>
                  <a:pt x="5879050" y="2362575"/>
                </a:lnTo>
                <a:lnTo>
                  <a:pt x="5877403" y="2362918"/>
                </a:lnTo>
                <a:lnTo>
                  <a:pt x="5875757" y="2363261"/>
                </a:lnTo>
                <a:lnTo>
                  <a:pt x="5874111" y="2363603"/>
                </a:lnTo>
                <a:lnTo>
                  <a:pt x="5872464" y="2363945"/>
                </a:lnTo>
                <a:lnTo>
                  <a:pt x="5870818" y="2364286"/>
                </a:lnTo>
                <a:lnTo>
                  <a:pt x="5869172" y="2364626"/>
                </a:lnTo>
                <a:lnTo>
                  <a:pt x="5867525" y="2364966"/>
                </a:lnTo>
                <a:lnTo>
                  <a:pt x="5865879" y="2365305"/>
                </a:lnTo>
                <a:lnTo>
                  <a:pt x="5864233" y="2365644"/>
                </a:lnTo>
                <a:lnTo>
                  <a:pt x="5862586" y="2365982"/>
                </a:lnTo>
                <a:lnTo>
                  <a:pt x="5860940" y="2366319"/>
                </a:lnTo>
                <a:lnTo>
                  <a:pt x="5859294" y="2366656"/>
                </a:lnTo>
                <a:lnTo>
                  <a:pt x="5857647" y="2366992"/>
                </a:lnTo>
                <a:lnTo>
                  <a:pt x="5856001" y="2367328"/>
                </a:lnTo>
                <a:lnTo>
                  <a:pt x="5854355" y="2367663"/>
                </a:lnTo>
                <a:lnTo>
                  <a:pt x="5852708" y="2367998"/>
                </a:lnTo>
                <a:lnTo>
                  <a:pt x="5851062" y="2368332"/>
                </a:lnTo>
                <a:lnTo>
                  <a:pt x="5849416" y="2368665"/>
                </a:lnTo>
                <a:lnTo>
                  <a:pt x="5847769" y="2368998"/>
                </a:lnTo>
                <a:lnTo>
                  <a:pt x="5846123" y="2369330"/>
                </a:lnTo>
                <a:lnTo>
                  <a:pt x="5844477" y="2369661"/>
                </a:lnTo>
                <a:lnTo>
                  <a:pt x="5842830" y="2369992"/>
                </a:lnTo>
                <a:lnTo>
                  <a:pt x="5841184" y="2370323"/>
                </a:lnTo>
                <a:lnTo>
                  <a:pt x="5839538" y="2370653"/>
                </a:lnTo>
                <a:lnTo>
                  <a:pt x="5837891" y="2370982"/>
                </a:lnTo>
                <a:lnTo>
                  <a:pt x="5836245" y="2371310"/>
                </a:lnTo>
                <a:lnTo>
                  <a:pt x="5834599" y="2371638"/>
                </a:lnTo>
                <a:lnTo>
                  <a:pt x="5832952" y="2371966"/>
                </a:lnTo>
                <a:lnTo>
                  <a:pt x="5831306" y="2372293"/>
                </a:lnTo>
                <a:lnTo>
                  <a:pt x="5829660" y="2372619"/>
                </a:lnTo>
                <a:lnTo>
                  <a:pt x="5828013" y="2372944"/>
                </a:lnTo>
                <a:lnTo>
                  <a:pt x="5826367" y="2373269"/>
                </a:lnTo>
                <a:lnTo>
                  <a:pt x="5824721" y="2373594"/>
                </a:lnTo>
                <a:lnTo>
                  <a:pt x="5823074" y="2373918"/>
                </a:lnTo>
                <a:lnTo>
                  <a:pt x="5821428" y="2374241"/>
                </a:lnTo>
                <a:lnTo>
                  <a:pt x="5819782" y="2374564"/>
                </a:lnTo>
                <a:lnTo>
                  <a:pt x="5818135" y="2374886"/>
                </a:lnTo>
                <a:lnTo>
                  <a:pt x="5816489" y="2375207"/>
                </a:lnTo>
                <a:lnTo>
                  <a:pt x="5814843" y="2375528"/>
                </a:lnTo>
                <a:lnTo>
                  <a:pt x="5813196" y="2375848"/>
                </a:lnTo>
                <a:lnTo>
                  <a:pt x="5811550" y="2376167"/>
                </a:lnTo>
                <a:lnTo>
                  <a:pt x="5809904" y="2376486"/>
                </a:lnTo>
                <a:lnTo>
                  <a:pt x="5808257" y="2376805"/>
                </a:lnTo>
                <a:lnTo>
                  <a:pt x="5806611" y="2377123"/>
                </a:lnTo>
                <a:lnTo>
                  <a:pt x="5804965" y="2377440"/>
                </a:lnTo>
                <a:lnTo>
                  <a:pt x="5803318" y="2377756"/>
                </a:lnTo>
                <a:lnTo>
                  <a:pt x="5801672" y="2378072"/>
                </a:lnTo>
                <a:lnTo>
                  <a:pt x="5800026" y="2378388"/>
                </a:lnTo>
                <a:lnTo>
                  <a:pt x="5798379" y="2378702"/>
                </a:lnTo>
                <a:lnTo>
                  <a:pt x="5796733" y="2379016"/>
                </a:lnTo>
                <a:lnTo>
                  <a:pt x="5795087" y="2379330"/>
                </a:lnTo>
                <a:lnTo>
                  <a:pt x="5793440" y="2379643"/>
                </a:lnTo>
                <a:lnTo>
                  <a:pt x="5791794" y="2379955"/>
                </a:lnTo>
                <a:lnTo>
                  <a:pt x="5790148" y="2380267"/>
                </a:lnTo>
                <a:lnTo>
                  <a:pt x="5788501" y="2380578"/>
                </a:lnTo>
                <a:lnTo>
                  <a:pt x="5786855" y="2380888"/>
                </a:lnTo>
                <a:lnTo>
                  <a:pt x="5785209" y="2381198"/>
                </a:lnTo>
                <a:lnTo>
                  <a:pt x="5783562" y="2381507"/>
                </a:lnTo>
                <a:lnTo>
                  <a:pt x="5781916" y="2381816"/>
                </a:lnTo>
                <a:lnTo>
                  <a:pt x="5780270" y="2382124"/>
                </a:lnTo>
                <a:lnTo>
                  <a:pt x="5778623" y="2382431"/>
                </a:lnTo>
                <a:lnTo>
                  <a:pt x="5776977" y="2382738"/>
                </a:lnTo>
                <a:lnTo>
                  <a:pt x="5775331" y="2383044"/>
                </a:lnTo>
                <a:lnTo>
                  <a:pt x="5773684" y="2383350"/>
                </a:lnTo>
                <a:lnTo>
                  <a:pt x="5772038" y="2383654"/>
                </a:lnTo>
                <a:lnTo>
                  <a:pt x="5770392" y="2383959"/>
                </a:lnTo>
                <a:lnTo>
                  <a:pt x="5768745" y="2384262"/>
                </a:lnTo>
                <a:lnTo>
                  <a:pt x="5767099" y="2384565"/>
                </a:lnTo>
                <a:lnTo>
                  <a:pt x="5765453" y="2384868"/>
                </a:lnTo>
                <a:lnTo>
                  <a:pt x="5763806" y="2385170"/>
                </a:lnTo>
                <a:lnTo>
                  <a:pt x="5762160" y="2385471"/>
                </a:lnTo>
                <a:lnTo>
                  <a:pt x="5760514" y="2385771"/>
                </a:lnTo>
                <a:lnTo>
                  <a:pt x="5758867" y="2386071"/>
                </a:lnTo>
                <a:lnTo>
                  <a:pt x="5757221" y="2386370"/>
                </a:lnTo>
                <a:lnTo>
                  <a:pt x="5755575" y="2386669"/>
                </a:lnTo>
                <a:lnTo>
                  <a:pt x="5753928" y="2386967"/>
                </a:lnTo>
                <a:lnTo>
                  <a:pt x="5752282" y="2387264"/>
                </a:lnTo>
                <a:lnTo>
                  <a:pt x="5750636" y="2387561"/>
                </a:lnTo>
                <a:lnTo>
                  <a:pt x="5748989" y="2387857"/>
                </a:lnTo>
                <a:lnTo>
                  <a:pt x="5747343" y="2388153"/>
                </a:lnTo>
                <a:lnTo>
                  <a:pt x="5745697" y="2388448"/>
                </a:lnTo>
                <a:lnTo>
                  <a:pt x="5744050" y="2388742"/>
                </a:lnTo>
                <a:lnTo>
                  <a:pt x="5742404" y="2389036"/>
                </a:lnTo>
                <a:lnTo>
                  <a:pt x="5740758" y="2389329"/>
                </a:lnTo>
                <a:lnTo>
                  <a:pt x="5739111" y="2389621"/>
                </a:lnTo>
                <a:lnTo>
                  <a:pt x="5737465" y="2389913"/>
                </a:lnTo>
                <a:lnTo>
                  <a:pt x="5735819" y="2390204"/>
                </a:lnTo>
                <a:lnTo>
                  <a:pt x="5734172" y="2390494"/>
                </a:lnTo>
                <a:lnTo>
                  <a:pt x="5732526" y="2390784"/>
                </a:lnTo>
                <a:lnTo>
                  <a:pt x="5730880" y="2391073"/>
                </a:lnTo>
                <a:lnTo>
                  <a:pt x="5729233" y="2391362"/>
                </a:lnTo>
                <a:lnTo>
                  <a:pt x="5727587" y="2391650"/>
                </a:lnTo>
                <a:lnTo>
                  <a:pt x="5725941" y="2391937"/>
                </a:lnTo>
                <a:lnTo>
                  <a:pt x="5724294" y="2392224"/>
                </a:lnTo>
                <a:lnTo>
                  <a:pt x="5722648" y="2392510"/>
                </a:lnTo>
                <a:lnTo>
                  <a:pt x="5721002" y="2392795"/>
                </a:lnTo>
                <a:lnTo>
                  <a:pt x="5719355" y="2393080"/>
                </a:lnTo>
                <a:lnTo>
                  <a:pt x="5717709" y="2393364"/>
                </a:lnTo>
                <a:lnTo>
                  <a:pt x="5716063" y="2393647"/>
                </a:lnTo>
                <a:lnTo>
                  <a:pt x="5714416" y="2393930"/>
                </a:lnTo>
                <a:lnTo>
                  <a:pt x="5712770" y="2394212"/>
                </a:lnTo>
                <a:lnTo>
                  <a:pt x="5711124" y="2394494"/>
                </a:lnTo>
                <a:lnTo>
                  <a:pt x="5709477" y="2394775"/>
                </a:lnTo>
                <a:lnTo>
                  <a:pt x="5707831" y="2395055"/>
                </a:lnTo>
                <a:lnTo>
                  <a:pt x="5706185" y="2395335"/>
                </a:lnTo>
                <a:lnTo>
                  <a:pt x="5704538" y="2395614"/>
                </a:lnTo>
                <a:lnTo>
                  <a:pt x="5702892" y="2395892"/>
                </a:lnTo>
                <a:lnTo>
                  <a:pt x="5701246" y="2396170"/>
                </a:lnTo>
                <a:lnTo>
                  <a:pt x="5699599" y="2396447"/>
                </a:lnTo>
                <a:lnTo>
                  <a:pt x="5697953" y="2396723"/>
                </a:lnTo>
                <a:lnTo>
                  <a:pt x="5696307" y="2396999"/>
                </a:lnTo>
                <a:lnTo>
                  <a:pt x="5694660" y="2397274"/>
                </a:lnTo>
                <a:lnTo>
                  <a:pt x="5693014" y="2397548"/>
                </a:lnTo>
                <a:lnTo>
                  <a:pt x="5691368" y="2397822"/>
                </a:lnTo>
                <a:lnTo>
                  <a:pt x="5689721" y="2398095"/>
                </a:lnTo>
                <a:lnTo>
                  <a:pt x="5688075" y="2398368"/>
                </a:lnTo>
                <a:lnTo>
                  <a:pt x="5686429" y="2398640"/>
                </a:lnTo>
                <a:lnTo>
                  <a:pt x="5684782" y="2398911"/>
                </a:lnTo>
                <a:lnTo>
                  <a:pt x="5683136" y="2399181"/>
                </a:lnTo>
                <a:lnTo>
                  <a:pt x="5681490" y="2399451"/>
                </a:lnTo>
                <a:lnTo>
                  <a:pt x="5679843" y="2399720"/>
                </a:lnTo>
                <a:lnTo>
                  <a:pt x="5678197" y="2399989"/>
                </a:lnTo>
                <a:lnTo>
                  <a:pt x="5676551" y="2400257"/>
                </a:lnTo>
                <a:lnTo>
                  <a:pt x="5674904" y="2400524"/>
                </a:lnTo>
                <a:lnTo>
                  <a:pt x="5673258" y="2400791"/>
                </a:lnTo>
                <a:lnTo>
                  <a:pt x="5671612" y="2401057"/>
                </a:lnTo>
                <a:lnTo>
                  <a:pt x="5669965" y="2401322"/>
                </a:lnTo>
                <a:lnTo>
                  <a:pt x="5668319" y="2401587"/>
                </a:lnTo>
                <a:lnTo>
                  <a:pt x="5666673" y="2401851"/>
                </a:lnTo>
                <a:lnTo>
                  <a:pt x="5665026" y="2402114"/>
                </a:lnTo>
                <a:lnTo>
                  <a:pt x="5663380" y="2402377"/>
                </a:lnTo>
                <a:lnTo>
                  <a:pt x="5661734" y="2402639"/>
                </a:lnTo>
                <a:lnTo>
                  <a:pt x="5660087" y="2402900"/>
                </a:lnTo>
                <a:lnTo>
                  <a:pt x="5658441" y="2403161"/>
                </a:lnTo>
                <a:lnTo>
                  <a:pt x="5656795" y="2403421"/>
                </a:lnTo>
                <a:lnTo>
                  <a:pt x="5655148" y="2403680"/>
                </a:lnTo>
                <a:lnTo>
                  <a:pt x="5653502" y="2403939"/>
                </a:lnTo>
                <a:lnTo>
                  <a:pt x="5651856" y="2404197"/>
                </a:lnTo>
                <a:lnTo>
                  <a:pt x="5650209" y="2404455"/>
                </a:lnTo>
                <a:lnTo>
                  <a:pt x="5648563" y="2404711"/>
                </a:lnTo>
                <a:lnTo>
                  <a:pt x="5646917" y="2404967"/>
                </a:lnTo>
                <a:lnTo>
                  <a:pt x="5645270" y="2405223"/>
                </a:lnTo>
                <a:lnTo>
                  <a:pt x="5643624" y="2405477"/>
                </a:lnTo>
                <a:lnTo>
                  <a:pt x="5641978" y="2405732"/>
                </a:lnTo>
                <a:lnTo>
                  <a:pt x="5640332" y="2405985"/>
                </a:lnTo>
                <a:lnTo>
                  <a:pt x="5638685" y="2406238"/>
                </a:lnTo>
                <a:lnTo>
                  <a:pt x="5637039" y="2406490"/>
                </a:lnTo>
                <a:lnTo>
                  <a:pt x="5635393" y="2406741"/>
                </a:lnTo>
                <a:lnTo>
                  <a:pt x="5633746" y="2406992"/>
                </a:lnTo>
                <a:lnTo>
                  <a:pt x="5632100" y="2407242"/>
                </a:lnTo>
                <a:lnTo>
                  <a:pt x="5630454" y="2407491"/>
                </a:lnTo>
                <a:lnTo>
                  <a:pt x="5628807" y="2407740"/>
                </a:lnTo>
                <a:lnTo>
                  <a:pt x="5627161" y="2407988"/>
                </a:lnTo>
                <a:lnTo>
                  <a:pt x="5625515" y="2408236"/>
                </a:lnTo>
                <a:lnTo>
                  <a:pt x="5623868" y="2408482"/>
                </a:lnTo>
                <a:lnTo>
                  <a:pt x="5622222" y="2408728"/>
                </a:lnTo>
                <a:lnTo>
                  <a:pt x="5620576" y="2408974"/>
                </a:lnTo>
                <a:lnTo>
                  <a:pt x="5618929" y="2409219"/>
                </a:lnTo>
                <a:lnTo>
                  <a:pt x="5617283" y="2409463"/>
                </a:lnTo>
                <a:lnTo>
                  <a:pt x="5615637" y="2409706"/>
                </a:lnTo>
                <a:lnTo>
                  <a:pt x="5613990" y="2409949"/>
                </a:lnTo>
                <a:lnTo>
                  <a:pt x="5612344" y="2410191"/>
                </a:lnTo>
                <a:lnTo>
                  <a:pt x="5610698" y="2410432"/>
                </a:lnTo>
                <a:lnTo>
                  <a:pt x="5609051" y="2410673"/>
                </a:lnTo>
                <a:lnTo>
                  <a:pt x="5607405" y="2410913"/>
                </a:lnTo>
                <a:lnTo>
                  <a:pt x="5605759" y="2411152"/>
                </a:lnTo>
                <a:lnTo>
                  <a:pt x="5604112" y="2411391"/>
                </a:lnTo>
                <a:lnTo>
                  <a:pt x="5602466" y="2411629"/>
                </a:lnTo>
                <a:lnTo>
                  <a:pt x="5600820" y="2411866"/>
                </a:lnTo>
                <a:lnTo>
                  <a:pt x="5599173" y="2412102"/>
                </a:lnTo>
                <a:lnTo>
                  <a:pt x="5597527" y="2412338"/>
                </a:lnTo>
                <a:lnTo>
                  <a:pt x="5595881" y="2412574"/>
                </a:lnTo>
                <a:lnTo>
                  <a:pt x="5594234" y="2412808"/>
                </a:lnTo>
                <a:lnTo>
                  <a:pt x="5592588" y="2413042"/>
                </a:lnTo>
                <a:lnTo>
                  <a:pt x="5590942" y="2413275"/>
                </a:lnTo>
                <a:lnTo>
                  <a:pt x="5589295" y="2413508"/>
                </a:lnTo>
                <a:lnTo>
                  <a:pt x="5587649" y="2413739"/>
                </a:lnTo>
                <a:lnTo>
                  <a:pt x="5586003" y="2413971"/>
                </a:lnTo>
                <a:lnTo>
                  <a:pt x="5584356" y="2414201"/>
                </a:lnTo>
                <a:lnTo>
                  <a:pt x="5582710" y="2414431"/>
                </a:lnTo>
                <a:lnTo>
                  <a:pt x="5581064" y="2414660"/>
                </a:lnTo>
                <a:lnTo>
                  <a:pt x="5579417" y="2414888"/>
                </a:lnTo>
                <a:lnTo>
                  <a:pt x="5577771" y="2415116"/>
                </a:lnTo>
                <a:lnTo>
                  <a:pt x="5576125" y="2415343"/>
                </a:lnTo>
                <a:lnTo>
                  <a:pt x="5574478" y="2415569"/>
                </a:lnTo>
                <a:lnTo>
                  <a:pt x="5572832" y="2415795"/>
                </a:lnTo>
                <a:lnTo>
                  <a:pt x="5571186" y="2416020"/>
                </a:lnTo>
                <a:lnTo>
                  <a:pt x="5569539" y="2416244"/>
                </a:lnTo>
                <a:lnTo>
                  <a:pt x="5567893" y="2416468"/>
                </a:lnTo>
                <a:lnTo>
                  <a:pt x="5566247" y="2416691"/>
                </a:lnTo>
                <a:lnTo>
                  <a:pt x="5564600" y="2416913"/>
                </a:lnTo>
                <a:lnTo>
                  <a:pt x="5562954" y="2417135"/>
                </a:lnTo>
                <a:lnTo>
                  <a:pt x="5561308" y="2417355"/>
                </a:lnTo>
                <a:lnTo>
                  <a:pt x="5559661" y="2417576"/>
                </a:lnTo>
                <a:lnTo>
                  <a:pt x="5558015" y="2417795"/>
                </a:lnTo>
                <a:lnTo>
                  <a:pt x="5556369" y="2418014"/>
                </a:lnTo>
                <a:lnTo>
                  <a:pt x="5554722" y="2418232"/>
                </a:lnTo>
                <a:lnTo>
                  <a:pt x="5553076" y="2418449"/>
                </a:lnTo>
                <a:lnTo>
                  <a:pt x="5551430" y="2418666"/>
                </a:lnTo>
                <a:lnTo>
                  <a:pt x="5549783" y="2418882"/>
                </a:lnTo>
                <a:lnTo>
                  <a:pt x="5548137" y="2419097"/>
                </a:lnTo>
                <a:lnTo>
                  <a:pt x="5546491" y="2419312"/>
                </a:lnTo>
                <a:lnTo>
                  <a:pt x="5544844" y="2419526"/>
                </a:lnTo>
                <a:lnTo>
                  <a:pt x="5543198" y="2419739"/>
                </a:lnTo>
                <a:lnTo>
                  <a:pt x="5541552" y="2419951"/>
                </a:lnTo>
                <a:lnTo>
                  <a:pt x="5539905" y="2420163"/>
                </a:lnTo>
                <a:lnTo>
                  <a:pt x="5538259" y="2420374"/>
                </a:lnTo>
                <a:lnTo>
                  <a:pt x="5536613" y="2420585"/>
                </a:lnTo>
                <a:lnTo>
                  <a:pt x="5534966" y="2420794"/>
                </a:lnTo>
                <a:lnTo>
                  <a:pt x="5533320" y="2421003"/>
                </a:lnTo>
                <a:lnTo>
                  <a:pt x="5531674" y="2421212"/>
                </a:lnTo>
                <a:lnTo>
                  <a:pt x="5530027" y="2421419"/>
                </a:lnTo>
                <a:lnTo>
                  <a:pt x="5528381" y="2421626"/>
                </a:lnTo>
                <a:lnTo>
                  <a:pt x="5526735" y="2421832"/>
                </a:lnTo>
                <a:lnTo>
                  <a:pt x="5525088" y="2422038"/>
                </a:lnTo>
                <a:lnTo>
                  <a:pt x="5523442" y="2422242"/>
                </a:lnTo>
                <a:lnTo>
                  <a:pt x="5521796" y="2422447"/>
                </a:lnTo>
                <a:lnTo>
                  <a:pt x="5520149" y="2422650"/>
                </a:lnTo>
                <a:lnTo>
                  <a:pt x="5518503" y="2422853"/>
                </a:lnTo>
                <a:lnTo>
                  <a:pt x="5516857" y="2423055"/>
                </a:lnTo>
                <a:lnTo>
                  <a:pt x="5515210" y="2423256"/>
                </a:lnTo>
                <a:lnTo>
                  <a:pt x="5513564" y="2423456"/>
                </a:lnTo>
                <a:lnTo>
                  <a:pt x="5511918" y="2423656"/>
                </a:lnTo>
                <a:lnTo>
                  <a:pt x="5510271" y="2423855"/>
                </a:lnTo>
                <a:lnTo>
                  <a:pt x="5508625" y="2424054"/>
                </a:lnTo>
                <a:lnTo>
                  <a:pt x="5506979" y="2424252"/>
                </a:lnTo>
                <a:lnTo>
                  <a:pt x="5505332" y="2424449"/>
                </a:lnTo>
                <a:lnTo>
                  <a:pt x="5503686" y="2424645"/>
                </a:lnTo>
                <a:lnTo>
                  <a:pt x="5502040" y="2424841"/>
                </a:lnTo>
                <a:lnTo>
                  <a:pt x="5500393" y="2425035"/>
                </a:lnTo>
                <a:lnTo>
                  <a:pt x="5498747" y="2425230"/>
                </a:lnTo>
                <a:lnTo>
                  <a:pt x="5497101" y="2425423"/>
                </a:lnTo>
                <a:lnTo>
                  <a:pt x="5495454" y="2425616"/>
                </a:lnTo>
                <a:lnTo>
                  <a:pt x="5493808" y="2425808"/>
                </a:lnTo>
                <a:lnTo>
                  <a:pt x="5492162" y="2425999"/>
                </a:lnTo>
                <a:lnTo>
                  <a:pt x="5490515" y="2426190"/>
                </a:lnTo>
                <a:lnTo>
                  <a:pt x="5488869" y="2426380"/>
                </a:lnTo>
                <a:lnTo>
                  <a:pt x="5487223" y="2426569"/>
                </a:lnTo>
                <a:lnTo>
                  <a:pt x="5485576" y="2426757"/>
                </a:lnTo>
                <a:lnTo>
                  <a:pt x="5483930" y="2426945"/>
                </a:lnTo>
                <a:lnTo>
                  <a:pt x="5482284" y="2427132"/>
                </a:lnTo>
                <a:lnTo>
                  <a:pt x="5480637" y="2427319"/>
                </a:lnTo>
                <a:lnTo>
                  <a:pt x="5478991" y="2427504"/>
                </a:lnTo>
                <a:lnTo>
                  <a:pt x="5477345" y="2427689"/>
                </a:lnTo>
                <a:lnTo>
                  <a:pt x="5475698" y="2427873"/>
                </a:lnTo>
                <a:lnTo>
                  <a:pt x="5474052" y="2428057"/>
                </a:lnTo>
                <a:lnTo>
                  <a:pt x="5472406" y="2428240"/>
                </a:lnTo>
                <a:lnTo>
                  <a:pt x="5470759" y="2428422"/>
                </a:lnTo>
                <a:lnTo>
                  <a:pt x="5469113" y="2428603"/>
                </a:lnTo>
                <a:lnTo>
                  <a:pt x="5467467" y="2428783"/>
                </a:lnTo>
                <a:lnTo>
                  <a:pt x="5465820" y="2428963"/>
                </a:lnTo>
                <a:lnTo>
                  <a:pt x="5464174" y="2429142"/>
                </a:lnTo>
                <a:lnTo>
                  <a:pt x="5462528" y="2429321"/>
                </a:lnTo>
                <a:lnTo>
                  <a:pt x="5460881" y="2429499"/>
                </a:lnTo>
                <a:lnTo>
                  <a:pt x="5459235" y="2429676"/>
                </a:lnTo>
                <a:lnTo>
                  <a:pt x="5457589" y="2429852"/>
                </a:lnTo>
                <a:lnTo>
                  <a:pt x="5455942" y="2430027"/>
                </a:lnTo>
                <a:lnTo>
                  <a:pt x="5454296" y="2430202"/>
                </a:lnTo>
                <a:lnTo>
                  <a:pt x="5452650" y="2430376"/>
                </a:lnTo>
                <a:lnTo>
                  <a:pt x="5451003" y="2430550"/>
                </a:lnTo>
                <a:lnTo>
                  <a:pt x="5449357" y="2430722"/>
                </a:lnTo>
                <a:lnTo>
                  <a:pt x="5447711" y="2430894"/>
                </a:lnTo>
                <a:lnTo>
                  <a:pt x="5446064" y="2431065"/>
                </a:lnTo>
                <a:lnTo>
                  <a:pt x="5444418" y="2431236"/>
                </a:lnTo>
                <a:lnTo>
                  <a:pt x="5442772" y="2431406"/>
                </a:lnTo>
                <a:lnTo>
                  <a:pt x="5441125" y="2431575"/>
                </a:lnTo>
                <a:lnTo>
                  <a:pt x="5439479" y="2431743"/>
                </a:lnTo>
                <a:lnTo>
                  <a:pt x="5437833" y="2431910"/>
                </a:lnTo>
                <a:lnTo>
                  <a:pt x="5436186" y="2432077"/>
                </a:lnTo>
                <a:lnTo>
                  <a:pt x="5434540" y="2432243"/>
                </a:lnTo>
                <a:lnTo>
                  <a:pt x="5432894" y="2432409"/>
                </a:lnTo>
                <a:lnTo>
                  <a:pt x="5431247" y="2432573"/>
                </a:lnTo>
                <a:lnTo>
                  <a:pt x="5429601" y="2432737"/>
                </a:lnTo>
                <a:lnTo>
                  <a:pt x="5427955" y="2432901"/>
                </a:lnTo>
                <a:lnTo>
                  <a:pt x="5426308" y="2433063"/>
                </a:lnTo>
                <a:lnTo>
                  <a:pt x="5424662" y="2433225"/>
                </a:lnTo>
                <a:lnTo>
                  <a:pt x="5423016" y="2433386"/>
                </a:lnTo>
                <a:lnTo>
                  <a:pt x="5421369" y="2433546"/>
                </a:lnTo>
                <a:lnTo>
                  <a:pt x="5419723" y="2433705"/>
                </a:lnTo>
                <a:lnTo>
                  <a:pt x="5418077" y="2433864"/>
                </a:lnTo>
                <a:lnTo>
                  <a:pt x="5416430" y="2434022"/>
                </a:lnTo>
                <a:lnTo>
                  <a:pt x="5414784" y="2434180"/>
                </a:lnTo>
                <a:lnTo>
                  <a:pt x="5413138" y="2434336"/>
                </a:lnTo>
                <a:lnTo>
                  <a:pt x="5411491" y="2434492"/>
                </a:lnTo>
                <a:lnTo>
                  <a:pt x="5409845" y="2434647"/>
                </a:lnTo>
                <a:lnTo>
                  <a:pt x="5408199" y="2434801"/>
                </a:lnTo>
                <a:lnTo>
                  <a:pt x="5406552" y="2434955"/>
                </a:lnTo>
                <a:lnTo>
                  <a:pt x="5404906" y="2435108"/>
                </a:lnTo>
                <a:lnTo>
                  <a:pt x="5403260" y="2435260"/>
                </a:lnTo>
                <a:lnTo>
                  <a:pt x="5401613" y="2435412"/>
                </a:lnTo>
                <a:lnTo>
                  <a:pt x="5399967" y="2435562"/>
                </a:lnTo>
                <a:lnTo>
                  <a:pt x="5398321" y="2435712"/>
                </a:lnTo>
                <a:lnTo>
                  <a:pt x="5396674" y="2435861"/>
                </a:lnTo>
                <a:lnTo>
                  <a:pt x="5395028" y="2436010"/>
                </a:lnTo>
                <a:lnTo>
                  <a:pt x="5393382" y="2436158"/>
                </a:lnTo>
                <a:lnTo>
                  <a:pt x="5391735" y="2436304"/>
                </a:lnTo>
                <a:lnTo>
                  <a:pt x="5390089" y="2436451"/>
                </a:lnTo>
                <a:lnTo>
                  <a:pt x="5388443" y="2436596"/>
                </a:lnTo>
                <a:lnTo>
                  <a:pt x="5386796" y="2436741"/>
                </a:lnTo>
                <a:lnTo>
                  <a:pt x="5385150" y="2436885"/>
                </a:lnTo>
                <a:lnTo>
                  <a:pt x="5383504" y="2437028"/>
                </a:lnTo>
                <a:lnTo>
                  <a:pt x="5381857" y="2437171"/>
                </a:lnTo>
                <a:lnTo>
                  <a:pt x="5380211" y="2437313"/>
                </a:lnTo>
                <a:lnTo>
                  <a:pt x="5378565" y="2437454"/>
                </a:lnTo>
                <a:lnTo>
                  <a:pt x="5376918" y="2437594"/>
                </a:lnTo>
                <a:lnTo>
                  <a:pt x="5375272" y="2437733"/>
                </a:lnTo>
                <a:lnTo>
                  <a:pt x="5373626" y="2437872"/>
                </a:lnTo>
                <a:lnTo>
                  <a:pt x="5371979" y="2438010"/>
                </a:lnTo>
                <a:lnTo>
                  <a:pt x="5370333" y="2438148"/>
                </a:lnTo>
                <a:lnTo>
                  <a:pt x="5368687" y="2438284"/>
                </a:lnTo>
                <a:lnTo>
                  <a:pt x="5367040" y="2438420"/>
                </a:lnTo>
                <a:lnTo>
                  <a:pt x="5365394" y="2438555"/>
                </a:lnTo>
                <a:lnTo>
                  <a:pt x="5363748" y="2438689"/>
                </a:lnTo>
                <a:lnTo>
                  <a:pt x="5362101" y="2438823"/>
                </a:lnTo>
                <a:lnTo>
                  <a:pt x="5360455" y="2438956"/>
                </a:lnTo>
                <a:lnTo>
                  <a:pt x="5358809" y="2439088"/>
                </a:lnTo>
                <a:lnTo>
                  <a:pt x="5357162" y="2439219"/>
                </a:lnTo>
                <a:lnTo>
                  <a:pt x="5355516" y="2439350"/>
                </a:lnTo>
                <a:lnTo>
                  <a:pt x="5353870" y="2439479"/>
                </a:lnTo>
                <a:lnTo>
                  <a:pt x="5352223" y="2439608"/>
                </a:lnTo>
                <a:lnTo>
                  <a:pt x="5350577" y="2439737"/>
                </a:lnTo>
                <a:lnTo>
                  <a:pt x="5348931" y="2439864"/>
                </a:lnTo>
                <a:lnTo>
                  <a:pt x="5347284" y="2439991"/>
                </a:lnTo>
                <a:lnTo>
                  <a:pt x="5345638" y="2440117"/>
                </a:lnTo>
                <a:lnTo>
                  <a:pt x="5343992" y="2440242"/>
                </a:lnTo>
                <a:lnTo>
                  <a:pt x="5342345" y="2440367"/>
                </a:lnTo>
                <a:lnTo>
                  <a:pt x="5340699" y="2440491"/>
                </a:lnTo>
                <a:lnTo>
                  <a:pt x="5339053" y="2440614"/>
                </a:lnTo>
                <a:lnTo>
                  <a:pt x="5337406" y="2440736"/>
                </a:lnTo>
                <a:lnTo>
                  <a:pt x="5335760" y="2440858"/>
                </a:lnTo>
                <a:lnTo>
                  <a:pt x="5334114" y="2440978"/>
                </a:lnTo>
                <a:lnTo>
                  <a:pt x="5332467" y="2441098"/>
                </a:lnTo>
                <a:lnTo>
                  <a:pt x="5330821" y="2441218"/>
                </a:lnTo>
                <a:lnTo>
                  <a:pt x="5329175" y="2441336"/>
                </a:lnTo>
                <a:lnTo>
                  <a:pt x="5327529" y="2441454"/>
                </a:lnTo>
                <a:lnTo>
                  <a:pt x="5325882" y="2441571"/>
                </a:lnTo>
                <a:lnTo>
                  <a:pt x="5324236" y="2441687"/>
                </a:lnTo>
                <a:lnTo>
                  <a:pt x="5322590" y="2441802"/>
                </a:lnTo>
                <a:lnTo>
                  <a:pt x="5320943" y="2441917"/>
                </a:lnTo>
                <a:lnTo>
                  <a:pt x="5319297" y="2442031"/>
                </a:lnTo>
                <a:lnTo>
                  <a:pt x="5317651" y="2442144"/>
                </a:lnTo>
                <a:lnTo>
                  <a:pt x="5316004" y="2442257"/>
                </a:lnTo>
                <a:lnTo>
                  <a:pt x="5314358" y="2442368"/>
                </a:lnTo>
                <a:lnTo>
                  <a:pt x="5312712" y="2442479"/>
                </a:lnTo>
                <a:lnTo>
                  <a:pt x="5311065" y="2442589"/>
                </a:lnTo>
                <a:lnTo>
                  <a:pt x="5309419" y="2442699"/>
                </a:lnTo>
                <a:lnTo>
                  <a:pt x="5307773" y="2442807"/>
                </a:lnTo>
                <a:lnTo>
                  <a:pt x="5306126" y="2442915"/>
                </a:lnTo>
                <a:lnTo>
                  <a:pt x="5304480" y="2443022"/>
                </a:lnTo>
                <a:lnTo>
                  <a:pt x="5302834" y="2443128"/>
                </a:lnTo>
                <a:lnTo>
                  <a:pt x="5301187" y="2443234"/>
                </a:lnTo>
                <a:lnTo>
                  <a:pt x="5299541" y="2443339"/>
                </a:lnTo>
                <a:lnTo>
                  <a:pt x="5297895" y="2443443"/>
                </a:lnTo>
                <a:lnTo>
                  <a:pt x="5296248" y="2443546"/>
                </a:lnTo>
                <a:lnTo>
                  <a:pt x="5294602" y="2443648"/>
                </a:lnTo>
                <a:lnTo>
                  <a:pt x="5292956" y="2443750"/>
                </a:lnTo>
                <a:lnTo>
                  <a:pt x="5291309" y="2443851"/>
                </a:lnTo>
                <a:lnTo>
                  <a:pt x="5289663" y="2443951"/>
                </a:lnTo>
                <a:lnTo>
                  <a:pt x="5288017" y="2444051"/>
                </a:lnTo>
                <a:lnTo>
                  <a:pt x="5286370" y="2444149"/>
                </a:lnTo>
                <a:lnTo>
                  <a:pt x="5284724" y="2444247"/>
                </a:lnTo>
                <a:lnTo>
                  <a:pt x="5283078" y="2444344"/>
                </a:lnTo>
                <a:lnTo>
                  <a:pt x="5281431" y="2444440"/>
                </a:lnTo>
                <a:lnTo>
                  <a:pt x="5279785" y="2444536"/>
                </a:lnTo>
                <a:lnTo>
                  <a:pt x="5278139" y="2444631"/>
                </a:lnTo>
                <a:lnTo>
                  <a:pt x="5276492" y="2444725"/>
                </a:lnTo>
                <a:lnTo>
                  <a:pt x="5274846" y="2444818"/>
                </a:lnTo>
                <a:lnTo>
                  <a:pt x="5273200" y="2444910"/>
                </a:lnTo>
                <a:lnTo>
                  <a:pt x="5271553" y="2445002"/>
                </a:lnTo>
                <a:lnTo>
                  <a:pt x="5269907" y="2445093"/>
                </a:lnTo>
                <a:lnTo>
                  <a:pt x="5268261" y="2445183"/>
                </a:lnTo>
                <a:lnTo>
                  <a:pt x="5266614" y="2445273"/>
                </a:lnTo>
                <a:lnTo>
                  <a:pt x="5264968" y="2445361"/>
                </a:lnTo>
                <a:lnTo>
                  <a:pt x="5263322" y="2445449"/>
                </a:lnTo>
                <a:lnTo>
                  <a:pt x="5261675" y="2445536"/>
                </a:lnTo>
                <a:lnTo>
                  <a:pt x="5260029" y="2445622"/>
                </a:lnTo>
                <a:lnTo>
                  <a:pt x="5258383" y="2445708"/>
                </a:lnTo>
                <a:lnTo>
                  <a:pt x="5256736" y="2445793"/>
                </a:lnTo>
                <a:lnTo>
                  <a:pt x="5255090" y="2445877"/>
                </a:lnTo>
                <a:lnTo>
                  <a:pt x="5253444" y="2445960"/>
                </a:lnTo>
                <a:lnTo>
                  <a:pt x="5251797" y="2446042"/>
                </a:lnTo>
                <a:lnTo>
                  <a:pt x="5250151" y="2446124"/>
                </a:lnTo>
                <a:lnTo>
                  <a:pt x="5248505" y="2446205"/>
                </a:lnTo>
                <a:lnTo>
                  <a:pt x="5246858" y="2446285"/>
                </a:lnTo>
                <a:lnTo>
                  <a:pt x="5245212" y="2446364"/>
                </a:lnTo>
                <a:lnTo>
                  <a:pt x="5243566" y="2446442"/>
                </a:lnTo>
                <a:lnTo>
                  <a:pt x="5241919" y="2446520"/>
                </a:lnTo>
                <a:lnTo>
                  <a:pt x="5240273" y="2446597"/>
                </a:lnTo>
                <a:lnTo>
                  <a:pt x="5238627" y="2446673"/>
                </a:lnTo>
                <a:lnTo>
                  <a:pt x="5236980" y="2446749"/>
                </a:lnTo>
                <a:lnTo>
                  <a:pt x="5235334" y="2446823"/>
                </a:lnTo>
                <a:lnTo>
                  <a:pt x="5233688" y="2446897"/>
                </a:lnTo>
                <a:lnTo>
                  <a:pt x="5232041" y="2446970"/>
                </a:lnTo>
                <a:lnTo>
                  <a:pt x="5230395" y="2447042"/>
                </a:lnTo>
                <a:lnTo>
                  <a:pt x="5228749" y="2447114"/>
                </a:lnTo>
                <a:lnTo>
                  <a:pt x="5227102" y="2447184"/>
                </a:lnTo>
                <a:lnTo>
                  <a:pt x="5225456" y="2447254"/>
                </a:lnTo>
                <a:lnTo>
                  <a:pt x="5223810" y="2447323"/>
                </a:lnTo>
                <a:lnTo>
                  <a:pt x="5222163" y="2447392"/>
                </a:lnTo>
                <a:lnTo>
                  <a:pt x="5220517" y="2447459"/>
                </a:lnTo>
                <a:lnTo>
                  <a:pt x="5218871" y="2447526"/>
                </a:lnTo>
                <a:lnTo>
                  <a:pt x="5217224" y="2447592"/>
                </a:lnTo>
                <a:lnTo>
                  <a:pt x="5215578" y="2447657"/>
                </a:lnTo>
                <a:lnTo>
                  <a:pt x="5213932" y="2447722"/>
                </a:lnTo>
                <a:lnTo>
                  <a:pt x="5212285" y="2447785"/>
                </a:lnTo>
                <a:lnTo>
                  <a:pt x="5210639" y="2447848"/>
                </a:lnTo>
                <a:lnTo>
                  <a:pt x="5208993" y="2447910"/>
                </a:lnTo>
                <a:lnTo>
                  <a:pt x="5207346" y="2447971"/>
                </a:lnTo>
                <a:lnTo>
                  <a:pt x="5205700" y="2448032"/>
                </a:lnTo>
                <a:lnTo>
                  <a:pt x="5204054" y="2448092"/>
                </a:lnTo>
                <a:lnTo>
                  <a:pt x="5202407" y="2448150"/>
                </a:lnTo>
                <a:lnTo>
                  <a:pt x="5200761" y="2448209"/>
                </a:lnTo>
                <a:lnTo>
                  <a:pt x="5199115" y="2448266"/>
                </a:lnTo>
                <a:lnTo>
                  <a:pt x="5197468" y="2448322"/>
                </a:lnTo>
                <a:lnTo>
                  <a:pt x="5195822" y="2448378"/>
                </a:lnTo>
                <a:lnTo>
                  <a:pt x="5194176" y="2448433"/>
                </a:lnTo>
                <a:lnTo>
                  <a:pt x="5192529" y="2448487"/>
                </a:lnTo>
                <a:lnTo>
                  <a:pt x="5190883" y="2448541"/>
                </a:lnTo>
                <a:lnTo>
                  <a:pt x="5189237" y="2448593"/>
                </a:lnTo>
                <a:lnTo>
                  <a:pt x="5187590" y="2448645"/>
                </a:lnTo>
                <a:lnTo>
                  <a:pt x="5185944" y="2448696"/>
                </a:lnTo>
                <a:lnTo>
                  <a:pt x="5184298" y="2448746"/>
                </a:lnTo>
                <a:lnTo>
                  <a:pt x="5182651" y="2448795"/>
                </a:lnTo>
                <a:lnTo>
                  <a:pt x="5181005" y="2448844"/>
                </a:lnTo>
                <a:lnTo>
                  <a:pt x="5179359" y="2448892"/>
                </a:lnTo>
                <a:lnTo>
                  <a:pt x="5177712" y="2448939"/>
                </a:lnTo>
                <a:lnTo>
                  <a:pt x="5176066" y="2448985"/>
                </a:lnTo>
                <a:lnTo>
                  <a:pt x="5174420" y="2449031"/>
                </a:lnTo>
                <a:lnTo>
                  <a:pt x="5172773" y="2449075"/>
                </a:lnTo>
                <a:lnTo>
                  <a:pt x="5171127" y="2449119"/>
                </a:lnTo>
                <a:lnTo>
                  <a:pt x="5169481" y="2449162"/>
                </a:lnTo>
                <a:lnTo>
                  <a:pt x="5167834" y="2449204"/>
                </a:lnTo>
                <a:lnTo>
                  <a:pt x="5166188" y="2449246"/>
                </a:lnTo>
                <a:lnTo>
                  <a:pt x="5164542" y="2449286"/>
                </a:lnTo>
                <a:lnTo>
                  <a:pt x="5162895" y="2449326"/>
                </a:lnTo>
                <a:lnTo>
                  <a:pt x="5161249" y="2449365"/>
                </a:lnTo>
                <a:lnTo>
                  <a:pt x="5159603" y="2449403"/>
                </a:lnTo>
                <a:lnTo>
                  <a:pt x="5157956" y="2449441"/>
                </a:lnTo>
                <a:lnTo>
                  <a:pt x="5156310" y="2449478"/>
                </a:lnTo>
                <a:lnTo>
                  <a:pt x="5154664" y="2449513"/>
                </a:lnTo>
                <a:lnTo>
                  <a:pt x="5153017" y="2449548"/>
                </a:lnTo>
                <a:lnTo>
                  <a:pt x="5151371" y="2449583"/>
                </a:lnTo>
                <a:lnTo>
                  <a:pt x="5149725" y="2449616"/>
                </a:lnTo>
                <a:lnTo>
                  <a:pt x="5148078" y="2449649"/>
                </a:lnTo>
                <a:lnTo>
                  <a:pt x="5146432" y="2449681"/>
                </a:lnTo>
                <a:lnTo>
                  <a:pt x="5144786" y="2449712"/>
                </a:lnTo>
                <a:lnTo>
                  <a:pt x="5143139" y="2449742"/>
                </a:lnTo>
                <a:lnTo>
                  <a:pt x="5141493" y="2449771"/>
                </a:lnTo>
                <a:lnTo>
                  <a:pt x="5139847" y="2449800"/>
                </a:lnTo>
                <a:lnTo>
                  <a:pt x="5138200" y="2449828"/>
                </a:lnTo>
                <a:lnTo>
                  <a:pt x="5136554" y="2449855"/>
                </a:lnTo>
                <a:lnTo>
                  <a:pt x="5134908" y="2449881"/>
                </a:lnTo>
                <a:lnTo>
                  <a:pt x="5133261" y="2449907"/>
                </a:lnTo>
                <a:lnTo>
                  <a:pt x="5131615" y="2449931"/>
                </a:lnTo>
                <a:lnTo>
                  <a:pt x="5129969" y="2449955"/>
                </a:lnTo>
                <a:lnTo>
                  <a:pt x="5128322" y="2449978"/>
                </a:lnTo>
                <a:lnTo>
                  <a:pt x="5126676" y="2450000"/>
                </a:lnTo>
                <a:lnTo>
                  <a:pt x="5125030" y="2450022"/>
                </a:lnTo>
                <a:lnTo>
                  <a:pt x="5123383" y="2450042"/>
                </a:lnTo>
                <a:lnTo>
                  <a:pt x="5121737" y="2450062"/>
                </a:lnTo>
                <a:lnTo>
                  <a:pt x="5120091" y="2450081"/>
                </a:lnTo>
                <a:lnTo>
                  <a:pt x="5118444" y="2450099"/>
                </a:lnTo>
                <a:lnTo>
                  <a:pt x="5116798" y="2450116"/>
                </a:lnTo>
                <a:lnTo>
                  <a:pt x="5115152" y="2450133"/>
                </a:lnTo>
                <a:lnTo>
                  <a:pt x="5113505" y="2450149"/>
                </a:lnTo>
                <a:lnTo>
                  <a:pt x="5111859" y="2450164"/>
                </a:lnTo>
                <a:lnTo>
                  <a:pt x="5110213" y="2450178"/>
                </a:lnTo>
                <a:lnTo>
                  <a:pt x="5108566" y="2450191"/>
                </a:lnTo>
                <a:lnTo>
                  <a:pt x="5106920" y="2450204"/>
                </a:lnTo>
                <a:lnTo>
                  <a:pt x="5105274" y="2450215"/>
                </a:lnTo>
                <a:lnTo>
                  <a:pt x="5103627" y="2450226"/>
                </a:lnTo>
                <a:lnTo>
                  <a:pt x="5101981" y="2450236"/>
                </a:lnTo>
                <a:lnTo>
                  <a:pt x="5100335" y="2450246"/>
                </a:lnTo>
                <a:lnTo>
                  <a:pt x="5098688" y="2450254"/>
                </a:lnTo>
                <a:lnTo>
                  <a:pt x="5097042" y="2450262"/>
                </a:lnTo>
                <a:lnTo>
                  <a:pt x="5095396" y="2450268"/>
                </a:lnTo>
                <a:lnTo>
                  <a:pt x="5093749" y="2450274"/>
                </a:lnTo>
                <a:lnTo>
                  <a:pt x="5092103" y="2450280"/>
                </a:lnTo>
                <a:lnTo>
                  <a:pt x="5090457" y="2450284"/>
                </a:lnTo>
                <a:lnTo>
                  <a:pt x="5088810" y="2450288"/>
                </a:lnTo>
                <a:lnTo>
                  <a:pt x="5087164" y="2450290"/>
                </a:lnTo>
                <a:lnTo>
                  <a:pt x="5085518" y="2450292"/>
                </a:lnTo>
                <a:lnTo>
                  <a:pt x="5083871" y="2450293"/>
                </a:lnTo>
                <a:lnTo>
                  <a:pt x="5082225" y="2450294"/>
                </a:lnTo>
                <a:lnTo>
                  <a:pt x="5080579" y="2450293"/>
                </a:lnTo>
                <a:lnTo>
                  <a:pt x="5078932" y="2450292"/>
                </a:lnTo>
                <a:lnTo>
                  <a:pt x="5077286" y="2450290"/>
                </a:lnTo>
                <a:lnTo>
                  <a:pt x="5075640" y="2450287"/>
                </a:lnTo>
                <a:lnTo>
                  <a:pt x="5073993" y="2450283"/>
                </a:lnTo>
                <a:lnTo>
                  <a:pt x="5072347" y="2450279"/>
                </a:lnTo>
                <a:lnTo>
                  <a:pt x="5070701" y="2450273"/>
                </a:lnTo>
                <a:lnTo>
                  <a:pt x="5069054" y="2450267"/>
                </a:lnTo>
                <a:lnTo>
                  <a:pt x="5067408" y="2450260"/>
                </a:lnTo>
                <a:lnTo>
                  <a:pt x="5065762" y="2450252"/>
                </a:lnTo>
                <a:lnTo>
                  <a:pt x="5064115" y="2450243"/>
                </a:lnTo>
                <a:lnTo>
                  <a:pt x="5062469" y="2450234"/>
                </a:lnTo>
                <a:lnTo>
                  <a:pt x="5060823" y="2450224"/>
                </a:lnTo>
                <a:lnTo>
                  <a:pt x="5059176" y="2450212"/>
                </a:lnTo>
                <a:lnTo>
                  <a:pt x="5057530" y="2450201"/>
                </a:lnTo>
                <a:lnTo>
                  <a:pt x="5055884" y="2450188"/>
                </a:lnTo>
                <a:lnTo>
                  <a:pt x="5054237" y="2450174"/>
                </a:lnTo>
                <a:lnTo>
                  <a:pt x="5052591" y="2450160"/>
                </a:lnTo>
                <a:lnTo>
                  <a:pt x="5050945" y="2450145"/>
                </a:lnTo>
                <a:lnTo>
                  <a:pt x="5049298" y="2450128"/>
                </a:lnTo>
                <a:lnTo>
                  <a:pt x="5047652" y="2450112"/>
                </a:lnTo>
                <a:lnTo>
                  <a:pt x="5046006" y="2450094"/>
                </a:lnTo>
                <a:lnTo>
                  <a:pt x="5044359" y="2450075"/>
                </a:lnTo>
                <a:lnTo>
                  <a:pt x="5042713" y="2450056"/>
                </a:lnTo>
                <a:lnTo>
                  <a:pt x="5041067" y="2450036"/>
                </a:lnTo>
                <a:lnTo>
                  <a:pt x="5039420" y="2450015"/>
                </a:lnTo>
                <a:lnTo>
                  <a:pt x="5037774" y="2449993"/>
                </a:lnTo>
                <a:lnTo>
                  <a:pt x="5036128" y="2449970"/>
                </a:lnTo>
                <a:lnTo>
                  <a:pt x="5034481" y="2449947"/>
                </a:lnTo>
                <a:lnTo>
                  <a:pt x="5032835" y="2449923"/>
                </a:lnTo>
                <a:lnTo>
                  <a:pt x="5031189" y="2449898"/>
                </a:lnTo>
                <a:lnTo>
                  <a:pt x="5029542" y="2449872"/>
                </a:lnTo>
                <a:lnTo>
                  <a:pt x="5027896" y="2449845"/>
                </a:lnTo>
                <a:lnTo>
                  <a:pt x="5026250" y="2449817"/>
                </a:lnTo>
                <a:lnTo>
                  <a:pt x="5024603" y="2449789"/>
                </a:lnTo>
                <a:lnTo>
                  <a:pt x="5022957" y="2449760"/>
                </a:lnTo>
                <a:lnTo>
                  <a:pt x="5021311" y="2449730"/>
                </a:lnTo>
                <a:lnTo>
                  <a:pt x="5019664" y="2449699"/>
                </a:lnTo>
                <a:lnTo>
                  <a:pt x="5018018" y="2449667"/>
                </a:lnTo>
                <a:lnTo>
                  <a:pt x="5016372" y="2449635"/>
                </a:lnTo>
                <a:lnTo>
                  <a:pt x="5014726" y="2449601"/>
                </a:lnTo>
                <a:lnTo>
                  <a:pt x="5013079" y="2449567"/>
                </a:lnTo>
                <a:lnTo>
                  <a:pt x="5011433" y="2449532"/>
                </a:lnTo>
                <a:lnTo>
                  <a:pt x="5009787" y="2449496"/>
                </a:lnTo>
                <a:lnTo>
                  <a:pt x="5008140" y="2449459"/>
                </a:lnTo>
                <a:lnTo>
                  <a:pt x="5006494" y="2449422"/>
                </a:lnTo>
                <a:lnTo>
                  <a:pt x="5004848" y="2449384"/>
                </a:lnTo>
                <a:lnTo>
                  <a:pt x="5003201" y="2449344"/>
                </a:lnTo>
                <a:lnTo>
                  <a:pt x="5001555" y="2449304"/>
                </a:lnTo>
                <a:lnTo>
                  <a:pt x="4999909" y="2449263"/>
                </a:lnTo>
                <a:lnTo>
                  <a:pt x="4998262" y="2449222"/>
                </a:lnTo>
                <a:lnTo>
                  <a:pt x="4996616" y="2449179"/>
                </a:lnTo>
                <a:lnTo>
                  <a:pt x="4994970" y="2449136"/>
                </a:lnTo>
                <a:lnTo>
                  <a:pt x="4993323" y="2449092"/>
                </a:lnTo>
                <a:lnTo>
                  <a:pt x="4991677" y="2449047"/>
                </a:lnTo>
                <a:lnTo>
                  <a:pt x="4990031" y="2449001"/>
                </a:lnTo>
                <a:lnTo>
                  <a:pt x="4988384" y="2448954"/>
                </a:lnTo>
                <a:lnTo>
                  <a:pt x="4986738" y="2448907"/>
                </a:lnTo>
                <a:lnTo>
                  <a:pt x="4985092" y="2448859"/>
                </a:lnTo>
                <a:lnTo>
                  <a:pt x="4983445" y="2448809"/>
                </a:lnTo>
                <a:lnTo>
                  <a:pt x="4981799" y="2448759"/>
                </a:lnTo>
                <a:lnTo>
                  <a:pt x="4980153" y="2448709"/>
                </a:lnTo>
                <a:lnTo>
                  <a:pt x="4978506" y="2448657"/>
                </a:lnTo>
                <a:lnTo>
                  <a:pt x="4976860" y="2448604"/>
                </a:lnTo>
                <a:lnTo>
                  <a:pt x="4975214" y="2448551"/>
                </a:lnTo>
                <a:lnTo>
                  <a:pt x="4973567" y="2448497"/>
                </a:lnTo>
                <a:lnTo>
                  <a:pt x="4971921" y="2448442"/>
                </a:lnTo>
                <a:lnTo>
                  <a:pt x="4970275" y="2448386"/>
                </a:lnTo>
                <a:lnTo>
                  <a:pt x="4968628" y="2448329"/>
                </a:lnTo>
                <a:lnTo>
                  <a:pt x="4966982" y="2448272"/>
                </a:lnTo>
                <a:lnTo>
                  <a:pt x="4965336" y="2448213"/>
                </a:lnTo>
                <a:lnTo>
                  <a:pt x="4963689" y="2448154"/>
                </a:lnTo>
                <a:lnTo>
                  <a:pt x="4962043" y="2448094"/>
                </a:lnTo>
                <a:lnTo>
                  <a:pt x="4960397" y="2448033"/>
                </a:lnTo>
                <a:lnTo>
                  <a:pt x="4958750" y="2447972"/>
                </a:lnTo>
                <a:lnTo>
                  <a:pt x="4957104" y="2447909"/>
                </a:lnTo>
                <a:lnTo>
                  <a:pt x="4955458" y="2447846"/>
                </a:lnTo>
                <a:lnTo>
                  <a:pt x="4953811" y="2447782"/>
                </a:lnTo>
                <a:lnTo>
                  <a:pt x="4952165" y="2447717"/>
                </a:lnTo>
                <a:lnTo>
                  <a:pt x="4950519" y="2447651"/>
                </a:lnTo>
                <a:lnTo>
                  <a:pt x="4948872" y="2447584"/>
                </a:lnTo>
                <a:lnTo>
                  <a:pt x="4947226" y="2447516"/>
                </a:lnTo>
                <a:lnTo>
                  <a:pt x="4945580" y="2447448"/>
                </a:lnTo>
                <a:lnTo>
                  <a:pt x="4943933" y="2447379"/>
                </a:lnTo>
                <a:lnTo>
                  <a:pt x="4942287" y="2447309"/>
                </a:lnTo>
                <a:lnTo>
                  <a:pt x="4940641" y="2447238"/>
                </a:lnTo>
                <a:lnTo>
                  <a:pt x="4938994" y="2447166"/>
                </a:lnTo>
                <a:lnTo>
                  <a:pt x="4937348" y="2447093"/>
                </a:lnTo>
                <a:lnTo>
                  <a:pt x="4935702" y="2447020"/>
                </a:lnTo>
                <a:lnTo>
                  <a:pt x="4934055" y="2446945"/>
                </a:lnTo>
                <a:lnTo>
                  <a:pt x="4932409" y="2446870"/>
                </a:lnTo>
                <a:lnTo>
                  <a:pt x="4930763" y="2446794"/>
                </a:lnTo>
                <a:lnTo>
                  <a:pt x="4929116" y="2446717"/>
                </a:lnTo>
                <a:lnTo>
                  <a:pt x="4927470" y="2446640"/>
                </a:lnTo>
                <a:lnTo>
                  <a:pt x="4925824" y="2446561"/>
                </a:lnTo>
                <a:lnTo>
                  <a:pt x="4924177" y="2446482"/>
                </a:lnTo>
                <a:lnTo>
                  <a:pt x="4922531" y="2446402"/>
                </a:lnTo>
                <a:lnTo>
                  <a:pt x="4920885" y="2446321"/>
                </a:lnTo>
                <a:lnTo>
                  <a:pt x="4919238" y="2446239"/>
                </a:lnTo>
                <a:lnTo>
                  <a:pt x="4917592" y="2446156"/>
                </a:lnTo>
                <a:lnTo>
                  <a:pt x="4915946" y="2446072"/>
                </a:lnTo>
                <a:lnTo>
                  <a:pt x="4914299" y="2445988"/>
                </a:lnTo>
                <a:lnTo>
                  <a:pt x="4912653" y="2445903"/>
                </a:lnTo>
                <a:lnTo>
                  <a:pt x="4911007" y="2445817"/>
                </a:lnTo>
                <a:lnTo>
                  <a:pt x="4909360" y="2445730"/>
                </a:lnTo>
                <a:lnTo>
                  <a:pt x="4907714" y="2445642"/>
                </a:lnTo>
                <a:lnTo>
                  <a:pt x="4906068" y="2445553"/>
                </a:lnTo>
                <a:lnTo>
                  <a:pt x="4904421" y="2445464"/>
                </a:lnTo>
                <a:lnTo>
                  <a:pt x="4902775" y="2445373"/>
                </a:lnTo>
                <a:lnTo>
                  <a:pt x="4901129" y="2445282"/>
                </a:lnTo>
                <a:lnTo>
                  <a:pt x="4899482" y="2445190"/>
                </a:lnTo>
                <a:lnTo>
                  <a:pt x="4897836" y="2445097"/>
                </a:lnTo>
                <a:lnTo>
                  <a:pt x="4896190" y="2445003"/>
                </a:lnTo>
                <a:lnTo>
                  <a:pt x="4894543" y="2444909"/>
                </a:lnTo>
                <a:lnTo>
                  <a:pt x="4892897" y="2444813"/>
                </a:lnTo>
                <a:lnTo>
                  <a:pt x="4891251" y="2444717"/>
                </a:lnTo>
                <a:lnTo>
                  <a:pt x="4889604" y="2444620"/>
                </a:lnTo>
                <a:lnTo>
                  <a:pt x="4887958" y="2444522"/>
                </a:lnTo>
                <a:lnTo>
                  <a:pt x="4886312" y="2444423"/>
                </a:lnTo>
                <a:lnTo>
                  <a:pt x="4884665" y="2444323"/>
                </a:lnTo>
                <a:lnTo>
                  <a:pt x="4883019" y="2444223"/>
                </a:lnTo>
                <a:lnTo>
                  <a:pt x="4881373" y="2444121"/>
                </a:lnTo>
                <a:lnTo>
                  <a:pt x="4879726" y="2444019"/>
                </a:lnTo>
                <a:lnTo>
                  <a:pt x="4878080" y="2443916"/>
                </a:lnTo>
                <a:lnTo>
                  <a:pt x="4876434" y="2443812"/>
                </a:lnTo>
                <a:lnTo>
                  <a:pt x="4874787" y="2443707"/>
                </a:lnTo>
                <a:lnTo>
                  <a:pt x="4873141" y="2443602"/>
                </a:lnTo>
                <a:lnTo>
                  <a:pt x="4871495" y="2443495"/>
                </a:lnTo>
                <a:lnTo>
                  <a:pt x="4869848" y="2443388"/>
                </a:lnTo>
                <a:lnTo>
                  <a:pt x="4868202" y="2443280"/>
                </a:lnTo>
                <a:lnTo>
                  <a:pt x="4866556" y="2443171"/>
                </a:lnTo>
                <a:lnTo>
                  <a:pt x="4864909" y="2443061"/>
                </a:lnTo>
                <a:lnTo>
                  <a:pt x="4863263" y="2442950"/>
                </a:lnTo>
                <a:lnTo>
                  <a:pt x="4861617" y="2442838"/>
                </a:lnTo>
                <a:lnTo>
                  <a:pt x="4859970" y="2442726"/>
                </a:lnTo>
                <a:lnTo>
                  <a:pt x="4858324" y="2442612"/>
                </a:lnTo>
                <a:lnTo>
                  <a:pt x="4856678" y="2442498"/>
                </a:lnTo>
                <a:lnTo>
                  <a:pt x="4855031" y="2442383"/>
                </a:lnTo>
                <a:lnTo>
                  <a:pt x="4853385" y="2442267"/>
                </a:lnTo>
                <a:lnTo>
                  <a:pt x="4851739" y="2442151"/>
                </a:lnTo>
                <a:lnTo>
                  <a:pt x="4850092" y="2442033"/>
                </a:lnTo>
                <a:lnTo>
                  <a:pt x="4848446" y="2441914"/>
                </a:lnTo>
                <a:lnTo>
                  <a:pt x="4846800" y="2441795"/>
                </a:lnTo>
                <a:lnTo>
                  <a:pt x="4845153" y="2441675"/>
                </a:lnTo>
                <a:lnTo>
                  <a:pt x="4843507" y="2441554"/>
                </a:lnTo>
                <a:lnTo>
                  <a:pt x="4841861" y="2441432"/>
                </a:lnTo>
                <a:lnTo>
                  <a:pt x="4840214" y="2441309"/>
                </a:lnTo>
                <a:lnTo>
                  <a:pt x="4838568" y="2441186"/>
                </a:lnTo>
                <a:lnTo>
                  <a:pt x="4836922" y="2441061"/>
                </a:lnTo>
                <a:lnTo>
                  <a:pt x="4835275" y="2440936"/>
                </a:lnTo>
                <a:lnTo>
                  <a:pt x="4833629" y="2440810"/>
                </a:lnTo>
                <a:lnTo>
                  <a:pt x="4831983" y="2440683"/>
                </a:lnTo>
                <a:lnTo>
                  <a:pt x="4830336" y="2440555"/>
                </a:lnTo>
                <a:lnTo>
                  <a:pt x="4828690" y="2440426"/>
                </a:lnTo>
                <a:lnTo>
                  <a:pt x="4827044" y="2440297"/>
                </a:lnTo>
                <a:lnTo>
                  <a:pt x="4825397" y="2440166"/>
                </a:lnTo>
                <a:lnTo>
                  <a:pt x="4823751" y="2440035"/>
                </a:lnTo>
                <a:lnTo>
                  <a:pt x="4822105" y="2439903"/>
                </a:lnTo>
                <a:lnTo>
                  <a:pt x="4820458" y="2439770"/>
                </a:lnTo>
                <a:lnTo>
                  <a:pt x="4818812" y="2439636"/>
                </a:lnTo>
                <a:lnTo>
                  <a:pt x="4817166" y="2439501"/>
                </a:lnTo>
                <a:lnTo>
                  <a:pt x="4815519" y="2439365"/>
                </a:lnTo>
                <a:lnTo>
                  <a:pt x="4813873" y="2439229"/>
                </a:lnTo>
                <a:lnTo>
                  <a:pt x="4812227" y="2439091"/>
                </a:lnTo>
                <a:lnTo>
                  <a:pt x="4810580" y="2438953"/>
                </a:lnTo>
                <a:lnTo>
                  <a:pt x="4808934" y="2438814"/>
                </a:lnTo>
                <a:lnTo>
                  <a:pt x="4807288" y="2438674"/>
                </a:lnTo>
                <a:lnTo>
                  <a:pt x="4805641" y="2438533"/>
                </a:lnTo>
                <a:lnTo>
                  <a:pt x="4803995" y="2438392"/>
                </a:lnTo>
                <a:lnTo>
                  <a:pt x="4802349" y="2438249"/>
                </a:lnTo>
                <a:lnTo>
                  <a:pt x="4800702" y="2438106"/>
                </a:lnTo>
                <a:lnTo>
                  <a:pt x="4799056" y="2437962"/>
                </a:lnTo>
                <a:lnTo>
                  <a:pt x="4797410" y="2437817"/>
                </a:lnTo>
                <a:lnTo>
                  <a:pt x="4795763" y="2437671"/>
                </a:lnTo>
                <a:lnTo>
                  <a:pt x="4794117" y="2437524"/>
                </a:lnTo>
                <a:lnTo>
                  <a:pt x="4792471" y="2437376"/>
                </a:lnTo>
                <a:lnTo>
                  <a:pt x="4790824" y="2437228"/>
                </a:lnTo>
                <a:lnTo>
                  <a:pt x="4789178" y="2437078"/>
                </a:lnTo>
                <a:lnTo>
                  <a:pt x="4787532" y="2436928"/>
                </a:lnTo>
                <a:lnTo>
                  <a:pt x="4785885" y="2436777"/>
                </a:lnTo>
                <a:lnTo>
                  <a:pt x="4784239" y="2436625"/>
                </a:lnTo>
                <a:lnTo>
                  <a:pt x="4782593" y="2436472"/>
                </a:lnTo>
                <a:lnTo>
                  <a:pt x="4780946" y="2436318"/>
                </a:lnTo>
                <a:lnTo>
                  <a:pt x="4779300" y="2436164"/>
                </a:lnTo>
                <a:lnTo>
                  <a:pt x="4777654" y="2436008"/>
                </a:lnTo>
                <a:lnTo>
                  <a:pt x="4776007" y="2435852"/>
                </a:lnTo>
                <a:lnTo>
                  <a:pt x="4774361" y="2435695"/>
                </a:lnTo>
                <a:lnTo>
                  <a:pt x="4772715" y="2435537"/>
                </a:lnTo>
                <a:lnTo>
                  <a:pt x="4771068" y="2435378"/>
                </a:lnTo>
                <a:lnTo>
                  <a:pt x="4769422" y="2435218"/>
                </a:lnTo>
                <a:lnTo>
                  <a:pt x="4767776" y="2435057"/>
                </a:lnTo>
                <a:lnTo>
                  <a:pt x="4766129" y="2434896"/>
                </a:lnTo>
                <a:lnTo>
                  <a:pt x="4764483" y="2434733"/>
                </a:lnTo>
                <a:lnTo>
                  <a:pt x="4762837" y="2434570"/>
                </a:lnTo>
                <a:lnTo>
                  <a:pt x="4761190" y="2434406"/>
                </a:lnTo>
                <a:lnTo>
                  <a:pt x="4759544" y="2434241"/>
                </a:lnTo>
                <a:lnTo>
                  <a:pt x="4757898" y="2434075"/>
                </a:lnTo>
                <a:lnTo>
                  <a:pt x="4756251" y="2433908"/>
                </a:lnTo>
                <a:lnTo>
                  <a:pt x="4754605" y="2433741"/>
                </a:lnTo>
                <a:lnTo>
                  <a:pt x="4752959" y="2433572"/>
                </a:lnTo>
                <a:lnTo>
                  <a:pt x="4751312" y="2433403"/>
                </a:lnTo>
                <a:lnTo>
                  <a:pt x="4749666" y="2433233"/>
                </a:lnTo>
                <a:lnTo>
                  <a:pt x="4748020" y="2433062"/>
                </a:lnTo>
                <a:lnTo>
                  <a:pt x="4746373" y="2432890"/>
                </a:lnTo>
                <a:lnTo>
                  <a:pt x="4744727" y="2432717"/>
                </a:lnTo>
                <a:lnTo>
                  <a:pt x="4743081" y="2432543"/>
                </a:lnTo>
                <a:lnTo>
                  <a:pt x="4741434" y="2432369"/>
                </a:lnTo>
                <a:lnTo>
                  <a:pt x="4739788" y="2432193"/>
                </a:lnTo>
                <a:lnTo>
                  <a:pt x="4738142" y="2432017"/>
                </a:lnTo>
                <a:lnTo>
                  <a:pt x="4736495" y="2431840"/>
                </a:lnTo>
                <a:lnTo>
                  <a:pt x="4734849" y="2431662"/>
                </a:lnTo>
                <a:lnTo>
                  <a:pt x="4733203" y="2431483"/>
                </a:lnTo>
                <a:lnTo>
                  <a:pt x="4731556" y="2431303"/>
                </a:lnTo>
                <a:lnTo>
                  <a:pt x="4729910" y="2431122"/>
                </a:lnTo>
                <a:lnTo>
                  <a:pt x="4728264" y="2430941"/>
                </a:lnTo>
                <a:lnTo>
                  <a:pt x="4726617" y="2430758"/>
                </a:lnTo>
                <a:lnTo>
                  <a:pt x="4724971" y="2430575"/>
                </a:lnTo>
                <a:lnTo>
                  <a:pt x="4723325" y="2430391"/>
                </a:lnTo>
                <a:lnTo>
                  <a:pt x="4721678" y="2430206"/>
                </a:lnTo>
                <a:lnTo>
                  <a:pt x="4720032" y="2430020"/>
                </a:lnTo>
                <a:lnTo>
                  <a:pt x="4718386" y="2429833"/>
                </a:lnTo>
                <a:lnTo>
                  <a:pt x="4716739" y="2429646"/>
                </a:lnTo>
                <a:lnTo>
                  <a:pt x="4715093" y="2429457"/>
                </a:lnTo>
                <a:lnTo>
                  <a:pt x="4713447" y="2429268"/>
                </a:lnTo>
                <a:lnTo>
                  <a:pt x="4711800" y="2429078"/>
                </a:lnTo>
                <a:lnTo>
                  <a:pt x="4710154" y="2428887"/>
                </a:lnTo>
                <a:lnTo>
                  <a:pt x="4708508" y="2428695"/>
                </a:lnTo>
                <a:lnTo>
                  <a:pt x="4706861" y="2428502"/>
                </a:lnTo>
                <a:lnTo>
                  <a:pt x="4705215" y="2428308"/>
                </a:lnTo>
                <a:lnTo>
                  <a:pt x="4703569" y="2428113"/>
                </a:lnTo>
                <a:lnTo>
                  <a:pt x="4701923" y="2427918"/>
                </a:lnTo>
                <a:lnTo>
                  <a:pt x="4700276" y="2427722"/>
                </a:lnTo>
                <a:lnTo>
                  <a:pt x="4698630" y="2427524"/>
                </a:lnTo>
                <a:lnTo>
                  <a:pt x="4696984" y="2427326"/>
                </a:lnTo>
                <a:lnTo>
                  <a:pt x="4695337" y="2427127"/>
                </a:lnTo>
                <a:lnTo>
                  <a:pt x="4693691" y="2426927"/>
                </a:lnTo>
                <a:lnTo>
                  <a:pt x="4692045" y="2426727"/>
                </a:lnTo>
                <a:lnTo>
                  <a:pt x="4690398" y="2426525"/>
                </a:lnTo>
                <a:lnTo>
                  <a:pt x="4688752" y="2426323"/>
                </a:lnTo>
                <a:lnTo>
                  <a:pt x="4687106" y="2426119"/>
                </a:lnTo>
                <a:lnTo>
                  <a:pt x="4685459" y="2425915"/>
                </a:lnTo>
                <a:lnTo>
                  <a:pt x="4683813" y="2425710"/>
                </a:lnTo>
                <a:lnTo>
                  <a:pt x="4682167" y="2425504"/>
                </a:lnTo>
                <a:lnTo>
                  <a:pt x="4680520" y="2425297"/>
                </a:lnTo>
                <a:lnTo>
                  <a:pt x="4678874" y="2425089"/>
                </a:lnTo>
                <a:lnTo>
                  <a:pt x="4677228" y="2424881"/>
                </a:lnTo>
                <a:lnTo>
                  <a:pt x="4675581" y="2424671"/>
                </a:lnTo>
                <a:lnTo>
                  <a:pt x="4673935" y="2424461"/>
                </a:lnTo>
                <a:lnTo>
                  <a:pt x="4672289" y="2424250"/>
                </a:lnTo>
                <a:lnTo>
                  <a:pt x="4670642" y="2424037"/>
                </a:lnTo>
                <a:lnTo>
                  <a:pt x="4668996" y="2423824"/>
                </a:lnTo>
                <a:lnTo>
                  <a:pt x="4667350" y="2423611"/>
                </a:lnTo>
                <a:lnTo>
                  <a:pt x="4665703" y="2423396"/>
                </a:lnTo>
                <a:lnTo>
                  <a:pt x="4664057" y="2423180"/>
                </a:lnTo>
                <a:lnTo>
                  <a:pt x="4662411" y="2422964"/>
                </a:lnTo>
                <a:lnTo>
                  <a:pt x="4660764" y="2422746"/>
                </a:lnTo>
                <a:lnTo>
                  <a:pt x="4659118" y="2422528"/>
                </a:lnTo>
                <a:lnTo>
                  <a:pt x="4657472" y="2422309"/>
                </a:lnTo>
                <a:lnTo>
                  <a:pt x="4655825" y="2422089"/>
                </a:lnTo>
                <a:lnTo>
                  <a:pt x="4654179" y="2421868"/>
                </a:lnTo>
                <a:lnTo>
                  <a:pt x="4652533" y="2421646"/>
                </a:lnTo>
                <a:lnTo>
                  <a:pt x="4650886" y="2421424"/>
                </a:lnTo>
                <a:lnTo>
                  <a:pt x="4649240" y="2421200"/>
                </a:lnTo>
                <a:lnTo>
                  <a:pt x="4647594" y="2420976"/>
                </a:lnTo>
                <a:lnTo>
                  <a:pt x="4645947" y="2420750"/>
                </a:lnTo>
                <a:lnTo>
                  <a:pt x="4644301" y="2420524"/>
                </a:lnTo>
                <a:lnTo>
                  <a:pt x="4642655" y="2420297"/>
                </a:lnTo>
                <a:lnTo>
                  <a:pt x="4641008" y="2420069"/>
                </a:lnTo>
                <a:lnTo>
                  <a:pt x="4639362" y="2419840"/>
                </a:lnTo>
                <a:lnTo>
                  <a:pt x="4637716" y="2419611"/>
                </a:lnTo>
                <a:lnTo>
                  <a:pt x="4636069" y="2419380"/>
                </a:lnTo>
                <a:lnTo>
                  <a:pt x="4634423" y="2419148"/>
                </a:lnTo>
                <a:lnTo>
                  <a:pt x="4632777" y="2418916"/>
                </a:lnTo>
                <a:lnTo>
                  <a:pt x="4631130" y="2418683"/>
                </a:lnTo>
                <a:lnTo>
                  <a:pt x="4629484" y="2418449"/>
                </a:lnTo>
                <a:lnTo>
                  <a:pt x="4627838" y="2418214"/>
                </a:lnTo>
                <a:lnTo>
                  <a:pt x="4626191" y="2417978"/>
                </a:lnTo>
                <a:lnTo>
                  <a:pt x="4624545" y="2417741"/>
                </a:lnTo>
                <a:lnTo>
                  <a:pt x="4622899" y="2417504"/>
                </a:lnTo>
                <a:lnTo>
                  <a:pt x="4621252" y="2417265"/>
                </a:lnTo>
                <a:lnTo>
                  <a:pt x="4619606" y="2417026"/>
                </a:lnTo>
                <a:lnTo>
                  <a:pt x="4617960" y="2416785"/>
                </a:lnTo>
                <a:lnTo>
                  <a:pt x="4616313" y="2416544"/>
                </a:lnTo>
                <a:lnTo>
                  <a:pt x="4614667" y="2416302"/>
                </a:lnTo>
                <a:lnTo>
                  <a:pt x="4613021" y="2416059"/>
                </a:lnTo>
                <a:lnTo>
                  <a:pt x="4611374" y="2415815"/>
                </a:lnTo>
                <a:lnTo>
                  <a:pt x="4609728" y="2415571"/>
                </a:lnTo>
                <a:lnTo>
                  <a:pt x="4608082" y="2415325"/>
                </a:lnTo>
                <a:lnTo>
                  <a:pt x="4606435" y="2415079"/>
                </a:lnTo>
                <a:lnTo>
                  <a:pt x="4604789" y="2414831"/>
                </a:lnTo>
                <a:lnTo>
                  <a:pt x="4603143" y="2414583"/>
                </a:lnTo>
                <a:lnTo>
                  <a:pt x="4601496" y="2414334"/>
                </a:lnTo>
                <a:lnTo>
                  <a:pt x="4599850" y="2414084"/>
                </a:lnTo>
                <a:lnTo>
                  <a:pt x="4598204" y="2413833"/>
                </a:lnTo>
                <a:lnTo>
                  <a:pt x="4596557" y="2413581"/>
                </a:lnTo>
                <a:lnTo>
                  <a:pt x="4594911" y="2413329"/>
                </a:lnTo>
                <a:lnTo>
                  <a:pt x="4593265" y="2413075"/>
                </a:lnTo>
                <a:lnTo>
                  <a:pt x="4591618" y="2412821"/>
                </a:lnTo>
                <a:lnTo>
                  <a:pt x="4589972" y="2412565"/>
                </a:lnTo>
                <a:lnTo>
                  <a:pt x="4588326" y="2412309"/>
                </a:lnTo>
                <a:lnTo>
                  <a:pt x="4586679" y="2412052"/>
                </a:lnTo>
                <a:lnTo>
                  <a:pt x="4585033" y="2411794"/>
                </a:lnTo>
                <a:lnTo>
                  <a:pt x="4583387" y="2411535"/>
                </a:lnTo>
                <a:lnTo>
                  <a:pt x="4581740" y="2411276"/>
                </a:lnTo>
                <a:lnTo>
                  <a:pt x="4580094" y="2411015"/>
                </a:lnTo>
                <a:lnTo>
                  <a:pt x="4578448" y="2410753"/>
                </a:lnTo>
                <a:lnTo>
                  <a:pt x="4576801" y="2410491"/>
                </a:lnTo>
                <a:lnTo>
                  <a:pt x="4575155" y="2410228"/>
                </a:lnTo>
                <a:lnTo>
                  <a:pt x="4573509" y="2409964"/>
                </a:lnTo>
                <a:lnTo>
                  <a:pt x="4571862" y="2409699"/>
                </a:lnTo>
                <a:lnTo>
                  <a:pt x="4570216" y="2409433"/>
                </a:lnTo>
                <a:lnTo>
                  <a:pt x="4568570" y="2409166"/>
                </a:lnTo>
                <a:lnTo>
                  <a:pt x="4566923" y="2408898"/>
                </a:lnTo>
                <a:lnTo>
                  <a:pt x="4565277" y="2408630"/>
                </a:lnTo>
                <a:lnTo>
                  <a:pt x="4563631" y="2408360"/>
                </a:lnTo>
                <a:lnTo>
                  <a:pt x="4561984" y="2408090"/>
                </a:lnTo>
                <a:lnTo>
                  <a:pt x="4560338" y="2407818"/>
                </a:lnTo>
                <a:lnTo>
                  <a:pt x="4558692" y="2407546"/>
                </a:lnTo>
                <a:lnTo>
                  <a:pt x="4557045" y="2407273"/>
                </a:lnTo>
                <a:lnTo>
                  <a:pt x="4555399" y="2406999"/>
                </a:lnTo>
                <a:lnTo>
                  <a:pt x="4553753" y="2406725"/>
                </a:lnTo>
                <a:lnTo>
                  <a:pt x="4552106" y="2406449"/>
                </a:lnTo>
                <a:lnTo>
                  <a:pt x="4550460" y="2406172"/>
                </a:lnTo>
                <a:lnTo>
                  <a:pt x="4548814" y="2405895"/>
                </a:lnTo>
                <a:lnTo>
                  <a:pt x="4547167" y="2405617"/>
                </a:lnTo>
                <a:lnTo>
                  <a:pt x="4545521" y="2405337"/>
                </a:lnTo>
                <a:lnTo>
                  <a:pt x="4543875" y="2405057"/>
                </a:lnTo>
                <a:lnTo>
                  <a:pt x="4542228" y="2404776"/>
                </a:lnTo>
                <a:lnTo>
                  <a:pt x="4540582" y="2404494"/>
                </a:lnTo>
                <a:lnTo>
                  <a:pt x="4538936" y="2404211"/>
                </a:lnTo>
                <a:lnTo>
                  <a:pt x="4537289" y="2403928"/>
                </a:lnTo>
                <a:lnTo>
                  <a:pt x="4535643" y="2403643"/>
                </a:lnTo>
                <a:lnTo>
                  <a:pt x="4533997" y="2403358"/>
                </a:lnTo>
                <a:lnTo>
                  <a:pt x="4532350" y="2403071"/>
                </a:lnTo>
                <a:lnTo>
                  <a:pt x="4530704" y="2402784"/>
                </a:lnTo>
                <a:lnTo>
                  <a:pt x="4529058" y="2402496"/>
                </a:lnTo>
                <a:lnTo>
                  <a:pt x="4527411" y="2402207"/>
                </a:lnTo>
                <a:lnTo>
                  <a:pt x="4525765" y="2401917"/>
                </a:lnTo>
                <a:lnTo>
                  <a:pt x="4524119" y="2401626"/>
                </a:lnTo>
                <a:lnTo>
                  <a:pt x="4522472" y="2401335"/>
                </a:lnTo>
                <a:lnTo>
                  <a:pt x="4520826" y="2401042"/>
                </a:lnTo>
                <a:lnTo>
                  <a:pt x="4519180" y="2400749"/>
                </a:lnTo>
                <a:lnTo>
                  <a:pt x="4517533" y="2400454"/>
                </a:lnTo>
                <a:lnTo>
                  <a:pt x="4515887" y="2400159"/>
                </a:lnTo>
                <a:lnTo>
                  <a:pt x="4514241" y="2399863"/>
                </a:lnTo>
                <a:lnTo>
                  <a:pt x="4512594" y="2399566"/>
                </a:lnTo>
                <a:lnTo>
                  <a:pt x="4510948" y="2399268"/>
                </a:lnTo>
                <a:lnTo>
                  <a:pt x="4509302" y="2398969"/>
                </a:lnTo>
                <a:lnTo>
                  <a:pt x="4507655" y="2398669"/>
                </a:lnTo>
                <a:lnTo>
                  <a:pt x="4506009" y="2398369"/>
                </a:lnTo>
                <a:lnTo>
                  <a:pt x="4504363" y="2398067"/>
                </a:lnTo>
                <a:lnTo>
                  <a:pt x="4502716" y="2397765"/>
                </a:lnTo>
                <a:lnTo>
                  <a:pt x="4501070" y="2397462"/>
                </a:lnTo>
                <a:lnTo>
                  <a:pt x="4499424" y="2397158"/>
                </a:lnTo>
                <a:lnTo>
                  <a:pt x="4497777" y="2396853"/>
                </a:lnTo>
                <a:lnTo>
                  <a:pt x="4496131" y="2396547"/>
                </a:lnTo>
                <a:lnTo>
                  <a:pt x="4494485" y="2396240"/>
                </a:lnTo>
                <a:lnTo>
                  <a:pt x="4492838" y="2395932"/>
                </a:lnTo>
                <a:lnTo>
                  <a:pt x="4491192" y="2395624"/>
                </a:lnTo>
                <a:lnTo>
                  <a:pt x="4489546" y="2395314"/>
                </a:lnTo>
                <a:lnTo>
                  <a:pt x="4487899" y="2395004"/>
                </a:lnTo>
                <a:lnTo>
                  <a:pt x="4486253" y="2394692"/>
                </a:lnTo>
                <a:lnTo>
                  <a:pt x="4484607" y="2394380"/>
                </a:lnTo>
                <a:lnTo>
                  <a:pt x="4482960" y="2394067"/>
                </a:lnTo>
                <a:lnTo>
                  <a:pt x="4481314" y="2393753"/>
                </a:lnTo>
                <a:lnTo>
                  <a:pt x="4479668" y="2393438"/>
                </a:lnTo>
                <a:lnTo>
                  <a:pt x="4478021" y="2393123"/>
                </a:lnTo>
                <a:lnTo>
                  <a:pt x="4476375" y="2392806"/>
                </a:lnTo>
                <a:lnTo>
                  <a:pt x="4474729" y="2392489"/>
                </a:lnTo>
                <a:lnTo>
                  <a:pt x="4473082" y="2392170"/>
                </a:lnTo>
                <a:lnTo>
                  <a:pt x="4471436" y="2391851"/>
                </a:lnTo>
                <a:lnTo>
                  <a:pt x="4469790" y="2391531"/>
                </a:lnTo>
                <a:lnTo>
                  <a:pt x="4468143" y="2391210"/>
                </a:lnTo>
                <a:lnTo>
                  <a:pt x="4466497" y="2390888"/>
                </a:lnTo>
                <a:lnTo>
                  <a:pt x="4464851" y="2390565"/>
                </a:lnTo>
                <a:lnTo>
                  <a:pt x="4463204" y="2390241"/>
                </a:lnTo>
                <a:lnTo>
                  <a:pt x="4461558" y="2389916"/>
                </a:lnTo>
                <a:lnTo>
                  <a:pt x="4459912" y="2389591"/>
                </a:lnTo>
                <a:lnTo>
                  <a:pt x="4458265" y="2389264"/>
                </a:lnTo>
                <a:lnTo>
                  <a:pt x="4456619" y="2388937"/>
                </a:lnTo>
                <a:lnTo>
                  <a:pt x="4454973" y="2388609"/>
                </a:lnTo>
                <a:lnTo>
                  <a:pt x="4453326" y="2388280"/>
                </a:lnTo>
                <a:lnTo>
                  <a:pt x="4451680" y="2387950"/>
                </a:lnTo>
                <a:lnTo>
                  <a:pt x="4450034" y="2387619"/>
                </a:lnTo>
                <a:lnTo>
                  <a:pt x="4448387" y="2387287"/>
                </a:lnTo>
                <a:lnTo>
                  <a:pt x="4446741" y="2386954"/>
                </a:lnTo>
                <a:lnTo>
                  <a:pt x="4445095" y="2386621"/>
                </a:lnTo>
                <a:lnTo>
                  <a:pt x="4443448" y="2386286"/>
                </a:lnTo>
                <a:lnTo>
                  <a:pt x="4441802" y="2385951"/>
                </a:lnTo>
                <a:lnTo>
                  <a:pt x="4440156" y="2385615"/>
                </a:lnTo>
                <a:lnTo>
                  <a:pt x="4438509" y="2385277"/>
                </a:lnTo>
                <a:lnTo>
                  <a:pt x="4436863" y="2384939"/>
                </a:lnTo>
                <a:lnTo>
                  <a:pt x="4435217" y="2384600"/>
                </a:lnTo>
                <a:lnTo>
                  <a:pt x="4433570" y="2384261"/>
                </a:lnTo>
                <a:lnTo>
                  <a:pt x="4431924" y="2383920"/>
                </a:lnTo>
                <a:lnTo>
                  <a:pt x="4430278" y="2383578"/>
                </a:lnTo>
                <a:lnTo>
                  <a:pt x="4428631" y="2383236"/>
                </a:lnTo>
                <a:lnTo>
                  <a:pt x="4426985" y="2382892"/>
                </a:lnTo>
                <a:lnTo>
                  <a:pt x="4425339" y="2382548"/>
                </a:lnTo>
                <a:lnTo>
                  <a:pt x="4423692" y="2382203"/>
                </a:lnTo>
                <a:lnTo>
                  <a:pt x="4422046" y="2381857"/>
                </a:lnTo>
                <a:lnTo>
                  <a:pt x="4420400" y="2381510"/>
                </a:lnTo>
                <a:lnTo>
                  <a:pt x="4418753" y="2381162"/>
                </a:lnTo>
                <a:lnTo>
                  <a:pt x="4417107" y="2380813"/>
                </a:lnTo>
                <a:lnTo>
                  <a:pt x="4415461" y="2380463"/>
                </a:lnTo>
                <a:lnTo>
                  <a:pt x="4413814" y="2380113"/>
                </a:lnTo>
                <a:lnTo>
                  <a:pt x="4412168" y="2379761"/>
                </a:lnTo>
                <a:lnTo>
                  <a:pt x="4410522" y="2379409"/>
                </a:lnTo>
                <a:lnTo>
                  <a:pt x="4408875" y="2379056"/>
                </a:lnTo>
                <a:lnTo>
                  <a:pt x="4407229" y="2378701"/>
                </a:lnTo>
                <a:lnTo>
                  <a:pt x="4405583" y="2378346"/>
                </a:lnTo>
                <a:lnTo>
                  <a:pt x="4403936" y="2377991"/>
                </a:lnTo>
                <a:lnTo>
                  <a:pt x="4402290" y="2377634"/>
                </a:lnTo>
                <a:lnTo>
                  <a:pt x="4400644" y="2377276"/>
                </a:lnTo>
                <a:lnTo>
                  <a:pt x="4398997" y="2376917"/>
                </a:lnTo>
                <a:lnTo>
                  <a:pt x="4397351" y="2376558"/>
                </a:lnTo>
                <a:lnTo>
                  <a:pt x="4395705" y="2376197"/>
                </a:lnTo>
                <a:lnTo>
                  <a:pt x="4394058" y="2375836"/>
                </a:lnTo>
                <a:lnTo>
                  <a:pt x="4392412" y="2375474"/>
                </a:lnTo>
                <a:lnTo>
                  <a:pt x="4390766" y="2375111"/>
                </a:lnTo>
                <a:lnTo>
                  <a:pt x="4389120" y="2374747"/>
                </a:lnTo>
                <a:lnTo>
                  <a:pt x="4387473" y="2374382"/>
                </a:lnTo>
                <a:lnTo>
                  <a:pt x="4385827" y="2374016"/>
                </a:lnTo>
                <a:lnTo>
                  <a:pt x="4384181" y="2373649"/>
                </a:lnTo>
                <a:lnTo>
                  <a:pt x="4382534" y="2373282"/>
                </a:lnTo>
                <a:lnTo>
                  <a:pt x="4380888" y="2372913"/>
                </a:lnTo>
                <a:lnTo>
                  <a:pt x="4379242" y="2372544"/>
                </a:lnTo>
                <a:lnTo>
                  <a:pt x="4377595" y="2372174"/>
                </a:lnTo>
                <a:lnTo>
                  <a:pt x="4375949" y="2371803"/>
                </a:lnTo>
                <a:lnTo>
                  <a:pt x="4374303" y="2371431"/>
                </a:lnTo>
                <a:lnTo>
                  <a:pt x="4372656" y="2371058"/>
                </a:lnTo>
                <a:lnTo>
                  <a:pt x="4371010" y="2370684"/>
                </a:lnTo>
                <a:lnTo>
                  <a:pt x="4369364" y="2370309"/>
                </a:lnTo>
                <a:lnTo>
                  <a:pt x="4367717" y="2369933"/>
                </a:lnTo>
                <a:lnTo>
                  <a:pt x="4366071" y="2369557"/>
                </a:lnTo>
                <a:lnTo>
                  <a:pt x="4364425" y="2369179"/>
                </a:lnTo>
                <a:lnTo>
                  <a:pt x="4362778" y="2368801"/>
                </a:lnTo>
                <a:lnTo>
                  <a:pt x="4361132" y="2368422"/>
                </a:lnTo>
                <a:lnTo>
                  <a:pt x="4359486" y="2368042"/>
                </a:lnTo>
                <a:lnTo>
                  <a:pt x="4357839" y="2367661"/>
                </a:lnTo>
                <a:lnTo>
                  <a:pt x="4356193" y="2367279"/>
                </a:lnTo>
                <a:lnTo>
                  <a:pt x="4354547" y="2366896"/>
                </a:lnTo>
                <a:lnTo>
                  <a:pt x="4352900" y="2366512"/>
                </a:lnTo>
                <a:lnTo>
                  <a:pt x="4351254" y="2366128"/>
                </a:lnTo>
                <a:lnTo>
                  <a:pt x="4349608" y="2365742"/>
                </a:lnTo>
                <a:lnTo>
                  <a:pt x="4347961" y="2365356"/>
                </a:lnTo>
                <a:lnTo>
                  <a:pt x="4346315" y="2364969"/>
                </a:lnTo>
                <a:lnTo>
                  <a:pt x="4344669" y="2364581"/>
                </a:lnTo>
                <a:lnTo>
                  <a:pt x="4343022" y="2364191"/>
                </a:lnTo>
                <a:lnTo>
                  <a:pt x="4341376" y="2363801"/>
                </a:lnTo>
                <a:lnTo>
                  <a:pt x="4339730" y="2363411"/>
                </a:lnTo>
                <a:lnTo>
                  <a:pt x="4338083" y="2363019"/>
                </a:lnTo>
                <a:lnTo>
                  <a:pt x="4336437" y="2362626"/>
                </a:lnTo>
                <a:lnTo>
                  <a:pt x="4334791" y="2362233"/>
                </a:lnTo>
                <a:lnTo>
                  <a:pt x="4333144" y="2361838"/>
                </a:lnTo>
                <a:lnTo>
                  <a:pt x="4331498" y="2361443"/>
                </a:lnTo>
                <a:lnTo>
                  <a:pt x="4329852" y="2361047"/>
                </a:lnTo>
                <a:lnTo>
                  <a:pt x="4328205" y="2360650"/>
                </a:lnTo>
                <a:lnTo>
                  <a:pt x="4326559" y="2360251"/>
                </a:lnTo>
                <a:lnTo>
                  <a:pt x="4324913" y="2359853"/>
                </a:lnTo>
                <a:lnTo>
                  <a:pt x="4323266" y="2359453"/>
                </a:lnTo>
                <a:lnTo>
                  <a:pt x="4321620" y="2359052"/>
                </a:lnTo>
                <a:lnTo>
                  <a:pt x="4319974" y="2358650"/>
                </a:lnTo>
                <a:lnTo>
                  <a:pt x="4318327" y="2358248"/>
                </a:lnTo>
                <a:lnTo>
                  <a:pt x="4316681" y="2357844"/>
                </a:lnTo>
                <a:lnTo>
                  <a:pt x="4315035" y="2357440"/>
                </a:lnTo>
                <a:lnTo>
                  <a:pt x="4313388" y="2357035"/>
                </a:lnTo>
                <a:lnTo>
                  <a:pt x="4311742" y="2356629"/>
                </a:lnTo>
                <a:lnTo>
                  <a:pt x="4310096" y="2356222"/>
                </a:lnTo>
                <a:lnTo>
                  <a:pt x="4308449" y="2355814"/>
                </a:lnTo>
                <a:lnTo>
                  <a:pt x="4306803" y="2355405"/>
                </a:lnTo>
                <a:lnTo>
                  <a:pt x="4305157" y="2354996"/>
                </a:lnTo>
                <a:lnTo>
                  <a:pt x="4303510" y="2354585"/>
                </a:lnTo>
                <a:lnTo>
                  <a:pt x="4301864" y="2354174"/>
                </a:lnTo>
                <a:lnTo>
                  <a:pt x="4300218" y="2353761"/>
                </a:lnTo>
                <a:lnTo>
                  <a:pt x="4298571" y="2353348"/>
                </a:lnTo>
                <a:lnTo>
                  <a:pt x="4296925" y="2352934"/>
                </a:lnTo>
                <a:lnTo>
                  <a:pt x="4295279" y="2352519"/>
                </a:lnTo>
                <a:lnTo>
                  <a:pt x="4293632" y="2352103"/>
                </a:lnTo>
                <a:lnTo>
                  <a:pt x="4291986" y="2351686"/>
                </a:lnTo>
                <a:lnTo>
                  <a:pt x="4290340" y="2351268"/>
                </a:lnTo>
                <a:lnTo>
                  <a:pt x="4288693" y="2350849"/>
                </a:lnTo>
                <a:lnTo>
                  <a:pt x="4287047" y="2350430"/>
                </a:lnTo>
                <a:lnTo>
                  <a:pt x="4285401" y="2350010"/>
                </a:lnTo>
                <a:lnTo>
                  <a:pt x="4283754" y="2349588"/>
                </a:lnTo>
                <a:lnTo>
                  <a:pt x="4282108" y="2349166"/>
                </a:lnTo>
                <a:lnTo>
                  <a:pt x="4280462" y="2348743"/>
                </a:lnTo>
                <a:lnTo>
                  <a:pt x="4278815" y="2348319"/>
                </a:lnTo>
                <a:lnTo>
                  <a:pt x="4277169" y="2347894"/>
                </a:lnTo>
                <a:lnTo>
                  <a:pt x="4275523" y="2347468"/>
                </a:lnTo>
                <a:lnTo>
                  <a:pt x="4273876" y="2347041"/>
                </a:lnTo>
                <a:lnTo>
                  <a:pt x="4272230" y="2346614"/>
                </a:lnTo>
                <a:lnTo>
                  <a:pt x="4270584" y="2346185"/>
                </a:lnTo>
                <a:lnTo>
                  <a:pt x="4268937" y="2345756"/>
                </a:lnTo>
                <a:lnTo>
                  <a:pt x="4267291" y="2345326"/>
                </a:lnTo>
                <a:lnTo>
                  <a:pt x="4265645" y="2344894"/>
                </a:lnTo>
                <a:lnTo>
                  <a:pt x="4263998" y="2344462"/>
                </a:lnTo>
                <a:lnTo>
                  <a:pt x="4262352" y="2344029"/>
                </a:lnTo>
                <a:lnTo>
                  <a:pt x="4260706" y="2343596"/>
                </a:lnTo>
                <a:lnTo>
                  <a:pt x="4259059" y="2343161"/>
                </a:lnTo>
                <a:lnTo>
                  <a:pt x="4257413" y="2342725"/>
                </a:lnTo>
                <a:lnTo>
                  <a:pt x="4255767" y="2342289"/>
                </a:lnTo>
                <a:lnTo>
                  <a:pt x="4254120" y="2341851"/>
                </a:lnTo>
                <a:lnTo>
                  <a:pt x="4252474" y="2341413"/>
                </a:lnTo>
                <a:lnTo>
                  <a:pt x="4250828" y="2340974"/>
                </a:lnTo>
                <a:lnTo>
                  <a:pt x="4249181" y="2340533"/>
                </a:lnTo>
                <a:lnTo>
                  <a:pt x="4247535" y="2340092"/>
                </a:lnTo>
                <a:lnTo>
                  <a:pt x="4245889" y="2339650"/>
                </a:lnTo>
                <a:lnTo>
                  <a:pt x="4244242" y="2339208"/>
                </a:lnTo>
                <a:lnTo>
                  <a:pt x="4242596" y="2338764"/>
                </a:lnTo>
                <a:lnTo>
                  <a:pt x="4240950" y="2338319"/>
                </a:lnTo>
                <a:lnTo>
                  <a:pt x="4239303" y="2337874"/>
                </a:lnTo>
                <a:lnTo>
                  <a:pt x="4237657" y="2337427"/>
                </a:lnTo>
                <a:lnTo>
                  <a:pt x="4236011" y="2336980"/>
                </a:lnTo>
                <a:lnTo>
                  <a:pt x="4234364" y="2336532"/>
                </a:lnTo>
                <a:lnTo>
                  <a:pt x="4232718" y="2336083"/>
                </a:lnTo>
                <a:lnTo>
                  <a:pt x="4231072" y="2335633"/>
                </a:lnTo>
                <a:lnTo>
                  <a:pt x="4229425" y="2335182"/>
                </a:lnTo>
                <a:lnTo>
                  <a:pt x="4227779" y="2334730"/>
                </a:lnTo>
                <a:lnTo>
                  <a:pt x="4226133" y="2334277"/>
                </a:lnTo>
                <a:lnTo>
                  <a:pt x="4224486" y="2333824"/>
                </a:lnTo>
                <a:lnTo>
                  <a:pt x="4222840" y="2333369"/>
                </a:lnTo>
                <a:lnTo>
                  <a:pt x="4221194" y="2332914"/>
                </a:lnTo>
                <a:lnTo>
                  <a:pt x="4219547" y="2332458"/>
                </a:lnTo>
                <a:lnTo>
                  <a:pt x="4217901" y="2332001"/>
                </a:lnTo>
                <a:lnTo>
                  <a:pt x="4216255" y="2331543"/>
                </a:lnTo>
                <a:lnTo>
                  <a:pt x="4214608" y="2331084"/>
                </a:lnTo>
                <a:lnTo>
                  <a:pt x="4212962" y="2330624"/>
                </a:lnTo>
                <a:lnTo>
                  <a:pt x="4211316" y="2330163"/>
                </a:lnTo>
                <a:lnTo>
                  <a:pt x="4209669" y="2329701"/>
                </a:lnTo>
                <a:lnTo>
                  <a:pt x="4208023" y="2329239"/>
                </a:lnTo>
                <a:lnTo>
                  <a:pt x="4206377" y="2328776"/>
                </a:lnTo>
                <a:lnTo>
                  <a:pt x="4204730" y="2328311"/>
                </a:lnTo>
                <a:lnTo>
                  <a:pt x="4203084" y="2327846"/>
                </a:lnTo>
                <a:lnTo>
                  <a:pt x="4201438" y="2327380"/>
                </a:lnTo>
                <a:lnTo>
                  <a:pt x="4199791" y="2326913"/>
                </a:lnTo>
                <a:lnTo>
                  <a:pt x="4198145" y="2326445"/>
                </a:lnTo>
                <a:lnTo>
                  <a:pt x="4196499" y="2325976"/>
                </a:lnTo>
                <a:lnTo>
                  <a:pt x="4194852" y="2325507"/>
                </a:lnTo>
                <a:lnTo>
                  <a:pt x="4193206" y="2325036"/>
                </a:lnTo>
                <a:lnTo>
                  <a:pt x="4191560" y="2324565"/>
                </a:lnTo>
                <a:lnTo>
                  <a:pt x="4189913" y="2324092"/>
                </a:lnTo>
                <a:lnTo>
                  <a:pt x="4188267" y="2323619"/>
                </a:lnTo>
                <a:lnTo>
                  <a:pt x="4186621" y="2323145"/>
                </a:lnTo>
                <a:lnTo>
                  <a:pt x="4184974" y="2322670"/>
                </a:lnTo>
                <a:lnTo>
                  <a:pt x="4183328" y="2322194"/>
                </a:lnTo>
                <a:lnTo>
                  <a:pt x="4181682" y="2321717"/>
                </a:lnTo>
                <a:lnTo>
                  <a:pt x="4180035" y="2321239"/>
                </a:lnTo>
                <a:lnTo>
                  <a:pt x="4178389" y="2320761"/>
                </a:lnTo>
                <a:lnTo>
                  <a:pt x="4176743" y="2320281"/>
                </a:lnTo>
                <a:lnTo>
                  <a:pt x="4175096" y="2319801"/>
                </a:lnTo>
                <a:lnTo>
                  <a:pt x="4173450" y="2319320"/>
                </a:lnTo>
                <a:lnTo>
                  <a:pt x="4171804" y="2318837"/>
                </a:lnTo>
                <a:lnTo>
                  <a:pt x="4170157" y="2318354"/>
                </a:lnTo>
                <a:lnTo>
                  <a:pt x="4168511" y="2317870"/>
                </a:lnTo>
                <a:lnTo>
                  <a:pt x="4166865" y="2317385"/>
                </a:lnTo>
                <a:lnTo>
                  <a:pt x="4165218" y="2316900"/>
                </a:lnTo>
                <a:lnTo>
                  <a:pt x="4163572" y="2316413"/>
                </a:lnTo>
                <a:lnTo>
                  <a:pt x="4161926" y="2315926"/>
                </a:lnTo>
                <a:lnTo>
                  <a:pt x="4160279" y="2315437"/>
                </a:lnTo>
                <a:lnTo>
                  <a:pt x="4158633" y="2314948"/>
                </a:lnTo>
                <a:lnTo>
                  <a:pt x="4156987" y="2314458"/>
                </a:lnTo>
                <a:lnTo>
                  <a:pt x="4155340" y="2313966"/>
                </a:lnTo>
                <a:lnTo>
                  <a:pt x="4153694" y="2313474"/>
                </a:lnTo>
                <a:lnTo>
                  <a:pt x="4152048" y="2312982"/>
                </a:lnTo>
                <a:lnTo>
                  <a:pt x="4150401" y="2312488"/>
                </a:lnTo>
                <a:lnTo>
                  <a:pt x="4148755" y="2311993"/>
                </a:lnTo>
                <a:lnTo>
                  <a:pt x="4147109" y="2311497"/>
                </a:lnTo>
                <a:lnTo>
                  <a:pt x="4145462" y="2311001"/>
                </a:lnTo>
                <a:lnTo>
                  <a:pt x="4143816" y="2310504"/>
                </a:lnTo>
                <a:lnTo>
                  <a:pt x="4142170" y="2310005"/>
                </a:lnTo>
                <a:lnTo>
                  <a:pt x="4140523" y="2309506"/>
                </a:lnTo>
                <a:lnTo>
                  <a:pt x="4138877" y="2309006"/>
                </a:lnTo>
                <a:lnTo>
                  <a:pt x="4137231" y="2308505"/>
                </a:lnTo>
                <a:lnTo>
                  <a:pt x="4135584" y="2308003"/>
                </a:lnTo>
                <a:lnTo>
                  <a:pt x="4133938" y="2307501"/>
                </a:lnTo>
                <a:lnTo>
                  <a:pt x="4132292" y="2306997"/>
                </a:lnTo>
                <a:lnTo>
                  <a:pt x="4130645" y="2306493"/>
                </a:lnTo>
                <a:lnTo>
                  <a:pt x="4128999" y="2305987"/>
                </a:lnTo>
                <a:lnTo>
                  <a:pt x="4127353" y="2305481"/>
                </a:lnTo>
                <a:lnTo>
                  <a:pt x="4125706" y="2304974"/>
                </a:lnTo>
                <a:lnTo>
                  <a:pt x="4124060" y="2304466"/>
                </a:lnTo>
                <a:lnTo>
                  <a:pt x="4122414" y="2303957"/>
                </a:lnTo>
                <a:lnTo>
                  <a:pt x="4120767" y="2303447"/>
                </a:lnTo>
                <a:lnTo>
                  <a:pt x="4119121" y="2302936"/>
                </a:lnTo>
                <a:lnTo>
                  <a:pt x="4117475" y="2302425"/>
                </a:lnTo>
                <a:lnTo>
                  <a:pt x="4115828" y="2301912"/>
                </a:lnTo>
                <a:lnTo>
                  <a:pt x="4114182" y="2301399"/>
                </a:lnTo>
                <a:lnTo>
                  <a:pt x="4112536" y="2300885"/>
                </a:lnTo>
                <a:lnTo>
                  <a:pt x="4110889" y="2300369"/>
                </a:lnTo>
                <a:lnTo>
                  <a:pt x="4109243" y="2299853"/>
                </a:lnTo>
                <a:lnTo>
                  <a:pt x="4107597" y="2299336"/>
                </a:lnTo>
                <a:lnTo>
                  <a:pt x="4105950" y="2298818"/>
                </a:lnTo>
                <a:lnTo>
                  <a:pt x="4104304" y="2298300"/>
                </a:lnTo>
                <a:lnTo>
                  <a:pt x="4102658" y="2297780"/>
                </a:lnTo>
                <a:lnTo>
                  <a:pt x="4101011" y="2297260"/>
                </a:lnTo>
                <a:lnTo>
                  <a:pt x="4099365" y="2296738"/>
                </a:lnTo>
                <a:lnTo>
                  <a:pt x="4097719" y="2296216"/>
                </a:lnTo>
                <a:lnTo>
                  <a:pt x="4096072" y="2295693"/>
                </a:lnTo>
                <a:lnTo>
                  <a:pt x="4094426" y="2295169"/>
                </a:lnTo>
                <a:lnTo>
                  <a:pt x="4092780" y="2294644"/>
                </a:lnTo>
                <a:lnTo>
                  <a:pt x="4091133" y="2294118"/>
                </a:lnTo>
                <a:lnTo>
                  <a:pt x="4089487" y="2293591"/>
                </a:lnTo>
                <a:lnTo>
                  <a:pt x="4087841" y="2293063"/>
                </a:lnTo>
                <a:lnTo>
                  <a:pt x="4086194" y="2292535"/>
                </a:lnTo>
                <a:lnTo>
                  <a:pt x="4084548" y="2292006"/>
                </a:lnTo>
                <a:lnTo>
                  <a:pt x="4082902" y="2291475"/>
                </a:lnTo>
                <a:lnTo>
                  <a:pt x="4081255" y="2290944"/>
                </a:lnTo>
                <a:lnTo>
                  <a:pt x="4079609" y="2290412"/>
                </a:lnTo>
                <a:lnTo>
                  <a:pt x="4077963" y="2289879"/>
                </a:lnTo>
                <a:lnTo>
                  <a:pt x="4076316" y="2289345"/>
                </a:lnTo>
                <a:lnTo>
                  <a:pt x="4074670" y="2288811"/>
                </a:lnTo>
                <a:lnTo>
                  <a:pt x="4073024" y="2288275"/>
                </a:lnTo>
                <a:lnTo>
                  <a:pt x="4071378" y="2287738"/>
                </a:lnTo>
                <a:lnTo>
                  <a:pt x="4069731" y="2287201"/>
                </a:lnTo>
                <a:lnTo>
                  <a:pt x="4068085" y="2286663"/>
                </a:lnTo>
                <a:lnTo>
                  <a:pt x="4066439" y="2286124"/>
                </a:lnTo>
                <a:lnTo>
                  <a:pt x="4064792" y="2285584"/>
                </a:lnTo>
                <a:lnTo>
                  <a:pt x="4063146" y="2285043"/>
                </a:lnTo>
                <a:lnTo>
                  <a:pt x="4061500" y="2284501"/>
                </a:lnTo>
                <a:lnTo>
                  <a:pt x="4059853" y="2283958"/>
                </a:lnTo>
                <a:lnTo>
                  <a:pt x="4058207" y="2283414"/>
                </a:lnTo>
                <a:lnTo>
                  <a:pt x="4056561" y="2282870"/>
                </a:lnTo>
                <a:lnTo>
                  <a:pt x="4054914" y="2282325"/>
                </a:lnTo>
                <a:lnTo>
                  <a:pt x="4053268" y="2281778"/>
                </a:lnTo>
                <a:lnTo>
                  <a:pt x="4051622" y="2281231"/>
                </a:lnTo>
                <a:lnTo>
                  <a:pt x="4049975" y="2280683"/>
                </a:lnTo>
                <a:lnTo>
                  <a:pt x="4048329" y="2280134"/>
                </a:lnTo>
                <a:lnTo>
                  <a:pt x="4046683" y="2279584"/>
                </a:lnTo>
                <a:lnTo>
                  <a:pt x="4045036" y="2279034"/>
                </a:lnTo>
                <a:lnTo>
                  <a:pt x="4043390" y="2278482"/>
                </a:lnTo>
                <a:lnTo>
                  <a:pt x="4041744" y="2277930"/>
                </a:lnTo>
                <a:lnTo>
                  <a:pt x="4040097" y="2277376"/>
                </a:lnTo>
                <a:lnTo>
                  <a:pt x="4038451" y="2276822"/>
                </a:lnTo>
                <a:lnTo>
                  <a:pt x="4036805" y="2276267"/>
                </a:lnTo>
                <a:lnTo>
                  <a:pt x="4035158" y="2275711"/>
                </a:lnTo>
                <a:lnTo>
                  <a:pt x="4033512" y="2275154"/>
                </a:lnTo>
                <a:lnTo>
                  <a:pt x="4031866" y="2274596"/>
                </a:lnTo>
                <a:lnTo>
                  <a:pt x="4030219" y="2274038"/>
                </a:lnTo>
                <a:lnTo>
                  <a:pt x="4028573" y="2273478"/>
                </a:lnTo>
                <a:lnTo>
                  <a:pt x="4026927" y="2272918"/>
                </a:lnTo>
                <a:lnTo>
                  <a:pt x="4025280" y="2272357"/>
                </a:lnTo>
                <a:lnTo>
                  <a:pt x="4023634" y="2271794"/>
                </a:lnTo>
                <a:lnTo>
                  <a:pt x="4021988" y="2271231"/>
                </a:lnTo>
                <a:lnTo>
                  <a:pt x="4020341" y="2270667"/>
                </a:lnTo>
                <a:lnTo>
                  <a:pt x="4018695" y="2270103"/>
                </a:lnTo>
                <a:lnTo>
                  <a:pt x="4017049" y="2269537"/>
                </a:lnTo>
                <a:lnTo>
                  <a:pt x="4015402" y="2268970"/>
                </a:lnTo>
                <a:lnTo>
                  <a:pt x="4013756" y="2268403"/>
                </a:lnTo>
                <a:lnTo>
                  <a:pt x="4012110" y="2267834"/>
                </a:lnTo>
                <a:lnTo>
                  <a:pt x="4010463" y="2267265"/>
                </a:lnTo>
                <a:lnTo>
                  <a:pt x="4008817" y="2266695"/>
                </a:lnTo>
                <a:lnTo>
                  <a:pt x="4007171" y="2266124"/>
                </a:lnTo>
                <a:lnTo>
                  <a:pt x="4005524" y="2265552"/>
                </a:lnTo>
                <a:lnTo>
                  <a:pt x="4003878" y="2264979"/>
                </a:lnTo>
                <a:lnTo>
                  <a:pt x="4002232" y="2264406"/>
                </a:lnTo>
                <a:lnTo>
                  <a:pt x="4000585" y="2263831"/>
                </a:lnTo>
                <a:lnTo>
                  <a:pt x="3998939" y="2263256"/>
                </a:lnTo>
                <a:lnTo>
                  <a:pt x="3997293" y="2262680"/>
                </a:lnTo>
                <a:lnTo>
                  <a:pt x="3995646" y="2262102"/>
                </a:lnTo>
                <a:lnTo>
                  <a:pt x="3994000" y="2261524"/>
                </a:lnTo>
                <a:lnTo>
                  <a:pt x="3992354" y="2260945"/>
                </a:lnTo>
                <a:lnTo>
                  <a:pt x="3990707" y="2260366"/>
                </a:lnTo>
                <a:lnTo>
                  <a:pt x="3989061" y="2259785"/>
                </a:lnTo>
                <a:lnTo>
                  <a:pt x="3987415" y="2259203"/>
                </a:lnTo>
                <a:lnTo>
                  <a:pt x="3985768" y="2258621"/>
                </a:lnTo>
                <a:lnTo>
                  <a:pt x="3984122" y="2258038"/>
                </a:lnTo>
                <a:lnTo>
                  <a:pt x="3982476" y="2257453"/>
                </a:lnTo>
                <a:lnTo>
                  <a:pt x="3980829" y="2256868"/>
                </a:lnTo>
                <a:lnTo>
                  <a:pt x="3979183" y="2256282"/>
                </a:lnTo>
                <a:lnTo>
                  <a:pt x="3977537" y="2255695"/>
                </a:lnTo>
                <a:lnTo>
                  <a:pt x="3975890" y="2255108"/>
                </a:lnTo>
                <a:lnTo>
                  <a:pt x="3974244" y="2254519"/>
                </a:lnTo>
                <a:lnTo>
                  <a:pt x="3972598" y="2253930"/>
                </a:lnTo>
                <a:lnTo>
                  <a:pt x="3970951" y="2253339"/>
                </a:lnTo>
                <a:lnTo>
                  <a:pt x="3969305" y="2252748"/>
                </a:lnTo>
                <a:lnTo>
                  <a:pt x="3967659" y="2252156"/>
                </a:lnTo>
                <a:lnTo>
                  <a:pt x="3966012" y="2251563"/>
                </a:lnTo>
                <a:lnTo>
                  <a:pt x="3964366" y="2250969"/>
                </a:lnTo>
                <a:lnTo>
                  <a:pt x="3962720" y="2250374"/>
                </a:lnTo>
                <a:lnTo>
                  <a:pt x="3961073" y="2249779"/>
                </a:lnTo>
                <a:lnTo>
                  <a:pt x="3959427" y="2249182"/>
                </a:lnTo>
                <a:lnTo>
                  <a:pt x="3957781" y="2248585"/>
                </a:lnTo>
                <a:lnTo>
                  <a:pt x="3956134" y="2247987"/>
                </a:lnTo>
                <a:lnTo>
                  <a:pt x="3954488" y="2247388"/>
                </a:lnTo>
                <a:lnTo>
                  <a:pt x="3952842" y="2246788"/>
                </a:lnTo>
                <a:lnTo>
                  <a:pt x="3951195" y="2246187"/>
                </a:lnTo>
                <a:lnTo>
                  <a:pt x="3949549" y="2245585"/>
                </a:lnTo>
                <a:lnTo>
                  <a:pt x="3947903" y="2244982"/>
                </a:lnTo>
                <a:lnTo>
                  <a:pt x="3946256" y="2244379"/>
                </a:lnTo>
                <a:lnTo>
                  <a:pt x="3944610" y="2243774"/>
                </a:lnTo>
                <a:lnTo>
                  <a:pt x="3942964" y="2243169"/>
                </a:lnTo>
                <a:lnTo>
                  <a:pt x="3941317" y="2242563"/>
                </a:lnTo>
                <a:lnTo>
                  <a:pt x="3939671" y="2241956"/>
                </a:lnTo>
                <a:lnTo>
                  <a:pt x="3938025" y="2241348"/>
                </a:lnTo>
                <a:lnTo>
                  <a:pt x="3936378" y="2240739"/>
                </a:lnTo>
                <a:lnTo>
                  <a:pt x="3934732" y="2240130"/>
                </a:lnTo>
                <a:lnTo>
                  <a:pt x="3933086" y="2239519"/>
                </a:lnTo>
                <a:lnTo>
                  <a:pt x="3931439" y="2238908"/>
                </a:lnTo>
                <a:lnTo>
                  <a:pt x="3929793" y="2238296"/>
                </a:lnTo>
                <a:lnTo>
                  <a:pt x="3928147" y="2237683"/>
                </a:lnTo>
                <a:lnTo>
                  <a:pt x="3926500" y="2237069"/>
                </a:lnTo>
                <a:lnTo>
                  <a:pt x="3924854" y="2236454"/>
                </a:lnTo>
                <a:lnTo>
                  <a:pt x="3923208" y="2235838"/>
                </a:lnTo>
                <a:lnTo>
                  <a:pt x="3921561" y="2235221"/>
                </a:lnTo>
                <a:lnTo>
                  <a:pt x="3919915" y="2234604"/>
                </a:lnTo>
                <a:lnTo>
                  <a:pt x="3918269" y="2233986"/>
                </a:lnTo>
                <a:lnTo>
                  <a:pt x="3916622" y="2233366"/>
                </a:lnTo>
                <a:lnTo>
                  <a:pt x="3914976" y="2232746"/>
                </a:lnTo>
                <a:lnTo>
                  <a:pt x="3913330" y="2232125"/>
                </a:lnTo>
                <a:lnTo>
                  <a:pt x="3911683" y="2231503"/>
                </a:lnTo>
                <a:lnTo>
                  <a:pt x="3910037" y="2230881"/>
                </a:lnTo>
                <a:lnTo>
                  <a:pt x="3908391" y="2230257"/>
                </a:lnTo>
                <a:lnTo>
                  <a:pt x="3906744" y="2229633"/>
                </a:lnTo>
                <a:lnTo>
                  <a:pt x="3905098" y="2229007"/>
                </a:lnTo>
                <a:lnTo>
                  <a:pt x="3903452" y="2228381"/>
                </a:lnTo>
                <a:lnTo>
                  <a:pt x="3901805" y="2227754"/>
                </a:lnTo>
                <a:lnTo>
                  <a:pt x="3900159" y="2227126"/>
                </a:lnTo>
                <a:lnTo>
                  <a:pt x="3898513" y="2226497"/>
                </a:lnTo>
                <a:lnTo>
                  <a:pt x="3896866" y="2225868"/>
                </a:lnTo>
                <a:lnTo>
                  <a:pt x="3895220" y="2225237"/>
                </a:lnTo>
                <a:lnTo>
                  <a:pt x="3893574" y="2224606"/>
                </a:lnTo>
                <a:lnTo>
                  <a:pt x="3891927" y="2223974"/>
                </a:lnTo>
                <a:lnTo>
                  <a:pt x="3890281" y="2223341"/>
                </a:lnTo>
                <a:lnTo>
                  <a:pt x="3888635" y="2222707"/>
                </a:lnTo>
                <a:lnTo>
                  <a:pt x="3886988" y="2222072"/>
                </a:lnTo>
                <a:lnTo>
                  <a:pt x="3885342" y="2221436"/>
                </a:lnTo>
                <a:lnTo>
                  <a:pt x="3883696" y="2220799"/>
                </a:lnTo>
                <a:lnTo>
                  <a:pt x="3882049" y="2220162"/>
                </a:lnTo>
                <a:lnTo>
                  <a:pt x="3880403" y="2219524"/>
                </a:lnTo>
                <a:lnTo>
                  <a:pt x="3878757" y="2218884"/>
                </a:lnTo>
                <a:lnTo>
                  <a:pt x="3877110" y="2218244"/>
                </a:lnTo>
                <a:lnTo>
                  <a:pt x="3875464" y="2217603"/>
                </a:lnTo>
                <a:lnTo>
                  <a:pt x="3873818" y="2216962"/>
                </a:lnTo>
                <a:lnTo>
                  <a:pt x="3872171" y="2216319"/>
                </a:lnTo>
                <a:lnTo>
                  <a:pt x="3870525" y="2215675"/>
                </a:lnTo>
                <a:lnTo>
                  <a:pt x="3868879" y="2215031"/>
                </a:lnTo>
                <a:lnTo>
                  <a:pt x="3867232" y="2214386"/>
                </a:lnTo>
                <a:lnTo>
                  <a:pt x="3865586" y="2213740"/>
                </a:lnTo>
                <a:lnTo>
                  <a:pt x="3863940" y="2213093"/>
                </a:lnTo>
                <a:lnTo>
                  <a:pt x="3862293" y="2212445"/>
                </a:lnTo>
                <a:lnTo>
                  <a:pt x="3860647" y="2211796"/>
                </a:lnTo>
                <a:lnTo>
                  <a:pt x="3859001" y="2211147"/>
                </a:lnTo>
                <a:lnTo>
                  <a:pt x="3857354" y="2210496"/>
                </a:lnTo>
                <a:lnTo>
                  <a:pt x="3855708" y="2209845"/>
                </a:lnTo>
                <a:lnTo>
                  <a:pt x="3854062" y="2209193"/>
                </a:lnTo>
                <a:lnTo>
                  <a:pt x="3852415" y="2208540"/>
                </a:lnTo>
                <a:lnTo>
                  <a:pt x="3850769" y="2207886"/>
                </a:lnTo>
                <a:lnTo>
                  <a:pt x="3849123" y="2207231"/>
                </a:lnTo>
                <a:lnTo>
                  <a:pt x="3847476" y="2206575"/>
                </a:lnTo>
                <a:lnTo>
                  <a:pt x="3845830" y="2205919"/>
                </a:lnTo>
                <a:lnTo>
                  <a:pt x="3844184" y="2205262"/>
                </a:lnTo>
                <a:lnTo>
                  <a:pt x="3842537" y="2204603"/>
                </a:lnTo>
                <a:lnTo>
                  <a:pt x="3840891" y="2203944"/>
                </a:lnTo>
                <a:lnTo>
                  <a:pt x="3839245" y="2203285"/>
                </a:lnTo>
                <a:lnTo>
                  <a:pt x="3837598" y="2202624"/>
                </a:lnTo>
                <a:lnTo>
                  <a:pt x="3835952" y="2201962"/>
                </a:lnTo>
                <a:lnTo>
                  <a:pt x="3834306" y="2201300"/>
                </a:lnTo>
                <a:lnTo>
                  <a:pt x="3832659" y="2200636"/>
                </a:lnTo>
                <a:lnTo>
                  <a:pt x="3831013" y="2199972"/>
                </a:lnTo>
                <a:lnTo>
                  <a:pt x="3829367" y="2199307"/>
                </a:lnTo>
                <a:lnTo>
                  <a:pt x="3827720" y="2198641"/>
                </a:lnTo>
                <a:lnTo>
                  <a:pt x="3826074" y="2197974"/>
                </a:lnTo>
                <a:lnTo>
                  <a:pt x="3824428" y="2197307"/>
                </a:lnTo>
                <a:lnTo>
                  <a:pt x="3822781" y="2196638"/>
                </a:lnTo>
                <a:lnTo>
                  <a:pt x="3821135" y="2195969"/>
                </a:lnTo>
                <a:lnTo>
                  <a:pt x="3819489" y="2195299"/>
                </a:lnTo>
                <a:lnTo>
                  <a:pt x="3817842" y="2194628"/>
                </a:lnTo>
                <a:lnTo>
                  <a:pt x="3816196" y="2193956"/>
                </a:lnTo>
                <a:lnTo>
                  <a:pt x="3814550" y="2193283"/>
                </a:lnTo>
                <a:lnTo>
                  <a:pt x="3812903" y="2192609"/>
                </a:lnTo>
                <a:lnTo>
                  <a:pt x="3811257" y="2191935"/>
                </a:lnTo>
                <a:lnTo>
                  <a:pt x="3809611" y="2191260"/>
                </a:lnTo>
                <a:lnTo>
                  <a:pt x="3807964" y="2190583"/>
                </a:lnTo>
                <a:lnTo>
                  <a:pt x="3806318" y="2189906"/>
                </a:lnTo>
                <a:lnTo>
                  <a:pt x="3804672" y="2189228"/>
                </a:lnTo>
                <a:lnTo>
                  <a:pt x="3803025" y="2188550"/>
                </a:lnTo>
                <a:lnTo>
                  <a:pt x="3801379" y="2187870"/>
                </a:lnTo>
                <a:lnTo>
                  <a:pt x="3799733" y="2187190"/>
                </a:lnTo>
                <a:lnTo>
                  <a:pt x="3798086" y="2186508"/>
                </a:lnTo>
                <a:lnTo>
                  <a:pt x="3796440" y="2185826"/>
                </a:lnTo>
                <a:lnTo>
                  <a:pt x="3794794" y="2185143"/>
                </a:lnTo>
                <a:lnTo>
                  <a:pt x="3793147" y="2184459"/>
                </a:lnTo>
                <a:lnTo>
                  <a:pt x="3791501" y="2183775"/>
                </a:lnTo>
                <a:lnTo>
                  <a:pt x="3789855" y="2183089"/>
                </a:lnTo>
                <a:lnTo>
                  <a:pt x="3788208" y="2182403"/>
                </a:lnTo>
                <a:lnTo>
                  <a:pt x="3786562" y="2181715"/>
                </a:lnTo>
                <a:lnTo>
                  <a:pt x="3784916" y="2181027"/>
                </a:lnTo>
                <a:lnTo>
                  <a:pt x="3783269" y="2180338"/>
                </a:lnTo>
                <a:lnTo>
                  <a:pt x="3781623" y="2179648"/>
                </a:lnTo>
                <a:lnTo>
                  <a:pt x="3779977" y="2178958"/>
                </a:lnTo>
                <a:lnTo>
                  <a:pt x="3778330" y="2178266"/>
                </a:lnTo>
                <a:lnTo>
                  <a:pt x="3776684" y="2177574"/>
                </a:lnTo>
                <a:lnTo>
                  <a:pt x="3775038" y="2176881"/>
                </a:lnTo>
                <a:lnTo>
                  <a:pt x="3773391" y="2176187"/>
                </a:lnTo>
                <a:lnTo>
                  <a:pt x="3771745" y="2175492"/>
                </a:lnTo>
                <a:lnTo>
                  <a:pt x="3770099" y="2174796"/>
                </a:lnTo>
                <a:lnTo>
                  <a:pt x="3768452" y="2174099"/>
                </a:lnTo>
                <a:lnTo>
                  <a:pt x="3766806" y="2173402"/>
                </a:lnTo>
                <a:lnTo>
                  <a:pt x="3765160" y="2172704"/>
                </a:lnTo>
                <a:lnTo>
                  <a:pt x="3763513" y="2172004"/>
                </a:lnTo>
                <a:lnTo>
                  <a:pt x="3761867" y="2171304"/>
                </a:lnTo>
                <a:lnTo>
                  <a:pt x="3760221" y="2170604"/>
                </a:lnTo>
                <a:lnTo>
                  <a:pt x="3758575" y="2169902"/>
                </a:lnTo>
                <a:lnTo>
                  <a:pt x="3756928" y="2169199"/>
                </a:lnTo>
                <a:lnTo>
                  <a:pt x="3755282" y="2168496"/>
                </a:lnTo>
                <a:lnTo>
                  <a:pt x="3753636" y="2167792"/>
                </a:lnTo>
                <a:lnTo>
                  <a:pt x="3751989" y="2167087"/>
                </a:lnTo>
                <a:lnTo>
                  <a:pt x="3750343" y="2166381"/>
                </a:lnTo>
                <a:lnTo>
                  <a:pt x="3748697" y="2165674"/>
                </a:lnTo>
                <a:lnTo>
                  <a:pt x="3747050" y="2164966"/>
                </a:lnTo>
                <a:lnTo>
                  <a:pt x="3745404" y="2164258"/>
                </a:lnTo>
                <a:lnTo>
                  <a:pt x="3743758" y="2163549"/>
                </a:lnTo>
                <a:lnTo>
                  <a:pt x="3742111" y="2162839"/>
                </a:lnTo>
                <a:lnTo>
                  <a:pt x="3740465" y="2162128"/>
                </a:lnTo>
                <a:lnTo>
                  <a:pt x="3738819" y="2161416"/>
                </a:lnTo>
                <a:lnTo>
                  <a:pt x="3737172" y="2160703"/>
                </a:lnTo>
                <a:lnTo>
                  <a:pt x="3735526" y="2159990"/>
                </a:lnTo>
                <a:lnTo>
                  <a:pt x="3733880" y="2159275"/>
                </a:lnTo>
                <a:lnTo>
                  <a:pt x="3732233" y="2158560"/>
                </a:lnTo>
                <a:lnTo>
                  <a:pt x="3730587" y="2157844"/>
                </a:lnTo>
                <a:lnTo>
                  <a:pt x="3728941" y="2157127"/>
                </a:lnTo>
                <a:lnTo>
                  <a:pt x="3727294" y="2156410"/>
                </a:lnTo>
                <a:lnTo>
                  <a:pt x="3725648" y="2155691"/>
                </a:lnTo>
                <a:lnTo>
                  <a:pt x="3724002" y="2154972"/>
                </a:lnTo>
                <a:lnTo>
                  <a:pt x="3722355" y="2154252"/>
                </a:lnTo>
                <a:lnTo>
                  <a:pt x="3720709" y="2153531"/>
                </a:lnTo>
                <a:lnTo>
                  <a:pt x="3719063" y="2152809"/>
                </a:lnTo>
                <a:lnTo>
                  <a:pt x="3717416" y="2152086"/>
                </a:lnTo>
                <a:lnTo>
                  <a:pt x="3715770" y="2151362"/>
                </a:lnTo>
                <a:lnTo>
                  <a:pt x="3714124" y="2150638"/>
                </a:lnTo>
                <a:lnTo>
                  <a:pt x="3712477" y="2149913"/>
                </a:lnTo>
                <a:lnTo>
                  <a:pt x="3710831" y="2149187"/>
                </a:lnTo>
                <a:lnTo>
                  <a:pt x="3709185" y="2148460"/>
                </a:lnTo>
                <a:lnTo>
                  <a:pt x="3707538" y="2147732"/>
                </a:lnTo>
                <a:lnTo>
                  <a:pt x="3705892" y="2147004"/>
                </a:lnTo>
                <a:lnTo>
                  <a:pt x="3704246" y="2146274"/>
                </a:lnTo>
                <a:lnTo>
                  <a:pt x="3702599" y="2145544"/>
                </a:lnTo>
                <a:lnTo>
                  <a:pt x="3700953" y="2144813"/>
                </a:lnTo>
                <a:lnTo>
                  <a:pt x="3699307" y="2144081"/>
                </a:lnTo>
                <a:lnTo>
                  <a:pt x="3697660" y="2143348"/>
                </a:lnTo>
                <a:lnTo>
                  <a:pt x="3696014" y="2142615"/>
                </a:lnTo>
                <a:lnTo>
                  <a:pt x="3694368" y="2141880"/>
                </a:lnTo>
                <a:lnTo>
                  <a:pt x="3692721" y="2141145"/>
                </a:lnTo>
                <a:lnTo>
                  <a:pt x="3691075" y="2140409"/>
                </a:lnTo>
                <a:lnTo>
                  <a:pt x="3689429" y="2139672"/>
                </a:lnTo>
                <a:lnTo>
                  <a:pt x="3687782" y="2138934"/>
                </a:lnTo>
                <a:lnTo>
                  <a:pt x="3686136" y="2138196"/>
                </a:lnTo>
                <a:lnTo>
                  <a:pt x="3684490" y="2137456"/>
                </a:lnTo>
                <a:lnTo>
                  <a:pt x="3682843" y="2136716"/>
                </a:lnTo>
                <a:lnTo>
                  <a:pt x="3681197" y="2135975"/>
                </a:lnTo>
                <a:lnTo>
                  <a:pt x="3679551" y="2135233"/>
                </a:lnTo>
                <a:lnTo>
                  <a:pt x="3677904" y="2134491"/>
                </a:lnTo>
                <a:lnTo>
                  <a:pt x="3676258" y="2133747"/>
                </a:lnTo>
                <a:lnTo>
                  <a:pt x="3674612" y="2133003"/>
                </a:lnTo>
                <a:lnTo>
                  <a:pt x="3672965" y="2132258"/>
                </a:lnTo>
                <a:lnTo>
                  <a:pt x="3671319" y="2131512"/>
                </a:lnTo>
                <a:lnTo>
                  <a:pt x="3669673" y="2130765"/>
                </a:lnTo>
                <a:lnTo>
                  <a:pt x="3668026" y="2130017"/>
                </a:lnTo>
                <a:lnTo>
                  <a:pt x="3666380" y="2129269"/>
                </a:lnTo>
                <a:lnTo>
                  <a:pt x="3664734" y="2128519"/>
                </a:lnTo>
                <a:lnTo>
                  <a:pt x="3663087" y="2127769"/>
                </a:lnTo>
                <a:lnTo>
                  <a:pt x="3661441" y="2127018"/>
                </a:lnTo>
                <a:lnTo>
                  <a:pt x="3659795" y="2126267"/>
                </a:lnTo>
                <a:lnTo>
                  <a:pt x="3658148" y="2125514"/>
                </a:lnTo>
                <a:lnTo>
                  <a:pt x="3656502" y="2124761"/>
                </a:lnTo>
                <a:lnTo>
                  <a:pt x="3654856" y="2124006"/>
                </a:lnTo>
                <a:lnTo>
                  <a:pt x="3653209" y="2123251"/>
                </a:lnTo>
                <a:lnTo>
                  <a:pt x="3651563" y="2122495"/>
                </a:lnTo>
                <a:lnTo>
                  <a:pt x="3649917" y="2121739"/>
                </a:lnTo>
                <a:lnTo>
                  <a:pt x="3648270" y="2120981"/>
                </a:lnTo>
                <a:lnTo>
                  <a:pt x="3646624" y="2120223"/>
                </a:lnTo>
                <a:lnTo>
                  <a:pt x="3644978" y="2119464"/>
                </a:lnTo>
                <a:lnTo>
                  <a:pt x="3643331" y="2118704"/>
                </a:lnTo>
                <a:lnTo>
                  <a:pt x="3641685" y="2117943"/>
                </a:lnTo>
                <a:lnTo>
                  <a:pt x="3640039" y="2117181"/>
                </a:lnTo>
                <a:lnTo>
                  <a:pt x="3638392" y="2116419"/>
                </a:lnTo>
                <a:lnTo>
                  <a:pt x="3636746" y="2115656"/>
                </a:lnTo>
                <a:lnTo>
                  <a:pt x="3635100" y="2114891"/>
                </a:lnTo>
                <a:lnTo>
                  <a:pt x="3633453" y="2114127"/>
                </a:lnTo>
                <a:lnTo>
                  <a:pt x="3631807" y="2113361"/>
                </a:lnTo>
                <a:lnTo>
                  <a:pt x="3630161" y="2112594"/>
                </a:lnTo>
                <a:lnTo>
                  <a:pt x="3628514" y="2111827"/>
                </a:lnTo>
                <a:lnTo>
                  <a:pt x="3626868" y="2111059"/>
                </a:lnTo>
                <a:lnTo>
                  <a:pt x="3625222" y="2110290"/>
                </a:lnTo>
                <a:lnTo>
                  <a:pt x="3623575" y="2109520"/>
                </a:lnTo>
                <a:lnTo>
                  <a:pt x="3621929" y="2108749"/>
                </a:lnTo>
                <a:lnTo>
                  <a:pt x="3620283" y="2107978"/>
                </a:lnTo>
                <a:lnTo>
                  <a:pt x="3618636" y="2107206"/>
                </a:lnTo>
                <a:lnTo>
                  <a:pt x="3616990" y="2106433"/>
                </a:lnTo>
                <a:lnTo>
                  <a:pt x="3615344" y="2105659"/>
                </a:lnTo>
                <a:lnTo>
                  <a:pt x="3613697" y="2104884"/>
                </a:lnTo>
                <a:lnTo>
                  <a:pt x="3612051" y="2104109"/>
                </a:lnTo>
                <a:lnTo>
                  <a:pt x="3610405" y="2103332"/>
                </a:lnTo>
                <a:lnTo>
                  <a:pt x="3608758" y="2102555"/>
                </a:lnTo>
                <a:lnTo>
                  <a:pt x="3607112" y="2101777"/>
                </a:lnTo>
                <a:lnTo>
                  <a:pt x="3605466" y="2100999"/>
                </a:lnTo>
                <a:lnTo>
                  <a:pt x="3603819" y="2100219"/>
                </a:lnTo>
                <a:lnTo>
                  <a:pt x="3602173" y="2099439"/>
                </a:lnTo>
                <a:lnTo>
                  <a:pt x="3600527" y="2098658"/>
                </a:lnTo>
                <a:lnTo>
                  <a:pt x="3598880" y="2097876"/>
                </a:lnTo>
                <a:lnTo>
                  <a:pt x="3597234" y="2097093"/>
                </a:lnTo>
                <a:lnTo>
                  <a:pt x="3595588" y="2096309"/>
                </a:lnTo>
                <a:lnTo>
                  <a:pt x="3593941" y="2095525"/>
                </a:lnTo>
                <a:lnTo>
                  <a:pt x="3592295" y="2094740"/>
                </a:lnTo>
                <a:lnTo>
                  <a:pt x="3590649" y="2093954"/>
                </a:lnTo>
                <a:lnTo>
                  <a:pt x="3589002" y="2093167"/>
                </a:lnTo>
                <a:lnTo>
                  <a:pt x="3587356" y="2092379"/>
                </a:lnTo>
                <a:lnTo>
                  <a:pt x="3585710" y="2091591"/>
                </a:lnTo>
                <a:lnTo>
                  <a:pt x="3584063" y="2090802"/>
                </a:lnTo>
                <a:lnTo>
                  <a:pt x="3582417" y="2090012"/>
                </a:lnTo>
                <a:lnTo>
                  <a:pt x="3580771" y="2089221"/>
                </a:lnTo>
                <a:lnTo>
                  <a:pt x="3579124" y="2088429"/>
                </a:lnTo>
                <a:lnTo>
                  <a:pt x="3577478" y="2087637"/>
                </a:lnTo>
                <a:lnTo>
                  <a:pt x="3575832" y="2086844"/>
                </a:lnTo>
                <a:lnTo>
                  <a:pt x="3574185" y="2086050"/>
                </a:lnTo>
                <a:lnTo>
                  <a:pt x="3572539" y="2085255"/>
                </a:lnTo>
                <a:lnTo>
                  <a:pt x="3570893" y="2084459"/>
                </a:lnTo>
                <a:lnTo>
                  <a:pt x="3569246" y="2083663"/>
                </a:lnTo>
                <a:lnTo>
                  <a:pt x="3567600" y="2082865"/>
                </a:lnTo>
                <a:lnTo>
                  <a:pt x="3565954" y="2082067"/>
                </a:lnTo>
                <a:lnTo>
                  <a:pt x="3564307" y="2081269"/>
                </a:lnTo>
                <a:lnTo>
                  <a:pt x="3562661" y="2080469"/>
                </a:lnTo>
                <a:lnTo>
                  <a:pt x="3561015" y="2079669"/>
                </a:lnTo>
                <a:lnTo>
                  <a:pt x="3559368" y="2078867"/>
                </a:lnTo>
                <a:lnTo>
                  <a:pt x="3557722" y="2078065"/>
                </a:lnTo>
                <a:lnTo>
                  <a:pt x="3556076" y="2077262"/>
                </a:lnTo>
                <a:lnTo>
                  <a:pt x="3554429" y="2076459"/>
                </a:lnTo>
                <a:lnTo>
                  <a:pt x="3552783" y="2075654"/>
                </a:lnTo>
                <a:lnTo>
                  <a:pt x="3551137" y="2074849"/>
                </a:lnTo>
                <a:lnTo>
                  <a:pt x="3549490" y="2074043"/>
                </a:lnTo>
                <a:lnTo>
                  <a:pt x="3547844" y="2073237"/>
                </a:lnTo>
                <a:lnTo>
                  <a:pt x="3546198" y="2072429"/>
                </a:lnTo>
                <a:lnTo>
                  <a:pt x="3544551" y="2071621"/>
                </a:lnTo>
                <a:lnTo>
                  <a:pt x="3542905" y="2070811"/>
                </a:lnTo>
                <a:lnTo>
                  <a:pt x="3541259" y="2070001"/>
                </a:lnTo>
                <a:lnTo>
                  <a:pt x="3539612" y="2069191"/>
                </a:lnTo>
                <a:lnTo>
                  <a:pt x="3537966" y="2068379"/>
                </a:lnTo>
                <a:lnTo>
                  <a:pt x="3536320" y="2067567"/>
                </a:lnTo>
                <a:lnTo>
                  <a:pt x="3534673" y="2066754"/>
                </a:lnTo>
                <a:lnTo>
                  <a:pt x="3533027" y="2065940"/>
                </a:lnTo>
                <a:lnTo>
                  <a:pt x="3531381" y="2065125"/>
                </a:lnTo>
                <a:lnTo>
                  <a:pt x="3529734" y="2064310"/>
                </a:lnTo>
                <a:lnTo>
                  <a:pt x="3528088" y="2063493"/>
                </a:lnTo>
                <a:lnTo>
                  <a:pt x="3526442" y="2062676"/>
                </a:lnTo>
                <a:lnTo>
                  <a:pt x="3524795" y="2061858"/>
                </a:lnTo>
                <a:lnTo>
                  <a:pt x="3523149" y="2061040"/>
                </a:lnTo>
                <a:lnTo>
                  <a:pt x="3521503" y="2060220"/>
                </a:lnTo>
                <a:lnTo>
                  <a:pt x="3519856" y="2059400"/>
                </a:lnTo>
                <a:lnTo>
                  <a:pt x="3518210" y="2058579"/>
                </a:lnTo>
                <a:lnTo>
                  <a:pt x="3516564" y="2057757"/>
                </a:lnTo>
                <a:lnTo>
                  <a:pt x="3514917" y="2056935"/>
                </a:lnTo>
                <a:lnTo>
                  <a:pt x="3513271" y="2056112"/>
                </a:lnTo>
                <a:lnTo>
                  <a:pt x="3511625" y="2055287"/>
                </a:lnTo>
                <a:lnTo>
                  <a:pt x="3509978" y="2054463"/>
                </a:lnTo>
                <a:lnTo>
                  <a:pt x="3508332" y="2053637"/>
                </a:lnTo>
                <a:lnTo>
                  <a:pt x="3506686" y="2052810"/>
                </a:lnTo>
                <a:lnTo>
                  <a:pt x="3505039" y="2051983"/>
                </a:lnTo>
                <a:lnTo>
                  <a:pt x="3503393" y="2051155"/>
                </a:lnTo>
                <a:lnTo>
                  <a:pt x="3501747" y="2050326"/>
                </a:lnTo>
                <a:lnTo>
                  <a:pt x="3500100" y="2049497"/>
                </a:lnTo>
                <a:lnTo>
                  <a:pt x="3498454" y="2048666"/>
                </a:lnTo>
                <a:lnTo>
                  <a:pt x="3496808" y="2047835"/>
                </a:lnTo>
                <a:lnTo>
                  <a:pt x="3495161" y="2047003"/>
                </a:lnTo>
                <a:lnTo>
                  <a:pt x="3493515" y="2046171"/>
                </a:lnTo>
                <a:lnTo>
                  <a:pt x="3491869" y="2045337"/>
                </a:lnTo>
                <a:lnTo>
                  <a:pt x="3490222" y="2044503"/>
                </a:lnTo>
                <a:lnTo>
                  <a:pt x="3488576" y="2043668"/>
                </a:lnTo>
                <a:lnTo>
                  <a:pt x="3486930" y="2042832"/>
                </a:lnTo>
                <a:lnTo>
                  <a:pt x="3485283" y="2041995"/>
                </a:lnTo>
                <a:lnTo>
                  <a:pt x="3483637" y="2041158"/>
                </a:lnTo>
                <a:lnTo>
                  <a:pt x="3481991" y="2040320"/>
                </a:lnTo>
                <a:lnTo>
                  <a:pt x="3480344" y="2039481"/>
                </a:lnTo>
                <a:lnTo>
                  <a:pt x="3478698" y="2038641"/>
                </a:lnTo>
                <a:lnTo>
                  <a:pt x="3477052" y="2037801"/>
                </a:lnTo>
                <a:lnTo>
                  <a:pt x="3475405" y="2036960"/>
                </a:lnTo>
                <a:lnTo>
                  <a:pt x="3473759" y="2036118"/>
                </a:lnTo>
                <a:lnTo>
                  <a:pt x="3472113" y="2035275"/>
                </a:lnTo>
                <a:lnTo>
                  <a:pt x="3470466" y="2034432"/>
                </a:lnTo>
                <a:lnTo>
                  <a:pt x="3468820" y="2033587"/>
                </a:lnTo>
                <a:lnTo>
                  <a:pt x="3467174" y="2032742"/>
                </a:lnTo>
                <a:lnTo>
                  <a:pt x="3465527" y="2031896"/>
                </a:lnTo>
                <a:lnTo>
                  <a:pt x="3463881" y="2031050"/>
                </a:lnTo>
                <a:lnTo>
                  <a:pt x="3462235" y="2030203"/>
                </a:lnTo>
                <a:lnTo>
                  <a:pt x="3460588" y="2029354"/>
                </a:lnTo>
                <a:lnTo>
                  <a:pt x="3458942" y="2028506"/>
                </a:lnTo>
                <a:lnTo>
                  <a:pt x="3457296" y="2027656"/>
                </a:lnTo>
                <a:lnTo>
                  <a:pt x="3455649" y="2026805"/>
                </a:lnTo>
                <a:lnTo>
                  <a:pt x="3454003" y="2025954"/>
                </a:lnTo>
                <a:lnTo>
                  <a:pt x="3452357" y="2025102"/>
                </a:lnTo>
                <a:lnTo>
                  <a:pt x="3450710" y="2024250"/>
                </a:lnTo>
                <a:lnTo>
                  <a:pt x="3449064" y="2023396"/>
                </a:lnTo>
                <a:lnTo>
                  <a:pt x="3447418" y="2022542"/>
                </a:lnTo>
                <a:lnTo>
                  <a:pt x="3445772" y="2021687"/>
                </a:lnTo>
                <a:lnTo>
                  <a:pt x="3444125" y="2020831"/>
                </a:lnTo>
                <a:lnTo>
                  <a:pt x="3442479" y="2019975"/>
                </a:lnTo>
                <a:lnTo>
                  <a:pt x="3440833" y="2019118"/>
                </a:lnTo>
                <a:lnTo>
                  <a:pt x="3439186" y="2018260"/>
                </a:lnTo>
                <a:lnTo>
                  <a:pt x="3437540" y="2017401"/>
                </a:lnTo>
                <a:lnTo>
                  <a:pt x="3435894" y="2016541"/>
                </a:lnTo>
                <a:lnTo>
                  <a:pt x="3434247" y="2015681"/>
                </a:lnTo>
                <a:lnTo>
                  <a:pt x="3432601" y="2014820"/>
                </a:lnTo>
                <a:lnTo>
                  <a:pt x="3430955" y="2013958"/>
                </a:lnTo>
                <a:lnTo>
                  <a:pt x="3429308" y="2013096"/>
                </a:lnTo>
                <a:lnTo>
                  <a:pt x="3427662" y="2012232"/>
                </a:lnTo>
                <a:lnTo>
                  <a:pt x="3426016" y="2011368"/>
                </a:lnTo>
                <a:lnTo>
                  <a:pt x="3424369" y="2010503"/>
                </a:lnTo>
                <a:lnTo>
                  <a:pt x="3422723" y="2009638"/>
                </a:lnTo>
                <a:lnTo>
                  <a:pt x="3421077" y="2008771"/>
                </a:lnTo>
                <a:lnTo>
                  <a:pt x="3419430" y="2007904"/>
                </a:lnTo>
                <a:lnTo>
                  <a:pt x="3417784" y="2007037"/>
                </a:lnTo>
                <a:lnTo>
                  <a:pt x="3416138" y="2006168"/>
                </a:lnTo>
                <a:lnTo>
                  <a:pt x="3414491" y="2005299"/>
                </a:lnTo>
                <a:lnTo>
                  <a:pt x="3412845" y="2004429"/>
                </a:lnTo>
                <a:lnTo>
                  <a:pt x="3411199" y="2003558"/>
                </a:lnTo>
                <a:lnTo>
                  <a:pt x="3409552" y="2002686"/>
                </a:lnTo>
                <a:lnTo>
                  <a:pt x="3407906" y="2001814"/>
                </a:lnTo>
                <a:lnTo>
                  <a:pt x="3406260" y="2000941"/>
                </a:lnTo>
                <a:lnTo>
                  <a:pt x="3404613" y="2000067"/>
                </a:lnTo>
                <a:lnTo>
                  <a:pt x="3402967" y="1999193"/>
                </a:lnTo>
                <a:lnTo>
                  <a:pt x="3401321" y="1998317"/>
                </a:lnTo>
                <a:lnTo>
                  <a:pt x="3399674" y="1997441"/>
                </a:lnTo>
                <a:lnTo>
                  <a:pt x="3398028" y="1996564"/>
                </a:lnTo>
                <a:lnTo>
                  <a:pt x="3396382" y="1995687"/>
                </a:lnTo>
                <a:lnTo>
                  <a:pt x="3394735" y="1994809"/>
                </a:lnTo>
                <a:lnTo>
                  <a:pt x="3393089" y="1993930"/>
                </a:lnTo>
                <a:lnTo>
                  <a:pt x="3391443" y="1993050"/>
                </a:lnTo>
                <a:lnTo>
                  <a:pt x="3389796" y="1992169"/>
                </a:lnTo>
                <a:lnTo>
                  <a:pt x="3388150" y="1991288"/>
                </a:lnTo>
                <a:lnTo>
                  <a:pt x="3386504" y="1990406"/>
                </a:lnTo>
                <a:lnTo>
                  <a:pt x="3384857" y="1989524"/>
                </a:lnTo>
                <a:lnTo>
                  <a:pt x="3383211" y="1988640"/>
                </a:lnTo>
                <a:lnTo>
                  <a:pt x="3381565" y="1987756"/>
                </a:lnTo>
                <a:lnTo>
                  <a:pt x="3379918" y="1986871"/>
                </a:lnTo>
                <a:lnTo>
                  <a:pt x="3378272" y="1985985"/>
                </a:lnTo>
                <a:lnTo>
                  <a:pt x="3376626" y="1985099"/>
                </a:lnTo>
                <a:lnTo>
                  <a:pt x="3374979" y="1984212"/>
                </a:lnTo>
                <a:lnTo>
                  <a:pt x="3373333" y="1983324"/>
                </a:lnTo>
                <a:lnTo>
                  <a:pt x="3371687" y="1982435"/>
                </a:lnTo>
                <a:lnTo>
                  <a:pt x="3370040" y="1981546"/>
                </a:lnTo>
                <a:lnTo>
                  <a:pt x="3368394" y="1980656"/>
                </a:lnTo>
                <a:lnTo>
                  <a:pt x="3366748" y="1979765"/>
                </a:lnTo>
                <a:lnTo>
                  <a:pt x="3365101" y="1978874"/>
                </a:lnTo>
                <a:lnTo>
                  <a:pt x="3363455" y="1977982"/>
                </a:lnTo>
                <a:lnTo>
                  <a:pt x="3361809" y="1977089"/>
                </a:lnTo>
                <a:lnTo>
                  <a:pt x="3360162" y="1976195"/>
                </a:lnTo>
                <a:lnTo>
                  <a:pt x="3358516" y="1975301"/>
                </a:lnTo>
                <a:lnTo>
                  <a:pt x="3356870" y="1974405"/>
                </a:lnTo>
                <a:lnTo>
                  <a:pt x="3355223" y="1973510"/>
                </a:lnTo>
                <a:lnTo>
                  <a:pt x="3353577" y="1972613"/>
                </a:lnTo>
                <a:lnTo>
                  <a:pt x="3351931" y="1971716"/>
                </a:lnTo>
                <a:lnTo>
                  <a:pt x="3350284" y="1970818"/>
                </a:lnTo>
                <a:lnTo>
                  <a:pt x="3348638" y="1969919"/>
                </a:lnTo>
                <a:lnTo>
                  <a:pt x="3346992" y="1969019"/>
                </a:lnTo>
                <a:lnTo>
                  <a:pt x="3345345" y="1968119"/>
                </a:lnTo>
                <a:lnTo>
                  <a:pt x="3343699" y="1967218"/>
                </a:lnTo>
                <a:lnTo>
                  <a:pt x="3342053" y="1966317"/>
                </a:lnTo>
                <a:lnTo>
                  <a:pt x="3340406" y="1965414"/>
                </a:lnTo>
                <a:lnTo>
                  <a:pt x="3338760" y="1964511"/>
                </a:lnTo>
                <a:lnTo>
                  <a:pt x="3337114" y="1963607"/>
                </a:lnTo>
                <a:lnTo>
                  <a:pt x="3335467" y="1962703"/>
                </a:lnTo>
                <a:lnTo>
                  <a:pt x="3333821" y="1961797"/>
                </a:lnTo>
                <a:lnTo>
                  <a:pt x="3332175" y="1960892"/>
                </a:lnTo>
                <a:lnTo>
                  <a:pt x="3330528" y="1959985"/>
                </a:lnTo>
                <a:lnTo>
                  <a:pt x="3328882" y="1959077"/>
                </a:lnTo>
                <a:lnTo>
                  <a:pt x="3327236" y="1958169"/>
                </a:lnTo>
                <a:lnTo>
                  <a:pt x="3325589" y="1957261"/>
                </a:lnTo>
                <a:lnTo>
                  <a:pt x="3323943" y="1956351"/>
                </a:lnTo>
                <a:lnTo>
                  <a:pt x="3322297" y="1955441"/>
                </a:lnTo>
                <a:lnTo>
                  <a:pt x="3320650" y="1954530"/>
                </a:lnTo>
                <a:lnTo>
                  <a:pt x="3319004" y="1953618"/>
                </a:lnTo>
                <a:lnTo>
                  <a:pt x="3317358" y="1952706"/>
                </a:lnTo>
                <a:lnTo>
                  <a:pt x="3315711" y="1951793"/>
                </a:lnTo>
                <a:lnTo>
                  <a:pt x="3314065" y="1950879"/>
                </a:lnTo>
                <a:lnTo>
                  <a:pt x="3312419" y="1949964"/>
                </a:lnTo>
                <a:lnTo>
                  <a:pt x="3310772" y="1949049"/>
                </a:lnTo>
                <a:lnTo>
                  <a:pt x="3309126" y="1948133"/>
                </a:lnTo>
                <a:lnTo>
                  <a:pt x="3307480" y="1947217"/>
                </a:lnTo>
                <a:lnTo>
                  <a:pt x="3305833" y="1946299"/>
                </a:lnTo>
                <a:lnTo>
                  <a:pt x="3304187" y="1945381"/>
                </a:lnTo>
                <a:lnTo>
                  <a:pt x="3302541" y="1944462"/>
                </a:lnTo>
                <a:lnTo>
                  <a:pt x="3300894" y="1943543"/>
                </a:lnTo>
                <a:lnTo>
                  <a:pt x="3299248" y="1942623"/>
                </a:lnTo>
                <a:lnTo>
                  <a:pt x="3297602" y="1941702"/>
                </a:lnTo>
                <a:lnTo>
                  <a:pt x="3295955" y="1940780"/>
                </a:lnTo>
                <a:lnTo>
                  <a:pt x="3294309" y="1939858"/>
                </a:lnTo>
                <a:lnTo>
                  <a:pt x="3292663" y="1938935"/>
                </a:lnTo>
                <a:lnTo>
                  <a:pt x="3291016" y="1938012"/>
                </a:lnTo>
                <a:lnTo>
                  <a:pt x="3289370" y="1937087"/>
                </a:lnTo>
                <a:lnTo>
                  <a:pt x="3287724" y="1936162"/>
                </a:lnTo>
                <a:lnTo>
                  <a:pt x="3286077" y="1935237"/>
                </a:lnTo>
                <a:lnTo>
                  <a:pt x="3284431" y="1934310"/>
                </a:lnTo>
                <a:lnTo>
                  <a:pt x="3282785" y="1933383"/>
                </a:lnTo>
                <a:lnTo>
                  <a:pt x="3281138" y="1932455"/>
                </a:lnTo>
                <a:lnTo>
                  <a:pt x="3279492" y="1931527"/>
                </a:lnTo>
                <a:lnTo>
                  <a:pt x="3277846" y="1930597"/>
                </a:lnTo>
                <a:lnTo>
                  <a:pt x="3276199" y="1929668"/>
                </a:lnTo>
                <a:lnTo>
                  <a:pt x="3274553" y="1928737"/>
                </a:lnTo>
                <a:lnTo>
                  <a:pt x="3272907" y="1927806"/>
                </a:lnTo>
                <a:lnTo>
                  <a:pt x="3271260" y="1926874"/>
                </a:lnTo>
                <a:lnTo>
                  <a:pt x="3269614" y="1925941"/>
                </a:lnTo>
                <a:lnTo>
                  <a:pt x="3267968" y="1925008"/>
                </a:lnTo>
                <a:lnTo>
                  <a:pt x="3266321" y="1924074"/>
                </a:lnTo>
                <a:lnTo>
                  <a:pt x="3264675" y="1923139"/>
                </a:lnTo>
                <a:lnTo>
                  <a:pt x="3263029" y="1922204"/>
                </a:lnTo>
                <a:lnTo>
                  <a:pt x="3261382" y="1921267"/>
                </a:lnTo>
                <a:lnTo>
                  <a:pt x="3259736" y="1920331"/>
                </a:lnTo>
                <a:lnTo>
                  <a:pt x="3258090" y="1919393"/>
                </a:lnTo>
                <a:lnTo>
                  <a:pt x="3256443" y="1918455"/>
                </a:lnTo>
                <a:lnTo>
                  <a:pt x="3254797" y="1917516"/>
                </a:lnTo>
                <a:lnTo>
                  <a:pt x="3253151" y="1916577"/>
                </a:lnTo>
                <a:lnTo>
                  <a:pt x="3251504" y="1915637"/>
                </a:lnTo>
                <a:lnTo>
                  <a:pt x="3249858" y="1914696"/>
                </a:lnTo>
                <a:lnTo>
                  <a:pt x="3248212" y="1913754"/>
                </a:lnTo>
                <a:lnTo>
                  <a:pt x="3246565" y="1912812"/>
                </a:lnTo>
                <a:lnTo>
                  <a:pt x="3244919" y="1911869"/>
                </a:lnTo>
                <a:lnTo>
                  <a:pt x="3243273" y="1910925"/>
                </a:lnTo>
                <a:lnTo>
                  <a:pt x="3241626" y="1909981"/>
                </a:lnTo>
                <a:lnTo>
                  <a:pt x="3239980" y="1909036"/>
                </a:lnTo>
                <a:lnTo>
                  <a:pt x="3238334" y="1908091"/>
                </a:lnTo>
                <a:lnTo>
                  <a:pt x="3236687" y="1907144"/>
                </a:lnTo>
                <a:lnTo>
                  <a:pt x="3235041" y="1906197"/>
                </a:lnTo>
                <a:lnTo>
                  <a:pt x="3233395" y="1905250"/>
                </a:lnTo>
                <a:lnTo>
                  <a:pt x="3231748" y="1904302"/>
                </a:lnTo>
                <a:lnTo>
                  <a:pt x="3230102" y="1903353"/>
                </a:lnTo>
                <a:lnTo>
                  <a:pt x="3228456" y="1902403"/>
                </a:lnTo>
                <a:lnTo>
                  <a:pt x="3226809" y="1901453"/>
                </a:lnTo>
                <a:lnTo>
                  <a:pt x="3225163" y="1900502"/>
                </a:lnTo>
                <a:lnTo>
                  <a:pt x="3223517" y="1899550"/>
                </a:lnTo>
                <a:lnTo>
                  <a:pt x="3221870" y="1898598"/>
                </a:lnTo>
                <a:lnTo>
                  <a:pt x="3220224" y="1897645"/>
                </a:lnTo>
                <a:lnTo>
                  <a:pt x="3218578" y="1896691"/>
                </a:lnTo>
                <a:lnTo>
                  <a:pt x="3216931" y="1895737"/>
                </a:lnTo>
                <a:lnTo>
                  <a:pt x="3215285" y="1894782"/>
                </a:lnTo>
                <a:lnTo>
                  <a:pt x="3213639" y="1893826"/>
                </a:lnTo>
                <a:lnTo>
                  <a:pt x="3211992" y="1892870"/>
                </a:lnTo>
                <a:lnTo>
                  <a:pt x="3210346" y="1891913"/>
                </a:lnTo>
                <a:lnTo>
                  <a:pt x="3208700" y="1890956"/>
                </a:lnTo>
                <a:lnTo>
                  <a:pt x="3207053" y="1889997"/>
                </a:lnTo>
                <a:lnTo>
                  <a:pt x="3205407" y="1889039"/>
                </a:lnTo>
                <a:lnTo>
                  <a:pt x="3203761" y="1888079"/>
                </a:lnTo>
                <a:lnTo>
                  <a:pt x="3202114" y="1887119"/>
                </a:lnTo>
                <a:lnTo>
                  <a:pt x="3200468" y="1886158"/>
                </a:lnTo>
                <a:lnTo>
                  <a:pt x="3198822" y="1885196"/>
                </a:lnTo>
                <a:lnTo>
                  <a:pt x="3197175" y="1884234"/>
                </a:lnTo>
                <a:lnTo>
                  <a:pt x="3195529" y="1883271"/>
                </a:lnTo>
                <a:lnTo>
                  <a:pt x="3193883" y="1882308"/>
                </a:lnTo>
                <a:lnTo>
                  <a:pt x="3192236" y="1881344"/>
                </a:lnTo>
                <a:lnTo>
                  <a:pt x="3190590" y="1880379"/>
                </a:lnTo>
                <a:lnTo>
                  <a:pt x="3188944" y="1879414"/>
                </a:lnTo>
                <a:lnTo>
                  <a:pt x="3187297" y="1878447"/>
                </a:lnTo>
                <a:lnTo>
                  <a:pt x="3185651" y="1877481"/>
                </a:lnTo>
                <a:lnTo>
                  <a:pt x="3184005" y="1876513"/>
                </a:lnTo>
                <a:lnTo>
                  <a:pt x="3182358" y="1875545"/>
                </a:lnTo>
                <a:lnTo>
                  <a:pt x="3180712" y="1874577"/>
                </a:lnTo>
                <a:lnTo>
                  <a:pt x="3179066" y="1873607"/>
                </a:lnTo>
                <a:lnTo>
                  <a:pt x="3177419" y="1872637"/>
                </a:lnTo>
                <a:lnTo>
                  <a:pt x="3175773" y="1871667"/>
                </a:lnTo>
                <a:lnTo>
                  <a:pt x="3174127" y="1870696"/>
                </a:lnTo>
                <a:lnTo>
                  <a:pt x="3172480" y="1869724"/>
                </a:lnTo>
                <a:lnTo>
                  <a:pt x="3170834" y="1868751"/>
                </a:lnTo>
                <a:lnTo>
                  <a:pt x="3169188" y="1867778"/>
                </a:lnTo>
                <a:lnTo>
                  <a:pt x="3167541" y="1866804"/>
                </a:lnTo>
                <a:lnTo>
                  <a:pt x="3165895" y="1865830"/>
                </a:lnTo>
                <a:lnTo>
                  <a:pt x="3164249" y="1864855"/>
                </a:lnTo>
                <a:lnTo>
                  <a:pt x="3162602" y="1863879"/>
                </a:lnTo>
                <a:lnTo>
                  <a:pt x="3160956" y="1862903"/>
                </a:lnTo>
                <a:lnTo>
                  <a:pt x="3159310" y="1861926"/>
                </a:lnTo>
                <a:lnTo>
                  <a:pt x="3157663" y="1860948"/>
                </a:lnTo>
                <a:lnTo>
                  <a:pt x="3156017" y="1859970"/>
                </a:lnTo>
                <a:lnTo>
                  <a:pt x="3154371" y="1858991"/>
                </a:lnTo>
                <a:lnTo>
                  <a:pt x="3152724" y="1858012"/>
                </a:lnTo>
                <a:lnTo>
                  <a:pt x="3151078" y="1857032"/>
                </a:lnTo>
                <a:lnTo>
                  <a:pt x="3149432" y="1856051"/>
                </a:lnTo>
                <a:lnTo>
                  <a:pt x="3147785" y="1855069"/>
                </a:lnTo>
                <a:lnTo>
                  <a:pt x="3146139" y="1854087"/>
                </a:lnTo>
                <a:lnTo>
                  <a:pt x="3144493" y="1853105"/>
                </a:lnTo>
                <a:lnTo>
                  <a:pt x="3142846" y="1852122"/>
                </a:lnTo>
                <a:lnTo>
                  <a:pt x="3141200" y="1851138"/>
                </a:lnTo>
                <a:lnTo>
                  <a:pt x="3139554" y="1850153"/>
                </a:lnTo>
                <a:lnTo>
                  <a:pt x="3137907" y="1849168"/>
                </a:lnTo>
                <a:lnTo>
                  <a:pt x="3136261" y="1848182"/>
                </a:lnTo>
                <a:lnTo>
                  <a:pt x="3134615" y="1847196"/>
                </a:lnTo>
                <a:lnTo>
                  <a:pt x="3132969" y="1846209"/>
                </a:lnTo>
                <a:lnTo>
                  <a:pt x="3131322" y="1845222"/>
                </a:lnTo>
                <a:lnTo>
                  <a:pt x="3129676" y="1844233"/>
                </a:lnTo>
                <a:lnTo>
                  <a:pt x="3128030" y="1843245"/>
                </a:lnTo>
                <a:lnTo>
                  <a:pt x="3126383" y="1842255"/>
                </a:lnTo>
                <a:lnTo>
                  <a:pt x="3124737" y="1841265"/>
                </a:lnTo>
                <a:lnTo>
                  <a:pt x="3123091" y="1840274"/>
                </a:lnTo>
                <a:lnTo>
                  <a:pt x="3121444" y="1839283"/>
                </a:lnTo>
                <a:lnTo>
                  <a:pt x="3119798" y="1838291"/>
                </a:lnTo>
                <a:lnTo>
                  <a:pt x="3118152" y="1837299"/>
                </a:lnTo>
                <a:lnTo>
                  <a:pt x="3116505" y="1836306"/>
                </a:lnTo>
                <a:lnTo>
                  <a:pt x="3114859" y="1835312"/>
                </a:lnTo>
                <a:lnTo>
                  <a:pt x="3113213" y="1834318"/>
                </a:lnTo>
                <a:lnTo>
                  <a:pt x="3111566" y="1833323"/>
                </a:lnTo>
                <a:lnTo>
                  <a:pt x="3109920" y="1832327"/>
                </a:lnTo>
                <a:lnTo>
                  <a:pt x="3108274" y="1831331"/>
                </a:lnTo>
                <a:lnTo>
                  <a:pt x="3106627" y="1830334"/>
                </a:lnTo>
                <a:lnTo>
                  <a:pt x="3104981" y="1829337"/>
                </a:lnTo>
                <a:lnTo>
                  <a:pt x="3103335" y="1828339"/>
                </a:lnTo>
                <a:lnTo>
                  <a:pt x="3101688" y="1827341"/>
                </a:lnTo>
                <a:lnTo>
                  <a:pt x="3100042" y="1826341"/>
                </a:lnTo>
                <a:lnTo>
                  <a:pt x="3098396" y="1825342"/>
                </a:lnTo>
                <a:lnTo>
                  <a:pt x="3096749" y="1824341"/>
                </a:lnTo>
                <a:lnTo>
                  <a:pt x="3095103" y="1823340"/>
                </a:lnTo>
                <a:lnTo>
                  <a:pt x="3093457" y="1822339"/>
                </a:lnTo>
                <a:lnTo>
                  <a:pt x="3091810" y="1821337"/>
                </a:lnTo>
                <a:lnTo>
                  <a:pt x="3090164" y="1820334"/>
                </a:lnTo>
                <a:lnTo>
                  <a:pt x="3088518" y="1819331"/>
                </a:lnTo>
                <a:lnTo>
                  <a:pt x="3086871" y="1818327"/>
                </a:lnTo>
                <a:lnTo>
                  <a:pt x="3085225" y="1817322"/>
                </a:lnTo>
                <a:lnTo>
                  <a:pt x="3083579" y="1816317"/>
                </a:lnTo>
                <a:lnTo>
                  <a:pt x="3081932" y="1815312"/>
                </a:lnTo>
                <a:lnTo>
                  <a:pt x="3080286" y="1814306"/>
                </a:lnTo>
                <a:lnTo>
                  <a:pt x="3078640" y="1813299"/>
                </a:lnTo>
                <a:lnTo>
                  <a:pt x="3076993" y="1812291"/>
                </a:lnTo>
                <a:lnTo>
                  <a:pt x="3075347" y="1811283"/>
                </a:lnTo>
                <a:lnTo>
                  <a:pt x="3073701" y="1810275"/>
                </a:lnTo>
                <a:lnTo>
                  <a:pt x="3072054" y="1809266"/>
                </a:lnTo>
                <a:lnTo>
                  <a:pt x="3070408" y="1808256"/>
                </a:lnTo>
                <a:lnTo>
                  <a:pt x="3068762" y="1807245"/>
                </a:lnTo>
                <a:lnTo>
                  <a:pt x="3067115" y="1806235"/>
                </a:lnTo>
                <a:lnTo>
                  <a:pt x="3065469" y="1805223"/>
                </a:lnTo>
                <a:lnTo>
                  <a:pt x="3063823" y="1804211"/>
                </a:lnTo>
                <a:lnTo>
                  <a:pt x="3062176" y="1803198"/>
                </a:lnTo>
                <a:lnTo>
                  <a:pt x="3060530" y="1802185"/>
                </a:lnTo>
                <a:lnTo>
                  <a:pt x="3058884" y="1801171"/>
                </a:lnTo>
                <a:lnTo>
                  <a:pt x="3057237" y="1800157"/>
                </a:lnTo>
                <a:lnTo>
                  <a:pt x="3055591" y="1799142"/>
                </a:lnTo>
                <a:lnTo>
                  <a:pt x="3053945" y="1798127"/>
                </a:lnTo>
                <a:lnTo>
                  <a:pt x="3052298" y="1797111"/>
                </a:lnTo>
                <a:lnTo>
                  <a:pt x="3050652" y="1796094"/>
                </a:lnTo>
                <a:lnTo>
                  <a:pt x="3049006" y="1795077"/>
                </a:lnTo>
                <a:lnTo>
                  <a:pt x="3047359" y="1794059"/>
                </a:lnTo>
                <a:lnTo>
                  <a:pt x="3045713" y="1793041"/>
                </a:lnTo>
                <a:lnTo>
                  <a:pt x="3044067" y="1792022"/>
                </a:lnTo>
                <a:lnTo>
                  <a:pt x="3042420" y="1791002"/>
                </a:lnTo>
                <a:lnTo>
                  <a:pt x="3040774" y="1789982"/>
                </a:lnTo>
                <a:lnTo>
                  <a:pt x="3039128" y="1788962"/>
                </a:lnTo>
                <a:lnTo>
                  <a:pt x="3037481" y="1787940"/>
                </a:lnTo>
                <a:lnTo>
                  <a:pt x="3035835" y="1786919"/>
                </a:lnTo>
                <a:lnTo>
                  <a:pt x="3034189" y="1785896"/>
                </a:lnTo>
                <a:lnTo>
                  <a:pt x="3032542" y="1784874"/>
                </a:lnTo>
                <a:lnTo>
                  <a:pt x="3030896" y="1783850"/>
                </a:lnTo>
                <a:lnTo>
                  <a:pt x="3029250" y="1782826"/>
                </a:lnTo>
                <a:lnTo>
                  <a:pt x="3027603" y="1781802"/>
                </a:lnTo>
                <a:lnTo>
                  <a:pt x="3025957" y="1780777"/>
                </a:lnTo>
                <a:lnTo>
                  <a:pt x="3024311" y="1779751"/>
                </a:lnTo>
                <a:lnTo>
                  <a:pt x="3022664" y="1778725"/>
                </a:lnTo>
                <a:lnTo>
                  <a:pt x="3021018" y="1777698"/>
                </a:lnTo>
                <a:lnTo>
                  <a:pt x="3019372" y="1776671"/>
                </a:lnTo>
                <a:lnTo>
                  <a:pt x="3017725" y="1775643"/>
                </a:lnTo>
                <a:lnTo>
                  <a:pt x="3016079" y="1774615"/>
                </a:lnTo>
                <a:lnTo>
                  <a:pt x="3014433" y="1773586"/>
                </a:lnTo>
                <a:lnTo>
                  <a:pt x="3012786" y="1772557"/>
                </a:lnTo>
                <a:lnTo>
                  <a:pt x="3011140" y="1771527"/>
                </a:lnTo>
                <a:lnTo>
                  <a:pt x="3009494" y="1770496"/>
                </a:lnTo>
                <a:lnTo>
                  <a:pt x="3007847" y="1769465"/>
                </a:lnTo>
                <a:lnTo>
                  <a:pt x="3006201" y="1768434"/>
                </a:lnTo>
                <a:lnTo>
                  <a:pt x="3004555" y="1767402"/>
                </a:lnTo>
                <a:lnTo>
                  <a:pt x="3002908" y="1766369"/>
                </a:lnTo>
                <a:lnTo>
                  <a:pt x="3001262" y="1765336"/>
                </a:lnTo>
                <a:lnTo>
                  <a:pt x="2999616" y="1764302"/>
                </a:lnTo>
                <a:lnTo>
                  <a:pt x="2997969" y="1763268"/>
                </a:lnTo>
                <a:lnTo>
                  <a:pt x="2996323" y="1762233"/>
                </a:lnTo>
                <a:lnTo>
                  <a:pt x="2994677" y="1761198"/>
                </a:lnTo>
                <a:lnTo>
                  <a:pt x="2993030" y="1760162"/>
                </a:lnTo>
                <a:lnTo>
                  <a:pt x="2991384" y="1759125"/>
                </a:lnTo>
                <a:lnTo>
                  <a:pt x="2989738" y="1758088"/>
                </a:lnTo>
                <a:lnTo>
                  <a:pt x="2988091" y="1757051"/>
                </a:lnTo>
                <a:lnTo>
                  <a:pt x="2986445" y="1756013"/>
                </a:lnTo>
                <a:lnTo>
                  <a:pt x="2984799" y="1754975"/>
                </a:lnTo>
                <a:lnTo>
                  <a:pt x="2983152" y="1753935"/>
                </a:lnTo>
                <a:lnTo>
                  <a:pt x="2981506" y="1752896"/>
                </a:lnTo>
                <a:lnTo>
                  <a:pt x="2979860" y="1751856"/>
                </a:lnTo>
                <a:lnTo>
                  <a:pt x="2978213" y="1750815"/>
                </a:lnTo>
                <a:lnTo>
                  <a:pt x="2976567" y="1749774"/>
                </a:lnTo>
                <a:lnTo>
                  <a:pt x="2974921" y="1748733"/>
                </a:lnTo>
                <a:lnTo>
                  <a:pt x="2973274" y="1747690"/>
                </a:lnTo>
                <a:lnTo>
                  <a:pt x="2971628" y="1746648"/>
                </a:lnTo>
                <a:lnTo>
                  <a:pt x="2969982" y="1745605"/>
                </a:lnTo>
                <a:lnTo>
                  <a:pt x="2968335" y="1744561"/>
                </a:lnTo>
                <a:lnTo>
                  <a:pt x="2966689" y="1743517"/>
                </a:lnTo>
                <a:lnTo>
                  <a:pt x="2965043" y="1742472"/>
                </a:lnTo>
                <a:lnTo>
                  <a:pt x="2963396" y="1741427"/>
                </a:lnTo>
                <a:lnTo>
                  <a:pt x="2961750" y="1740381"/>
                </a:lnTo>
                <a:lnTo>
                  <a:pt x="2960104" y="1739335"/>
                </a:lnTo>
                <a:lnTo>
                  <a:pt x="2958457" y="1738288"/>
                </a:lnTo>
                <a:lnTo>
                  <a:pt x="2956811" y="1737241"/>
                </a:lnTo>
                <a:lnTo>
                  <a:pt x="2955165" y="1736193"/>
                </a:lnTo>
                <a:lnTo>
                  <a:pt x="2953518" y="1735145"/>
                </a:lnTo>
                <a:lnTo>
                  <a:pt x="2951872" y="1734096"/>
                </a:lnTo>
                <a:lnTo>
                  <a:pt x="2950226" y="1733047"/>
                </a:lnTo>
                <a:lnTo>
                  <a:pt x="2948579" y="1731997"/>
                </a:lnTo>
                <a:lnTo>
                  <a:pt x="2946933" y="1730947"/>
                </a:lnTo>
                <a:lnTo>
                  <a:pt x="2945287" y="1729896"/>
                </a:lnTo>
                <a:lnTo>
                  <a:pt x="2943640" y="1728845"/>
                </a:lnTo>
                <a:lnTo>
                  <a:pt x="2941994" y="1727793"/>
                </a:lnTo>
                <a:lnTo>
                  <a:pt x="2940348" y="1726741"/>
                </a:lnTo>
                <a:lnTo>
                  <a:pt x="2938701" y="1725689"/>
                </a:lnTo>
                <a:lnTo>
                  <a:pt x="2937055" y="1724635"/>
                </a:lnTo>
                <a:lnTo>
                  <a:pt x="2935409" y="1723582"/>
                </a:lnTo>
                <a:lnTo>
                  <a:pt x="2933762" y="1722527"/>
                </a:lnTo>
                <a:lnTo>
                  <a:pt x="2932116" y="1721473"/>
                </a:lnTo>
                <a:lnTo>
                  <a:pt x="2930470" y="1720418"/>
                </a:lnTo>
                <a:lnTo>
                  <a:pt x="2928823" y="1719362"/>
                </a:lnTo>
                <a:lnTo>
                  <a:pt x="2927177" y="1718306"/>
                </a:lnTo>
                <a:lnTo>
                  <a:pt x="2925531" y="1717249"/>
                </a:lnTo>
                <a:lnTo>
                  <a:pt x="2923884" y="1716192"/>
                </a:lnTo>
                <a:lnTo>
                  <a:pt x="2922238" y="1715135"/>
                </a:lnTo>
                <a:lnTo>
                  <a:pt x="2920592" y="1714077"/>
                </a:lnTo>
                <a:lnTo>
                  <a:pt x="2918945" y="1713018"/>
                </a:lnTo>
                <a:lnTo>
                  <a:pt x="2917299" y="1711959"/>
                </a:lnTo>
                <a:lnTo>
                  <a:pt x="2915653" y="1710900"/>
                </a:lnTo>
                <a:lnTo>
                  <a:pt x="2914006" y="1709840"/>
                </a:lnTo>
                <a:lnTo>
                  <a:pt x="2912360" y="1708780"/>
                </a:lnTo>
                <a:lnTo>
                  <a:pt x="2910714" y="1707719"/>
                </a:lnTo>
                <a:lnTo>
                  <a:pt x="2909067" y="1706657"/>
                </a:lnTo>
                <a:lnTo>
                  <a:pt x="2907421" y="1705596"/>
                </a:lnTo>
                <a:lnTo>
                  <a:pt x="2905775" y="1704533"/>
                </a:lnTo>
                <a:lnTo>
                  <a:pt x="2904128" y="1703471"/>
                </a:lnTo>
                <a:lnTo>
                  <a:pt x="2902482" y="1702407"/>
                </a:lnTo>
                <a:lnTo>
                  <a:pt x="2900836" y="1701344"/>
                </a:lnTo>
                <a:lnTo>
                  <a:pt x="2899189" y="1700280"/>
                </a:lnTo>
                <a:lnTo>
                  <a:pt x="2897543" y="1699215"/>
                </a:lnTo>
                <a:lnTo>
                  <a:pt x="2895897" y="1698150"/>
                </a:lnTo>
                <a:lnTo>
                  <a:pt x="2894250" y="1697085"/>
                </a:lnTo>
                <a:lnTo>
                  <a:pt x="2892604" y="1696019"/>
                </a:lnTo>
                <a:lnTo>
                  <a:pt x="2890958" y="1694952"/>
                </a:lnTo>
                <a:lnTo>
                  <a:pt x="2889311" y="1693885"/>
                </a:lnTo>
                <a:lnTo>
                  <a:pt x="2887665" y="1692818"/>
                </a:lnTo>
                <a:lnTo>
                  <a:pt x="2886019" y="1691750"/>
                </a:lnTo>
                <a:lnTo>
                  <a:pt x="2884372" y="1690682"/>
                </a:lnTo>
                <a:lnTo>
                  <a:pt x="2882726" y="1689613"/>
                </a:lnTo>
                <a:lnTo>
                  <a:pt x="2881080" y="1688544"/>
                </a:lnTo>
                <a:lnTo>
                  <a:pt x="2879433" y="1687475"/>
                </a:lnTo>
                <a:lnTo>
                  <a:pt x="2877787" y="1686405"/>
                </a:lnTo>
                <a:lnTo>
                  <a:pt x="2876141" y="1685334"/>
                </a:lnTo>
                <a:lnTo>
                  <a:pt x="2874494" y="1684264"/>
                </a:lnTo>
                <a:lnTo>
                  <a:pt x="2872848" y="1683192"/>
                </a:lnTo>
                <a:lnTo>
                  <a:pt x="2871202" y="1682120"/>
                </a:lnTo>
                <a:lnTo>
                  <a:pt x="2869555" y="1681048"/>
                </a:lnTo>
                <a:lnTo>
                  <a:pt x="2867909" y="1679976"/>
                </a:lnTo>
                <a:lnTo>
                  <a:pt x="2866263" y="1678903"/>
                </a:lnTo>
                <a:lnTo>
                  <a:pt x="2864616" y="1677829"/>
                </a:lnTo>
                <a:lnTo>
                  <a:pt x="2862970" y="1676755"/>
                </a:lnTo>
                <a:lnTo>
                  <a:pt x="2861324" y="1675681"/>
                </a:lnTo>
                <a:lnTo>
                  <a:pt x="2859677" y="1674606"/>
                </a:lnTo>
                <a:lnTo>
                  <a:pt x="2858031" y="1673531"/>
                </a:lnTo>
                <a:lnTo>
                  <a:pt x="2856385" y="1672455"/>
                </a:lnTo>
                <a:lnTo>
                  <a:pt x="2854738" y="1671379"/>
                </a:lnTo>
                <a:lnTo>
                  <a:pt x="2853092" y="1670303"/>
                </a:lnTo>
                <a:lnTo>
                  <a:pt x="2851446" y="1669226"/>
                </a:lnTo>
                <a:lnTo>
                  <a:pt x="2849799" y="1668149"/>
                </a:lnTo>
                <a:lnTo>
                  <a:pt x="2848153" y="1667071"/>
                </a:lnTo>
                <a:lnTo>
                  <a:pt x="2846507" y="1665993"/>
                </a:lnTo>
                <a:lnTo>
                  <a:pt x="2844860" y="1664914"/>
                </a:lnTo>
                <a:lnTo>
                  <a:pt x="2843214" y="1663835"/>
                </a:lnTo>
                <a:lnTo>
                  <a:pt x="2841568" y="1662756"/>
                </a:lnTo>
                <a:lnTo>
                  <a:pt x="2839921" y="1661676"/>
                </a:lnTo>
                <a:lnTo>
                  <a:pt x="2838275" y="1660596"/>
                </a:lnTo>
                <a:lnTo>
                  <a:pt x="2836629" y="1659515"/>
                </a:lnTo>
                <a:lnTo>
                  <a:pt x="2834982" y="1658434"/>
                </a:lnTo>
                <a:lnTo>
                  <a:pt x="2833336" y="1657353"/>
                </a:lnTo>
                <a:lnTo>
                  <a:pt x="2831690" y="1656271"/>
                </a:lnTo>
                <a:lnTo>
                  <a:pt x="2830043" y="1655189"/>
                </a:lnTo>
                <a:lnTo>
                  <a:pt x="2828397" y="1654106"/>
                </a:lnTo>
                <a:lnTo>
                  <a:pt x="2826751" y="1653023"/>
                </a:lnTo>
                <a:lnTo>
                  <a:pt x="2825104" y="1651939"/>
                </a:lnTo>
                <a:lnTo>
                  <a:pt x="2823458" y="1650855"/>
                </a:lnTo>
                <a:lnTo>
                  <a:pt x="2821812" y="1649771"/>
                </a:lnTo>
                <a:lnTo>
                  <a:pt x="2820166" y="1648687"/>
                </a:lnTo>
                <a:lnTo>
                  <a:pt x="2818519" y="1647602"/>
                </a:lnTo>
                <a:lnTo>
                  <a:pt x="2816873" y="1646516"/>
                </a:lnTo>
                <a:lnTo>
                  <a:pt x="2815227" y="1645430"/>
                </a:lnTo>
                <a:lnTo>
                  <a:pt x="2813580" y="1644344"/>
                </a:lnTo>
                <a:lnTo>
                  <a:pt x="2811934" y="1643258"/>
                </a:lnTo>
                <a:lnTo>
                  <a:pt x="2810288" y="1642171"/>
                </a:lnTo>
                <a:lnTo>
                  <a:pt x="2808641" y="1641083"/>
                </a:lnTo>
                <a:lnTo>
                  <a:pt x="2806995" y="1639995"/>
                </a:lnTo>
                <a:lnTo>
                  <a:pt x="2805349" y="1638907"/>
                </a:lnTo>
                <a:lnTo>
                  <a:pt x="2803702" y="1637819"/>
                </a:lnTo>
                <a:lnTo>
                  <a:pt x="2802056" y="1636730"/>
                </a:lnTo>
                <a:lnTo>
                  <a:pt x="2800410" y="1635641"/>
                </a:lnTo>
                <a:lnTo>
                  <a:pt x="2798763" y="1634551"/>
                </a:lnTo>
                <a:lnTo>
                  <a:pt x="2797117" y="1633461"/>
                </a:lnTo>
                <a:lnTo>
                  <a:pt x="2795471" y="1632371"/>
                </a:lnTo>
                <a:lnTo>
                  <a:pt x="2793824" y="1631280"/>
                </a:lnTo>
                <a:lnTo>
                  <a:pt x="2792178" y="1630189"/>
                </a:lnTo>
                <a:lnTo>
                  <a:pt x="2790532" y="1629097"/>
                </a:lnTo>
                <a:lnTo>
                  <a:pt x="2788885" y="1628005"/>
                </a:lnTo>
                <a:lnTo>
                  <a:pt x="2787239" y="1626913"/>
                </a:lnTo>
                <a:lnTo>
                  <a:pt x="2785593" y="1625821"/>
                </a:lnTo>
                <a:lnTo>
                  <a:pt x="2783946" y="1624728"/>
                </a:lnTo>
                <a:lnTo>
                  <a:pt x="2782300" y="1623634"/>
                </a:lnTo>
                <a:lnTo>
                  <a:pt x="2780654" y="1622541"/>
                </a:lnTo>
                <a:lnTo>
                  <a:pt x="2779007" y="1621447"/>
                </a:lnTo>
                <a:lnTo>
                  <a:pt x="2777361" y="1620352"/>
                </a:lnTo>
                <a:lnTo>
                  <a:pt x="2775715" y="1619257"/>
                </a:lnTo>
                <a:lnTo>
                  <a:pt x="2774068" y="1618162"/>
                </a:lnTo>
                <a:lnTo>
                  <a:pt x="2772422" y="1617067"/>
                </a:lnTo>
                <a:lnTo>
                  <a:pt x="2770776" y="1615971"/>
                </a:lnTo>
                <a:lnTo>
                  <a:pt x="2769129" y="1614875"/>
                </a:lnTo>
                <a:lnTo>
                  <a:pt x="2767483" y="1613779"/>
                </a:lnTo>
                <a:lnTo>
                  <a:pt x="2765837" y="1612682"/>
                </a:lnTo>
                <a:lnTo>
                  <a:pt x="2764190" y="1611585"/>
                </a:lnTo>
                <a:lnTo>
                  <a:pt x="2762544" y="1610487"/>
                </a:lnTo>
                <a:lnTo>
                  <a:pt x="2760898" y="1609389"/>
                </a:lnTo>
                <a:lnTo>
                  <a:pt x="2759251" y="1608291"/>
                </a:lnTo>
                <a:lnTo>
                  <a:pt x="2757605" y="1607192"/>
                </a:lnTo>
                <a:lnTo>
                  <a:pt x="2755959" y="1606094"/>
                </a:lnTo>
                <a:lnTo>
                  <a:pt x="2754312" y="1604994"/>
                </a:lnTo>
                <a:lnTo>
                  <a:pt x="2752666" y="1603895"/>
                </a:lnTo>
                <a:lnTo>
                  <a:pt x="2751020" y="1602795"/>
                </a:lnTo>
                <a:lnTo>
                  <a:pt x="2749373" y="1601695"/>
                </a:lnTo>
                <a:lnTo>
                  <a:pt x="2747727" y="1600594"/>
                </a:lnTo>
                <a:lnTo>
                  <a:pt x="2746081" y="1599493"/>
                </a:lnTo>
                <a:lnTo>
                  <a:pt x="2744434" y="1598392"/>
                </a:lnTo>
                <a:lnTo>
                  <a:pt x="2742788" y="1597291"/>
                </a:lnTo>
                <a:lnTo>
                  <a:pt x="2741142" y="1596189"/>
                </a:lnTo>
                <a:lnTo>
                  <a:pt x="2739495" y="1595087"/>
                </a:lnTo>
                <a:lnTo>
                  <a:pt x="2737849" y="1593984"/>
                </a:lnTo>
                <a:lnTo>
                  <a:pt x="2736203" y="1592881"/>
                </a:lnTo>
                <a:lnTo>
                  <a:pt x="2734556" y="1591778"/>
                </a:lnTo>
                <a:lnTo>
                  <a:pt x="2732910" y="1590675"/>
                </a:lnTo>
                <a:lnTo>
                  <a:pt x="2731264" y="1589571"/>
                </a:lnTo>
                <a:lnTo>
                  <a:pt x="2729617" y="1588467"/>
                </a:lnTo>
                <a:lnTo>
                  <a:pt x="2727971" y="1587363"/>
                </a:lnTo>
                <a:lnTo>
                  <a:pt x="2726325" y="1586258"/>
                </a:lnTo>
                <a:lnTo>
                  <a:pt x="2724678" y="1585153"/>
                </a:lnTo>
                <a:lnTo>
                  <a:pt x="2723032" y="1584048"/>
                </a:lnTo>
                <a:lnTo>
                  <a:pt x="2721386" y="1582943"/>
                </a:lnTo>
                <a:lnTo>
                  <a:pt x="2719739" y="1581837"/>
                </a:lnTo>
                <a:lnTo>
                  <a:pt x="2718093" y="1580731"/>
                </a:lnTo>
                <a:lnTo>
                  <a:pt x="2716447" y="1579624"/>
                </a:lnTo>
                <a:lnTo>
                  <a:pt x="2714800" y="1578517"/>
                </a:lnTo>
                <a:lnTo>
                  <a:pt x="2713154" y="1577410"/>
                </a:lnTo>
                <a:lnTo>
                  <a:pt x="2711508" y="1576303"/>
                </a:lnTo>
                <a:lnTo>
                  <a:pt x="2709861" y="1575195"/>
                </a:lnTo>
                <a:lnTo>
                  <a:pt x="2708215" y="1574088"/>
                </a:lnTo>
                <a:lnTo>
                  <a:pt x="2706569" y="1572979"/>
                </a:lnTo>
                <a:lnTo>
                  <a:pt x="2704922" y="1571871"/>
                </a:lnTo>
                <a:lnTo>
                  <a:pt x="2703276" y="1570762"/>
                </a:lnTo>
                <a:lnTo>
                  <a:pt x="2701630" y="1569653"/>
                </a:lnTo>
                <a:lnTo>
                  <a:pt x="2699983" y="1568544"/>
                </a:lnTo>
                <a:lnTo>
                  <a:pt x="2698337" y="1567434"/>
                </a:lnTo>
                <a:lnTo>
                  <a:pt x="2696691" y="1566324"/>
                </a:lnTo>
                <a:lnTo>
                  <a:pt x="2695044" y="1565214"/>
                </a:lnTo>
                <a:lnTo>
                  <a:pt x="2693398" y="1564104"/>
                </a:lnTo>
                <a:lnTo>
                  <a:pt x="2691752" y="1562993"/>
                </a:lnTo>
                <a:lnTo>
                  <a:pt x="2690105" y="1561882"/>
                </a:lnTo>
                <a:lnTo>
                  <a:pt x="2688459" y="1560771"/>
                </a:lnTo>
                <a:lnTo>
                  <a:pt x="2686813" y="1559659"/>
                </a:lnTo>
                <a:lnTo>
                  <a:pt x="2685166" y="1558548"/>
                </a:lnTo>
                <a:lnTo>
                  <a:pt x="2683520" y="1557436"/>
                </a:lnTo>
                <a:lnTo>
                  <a:pt x="2681874" y="1556323"/>
                </a:lnTo>
                <a:lnTo>
                  <a:pt x="2680227" y="1555211"/>
                </a:lnTo>
                <a:lnTo>
                  <a:pt x="2678581" y="1554098"/>
                </a:lnTo>
                <a:lnTo>
                  <a:pt x="2676935" y="1552985"/>
                </a:lnTo>
                <a:lnTo>
                  <a:pt x="2675288" y="1551872"/>
                </a:lnTo>
                <a:lnTo>
                  <a:pt x="2673642" y="1550758"/>
                </a:lnTo>
                <a:lnTo>
                  <a:pt x="2671996" y="1549644"/>
                </a:lnTo>
                <a:lnTo>
                  <a:pt x="2670349" y="1548530"/>
                </a:lnTo>
                <a:lnTo>
                  <a:pt x="2668703" y="1547416"/>
                </a:lnTo>
                <a:lnTo>
                  <a:pt x="2667057" y="1546302"/>
                </a:lnTo>
                <a:lnTo>
                  <a:pt x="2665410" y="1545187"/>
                </a:lnTo>
                <a:lnTo>
                  <a:pt x="2663764" y="1544072"/>
                </a:lnTo>
                <a:lnTo>
                  <a:pt x="2662118" y="1542957"/>
                </a:lnTo>
                <a:lnTo>
                  <a:pt x="2660471" y="1541841"/>
                </a:lnTo>
                <a:lnTo>
                  <a:pt x="2658825" y="1540725"/>
                </a:lnTo>
                <a:lnTo>
                  <a:pt x="2657179" y="1539609"/>
                </a:lnTo>
                <a:lnTo>
                  <a:pt x="2655532" y="1538493"/>
                </a:lnTo>
                <a:lnTo>
                  <a:pt x="2653886" y="1537377"/>
                </a:lnTo>
                <a:lnTo>
                  <a:pt x="2652240" y="1536260"/>
                </a:lnTo>
                <a:lnTo>
                  <a:pt x="2650593" y="1535143"/>
                </a:lnTo>
                <a:lnTo>
                  <a:pt x="2648947" y="1534026"/>
                </a:lnTo>
                <a:lnTo>
                  <a:pt x="2647301" y="1532909"/>
                </a:lnTo>
                <a:lnTo>
                  <a:pt x="2645654" y="1531791"/>
                </a:lnTo>
                <a:lnTo>
                  <a:pt x="2644008" y="1530673"/>
                </a:lnTo>
                <a:lnTo>
                  <a:pt x="2642362" y="1529555"/>
                </a:lnTo>
                <a:lnTo>
                  <a:pt x="2640715" y="1528437"/>
                </a:lnTo>
                <a:lnTo>
                  <a:pt x="2639069" y="1527319"/>
                </a:lnTo>
                <a:lnTo>
                  <a:pt x="2637423" y="1526200"/>
                </a:lnTo>
                <a:lnTo>
                  <a:pt x="2635776" y="1525081"/>
                </a:lnTo>
                <a:lnTo>
                  <a:pt x="2634130" y="1523962"/>
                </a:lnTo>
                <a:lnTo>
                  <a:pt x="2632484" y="1522843"/>
                </a:lnTo>
                <a:lnTo>
                  <a:pt x="2630837" y="1521724"/>
                </a:lnTo>
                <a:lnTo>
                  <a:pt x="2629191" y="1520604"/>
                </a:lnTo>
                <a:lnTo>
                  <a:pt x="2627545" y="1519484"/>
                </a:lnTo>
                <a:lnTo>
                  <a:pt x="2625898" y="1518364"/>
                </a:lnTo>
                <a:lnTo>
                  <a:pt x="2624252" y="1517244"/>
                </a:lnTo>
                <a:lnTo>
                  <a:pt x="2622606" y="1516123"/>
                </a:lnTo>
                <a:lnTo>
                  <a:pt x="2620959" y="1515003"/>
                </a:lnTo>
                <a:lnTo>
                  <a:pt x="2619313" y="1513882"/>
                </a:lnTo>
                <a:lnTo>
                  <a:pt x="2617667" y="1512761"/>
                </a:lnTo>
                <a:lnTo>
                  <a:pt x="2616020" y="1511640"/>
                </a:lnTo>
                <a:lnTo>
                  <a:pt x="2614374" y="1510518"/>
                </a:lnTo>
                <a:lnTo>
                  <a:pt x="2612728" y="1509397"/>
                </a:lnTo>
                <a:lnTo>
                  <a:pt x="2611081" y="1508275"/>
                </a:lnTo>
                <a:lnTo>
                  <a:pt x="2609435" y="1507153"/>
                </a:lnTo>
                <a:lnTo>
                  <a:pt x="2607789" y="1506031"/>
                </a:lnTo>
                <a:lnTo>
                  <a:pt x="2606142" y="1504909"/>
                </a:lnTo>
                <a:lnTo>
                  <a:pt x="2604496" y="1503786"/>
                </a:lnTo>
                <a:lnTo>
                  <a:pt x="2602850" y="1502664"/>
                </a:lnTo>
                <a:lnTo>
                  <a:pt x="2601203" y="1501541"/>
                </a:lnTo>
                <a:lnTo>
                  <a:pt x="2599557" y="1500418"/>
                </a:lnTo>
                <a:lnTo>
                  <a:pt x="2597911" y="1499295"/>
                </a:lnTo>
                <a:lnTo>
                  <a:pt x="2596264" y="1498172"/>
                </a:lnTo>
                <a:lnTo>
                  <a:pt x="2594618" y="1497048"/>
                </a:lnTo>
                <a:lnTo>
                  <a:pt x="2592972" y="1495924"/>
                </a:lnTo>
                <a:lnTo>
                  <a:pt x="2591325" y="1494801"/>
                </a:lnTo>
                <a:lnTo>
                  <a:pt x="2589679" y="1493677"/>
                </a:lnTo>
                <a:lnTo>
                  <a:pt x="2588033" y="1492553"/>
                </a:lnTo>
                <a:lnTo>
                  <a:pt x="2586386" y="1491428"/>
                </a:lnTo>
                <a:lnTo>
                  <a:pt x="2584740" y="1490304"/>
                </a:lnTo>
                <a:lnTo>
                  <a:pt x="2583094" y="1489180"/>
                </a:lnTo>
                <a:lnTo>
                  <a:pt x="2581447" y="1488055"/>
                </a:lnTo>
                <a:lnTo>
                  <a:pt x="2579801" y="1486930"/>
                </a:lnTo>
                <a:lnTo>
                  <a:pt x="2578155" y="1485805"/>
                </a:lnTo>
                <a:lnTo>
                  <a:pt x="2576508" y="1484680"/>
                </a:lnTo>
                <a:lnTo>
                  <a:pt x="2574862" y="1483555"/>
                </a:lnTo>
                <a:lnTo>
                  <a:pt x="2573216" y="1482429"/>
                </a:lnTo>
                <a:lnTo>
                  <a:pt x="2571569" y="1481304"/>
                </a:lnTo>
                <a:lnTo>
                  <a:pt x="2569923" y="1480178"/>
                </a:lnTo>
                <a:lnTo>
                  <a:pt x="2568277" y="1479053"/>
                </a:lnTo>
                <a:lnTo>
                  <a:pt x="2566630" y="1477927"/>
                </a:lnTo>
                <a:lnTo>
                  <a:pt x="2564984" y="1476801"/>
                </a:lnTo>
                <a:lnTo>
                  <a:pt x="2563338" y="1475675"/>
                </a:lnTo>
                <a:lnTo>
                  <a:pt x="2561691" y="1474548"/>
                </a:lnTo>
                <a:lnTo>
                  <a:pt x="2560045" y="1473422"/>
                </a:lnTo>
                <a:lnTo>
                  <a:pt x="2558399" y="1472295"/>
                </a:lnTo>
                <a:lnTo>
                  <a:pt x="2556752" y="1471169"/>
                </a:lnTo>
                <a:lnTo>
                  <a:pt x="2555106" y="1470042"/>
                </a:lnTo>
                <a:lnTo>
                  <a:pt x="2553460" y="1468915"/>
                </a:lnTo>
                <a:lnTo>
                  <a:pt x="2551813" y="1467788"/>
                </a:lnTo>
                <a:lnTo>
                  <a:pt x="2550167" y="1466661"/>
                </a:lnTo>
                <a:lnTo>
                  <a:pt x="2548521" y="1465534"/>
                </a:lnTo>
                <a:lnTo>
                  <a:pt x="2546874" y="1464407"/>
                </a:lnTo>
                <a:lnTo>
                  <a:pt x="2545228" y="1463280"/>
                </a:lnTo>
                <a:lnTo>
                  <a:pt x="2543582" y="1462152"/>
                </a:lnTo>
                <a:lnTo>
                  <a:pt x="2541935" y="1461025"/>
                </a:lnTo>
                <a:lnTo>
                  <a:pt x="2540289" y="1459897"/>
                </a:lnTo>
                <a:lnTo>
                  <a:pt x="2538643" y="1458769"/>
                </a:lnTo>
                <a:lnTo>
                  <a:pt x="2536996" y="1457642"/>
                </a:lnTo>
                <a:lnTo>
                  <a:pt x="2535350" y="1456514"/>
                </a:lnTo>
                <a:lnTo>
                  <a:pt x="2533704" y="1455386"/>
                </a:lnTo>
                <a:lnTo>
                  <a:pt x="2532057" y="1454258"/>
                </a:lnTo>
                <a:lnTo>
                  <a:pt x="2530411" y="1453129"/>
                </a:lnTo>
                <a:lnTo>
                  <a:pt x="2528765" y="1452001"/>
                </a:lnTo>
                <a:lnTo>
                  <a:pt x="2527118" y="1450873"/>
                </a:lnTo>
                <a:lnTo>
                  <a:pt x="2525472" y="1449745"/>
                </a:lnTo>
                <a:lnTo>
                  <a:pt x="2523826" y="1448616"/>
                </a:lnTo>
                <a:lnTo>
                  <a:pt x="2522179" y="1447488"/>
                </a:lnTo>
                <a:lnTo>
                  <a:pt x="2520533" y="1446359"/>
                </a:lnTo>
                <a:lnTo>
                  <a:pt x="2518887" y="1445230"/>
                </a:lnTo>
                <a:lnTo>
                  <a:pt x="2517240" y="1444102"/>
                </a:lnTo>
                <a:lnTo>
                  <a:pt x="2515594" y="1442973"/>
                </a:lnTo>
                <a:lnTo>
                  <a:pt x="2513948" y="1441844"/>
                </a:lnTo>
                <a:lnTo>
                  <a:pt x="2512301" y="1440715"/>
                </a:lnTo>
                <a:lnTo>
                  <a:pt x="2510655" y="1439586"/>
                </a:lnTo>
                <a:lnTo>
                  <a:pt x="2509009" y="1438457"/>
                </a:lnTo>
                <a:lnTo>
                  <a:pt x="2507363" y="1437328"/>
                </a:lnTo>
                <a:lnTo>
                  <a:pt x="2505716" y="1436199"/>
                </a:lnTo>
                <a:lnTo>
                  <a:pt x="2504070" y="1435070"/>
                </a:lnTo>
                <a:lnTo>
                  <a:pt x="2502424" y="1433941"/>
                </a:lnTo>
                <a:lnTo>
                  <a:pt x="2500777" y="1432812"/>
                </a:lnTo>
                <a:lnTo>
                  <a:pt x="2499131" y="1431682"/>
                </a:lnTo>
                <a:lnTo>
                  <a:pt x="2497485" y="1430553"/>
                </a:lnTo>
                <a:lnTo>
                  <a:pt x="2495838" y="1429424"/>
                </a:lnTo>
                <a:lnTo>
                  <a:pt x="2494192" y="1428294"/>
                </a:lnTo>
                <a:lnTo>
                  <a:pt x="2492546" y="1427165"/>
                </a:lnTo>
                <a:lnTo>
                  <a:pt x="2490899" y="1426036"/>
                </a:lnTo>
                <a:lnTo>
                  <a:pt x="2489253" y="1424906"/>
                </a:lnTo>
                <a:lnTo>
                  <a:pt x="2487607" y="1423777"/>
                </a:lnTo>
                <a:lnTo>
                  <a:pt x="2485960" y="1422647"/>
                </a:lnTo>
                <a:lnTo>
                  <a:pt x="2484314" y="1421518"/>
                </a:lnTo>
                <a:lnTo>
                  <a:pt x="2482668" y="1420388"/>
                </a:lnTo>
                <a:lnTo>
                  <a:pt x="2481021" y="1419259"/>
                </a:lnTo>
                <a:lnTo>
                  <a:pt x="2479375" y="1418129"/>
                </a:lnTo>
                <a:lnTo>
                  <a:pt x="2477729" y="1417000"/>
                </a:lnTo>
                <a:lnTo>
                  <a:pt x="2476082" y="1415870"/>
                </a:lnTo>
                <a:lnTo>
                  <a:pt x="2474436" y="1414741"/>
                </a:lnTo>
                <a:lnTo>
                  <a:pt x="2472790" y="1413611"/>
                </a:lnTo>
                <a:lnTo>
                  <a:pt x="2471143" y="1412482"/>
                </a:lnTo>
                <a:lnTo>
                  <a:pt x="2469497" y="1411352"/>
                </a:lnTo>
                <a:lnTo>
                  <a:pt x="2467851" y="1410223"/>
                </a:lnTo>
                <a:lnTo>
                  <a:pt x="2466204" y="1409093"/>
                </a:lnTo>
                <a:lnTo>
                  <a:pt x="2464558" y="1407963"/>
                </a:lnTo>
                <a:lnTo>
                  <a:pt x="2462912" y="1406834"/>
                </a:lnTo>
                <a:lnTo>
                  <a:pt x="2461265" y="1405705"/>
                </a:lnTo>
                <a:lnTo>
                  <a:pt x="2459619" y="1404575"/>
                </a:lnTo>
                <a:lnTo>
                  <a:pt x="2457973" y="1403446"/>
                </a:lnTo>
                <a:lnTo>
                  <a:pt x="2456326" y="1402316"/>
                </a:lnTo>
                <a:lnTo>
                  <a:pt x="2454680" y="1401187"/>
                </a:lnTo>
                <a:lnTo>
                  <a:pt x="2453034" y="1400057"/>
                </a:lnTo>
                <a:lnTo>
                  <a:pt x="2451387" y="1398928"/>
                </a:lnTo>
                <a:lnTo>
                  <a:pt x="2449741" y="1397799"/>
                </a:lnTo>
                <a:lnTo>
                  <a:pt x="2448095" y="1396669"/>
                </a:lnTo>
                <a:lnTo>
                  <a:pt x="2446448" y="1395540"/>
                </a:lnTo>
                <a:lnTo>
                  <a:pt x="2444802" y="1394411"/>
                </a:lnTo>
                <a:lnTo>
                  <a:pt x="2443156" y="1393282"/>
                </a:lnTo>
                <a:lnTo>
                  <a:pt x="2441509" y="1392153"/>
                </a:lnTo>
                <a:lnTo>
                  <a:pt x="2439863" y="1391024"/>
                </a:lnTo>
                <a:lnTo>
                  <a:pt x="2438217" y="1389895"/>
                </a:lnTo>
                <a:lnTo>
                  <a:pt x="2436570" y="1388766"/>
                </a:lnTo>
                <a:lnTo>
                  <a:pt x="2434924" y="1387637"/>
                </a:lnTo>
                <a:lnTo>
                  <a:pt x="2433278" y="1386508"/>
                </a:lnTo>
                <a:lnTo>
                  <a:pt x="2431631" y="1385379"/>
                </a:lnTo>
                <a:lnTo>
                  <a:pt x="2429985" y="1384251"/>
                </a:lnTo>
                <a:lnTo>
                  <a:pt x="2428339" y="1383122"/>
                </a:lnTo>
                <a:lnTo>
                  <a:pt x="2426692" y="1381993"/>
                </a:lnTo>
                <a:lnTo>
                  <a:pt x="2425046" y="1380865"/>
                </a:lnTo>
                <a:lnTo>
                  <a:pt x="2423400" y="1379736"/>
                </a:lnTo>
                <a:lnTo>
                  <a:pt x="2421753" y="1378608"/>
                </a:lnTo>
                <a:lnTo>
                  <a:pt x="2420107" y="1377480"/>
                </a:lnTo>
                <a:lnTo>
                  <a:pt x="2418461" y="1376351"/>
                </a:lnTo>
                <a:lnTo>
                  <a:pt x="2416814" y="1375223"/>
                </a:lnTo>
                <a:lnTo>
                  <a:pt x="2415168" y="1374095"/>
                </a:lnTo>
                <a:lnTo>
                  <a:pt x="2413522" y="1372967"/>
                </a:lnTo>
                <a:lnTo>
                  <a:pt x="2411875" y="1371839"/>
                </a:lnTo>
                <a:lnTo>
                  <a:pt x="2410229" y="1370712"/>
                </a:lnTo>
                <a:lnTo>
                  <a:pt x="2408583" y="1369584"/>
                </a:lnTo>
                <a:lnTo>
                  <a:pt x="2406936" y="1368456"/>
                </a:lnTo>
                <a:lnTo>
                  <a:pt x="2405290" y="1367329"/>
                </a:lnTo>
                <a:lnTo>
                  <a:pt x="2403644" y="1366201"/>
                </a:lnTo>
                <a:lnTo>
                  <a:pt x="2401997" y="1365074"/>
                </a:lnTo>
                <a:lnTo>
                  <a:pt x="2400351" y="1363947"/>
                </a:lnTo>
                <a:lnTo>
                  <a:pt x="2398705" y="1362820"/>
                </a:lnTo>
                <a:lnTo>
                  <a:pt x="2397058" y="1361693"/>
                </a:lnTo>
                <a:lnTo>
                  <a:pt x="2395412" y="1360566"/>
                </a:lnTo>
                <a:lnTo>
                  <a:pt x="2393766" y="1359439"/>
                </a:lnTo>
                <a:lnTo>
                  <a:pt x="2392119" y="1358313"/>
                </a:lnTo>
                <a:lnTo>
                  <a:pt x="2390473" y="1357186"/>
                </a:lnTo>
                <a:lnTo>
                  <a:pt x="2388827" y="1356060"/>
                </a:lnTo>
                <a:lnTo>
                  <a:pt x="2387180" y="1354934"/>
                </a:lnTo>
                <a:lnTo>
                  <a:pt x="2385534" y="1353808"/>
                </a:lnTo>
                <a:lnTo>
                  <a:pt x="2383888" y="1352682"/>
                </a:lnTo>
                <a:lnTo>
                  <a:pt x="2382241" y="1351556"/>
                </a:lnTo>
                <a:lnTo>
                  <a:pt x="2380595" y="1350430"/>
                </a:lnTo>
                <a:lnTo>
                  <a:pt x="2378949" y="1349305"/>
                </a:lnTo>
                <a:lnTo>
                  <a:pt x="2377302" y="1348180"/>
                </a:lnTo>
                <a:lnTo>
                  <a:pt x="2375656" y="1347054"/>
                </a:lnTo>
                <a:lnTo>
                  <a:pt x="2374010" y="1345929"/>
                </a:lnTo>
                <a:lnTo>
                  <a:pt x="2372363" y="1344804"/>
                </a:lnTo>
                <a:lnTo>
                  <a:pt x="2370717" y="1343680"/>
                </a:lnTo>
                <a:lnTo>
                  <a:pt x="2369071" y="1342555"/>
                </a:lnTo>
                <a:lnTo>
                  <a:pt x="2367424" y="1341430"/>
                </a:lnTo>
                <a:lnTo>
                  <a:pt x="2365778" y="1340306"/>
                </a:lnTo>
                <a:lnTo>
                  <a:pt x="2364132" y="1339182"/>
                </a:lnTo>
                <a:lnTo>
                  <a:pt x="2362485" y="1338058"/>
                </a:lnTo>
                <a:lnTo>
                  <a:pt x="2360839" y="1336934"/>
                </a:lnTo>
                <a:lnTo>
                  <a:pt x="2359193" y="1335811"/>
                </a:lnTo>
                <a:lnTo>
                  <a:pt x="2357546" y="1334687"/>
                </a:lnTo>
                <a:lnTo>
                  <a:pt x="2355900" y="1333564"/>
                </a:lnTo>
                <a:lnTo>
                  <a:pt x="2354254" y="1332441"/>
                </a:lnTo>
                <a:lnTo>
                  <a:pt x="2352607" y="1331318"/>
                </a:lnTo>
                <a:lnTo>
                  <a:pt x="2350961" y="1330196"/>
                </a:lnTo>
                <a:lnTo>
                  <a:pt x="2349315" y="1329073"/>
                </a:lnTo>
                <a:lnTo>
                  <a:pt x="2347668" y="1327951"/>
                </a:lnTo>
                <a:lnTo>
                  <a:pt x="2346022" y="1326829"/>
                </a:lnTo>
                <a:lnTo>
                  <a:pt x="2344376" y="1325707"/>
                </a:lnTo>
                <a:lnTo>
                  <a:pt x="2342729" y="1324585"/>
                </a:lnTo>
                <a:lnTo>
                  <a:pt x="2341083" y="1323464"/>
                </a:lnTo>
                <a:lnTo>
                  <a:pt x="2339437" y="1322342"/>
                </a:lnTo>
                <a:lnTo>
                  <a:pt x="2337790" y="1321221"/>
                </a:lnTo>
                <a:lnTo>
                  <a:pt x="2336144" y="1320100"/>
                </a:lnTo>
                <a:lnTo>
                  <a:pt x="2334498" y="1318980"/>
                </a:lnTo>
                <a:lnTo>
                  <a:pt x="2332851" y="1317859"/>
                </a:lnTo>
                <a:lnTo>
                  <a:pt x="2331205" y="1316739"/>
                </a:lnTo>
                <a:lnTo>
                  <a:pt x="2329559" y="1315619"/>
                </a:lnTo>
                <a:lnTo>
                  <a:pt x="2327912" y="1314500"/>
                </a:lnTo>
                <a:lnTo>
                  <a:pt x="2326266" y="1313380"/>
                </a:lnTo>
                <a:lnTo>
                  <a:pt x="2324620" y="1312261"/>
                </a:lnTo>
                <a:lnTo>
                  <a:pt x="2322973" y="1311142"/>
                </a:lnTo>
                <a:lnTo>
                  <a:pt x="2321327" y="1310023"/>
                </a:lnTo>
                <a:lnTo>
                  <a:pt x="2319681" y="1308905"/>
                </a:lnTo>
                <a:lnTo>
                  <a:pt x="2318034" y="1307786"/>
                </a:lnTo>
                <a:lnTo>
                  <a:pt x="2316388" y="1306668"/>
                </a:lnTo>
                <a:lnTo>
                  <a:pt x="2314742" y="1305550"/>
                </a:lnTo>
                <a:lnTo>
                  <a:pt x="2313095" y="1304433"/>
                </a:lnTo>
                <a:lnTo>
                  <a:pt x="2311449" y="1303316"/>
                </a:lnTo>
                <a:lnTo>
                  <a:pt x="2309803" y="1302199"/>
                </a:lnTo>
                <a:lnTo>
                  <a:pt x="2308156" y="1301082"/>
                </a:lnTo>
                <a:lnTo>
                  <a:pt x="2306510" y="1299966"/>
                </a:lnTo>
                <a:lnTo>
                  <a:pt x="2304864" y="1298849"/>
                </a:lnTo>
                <a:lnTo>
                  <a:pt x="2303217" y="1297733"/>
                </a:lnTo>
                <a:lnTo>
                  <a:pt x="2301571" y="1296618"/>
                </a:lnTo>
                <a:lnTo>
                  <a:pt x="2299925" y="1295502"/>
                </a:lnTo>
                <a:lnTo>
                  <a:pt x="2298278" y="1294387"/>
                </a:lnTo>
                <a:lnTo>
                  <a:pt x="2296632" y="1293273"/>
                </a:lnTo>
                <a:lnTo>
                  <a:pt x="2294986" y="1292158"/>
                </a:lnTo>
                <a:lnTo>
                  <a:pt x="2293339" y="1291044"/>
                </a:lnTo>
                <a:lnTo>
                  <a:pt x="2291693" y="1289930"/>
                </a:lnTo>
                <a:lnTo>
                  <a:pt x="2290047" y="1288816"/>
                </a:lnTo>
                <a:lnTo>
                  <a:pt x="2288400" y="1287703"/>
                </a:lnTo>
                <a:lnTo>
                  <a:pt x="2286754" y="1286590"/>
                </a:lnTo>
                <a:lnTo>
                  <a:pt x="2285108" y="1285477"/>
                </a:lnTo>
                <a:lnTo>
                  <a:pt x="2283461" y="1284365"/>
                </a:lnTo>
                <a:lnTo>
                  <a:pt x="2281815" y="1283253"/>
                </a:lnTo>
                <a:lnTo>
                  <a:pt x="2280169" y="1282141"/>
                </a:lnTo>
                <a:lnTo>
                  <a:pt x="2278522" y="1281030"/>
                </a:lnTo>
                <a:lnTo>
                  <a:pt x="2276876" y="1279918"/>
                </a:lnTo>
                <a:lnTo>
                  <a:pt x="2275230" y="1278808"/>
                </a:lnTo>
                <a:lnTo>
                  <a:pt x="2273583" y="1277697"/>
                </a:lnTo>
                <a:lnTo>
                  <a:pt x="2271937" y="1276587"/>
                </a:lnTo>
                <a:lnTo>
                  <a:pt x="2270291" y="1275477"/>
                </a:lnTo>
                <a:lnTo>
                  <a:pt x="2268644" y="1274368"/>
                </a:lnTo>
                <a:lnTo>
                  <a:pt x="2266998" y="1273259"/>
                </a:lnTo>
                <a:lnTo>
                  <a:pt x="2265352" y="1272150"/>
                </a:lnTo>
                <a:lnTo>
                  <a:pt x="2263705" y="1271041"/>
                </a:lnTo>
                <a:lnTo>
                  <a:pt x="2262059" y="1269933"/>
                </a:lnTo>
                <a:lnTo>
                  <a:pt x="2260413" y="1268826"/>
                </a:lnTo>
                <a:lnTo>
                  <a:pt x="2258766" y="1267718"/>
                </a:lnTo>
                <a:lnTo>
                  <a:pt x="2257120" y="1266611"/>
                </a:lnTo>
                <a:lnTo>
                  <a:pt x="2255474" y="1265505"/>
                </a:lnTo>
                <a:lnTo>
                  <a:pt x="2253827" y="1264398"/>
                </a:lnTo>
                <a:lnTo>
                  <a:pt x="2252181" y="1263293"/>
                </a:lnTo>
                <a:lnTo>
                  <a:pt x="2250535" y="1262187"/>
                </a:lnTo>
                <a:lnTo>
                  <a:pt x="2248888" y="1261082"/>
                </a:lnTo>
                <a:lnTo>
                  <a:pt x="2247242" y="1259977"/>
                </a:lnTo>
                <a:lnTo>
                  <a:pt x="2245596" y="1258873"/>
                </a:lnTo>
                <a:lnTo>
                  <a:pt x="2243949" y="1257769"/>
                </a:lnTo>
                <a:lnTo>
                  <a:pt x="2242303" y="1256665"/>
                </a:lnTo>
                <a:lnTo>
                  <a:pt x="2240657" y="1255562"/>
                </a:lnTo>
                <a:lnTo>
                  <a:pt x="2239010" y="1254459"/>
                </a:lnTo>
                <a:lnTo>
                  <a:pt x="2237364" y="1253357"/>
                </a:lnTo>
                <a:lnTo>
                  <a:pt x="2235718" y="1252255"/>
                </a:lnTo>
                <a:lnTo>
                  <a:pt x="2234071" y="1251153"/>
                </a:lnTo>
                <a:lnTo>
                  <a:pt x="2232425" y="1250052"/>
                </a:lnTo>
                <a:lnTo>
                  <a:pt x="2230779" y="1248951"/>
                </a:lnTo>
                <a:lnTo>
                  <a:pt x="2229132" y="1247851"/>
                </a:lnTo>
                <a:lnTo>
                  <a:pt x="2227486" y="1246751"/>
                </a:lnTo>
                <a:lnTo>
                  <a:pt x="2225840" y="1245651"/>
                </a:lnTo>
                <a:lnTo>
                  <a:pt x="2224193" y="1244552"/>
                </a:lnTo>
                <a:lnTo>
                  <a:pt x="2222547" y="1243454"/>
                </a:lnTo>
                <a:lnTo>
                  <a:pt x="2220901" y="1242355"/>
                </a:lnTo>
                <a:lnTo>
                  <a:pt x="2219254" y="1241258"/>
                </a:lnTo>
                <a:lnTo>
                  <a:pt x="2217608" y="1240160"/>
                </a:lnTo>
                <a:lnTo>
                  <a:pt x="2215962" y="1239063"/>
                </a:lnTo>
                <a:lnTo>
                  <a:pt x="2214315" y="1237967"/>
                </a:lnTo>
                <a:lnTo>
                  <a:pt x="2212669" y="1236871"/>
                </a:lnTo>
                <a:lnTo>
                  <a:pt x="2211023" y="1235775"/>
                </a:lnTo>
                <a:lnTo>
                  <a:pt x="2209376" y="1234680"/>
                </a:lnTo>
                <a:lnTo>
                  <a:pt x="2207730" y="1233586"/>
                </a:lnTo>
                <a:lnTo>
                  <a:pt x="2206084" y="1232492"/>
                </a:lnTo>
                <a:lnTo>
                  <a:pt x="2204437" y="1231398"/>
                </a:lnTo>
                <a:lnTo>
                  <a:pt x="2202791" y="1230305"/>
                </a:lnTo>
                <a:lnTo>
                  <a:pt x="2201145" y="1229212"/>
                </a:lnTo>
                <a:lnTo>
                  <a:pt x="2199498" y="1228120"/>
                </a:lnTo>
                <a:lnTo>
                  <a:pt x="2197852" y="1227028"/>
                </a:lnTo>
                <a:lnTo>
                  <a:pt x="2196206" y="1225937"/>
                </a:lnTo>
                <a:lnTo>
                  <a:pt x="2194560" y="1224846"/>
                </a:lnTo>
                <a:lnTo>
                  <a:pt x="2192913" y="1223755"/>
                </a:lnTo>
                <a:lnTo>
                  <a:pt x="2191267" y="1222666"/>
                </a:lnTo>
                <a:lnTo>
                  <a:pt x="2189621" y="1221576"/>
                </a:lnTo>
                <a:lnTo>
                  <a:pt x="2187974" y="1220488"/>
                </a:lnTo>
                <a:lnTo>
                  <a:pt x="2186328" y="1219399"/>
                </a:lnTo>
                <a:lnTo>
                  <a:pt x="2184682" y="1218311"/>
                </a:lnTo>
                <a:lnTo>
                  <a:pt x="2183035" y="1217224"/>
                </a:lnTo>
                <a:lnTo>
                  <a:pt x="2181389" y="1216137"/>
                </a:lnTo>
                <a:lnTo>
                  <a:pt x="2179743" y="1215051"/>
                </a:lnTo>
                <a:lnTo>
                  <a:pt x="2178096" y="1213965"/>
                </a:lnTo>
                <a:lnTo>
                  <a:pt x="2176450" y="1212880"/>
                </a:lnTo>
                <a:lnTo>
                  <a:pt x="2174804" y="1211796"/>
                </a:lnTo>
                <a:lnTo>
                  <a:pt x="2173157" y="1210712"/>
                </a:lnTo>
                <a:lnTo>
                  <a:pt x="2171511" y="1209628"/>
                </a:lnTo>
                <a:lnTo>
                  <a:pt x="2169865" y="1208545"/>
                </a:lnTo>
                <a:lnTo>
                  <a:pt x="2168218" y="1207462"/>
                </a:lnTo>
                <a:lnTo>
                  <a:pt x="2166572" y="1206381"/>
                </a:lnTo>
                <a:lnTo>
                  <a:pt x="2164926" y="1205299"/>
                </a:lnTo>
                <a:lnTo>
                  <a:pt x="2163279" y="1204218"/>
                </a:lnTo>
                <a:lnTo>
                  <a:pt x="2161633" y="1203138"/>
                </a:lnTo>
                <a:lnTo>
                  <a:pt x="2159987" y="1202058"/>
                </a:lnTo>
                <a:lnTo>
                  <a:pt x="2158340" y="1200979"/>
                </a:lnTo>
                <a:lnTo>
                  <a:pt x="2156694" y="1199901"/>
                </a:lnTo>
                <a:lnTo>
                  <a:pt x="2155048" y="1198823"/>
                </a:lnTo>
                <a:lnTo>
                  <a:pt x="2153401" y="1197745"/>
                </a:lnTo>
                <a:lnTo>
                  <a:pt x="2151755" y="1196669"/>
                </a:lnTo>
                <a:lnTo>
                  <a:pt x="2150109" y="1195592"/>
                </a:lnTo>
                <a:lnTo>
                  <a:pt x="2148462" y="1194517"/>
                </a:lnTo>
                <a:lnTo>
                  <a:pt x="2146816" y="1193442"/>
                </a:lnTo>
                <a:lnTo>
                  <a:pt x="2145170" y="1192367"/>
                </a:lnTo>
                <a:lnTo>
                  <a:pt x="2143523" y="1191294"/>
                </a:lnTo>
                <a:lnTo>
                  <a:pt x="2141877" y="1190220"/>
                </a:lnTo>
                <a:lnTo>
                  <a:pt x="2140231" y="1189148"/>
                </a:lnTo>
                <a:lnTo>
                  <a:pt x="2138584" y="1188076"/>
                </a:lnTo>
                <a:lnTo>
                  <a:pt x="2136938" y="1187004"/>
                </a:lnTo>
                <a:lnTo>
                  <a:pt x="2135292" y="1185934"/>
                </a:lnTo>
                <a:lnTo>
                  <a:pt x="2133645" y="1184863"/>
                </a:lnTo>
                <a:lnTo>
                  <a:pt x="2131999" y="1183794"/>
                </a:lnTo>
                <a:lnTo>
                  <a:pt x="2130353" y="1182725"/>
                </a:lnTo>
                <a:lnTo>
                  <a:pt x="2128706" y="1181657"/>
                </a:lnTo>
                <a:lnTo>
                  <a:pt x="2127060" y="1180589"/>
                </a:lnTo>
                <a:lnTo>
                  <a:pt x="2125414" y="1179522"/>
                </a:lnTo>
                <a:lnTo>
                  <a:pt x="2123767" y="1178456"/>
                </a:lnTo>
                <a:lnTo>
                  <a:pt x="2122121" y="1177391"/>
                </a:lnTo>
                <a:lnTo>
                  <a:pt x="2120475" y="1176326"/>
                </a:lnTo>
                <a:lnTo>
                  <a:pt x="2118828" y="1175261"/>
                </a:lnTo>
                <a:lnTo>
                  <a:pt x="2117182" y="1174198"/>
                </a:lnTo>
                <a:lnTo>
                  <a:pt x="2115536" y="1173135"/>
                </a:lnTo>
                <a:lnTo>
                  <a:pt x="2113889" y="1172072"/>
                </a:lnTo>
                <a:lnTo>
                  <a:pt x="2112243" y="1171011"/>
                </a:lnTo>
                <a:lnTo>
                  <a:pt x="2110597" y="1169950"/>
                </a:lnTo>
                <a:lnTo>
                  <a:pt x="2108950" y="1168890"/>
                </a:lnTo>
                <a:lnTo>
                  <a:pt x="2107304" y="1167830"/>
                </a:lnTo>
                <a:lnTo>
                  <a:pt x="2105658" y="1166771"/>
                </a:lnTo>
                <a:lnTo>
                  <a:pt x="2104011" y="1165713"/>
                </a:lnTo>
                <a:lnTo>
                  <a:pt x="2102365" y="1164656"/>
                </a:lnTo>
                <a:lnTo>
                  <a:pt x="2100719" y="1163599"/>
                </a:lnTo>
                <a:lnTo>
                  <a:pt x="2099072" y="1162543"/>
                </a:lnTo>
                <a:lnTo>
                  <a:pt x="2097426" y="1161487"/>
                </a:lnTo>
                <a:lnTo>
                  <a:pt x="2095780" y="1160433"/>
                </a:lnTo>
                <a:lnTo>
                  <a:pt x="2094133" y="1159379"/>
                </a:lnTo>
                <a:lnTo>
                  <a:pt x="2092487" y="1158326"/>
                </a:lnTo>
                <a:lnTo>
                  <a:pt x="2090841" y="1157273"/>
                </a:lnTo>
                <a:lnTo>
                  <a:pt x="2089194" y="1156222"/>
                </a:lnTo>
                <a:lnTo>
                  <a:pt x="2087548" y="1155171"/>
                </a:lnTo>
                <a:lnTo>
                  <a:pt x="2085902" y="1154121"/>
                </a:lnTo>
                <a:lnTo>
                  <a:pt x="2084255" y="1153071"/>
                </a:lnTo>
                <a:lnTo>
                  <a:pt x="2082609" y="1152022"/>
                </a:lnTo>
                <a:lnTo>
                  <a:pt x="2080963" y="1150974"/>
                </a:lnTo>
                <a:lnTo>
                  <a:pt x="2079316" y="1149927"/>
                </a:lnTo>
                <a:lnTo>
                  <a:pt x="2077670" y="1148881"/>
                </a:lnTo>
                <a:lnTo>
                  <a:pt x="2076024" y="1147835"/>
                </a:lnTo>
                <a:lnTo>
                  <a:pt x="2074377" y="1146790"/>
                </a:lnTo>
                <a:lnTo>
                  <a:pt x="2072731" y="1145746"/>
                </a:lnTo>
                <a:lnTo>
                  <a:pt x="2071085" y="1144703"/>
                </a:lnTo>
                <a:lnTo>
                  <a:pt x="2069438" y="1143660"/>
                </a:lnTo>
                <a:lnTo>
                  <a:pt x="2067792" y="1142618"/>
                </a:lnTo>
                <a:lnTo>
                  <a:pt x="2066146" y="1141578"/>
                </a:lnTo>
                <a:lnTo>
                  <a:pt x="2064499" y="1140537"/>
                </a:lnTo>
                <a:lnTo>
                  <a:pt x="2062853" y="1139498"/>
                </a:lnTo>
                <a:lnTo>
                  <a:pt x="2061207" y="1138459"/>
                </a:lnTo>
                <a:lnTo>
                  <a:pt x="2059560" y="1137422"/>
                </a:lnTo>
                <a:lnTo>
                  <a:pt x="2057914" y="1136385"/>
                </a:lnTo>
                <a:lnTo>
                  <a:pt x="2056268" y="1135349"/>
                </a:lnTo>
                <a:lnTo>
                  <a:pt x="2054621" y="1134313"/>
                </a:lnTo>
                <a:lnTo>
                  <a:pt x="2052975" y="1133279"/>
                </a:lnTo>
                <a:lnTo>
                  <a:pt x="2051329" y="1132245"/>
                </a:lnTo>
                <a:lnTo>
                  <a:pt x="2049682" y="1131213"/>
                </a:lnTo>
                <a:lnTo>
                  <a:pt x="2048036" y="1130181"/>
                </a:lnTo>
                <a:lnTo>
                  <a:pt x="2046390" y="1129150"/>
                </a:lnTo>
                <a:lnTo>
                  <a:pt x="2044743" y="1128119"/>
                </a:lnTo>
                <a:lnTo>
                  <a:pt x="2043097" y="1127090"/>
                </a:lnTo>
                <a:lnTo>
                  <a:pt x="2041451" y="1126061"/>
                </a:lnTo>
                <a:lnTo>
                  <a:pt x="2039804" y="1125034"/>
                </a:lnTo>
                <a:lnTo>
                  <a:pt x="2038158" y="1124007"/>
                </a:lnTo>
                <a:lnTo>
                  <a:pt x="2036512" y="1122981"/>
                </a:lnTo>
                <a:lnTo>
                  <a:pt x="2034865" y="1121956"/>
                </a:lnTo>
                <a:lnTo>
                  <a:pt x="2033219" y="1120932"/>
                </a:lnTo>
                <a:lnTo>
                  <a:pt x="2031573" y="1119909"/>
                </a:lnTo>
                <a:lnTo>
                  <a:pt x="2029926" y="1118886"/>
                </a:lnTo>
                <a:lnTo>
                  <a:pt x="2028280" y="1117865"/>
                </a:lnTo>
                <a:lnTo>
                  <a:pt x="2026634" y="1116844"/>
                </a:lnTo>
                <a:lnTo>
                  <a:pt x="2024987" y="1115825"/>
                </a:lnTo>
                <a:lnTo>
                  <a:pt x="2023341" y="1114806"/>
                </a:lnTo>
                <a:lnTo>
                  <a:pt x="2021695" y="1113788"/>
                </a:lnTo>
                <a:lnTo>
                  <a:pt x="2020048" y="1112771"/>
                </a:lnTo>
                <a:lnTo>
                  <a:pt x="2018402" y="1111755"/>
                </a:lnTo>
                <a:lnTo>
                  <a:pt x="2016756" y="1110740"/>
                </a:lnTo>
                <a:lnTo>
                  <a:pt x="2015109" y="1109726"/>
                </a:lnTo>
                <a:lnTo>
                  <a:pt x="2013463" y="1108713"/>
                </a:lnTo>
                <a:lnTo>
                  <a:pt x="2011817" y="1107700"/>
                </a:lnTo>
                <a:lnTo>
                  <a:pt x="2010170" y="1106689"/>
                </a:lnTo>
                <a:lnTo>
                  <a:pt x="2008524" y="1105679"/>
                </a:lnTo>
                <a:lnTo>
                  <a:pt x="2006878" y="1104669"/>
                </a:lnTo>
                <a:lnTo>
                  <a:pt x="2005231" y="1103661"/>
                </a:lnTo>
                <a:lnTo>
                  <a:pt x="2003585" y="1102653"/>
                </a:lnTo>
                <a:lnTo>
                  <a:pt x="2001939" y="1101647"/>
                </a:lnTo>
                <a:lnTo>
                  <a:pt x="2000292" y="1100641"/>
                </a:lnTo>
                <a:lnTo>
                  <a:pt x="1998646" y="1099637"/>
                </a:lnTo>
                <a:lnTo>
                  <a:pt x="1997000" y="1098633"/>
                </a:lnTo>
                <a:lnTo>
                  <a:pt x="1995353" y="1097631"/>
                </a:lnTo>
                <a:lnTo>
                  <a:pt x="1993707" y="1096629"/>
                </a:lnTo>
                <a:lnTo>
                  <a:pt x="1992061" y="1095628"/>
                </a:lnTo>
                <a:lnTo>
                  <a:pt x="1990414" y="1094629"/>
                </a:lnTo>
                <a:lnTo>
                  <a:pt x="1988768" y="1093630"/>
                </a:lnTo>
                <a:lnTo>
                  <a:pt x="1987122" y="1092633"/>
                </a:lnTo>
                <a:lnTo>
                  <a:pt x="1985475" y="1091636"/>
                </a:lnTo>
                <a:lnTo>
                  <a:pt x="1983829" y="1090641"/>
                </a:lnTo>
                <a:lnTo>
                  <a:pt x="1982183" y="1089646"/>
                </a:lnTo>
                <a:lnTo>
                  <a:pt x="1980536" y="1088653"/>
                </a:lnTo>
                <a:lnTo>
                  <a:pt x="1978890" y="1087660"/>
                </a:lnTo>
                <a:lnTo>
                  <a:pt x="1977244" y="1086669"/>
                </a:lnTo>
                <a:lnTo>
                  <a:pt x="1975597" y="1085679"/>
                </a:lnTo>
                <a:lnTo>
                  <a:pt x="1973951" y="1084689"/>
                </a:lnTo>
                <a:lnTo>
                  <a:pt x="1972305" y="1083701"/>
                </a:lnTo>
                <a:lnTo>
                  <a:pt x="1970658" y="1082714"/>
                </a:lnTo>
                <a:lnTo>
                  <a:pt x="1969012" y="1081728"/>
                </a:lnTo>
                <a:lnTo>
                  <a:pt x="1967366" y="1080743"/>
                </a:lnTo>
                <a:lnTo>
                  <a:pt x="1965719" y="1079759"/>
                </a:lnTo>
                <a:lnTo>
                  <a:pt x="1964073" y="1078776"/>
                </a:lnTo>
                <a:lnTo>
                  <a:pt x="1962427" y="1077794"/>
                </a:lnTo>
                <a:lnTo>
                  <a:pt x="1960780" y="1076814"/>
                </a:lnTo>
                <a:lnTo>
                  <a:pt x="1959134" y="1075834"/>
                </a:lnTo>
                <a:lnTo>
                  <a:pt x="1957488" y="1074856"/>
                </a:lnTo>
                <a:lnTo>
                  <a:pt x="1955841" y="1073878"/>
                </a:lnTo>
                <a:lnTo>
                  <a:pt x="1954195" y="1072902"/>
                </a:lnTo>
                <a:lnTo>
                  <a:pt x="1952549" y="1071927"/>
                </a:lnTo>
                <a:lnTo>
                  <a:pt x="1950902" y="1070953"/>
                </a:lnTo>
                <a:lnTo>
                  <a:pt x="1949256" y="1069980"/>
                </a:lnTo>
                <a:lnTo>
                  <a:pt x="1947610" y="1069009"/>
                </a:lnTo>
                <a:lnTo>
                  <a:pt x="1945963" y="1068038"/>
                </a:lnTo>
                <a:lnTo>
                  <a:pt x="1944317" y="1067069"/>
                </a:lnTo>
                <a:lnTo>
                  <a:pt x="1942671" y="1066100"/>
                </a:lnTo>
                <a:lnTo>
                  <a:pt x="1941024" y="1065133"/>
                </a:lnTo>
                <a:lnTo>
                  <a:pt x="1939378" y="1064167"/>
                </a:lnTo>
                <a:lnTo>
                  <a:pt x="1937732" y="1063202"/>
                </a:lnTo>
                <a:lnTo>
                  <a:pt x="1936085" y="1062239"/>
                </a:lnTo>
                <a:lnTo>
                  <a:pt x="1934439" y="1061276"/>
                </a:lnTo>
                <a:lnTo>
                  <a:pt x="1932793" y="1060315"/>
                </a:lnTo>
                <a:lnTo>
                  <a:pt x="1931146" y="1059355"/>
                </a:lnTo>
                <a:lnTo>
                  <a:pt x="1929500" y="1058396"/>
                </a:lnTo>
                <a:lnTo>
                  <a:pt x="1927854" y="1057438"/>
                </a:lnTo>
                <a:lnTo>
                  <a:pt x="1926207" y="1056482"/>
                </a:lnTo>
                <a:lnTo>
                  <a:pt x="1924561" y="1055527"/>
                </a:lnTo>
                <a:lnTo>
                  <a:pt x="1922915" y="1054573"/>
                </a:lnTo>
                <a:lnTo>
                  <a:pt x="1921268" y="1053620"/>
                </a:lnTo>
                <a:lnTo>
                  <a:pt x="1919622" y="1052668"/>
                </a:lnTo>
                <a:lnTo>
                  <a:pt x="1917976" y="1051718"/>
                </a:lnTo>
                <a:lnTo>
                  <a:pt x="1916329" y="1050768"/>
                </a:lnTo>
                <a:lnTo>
                  <a:pt x="1914683" y="1049821"/>
                </a:lnTo>
                <a:lnTo>
                  <a:pt x="1913037" y="1048874"/>
                </a:lnTo>
                <a:lnTo>
                  <a:pt x="1911390" y="1047928"/>
                </a:lnTo>
                <a:lnTo>
                  <a:pt x="1909744" y="1046984"/>
                </a:lnTo>
                <a:lnTo>
                  <a:pt x="1908098" y="1046041"/>
                </a:lnTo>
                <a:lnTo>
                  <a:pt x="1906451" y="1045100"/>
                </a:lnTo>
                <a:lnTo>
                  <a:pt x="1904805" y="1044159"/>
                </a:lnTo>
                <a:lnTo>
                  <a:pt x="1903159" y="1043220"/>
                </a:lnTo>
                <a:lnTo>
                  <a:pt x="1901512" y="1042283"/>
                </a:lnTo>
                <a:lnTo>
                  <a:pt x="1899866" y="1041346"/>
                </a:lnTo>
                <a:lnTo>
                  <a:pt x="1898220" y="1040411"/>
                </a:lnTo>
                <a:lnTo>
                  <a:pt x="1896573" y="1039477"/>
                </a:lnTo>
                <a:lnTo>
                  <a:pt x="1894927" y="1038544"/>
                </a:lnTo>
                <a:lnTo>
                  <a:pt x="1893281" y="1037613"/>
                </a:lnTo>
                <a:lnTo>
                  <a:pt x="1891634" y="1036683"/>
                </a:lnTo>
                <a:lnTo>
                  <a:pt x="1889988" y="1035754"/>
                </a:lnTo>
                <a:lnTo>
                  <a:pt x="1888342" y="1034827"/>
                </a:lnTo>
                <a:lnTo>
                  <a:pt x="1886695" y="1033901"/>
                </a:lnTo>
                <a:lnTo>
                  <a:pt x="1885049" y="1032977"/>
                </a:lnTo>
                <a:lnTo>
                  <a:pt x="1883403" y="1032053"/>
                </a:lnTo>
                <a:lnTo>
                  <a:pt x="1881756" y="1031131"/>
                </a:lnTo>
                <a:lnTo>
                  <a:pt x="1880110" y="1030211"/>
                </a:lnTo>
                <a:lnTo>
                  <a:pt x="1878464" y="1029292"/>
                </a:lnTo>
                <a:lnTo>
                  <a:pt x="1876818" y="1028374"/>
                </a:lnTo>
                <a:lnTo>
                  <a:pt x="1875171" y="1027457"/>
                </a:lnTo>
                <a:lnTo>
                  <a:pt x="1873525" y="1026542"/>
                </a:lnTo>
                <a:lnTo>
                  <a:pt x="1871879" y="1025629"/>
                </a:lnTo>
                <a:lnTo>
                  <a:pt x="1870232" y="1024716"/>
                </a:lnTo>
                <a:lnTo>
                  <a:pt x="1868586" y="1023805"/>
                </a:lnTo>
                <a:lnTo>
                  <a:pt x="1866940" y="1022896"/>
                </a:lnTo>
                <a:lnTo>
                  <a:pt x="1865293" y="1021988"/>
                </a:lnTo>
                <a:lnTo>
                  <a:pt x="1863647" y="1021081"/>
                </a:lnTo>
                <a:lnTo>
                  <a:pt x="1862001" y="1020176"/>
                </a:lnTo>
                <a:lnTo>
                  <a:pt x="1860354" y="1019272"/>
                </a:lnTo>
                <a:lnTo>
                  <a:pt x="1858708" y="1018370"/>
                </a:lnTo>
                <a:lnTo>
                  <a:pt x="1857062" y="1017469"/>
                </a:lnTo>
                <a:lnTo>
                  <a:pt x="1855415" y="1016569"/>
                </a:lnTo>
                <a:lnTo>
                  <a:pt x="1853769" y="1015671"/>
                </a:lnTo>
                <a:lnTo>
                  <a:pt x="1852123" y="1014775"/>
                </a:lnTo>
                <a:lnTo>
                  <a:pt x="1850476" y="1013880"/>
                </a:lnTo>
                <a:lnTo>
                  <a:pt x="1848830" y="1012986"/>
                </a:lnTo>
                <a:lnTo>
                  <a:pt x="1847184" y="1012094"/>
                </a:lnTo>
                <a:lnTo>
                  <a:pt x="1845537" y="1011203"/>
                </a:lnTo>
                <a:lnTo>
                  <a:pt x="1843891" y="1010314"/>
                </a:lnTo>
                <a:lnTo>
                  <a:pt x="1842245" y="1009426"/>
                </a:lnTo>
                <a:lnTo>
                  <a:pt x="1840598" y="1008540"/>
                </a:lnTo>
                <a:lnTo>
                  <a:pt x="1838952" y="1007656"/>
                </a:lnTo>
                <a:lnTo>
                  <a:pt x="1837306" y="1006772"/>
                </a:lnTo>
                <a:lnTo>
                  <a:pt x="1835659" y="1005891"/>
                </a:lnTo>
                <a:lnTo>
                  <a:pt x="1834013" y="1005011"/>
                </a:lnTo>
                <a:lnTo>
                  <a:pt x="1832367" y="1004132"/>
                </a:lnTo>
                <a:lnTo>
                  <a:pt x="1830720" y="1003255"/>
                </a:lnTo>
                <a:lnTo>
                  <a:pt x="1829074" y="1002380"/>
                </a:lnTo>
                <a:lnTo>
                  <a:pt x="1827428" y="1001506"/>
                </a:lnTo>
                <a:lnTo>
                  <a:pt x="1825781" y="1000633"/>
                </a:lnTo>
                <a:lnTo>
                  <a:pt x="1824135" y="999762"/>
                </a:lnTo>
                <a:lnTo>
                  <a:pt x="1822489" y="998893"/>
                </a:lnTo>
                <a:lnTo>
                  <a:pt x="1820842" y="998026"/>
                </a:lnTo>
                <a:lnTo>
                  <a:pt x="1819196" y="997159"/>
                </a:lnTo>
                <a:lnTo>
                  <a:pt x="1817550" y="996295"/>
                </a:lnTo>
                <a:lnTo>
                  <a:pt x="1815903" y="995432"/>
                </a:lnTo>
                <a:lnTo>
                  <a:pt x="1814257" y="994571"/>
                </a:lnTo>
                <a:lnTo>
                  <a:pt x="1812611" y="993711"/>
                </a:lnTo>
                <a:lnTo>
                  <a:pt x="1810964" y="992853"/>
                </a:lnTo>
                <a:lnTo>
                  <a:pt x="1809318" y="991997"/>
                </a:lnTo>
                <a:lnTo>
                  <a:pt x="1807672" y="991142"/>
                </a:lnTo>
                <a:lnTo>
                  <a:pt x="1806025" y="990289"/>
                </a:lnTo>
                <a:lnTo>
                  <a:pt x="1804379" y="989437"/>
                </a:lnTo>
                <a:lnTo>
                  <a:pt x="1802733" y="988587"/>
                </a:lnTo>
                <a:lnTo>
                  <a:pt x="1801086" y="987739"/>
                </a:lnTo>
                <a:lnTo>
                  <a:pt x="1799440" y="986892"/>
                </a:lnTo>
                <a:lnTo>
                  <a:pt x="1797794" y="986047"/>
                </a:lnTo>
                <a:lnTo>
                  <a:pt x="1796147" y="985204"/>
                </a:lnTo>
                <a:lnTo>
                  <a:pt x="1794501" y="984363"/>
                </a:lnTo>
                <a:lnTo>
                  <a:pt x="1792855" y="983523"/>
                </a:lnTo>
                <a:lnTo>
                  <a:pt x="1791208" y="982685"/>
                </a:lnTo>
                <a:lnTo>
                  <a:pt x="1789562" y="981848"/>
                </a:lnTo>
                <a:lnTo>
                  <a:pt x="1787916" y="981013"/>
                </a:lnTo>
                <a:lnTo>
                  <a:pt x="1786269" y="980180"/>
                </a:lnTo>
                <a:lnTo>
                  <a:pt x="1784623" y="979349"/>
                </a:lnTo>
                <a:lnTo>
                  <a:pt x="1782977" y="978520"/>
                </a:lnTo>
                <a:lnTo>
                  <a:pt x="1781330" y="977692"/>
                </a:lnTo>
                <a:lnTo>
                  <a:pt x="1779684" y="976866"/>
                </a:lnTo>
                <a:lnTo>
                  <a:pt x="1778038" y="976041"/>
                </a:lnTo>
                <a:lnTo>
                  <a:pt x="1776391" y="975219"/>
                </a:lnTo>
                <a:lnTo>
                  <a:pt x="1774745" y="974398"/>
                </a:lnTo>
                <a:lnTo>
                  <a:pt x="1773099" y="973579"/>
                </a:lnTo>
                <a:lnTo>
                  <a:pt x="1771452" y="972761"/>
                </a:lnTo>
                <a:lnTo>
                  <a:pt x="1769806" y="971946"/>
                </a:lnTo>
                <a:lnTo>
                  <a:pt x="1768160" y="971132"/>
                </a:lnTo>
                <a:lnTo>
                  <a:pt x="1766513" y="970320"/>
                </a:lnTo>
                <a:lnTo>
                  <a:pt x="1764867" y="969510"/>
                </a:lnTo>
                <a:lnTo>
                  <a:pt x="1763221" y="968702"/>
                </a:lnTo>
                <a:lnTo>
                  <a:pt x="1761574" y="967895"/>
                </a:lnTo>
                <a:lnTo>
                  <a:pt x="1759928" y="967091"/>
                </a:lnTo>
                <a:lnTo>
                  <a:pt x="1758282" y="966288"/>
                </a:lnTo>
                <a:lnTo>
                  <a:pt x="1756635" y="965487"/>
                </a:lnTo>
                <a:lnTo>
                  <a:pt x="1754989" y="964688"/>
                </a:lnTo>
                <a:lnTo>
                  <a:pt x="1753343" y="963890"/>
                </a:lnTo>
                <a:lnTo>
                  <a:pt x="1751696" y="963095"/>
                </a:lnTo>
                <a:lnTo>
                  <a:pt x="1750050" y="962301"/>
                </a:lnTo>
                <a:lnTo>
                  <a:pt x="1748404" y="961510"/>
                </a:lnTo>
                <a:lnTo>
                  <a:pt x="1746757" y="960720"/>
                </a:lnTo>
                <a:lnTo>
                  <a:pt x="1745111" y="959932"/>
                </a:lnTo>
                <a:lnTo>
                  <a:pt x="1743465" y="959146"/>
                </a:lnTo>
                <a:lnTo>
                  <a:pt x="1741818" y="958362"/>
                </a:lnTo>
                <a:lnTo>
                  <a:pt x="1740172" y="957580"/>
                </a:lnTo>
                <a:lnTo>
                  <a:pt x="1738526" y="956799"/>
                </a:lnTo>
                <a:lnTo>
                  <a:pt x="1736879" y="956021"/>
                </a:lnTo>
                <a:lnTo>
                  <a:pt x="1735233" y="955244"/>
                </a:lnTo>
                <a:lnTo>
                  <a:pt x="1733587" y="954470"/>
                </a:lnTo>
                <a:lnTo>
                  <a:pt x="1731940" y="953697"/>
                </a:lnTo>
                <a:lnTo>
                  <a:pt x="1730294" y="952927"/>
                </a:lnTo>
                <a:lnTo>
                  <a:pt x="1728648" y="952158"/>
                </a:lnTo>
                <a:lnTo>
                  <a:pt x="1727001" y="951392"/>
                </a:lnTo>
                <a:lnTo>
                  <a:pt x="1725355" y="950627"/>
                </a:lnTo>
                <a:lnTo>
                  <a:pt x="1723709" y="949864"/>
                </a:lnTo>
                <a:lnTo>
                  <a:pt x="1722062" y="949103"/>
                </a:lnTo>
                <a:lnTo>
                  <a:pt x="1720416" y="948345"/>
                </a:lnTo>
                <a:lnTo>
                  <a:pt x="1718770" y="947588"/>
                </a:lnTo>
                <a:lnTo>
                  <a:pt x="1717123" y="946833"/>
                </a:lnTo>
                <a:lnTo>
                  <a:pt x="1715477" y="946081"/>
                </a:lnTo>
                <a:lnTo>
                  <a:pt x="1713831" y="945330"/>
                </a:lnTo>
                <a:lnTo>
                  <a:pt x="1712184" y="944581"/>
                </a:lnTo>
                <a:lnTo>
                  <a:pt x="1710538" y="943835"/>
                </a:lnTo>
                <a:lnTo>
                  <a:pt x="1708892" y="943090"/>
                </a:lnTo>
                <a:lnTo>
                  <a:pt x="1707245" y="942348"/>
                </a:lnTo>
                <a:lnTo>
                  <a:pt x="1705599" y="941608"/>
                </a:lnTo>
                <a:lnTo>
                  <a:pt x="1703953" y="940869"/>
                </a:lnTo>
                <a:lnTo>
                  <a:pt x="1702306" y="940133"/>
                </a:lnTo>
                <a:lnTo>
                  <a:pt x="1700660" y="939399"/>
                </a:lnTo>
                <a:lnTo>
                  <a:pt x="1699014" y="938667"/>
                </a:lnTo>
                <a:lnTo>
                  <a:pt x="1697367" y="937937"/>
                </a:lnTo>
                <a:lnTo>
                  <a:pt x="1695721" y="937209"/>
                </a:lnTo>
                <a:lnTo>
                  <a:pt x="1694075" y="936484"/>
                </a:lnTo>
                <a:lnTo>
                  <a:pt x="1692428" y="935760"/>
                </a:lnTo>
                <a:lnTo>
                  <a:pt x="1690782" y="935039"/>
                </a:lnTo>
                <a:lnTo>
                  <a:pt x="1689136" y="934319"/>
                </a:lnTo>
                <a:lnTo>
                  <a:pt x="1687489" y="933602"/>
                </a:lnTo>
                <a:lnTo>
                  <a:pt x="1685843" y="932887"/>
                </a:lnTo>
                <a:lnTo>
                  <a:pt x="1684197" y="932175"/>
                </a:lnTo>
                <a:lnTo>
                  <a:pt x="1682550" y="931464"/>
                </a:lnTo>
                <a:lnTo>
                  <a:pt x="1680904" y="930756"/>
                </a:lnTo>
                <a:lnTo>
                  <a:pt x="1679258" y="930049"/>
                </a:lnTo>
                <a:lnTo>
                  <a:pt x="1677611" y="929345"/>
                </a:lnTo>
                <a:lnTo>
                  <a:pt x="1675965" y="928644"/>
                </a:lnTo>
                <a:lnTo>
                  <a:pt x="1674319" y="927944"/>
                </a:lnTo>
                <a:lnTo>
                  <a:pt x="1672672" y="927247"/>
                </a:lnTo>
                <a:lnTo>
                  <a:pt x="1671026" y="926551"/>
                </a:lnTo>
                <a:lnTo>
                  <a:pt x="1669380" y="925859"/>
                </a:lnTo>
                <a:lnTo>
                  <a:pt x="1667733" y="925168"/>
                </a:lnTo>
                <a:lnTo>
                  <a:pt x="1666087" y="924480"/>
                </a:lnTo>
                <a:lnTo>
                  <a:pt x="1664441" y="923794"/>
                </a:lnTo>
                <a:lnTo>
                  <a:pt x="1662794" y="923110"/>
                </a:lnTo>
                <a:lnTo>
                  <a:pt x="1661148" y="922428"/>
                </a:lnTo>
                <a:lnTo>
                  <a:pt x="1659502" y="921749"/>
                </a:lnTo>
                <a:lnTo>
                  <a:pt x="1657855" y="921072"/>
                </a:lnTo>
                <a:lnTo>
                  <a:pt x="1656209" y="920397"/>
                </a:lnTo>
                <a:lnTo>
                  <a:pt x="1654563" y="919725"/>
                </a:lnTo>
                <a:lnTo>
                  <a:pt x="1652916" y="919055"/>
                </a:lnTo>
                <a:lnTo>
                  <a:pt x="1651270" y="918387"/>
                </a:lnTo>
                <a:lnTo>
                  <a:pt x="1649624" y="917722"/>
                </a:lnTo>
                <a:lnTo>
                  <a:pt x="1647977" y="917059"/>
                </a:lnTo>
                <a:lnTo>
                  <a:pt x="1646331" y="916399"/>
                </a:lnTo>
                <a:lnTo>
                  <a:pt x="1644685" y="915740"/>
                </a:lnTo>
                <a:lnTo>
                  <a:pt x="1643038" y="915084"/>
                </a:lnTo>
                <a:lnTo>
                  <a:pt x="1641392" y="914431"/>
                </a:lnTo>
                <a:lnTo>
                  <a:pt x="1639746" y="913780"/>
                </a:lnTo>
                <a:lnTo>
                  <a:pt x="1638099" y="913131"/>
                </a:lnTo>
                <a:lnTo>
                  <a:pt x="1636453" y="912485"/>
                </a:lnTo>
                <a:lnTo>
                  <a:pt x="1634807" y="911841"/>
                </a:lnTo>
                <a:lnTo>
                  <a:pt x="1633160" y="911200"/>
                </a:lnTo>
                <a:lnTo>
                  <a:pt x="1631514" y="910561"/>
                </a:lnTo>
                <a:lnTo>
                  <a:pt x="1629868" y="909924"/>
                </a:lnTo>
                <a:lnTo>
                  <a:pt x="1628221" y="909290"/>
                </a:lnTo>
                <a:lnTo>
                  <a:pt x="1626575" y="908659"/>
                </a:lnTo>
                <a:lnTo>
                  <a:pt x="1624929" y="908029"/>
                </a:lnTo>
                <a:lnTo>
                  <a:pt x="1623282" y="907403"/>
                </a:lnTo>
                <a:lnTo>
                  <a:pt x="1621636" y="906779"/>
                </a:lnTo>
                <a:lnTo>
                  <a:pt x="1619990" y="906157"/>
                </a:lnTo>
                <a:lnTo>
                  <a:pt x="1618343" y="905538"/>
                </a:lnTo>
                <a:lnTo>
                  <a:pt x="1616697" y="904921"/>
                </a:lnTo>
                <a:lnTo>
                  <a:pt x="1615051" y="904307"/>
                </a:lnTo>
                <a:lnTo>
                  <a:pt x="1613404" y="903695"/>
                </a:lnTo>
                <a:lnTo>
                  <a:pt x="1611758" y="903086"/>
                </a:lnTo>
                <a:lnTo>
                  <a:pt x="1610112" y="902480"/>
                </a:lnTo>
                <a:lnTo>
                  <a:pt x="1608465" y="901876"/>
                </a:lnTo>
                <a:lnTo>
                  <a:pt x="1606819" y="901275"/>
                </a:lnTo>
                <a:lnTo>
                  <a:pt x="1605173" y="900676"/>
                </a:lnTo>
                <a:lnTo>
                  <a:pt x="1603526" y="900080"/>
                </a:lnTo>
                <a:lnTo>
                  <a:pt x="1601880" y="899486"/>
                </a:lnTo>
                <a:lnTo>
                  <a:pt x="1600234" y="898895"/>
                </a:lnTo>
                <a:lnTo>
                  <a:pt x="1598587" y="898307"/>
                </a:lnTo>
                <a:lnTo>
                  <a:pt x="1596941" y="897721"/>
                </a:lnTo>
                <a:lnTo>
                  <a:pt x="1595295" y="897138"/>
                </a:lnTo>
                <a:lnTo>
                  <a:pt x="1593648" y="896558"/>
                </a:lnTo>
                <a:lnTo>
                  <a:pt x="1592002" y="895980"/>
                </a:lnTo>
                <a:lnTo>
                  <a:pt x="1590356" y="895405"/>
                </a:lnTo>
                <a:lnTo>
                  <a:pt x="1588709" y="894832"/>
                </a:lnTo>
                <a:lnTo>
                  <a:pt x="1587063" y="894263"/>
                </a:lnTo>
                <a:lnTo>
                  <a:pt x="1585417" y="893696"/>
                </a:lnTo>
                <a:lnTo>
                  <a:pt x="1583770" y="893131"/>
                </a:lnTo>
                <a:lnTo>
                  <a:pt x="1582124" y="892570"/>
                </a:lnTo>
                <a:lnTo>
                  <a:pt x="1580478" y="892011"/>
                </a:lnTo>
                <a:lnTo>
                  <a:pt x="1578831" y="891454"/>
                </a:lnTo>
                <a:lnTo>
                  <a:pt x="1577185" y="890901"/>
                </a:lnTo>
                <a:lnTo>
                  <a:pt x="1575539" y="890350"/>
                </a:lnTo>
                <a:lnTo>
                  <a:pt x="1573892" y="889802"/>
                </a:lnTo>
                <a:lnTo>
                  <a:pt x="1572246" y="889257"/>
                </a:lnTo>
                <a:lnTo>
                  <a:pt x="1570600" y="888715"/>
                </a:lnTo>
                <a:lnTo>
                  <a:pt x="1568953" y="888175"/>
                </a:lnTo>
                <a:lnTo>
                  <a:pt x="1567307" y="887638"/>
                </a:lnTo>
                <a:lnTo>
                  <a:pt x="1565661" y="887104"/>
                </a:lnTo>
                <a:lnTo>
                  <a:pt x="1564015" y="886573"/>
                </a:lnTo>
                <a:lnTo>
                  <a:pt x="1562368" y="886045"/>
                </a:lnTo>
                <a:lnTo>
                  <a:pt x="1560722" y="885519"/>
                </a:lnTo>
                <a:lnTo>
                  <a:pt x="1559076" y="884997"/>
                </a:lnTo>
                <a:lnTo>
                  <a:pt x="1557429" y="884477"/>
                </a:lnTo>
                <a:lnTo>
                  <a:pt x="1555783" y="883960"/>
                </a:lnTo>
                <a:lnTo>
                  <a:pt x="1554137" y="883446"/>
                </a:lnTo>
                <a:lnTo>
                  <a:pt x="1552490" y="882935"/>
                </a:lnTo>
                <a:lnTo>
                  <a:pt x="1550844" y="882426"/>
                </a:lnTo>
                <a:lnTo>
                  <a:pt x="1549198" y="881921"/>
                </a:lnTo>
                <a:lnTo>
                  <a:pt x="1547551" y="881418"/>
                </a:lnTo>
                <a:lnTo>
                  <a:pt x="1545905" y="880919"/>
                </a:lnTo>
                <a:lnTo>
                  <a:pt x="1544259" y="880422"/>
                </a:lnTo>
                <a:lnTo>
                  <a:pt x="1542612" y="879929"/>
                </a:lnTo>
                <a:lnTo>
                  <a:pt x="1540966" y="879438"/>
                </a:lnTo>
                <a:lnTo>
                  <a:pt x="1539320" y="878950"/>
                </a:lnTo>
                <a:lnTo>
                  <a:pt x="1537673" y="878465"/>
                </a:lnTo>
                <a:lnTo>
                  <a:pt x="1536027" y="877984"/>
                </a:lnTo>
                <a:lnTo>
                  <a:pt x="1534381" y="877505"/>
                </a:lnTo>
                <a:lnTo>
                  <a:pt x="1532734" y="877029"/>
                </a:lnTo>
                <a:lnTo>
                  <a:pt x="1531088" y="876556"/>
                </a:lnTo>
                <a:lnTo>
                  <a:pt x="1529442" y="876087"/>
                </a:lnTo>
                <a:lnTo>
                  <a:pt x="1527795" y="875620"/>
                </a:lnTo>
                <a:lnTo>
                  <a:pt x="1526149" y="875157"/>
                </a:lnTo>
                <a:lnTo>
                  <a:pt x="1524503" y="874696"/>
                </a:lnTo>
                <a:lnTo>
                  <a:pt x="1522856" y="874239"/>
                </a:lnTo>
                <a:lnTo>
                  <a:pt x="1521210" y="873784"/>
                </a:lnTo>
                <a:lnTo>
                  <a:pt x="1519564" y="873333"/>
                </a:lnTo>
                <a:lnTo>
                  <a:pt x="1517917" y="872885"/>
                </a:lnTo>
                <a:lnTo>
                  <a:pt x="1516271" y="872440"/>
                </a:lnTo>
                <a:lnTo>
                  <a:pt x="1514625" y="871998"/>
                </a:lnTo>
                <a:lnTo>
                  <a:pt x="1512978" y="871559"/>
                </a:lnTo>
                <a:lnTo>
                  <a:pt x="1511332" y="871123"/>
                </a:lnTo>
                <a:lnTo>
                  <a:pt x="1509686" y="870691"/>
                </a:lnTo>
                <a:lnTo>
                  <a:pt x="1508039" y="870261"/>
                </a:lnTo>
                <a:lnTo>
                  <a:pt x="1506393" y="869835"/>
                </a:lnTo>
                <a:lnTo>
                  <a:pt x="1504747" y="869412"/>
                </a:lnTo>
                <a:lnTo>
                  <a:pt x="1503100" y="868992"/>
                </a:lnTo>
                <a:lnTo>
                  <a:pt x="1501454" y="868576"/>
                </a:lnTo>
                <a:lnTo>
                  <a:pt x="1499808" y="868163"/>
                </a:lnTo>
                <a:lnTo>
                  <a:pt x="1498161" y="867752"/>
                </a:lnTo>
                <a:lnTo>
                  <a:pt x="1496515" y="867346"/>
                </a:lnTo>
                <a:lnTo>
                  <a:pt x="1494869" y="866942"/>
                </a:lnTo>
                <a:lnTo>
                  <a:pt x="1493222" y="866542"/>
                </a:lnTo>
                <a:lnTo>
                  <a:pt x="1491576" y="866145"/>
                </a:lnTo>
                <a:lnTo>
                  <a:pt x="1489930" y="865751"/>
                </a:lnTo>
                <a:lnTo>
                  <a:pt x="1488283" y="865360"/>
                </a:lnTo>
                <a:lnTo>
                  <a:pt x="1486637" y="864973"/>
                </a:lnTo>
                <a:lnTo>
                  <a:pt x="1484991" y="864589"/>
                </a:lnTo>
                <a:lnTo>
                  <a:pt x="1483344" y="864209"/>
                </a:lnTo>
                <a:lnTo>
                  <a:pt x="1481698" y="863832"/>
                </a:lnTo>
                <a:lnTo>
                  <a:pt x="1480052" y="863458"/>
                </a:lnTo>
                <a:lnTo>
                  <a:pt x="1478405" y="863088"/>
                </a:lnTo>
                <a:lnTo>
                  <a:pt x="1476759" y="862721"/>
                </a:lnTo>
                <a:lnTo>
                  <a:pt x="1475113" y="862357"/>
                </a:lnTo>
                <a:lnTo>
                  <a:pt x="1473466" y="861997"/>
                </a:lnTo>
                <a:lnTo>
                  <a:pt x="1471820" y="861640"/>
                </a:lnTo>
                <a:lnTo>
                  <a:pt x="1470174" y="861286"/>
                </a:lnTo>
                <a:lnTo>
                  <a:pt x="1468527" y="860936"/>
                </a:lnTo>
                <a:lnTo>
                  <a:pt x="1466881" y="860590"/>
                </a:lnTo>
                <a:lnTo>
                  <a:pt x="1465235" y="860247"/>
                </a:lnTo>
                <a:lnTo>
                  <a:pt x="1463588" y="859907"/>
                </a:lnTo>
                <a:lnTo>
                  <a:pt x="1461942" y="859571"/>
                </a:lnTo>
                <a:lnTo>
                  <a:pt x="1460296" y="859239"/>
                </a:lnTo>
                <a:lnTo>
                  <a:pt x="1458649" y="858909"/>
                </a:lnTo>
                <a:lnTo>
                  <a:pt x="1457003" y="858584"/>
                </a:lnTo>
                <a:lnTo>
                  <a:pt x="1455357" y="858262"/>
                </a:lnTo>
                <a:lnTo>
                  <a:pt x="1453710" y="857943"/>
                </a:lnTo>
                <a:lnTo>
                  <a:pt x="1452064" y="857628"/>
                </a:lnTo>
                <a:lnTo>
                  <a:pt x="1450418" y="857317"/>
                </a:lnTo>
                <a:lnTo>
                  <a:pt x="1448771" y="857009"/>
                </a:lnTo>
                <a:lnTo>
                  <a:pt x="1447125" y="856705"/>
                </a:lnTo>
                <a:lnTo>
                  <a:pt x="1445479" y="856404"/>
                </a:lnTo>
                <a:lnTo>
                  <a:pt x="1443832" y="856107"/>
                </a:lnTo>
                <a:lnTo>
                  <a:pt x="1442186" y="855814"/>
                </a:lnTo>
                <a:lnTo>
                  <a:pt x="1440540" y="855524"/>
                </a:lnTo>
                <a:lnTo>
                  <a:pt x="1438893" y="855238"/>
                </a:lnTo>
                <a:lnTo>
                  <a:pt x="1437247" y="854956"/>
                </a:lnTo>
                <a:lnTo>
                  <a:pt x="1435601" y="854677"/>
                </a:lnTo>
                <a:lnTo>
                  <a:pt x="1433954" y="854402"/>
                </a:lnTo>
                <a:lnTo>
                  <a:pt x="1432308" y="854131"/>
                </a:lnTo>
                <a:lnTo>
                  <a:pt x="1430662" y="853863"/>
                </a:lnTo>
                <a:lnTo>
                  <a:pt x="1429015" y="853599"/>
                </a:lnTo>
                <a:lnTo>
                  <a:pt x="1427369" y="853339"/>
                </a:lnTo>
                <a:lnTo>
                  <a:pt x="1425723" y="853083"/>
                </a:lnTo>
                <a:lnTo>
                  <a:pt x="1424076" y="852830"/>
                </a:lnTo>
                <a:lnTo>
                  <a:pt x="1422430" y="852581"/>
                </a:lnTo>
                <a:lnTo>
                  <a:pt x="1420784" y="852336"/>
                </a:lnTo>
                <a:lnTo>
                  <a:pt x="1419137" y="852095"/>
                </a:lnTo>
                <a:lnTo>
                  <a:pt x="1417491" y="851857"/>
                </a:lnTo>
                <a:lnTo>
                  <a:pt x="1415845" y="851624"/>
                </a:lnTo>
                <a:lnTo>
                  <a:pt x="1414198" y="851394"/>
                </a:lnTo>
                <a:lnTo>
                  <a:pt x="1412552" y="851168"/>
                </a:lnTo>
                <a:lnTo>
                  <a:pt x="1410906" y="850946"/>
                </a:lnTo>
                <a:lnTo>
                  <a:pt x="1409259" y="850727"/>
                </a:lnTo>
                <a:lnTo>
                  <a:pt x="1407613" y="850513"/>
                </a:lnTo>
                <a:lnTo>
                  <a:pt x="1405967" y="850303"/>
                </a:lnTo>
                <a:lnTo>
                  <a:pt x="1404320" y="850096"/>
                </a:lnTo>
                <a:lnTo>
                  <a:pt x="1402674" y="849894"/>
                </a:lnTo>
                <a:lnTo>
                  <a:pt x="1401028" y="849695"/>
                </a:lnTo>
                <a:lnTo>
                  <a:pt x="1399381" y="849500"/>
                </a:lnTo>
                <a:lnTo>
                  <a:pt x="1397735" y="849310"/>
                </a:lnTo>
                <a:lnTo>
                  <a:pt x="1396089" y="849123"/>
                </a:lnTo>
                <a:lnTo>
                  <a:pt x="1394442" y="848940"/>
                </a:lnTo>
                <a:lnTo>
                  <a:pt x="1392796" y="848761"/>
                </a:lnTo>
                <a:lnTo>
                  <a:pt x="1391150" y="848587"/>
                </a:lnTo>
                <a:lnTo>
                  <a:pt x="1389503" y="848416"/>
                </a:lnTo>
                <a:lnTo>
                  <a:pt x="1387857" y="848249"/>
                </a:lnTo>
                <a:lnTo>
                  <a:pt x="1386211" y="848087"/>
                </a:lnTo>
                <a:lnTo>
                  <a:pt x="1384564" y="847928"/>
                </a:lnTo>
                <a:lnTo>
                  <a:pt x="1382918" y="847774"/>
                </a:lnTo>
                <a:lnTo>
                  <a:pt x="1381272" y="847624"/>
                </a:lnTo>
                <a:lnTo>
                  <a:pt x="1379625" y="847477"/>
                </a:lnTo>
                <a:lnTo>
                  <a:pt x="1377979" y="847335"/>
                </a:lnTo>
                <a:lnTo>
                  <a:pt x="1376333" y="847197"/>
                </a:lnTo>
                <a:lnTo>
                  <a:pt x="1374686" y="847064"/>
                </a:lnTo>
                <a:lnTo>
                  <a:pt x="1373040" y="846934"/>
                </a:lnTo>
                <a:lnTo>
                  <a:pt x="1371394" y="846809"/>
                </a:lnTo>
                <a:lnTo>
                  <a:pt x="1369747" y="846687"/>
                </a:lnTo>
                <a:lnTo>
                  <a:pt x="1368101" y="846570"/>
                </a:lnTo>
                <a:lnTo>
                  <a:pt x="1366455" y="846458"/>
                </a:lnTo>
                <a:lnTo>
                  <a:pt x="1364808" y="846349"/>
                </a:lnTo>
                <a:lnTo>
                  <a:pt x="1363162" y="846245"/>
                </a:lnTo>
                <a:lnTo>
                  <a:pt x="1361516" y="846145"/>
                </a:lnTo>
                <a:lnTo>
                  <a:pt x="1359869" y="846049"/>
                </a:lnTo>
                <a:lnTo>
                  <a:pt x="1358223" y="845958"/>
                </a:lnTo>
                <a:lnTo>
                  <a:pt x="1356577" y="845870"/>
                </a:lnTo>
                <a:lnTo>
                  <a:pt x="1354930" y="845788"/>
                </a:lnTo>
                <a:lnTo>
                  <a:pt x="1353284" y="845709"/>
                </a:lnTo>
                <a:lnTo>
                  <a:pt x="1351638" y="845635"/>
                </a:lnTo>
                <a:lnTo>
                  <a:pt x="1349991" y="845565"/>
                </a:lnTo>
                <a:lnTo>
                  <a:pt x="1348345" y="845500"/>
                </a:lnTo>
                <a:lnTo>
                  <a:pt x="1346699" y="845439"/>
                </a:lnTo>
                <a:lnTo>
                  <a:pt x="1345052" y="845382"/>
                </a:lnTo>
                <a:lnTo>
                  <a:pt x="1343406" y="845330"/>
                </a:lnTo>
                <a:lnTo>
                  <a:pt x="1341760" y="845282"/>
                </a:lnTo>
                <a:lnTo>
                  <a:pt x="1340113" y="845239"/>
                </a:lnTo>
                <a:lnTo>
                  <a:pt x="1338467" y="845200"/>
                </a:lnTo>
                <a:lnTo>
                  <a:pt x="1336821" y="845166"/>
                </a:lnTo>
                <a:lnTo>
                  <a:pt x="1335174" y="845136"/>
                </a:lnTo>
                <a:lnTo>
                  <a:pt x="1333528" y="845111"/>
                </a:lnTo>
                <a:lnTo>
                  <a:pt x="1331882" y="845090"/>
                </a:lnTo>
                <a:lnTo>
                  <a:pt x="1330235" y="845074"/>
                </a:lnTo>
                <a:lnTo>
                  <a:pt x="1328589" y="845062"/>
                </a:lnTo>
                <a:lnTo>
                  <a:pt x="1326943" y="845055"/>
                </a:lnTo>
                <a:lnTo>
                  <a:pt x="1325296" y="845052"/>
                </a:lnTo>
                <a:lnTo>
                  <a:pt x="1323650" y="845054"/>
                </a:lnTo>
                <a:lnTo>
                  <a:pt x="1322004" y="845061"/>
                </a:lnTo>
                <a:lnTo>
                  <a:pt x="1320357" y="845072"/>
                </a:lnTo>
                <a:lnTo>
                  <a:pt x="1318711" y="845088"/>
                </a:lnTo>
                <a:lnTo>
                  <a:pt x="1317065" y="845109"/>
                </a:lnTo>
                <a:lnTo>
                  <a:pt x="1315418" y="845134"/>
                </a:lnTo>
                <a:lnTo>
                  <a:pt x="1313772" y="845164"/>
                </a:lnTo>
                <a:lnTo>
                  <a:pt x="1312126" y="845199"/>
                </a:lnTo>
                <a:lnTo>
                  <a:pt x="1310479" y="845238"/>
                </a:lnTo>
                <a:lnTo>
                  <a:pt x="1308833" y="845282"/>
                </a:lnTo>
                <a:lnTo>
                  <a:pt x="1307187" y="845331"/>
                </a:lnTo>
                <a:lnTo>
                  <a:pt x="1305540" y="845385"/>
                </a:lnTo>
                <a:lnTo>
                  <a:pt x="1303894" y="845443"/>
                </a:lnTo>
                <a:lnTo>
                  <a:pt x="1302248" y="845506"/>
                </a:lnTo>
                <a:lnTo>
                  <a:pt x="1300601" y="845574"/>
                </a:lnTo>
                <a:lnTo>
                  <a:pt x="1298955" y="845647"/>
                </a:lnTo>
                <a:lnTo>
                  <a:pt x="1297309" y="845725"/>
                </a:lnTo>
                <a:lnTo>
                  <a:pt x="1295662" y="845807"/>
                </a:lnTo>
                <a:lnTo>
                  <a:pt x="1294016" y="845895"/>
                </a:lnTo>
                <a:lnTo>
                  <a:pt x="1292370" y="845987"/>
                </a:lnTo>
                <a:lnTo>
                  <a:pt x="1290723" y="846084"/>
                </a:lnTo>
                <a:lnTo>
                  <a:pt x="1289077" y="846186"/>
                </a:lnTo>
                <a:lnTo>
                  <a:pt x="1287431" y="846293"/>
                </a:lnTo>
                <a:lnTo>
                  <a:pt x="1285784" y="846405"/>
                </a:lnTo>
                <a:lnTo>
                  <a:pt x="1284138" y="846522"/>
                </a:lnTo>
                <a:lnTo>
                  <a:pt x="1282492" y="846644"/>
                </a:lnTo>
                <a:lnTo>
                  <a:pt x="1280845" y="846771"/>
                </a:lnTo>
                <a:lnTo>
                  <a:pt x="1279199" y="846903"/>
                </a:lnTo>
                <a:lnTo>
                  <a:pt x="1277553" y="847040"/>
                </a:lnTo>
                <a:lnTo>
                  <a:pt x="1275906" y="847182"/>
                </a:lnTo>
                <a:lnTo>
                  <a:pt x="1274260" y="847330"/>
                </a:lnTo>
                <a:lnTo>
                  <a:pt x="1272614" y="847482"/>
                </a:lnTo>
                <a:lnTo>
                  <a:pt x="1270967" y="847639"/>
                </a:lnTo>
                <a:lnTo>
                  <a:pt x="1269321" y="847801"/>
                </a:lnTo>
                <a:lnTo>
                  <a:pt x="1267675" y="847969"/>
                </a:lnTo>
                <a:lnTo>
                  <a:pt x="1266028" y="848142"/>
                </a:lnTo>
                <a:lnTo>
                  <a:pt x="1264382" y="848320"/>
                </a:lnTo>
                <a:lnTo>
                  <a:pt x="1262736" y="848503"/>
                </a:lnTo>
                <a:lnTo>
                  <a:pt x="1261089" y="848691"/>
                </a:lnTo>
                <a:lnTo>
                  <a:pt x="1259443" y="848884"/>
                </a:lnTo>
                <a:lnTo>
                  <a:pt x="1257797" y="849083"/>
                </a:lnTo>
                <a:lnTo>
                  <a:pt x="1256150" y="849287"/>
                </a:lnTo>
                <a:lnTo>
                  <a:pt x="1254504" y="849496"/>
                </a:lnTo>
                <a:lnTo>
                  <a:pt x="1252858" y="849711"/>
                </a:lnTo>
                <a:lnTo>
                  <a:pt x="1251212" y="849930"/>
                </a:lnTo>
                <a:lnTo>
                  <a:pt x="1249565" y="850156"/>
                </a:lnTo>
                <a:lnTo>
                  <a:pt x="1247919" y="850386"/>
                </a:lnTo>
                <a:lnTo>
                  <a:pt x="1246273" y="850622"/>
                </a:lnTo>
                <a:lnTo>
                  <a:pt x="1244626" y="850863"/>
                </a:lnTo>
                <a:lnTo>
                  <a:pt x="1242980" y="851109"/>
                </a:lnTo>
                <a:lnTo>
                  <a:pt x="1241334" y="851361"/>
                </a:lnTo>
                <a:lnTo>
                  <a:pt x="1239687" y="851619"/>
                </a:lnTo>
                <a:lnTo>
                  <a:pt x="1238041" y="851881"/>
                </a:lnTo>
                <a:lnTo>
                  <a:pt x="1236395" y="852150"/>
                </a:lnTo>
                <a:lnTo>
                  <a:pt x="1234748" y="852423"/>
                </a:lnTo>
                <a:lnTo>
                  <a:pt x="1233102" y="852703"/>
                </a:lnTo>
                <a:lnTo>
                  <a:pt x="1231456" y="852987"/>
                </a:lnTo>
                <a:lnTo>
                  <a:pt x="1229809" y="853277"/>
                </a:lnTo>
                <a:lnTo>
                  <a:pt x="1228163" y="853573"/>
                </a:lnTo>
                <a:lnTo>
                  <a:pt x="1226517" y="853874"/>
                </a:lnTo>
                <a:lnTo>
                  <a:pt x="1224870" y="854181"/>
                </a:lnTo>
                <a:lnTo>
                  <a:pt x="1223224" y="854494"/>
                </a:lnTo>
                <a:lnTo>
                  <a:pt x="1221578" y="854812"/>
                </a:lnTo>
                <a:lnTo>
                  <a:pt x="1219931" y="855136"/>
                </a:lnTo>
                <a:lnTo>
                  <a:pt x="1218285" y="855465"/>
                </a:lnTo>
                <a:lnTo>
                  <a:pt x="1216639" y="855800"/>
                </a:lnTo>
                <a:lnTo>
                  <a:pt x="1214992" y="856141"/>
                </a:lnTo>
                <a:lnTo>
                  <a:pt x="1213346" y="856487"/>
                </a:lnTo>
                <a:lnTo>
                  <a:pt x="1211700" y="856839"/>
                </a:lnTo>
                <a:lnTo>
                  <a:pt x="1210053" y="857197"/>
                </a:lnTo>
                <a:lnTo>
                  <a:pt x="1208407" y="857560"/>
                </a:lnTo>
                <a:lnTo>
                  <a:pt x="1206761" y="857930"/>
                </a:lnTo>
                <a:lnTo>
                  <a:pt x="1205114" y="858305"/>
                </a:lnTo>
                <a:lnTo>
                  <a:pt x="1203468" y="858686"/>
                </a:lnTo>
                <a:lnTo>
                  <a:pt x="1201822" y="859073"/>
                </a:lnTo>
                <a:lnTo>
                  <a:pt x="1200175" y="859465"/>
                </a:lnTo>
                <a:lnTo>
                  <a:pt x="1198529" y="859864"/>
                </a:lnTo>
                <a:lnTo>
                  <a:pt x="1196883" y="860268"/>
                </a:lnTo>
                <a:lnTo>
                  <a:pt x="1195236" y="860678"/>
                </a:lnTo>
                <a:lnTo>
                  <a:pt x="1193590" y="861095"/>
                </a:lnTo>
                <a:lnTo>
                  <a:pt x="1191944" y="861517"/>
                </a:lnTo>
                <a:lnTo>
                  <a:pt x="1190297" y="861945"/>
                </a:lnTo>
                <a:lnTo>
                  <a:pt x="1188651" y="862379"/>
                </a:lnTo>
                <a:lnTo>
                  <a:pt x="1187005" y="862819"/>
                </a:lnTo>
                <a:lnTo>
                  <a:pt x="1185358" y="863265"/>
                </a:lnTo>
                <a:lnTo>
                  <a:pt x="1183712" y="863717"/>
                </a:lnTo>
                <a:lnTo>
                  <a:pt x="1182066" y="864175"/>
                </a:lnTo>
                <a:lnTo>
                  <a:pt x="1180419" y="864639"/>
                </a:lnTo>
                <a:lnTo>
                  <a:pt x="1178773" y="865110"/>
                </a:lnTo>
                <a:lnTo>
                  <a:pt x="1177127" y="865586"/>
                </a:lnTo>
                <a:lnTo>
                  <a:pt x="1175480" y="866068"/>
                </a:lnTo>
                <a:lnTo>
                  <a:pt x="1173834" y="866557"/>
                </a:lnTo>
                <a:lnTo>
                  <a:pt x="1172188" y="867052"/>
                </a:lnTo>
                <a:lnTo>
                  <a:pt x="1170541" y="867553"/>
                </a:lnTo>
                <a:lnTo>
                  <a:pt x="1168895" y="868060"/>
                </a:lnTo>
                <a:lnTo>
                  <a:pt x="1167249" y="868574"/>
                </a:lnTo>
                <a:lnTo>
                  <a:pt x="1165602" y="869093"/>
                </a:lnTo>
                <a:lnTo>
                  <a:pt x="1163956" y="869619"/>
                </a:lnTo>
                <a:lnTo>
                  <a:pt x="1162310" y="870151"/>
                </a:lnTo>
                <a:lnTo>
                  <a:pt x="1160663" y="870690"/>
                </a:lnTo>
                <a:lnTo>
                  <a:pt x="1159017" y="871235"/>
                </a:lnTo>
                <a:lnTo>
                  <a:pt x="1157371" y="871786"/>
                </a:lnTo>
                <a:lnTo>
                  <a:pt x="1155724" y="872343"/>
                </a:lnTo>
                <a:lnTo>
                  <a:pt x="1154078" y="872907"/>
                </a:lnTo>
                <a:lnTo>
                  <a:pt x="1152432" y="873478"/>
                </a:lnTo>
                <a:lnTo>
                  <a:pt x="1150785" y="874054"/>
                </a:lnTo>
                <a:lnTo>
                  <a:pt x="1149139" y="874637"/>
                </a:lnTo>
                <a:lnTo>
                  <a:pt x="1147493" y="875227"/>
                </a:lnTo>
                <a:lnTo>
                  <a:pt x="1145846" y="875823"/>
                </a:lnTo>
                <a:lnTo>
                  <a:pt x="1144200" y="876426"/>
                </a:lnTo>
                <a:lnTo>
                  <a:pt x="1142554" y="877035"/>
                </a:lnTo>
                <a:lnTo>
                  <a:pt x="1140907" y="877650"/>
                </a:lnTo>
                <a:lnTo>
                  <a:pt x="1139261" y="878273"/>
                </a:lnTo>
                <a:lnTo>
                  <a:pt x="1137615" y="878901"/>
                </a:lnTo>
                <a:lnTo>
                  <a:pt x="1135968" y="879537"/>
                </a:lnTo>
                <a:lnTo>
                  <a:pt x="1134322" y="880179"/>
                </a:lnTo>
                <a:lnTo>
                  <a:pt x="1132676" y="880827"/>
                </a:lnTo>
                <a:lnTo>
                  <a:pt x="1131029" y="881483"/>
                </a:lnTo>
                <a:lnTo>
                  <a:pt x="1129383" y="882145"/>
                </a:lnTo>
                <a:lnTo>
                  <a:pt x="1127737" y="882813"/>
                </a:lnTo>
                <a:lnTo>
                  <a:pt x="1126090" y="883489"/>
                </a:lnTo>
                <a:lnTo>
                  <a:pt x="1124444" y="884171"/>
                </a:lnTo>
                <a:lnTo>
                  <a:pt x="1122798" y="884860"/>
                </a:lnTo>
                <a:lnTo>
                  <a:pt x="1121151" y="885555"/>
                </a:lnTo>
                <a:lnTo>
                  <a:pt x="1119505" y="886258"/>
                </a:lnTo>
                <a:lnTo>
                  <a:pt x="1117859" y="886967"/>
                </a:lnTo>
                <a:lnTo>
                  <a:pt x="1116212" y="887683"/>
                </a:lnTo>
                <a:lnTo>
                  <a:pt x="1114566" y="888406"/>
                </a:lnTo>
                <a:lnTo>
                  <a:pt x="1112920" y="889136"/>
                </a:lnTo>
                <a:lnTo>
                  <a:pt x="1111273" y="889873"/>
                </a:lnTo>
                <a:lnTo>
                  <a:pt x="1109627" y="890617"/>
                </a:lnTo>
                <a:lnTo>
                  <a:pt x="1107981" y="891368"/>
                </a:lnTo>
                <a:lnTo>
                  <a:pt x="1106334" y="892125"/>
                </a:lnTo>
                <a:lnTo>
                  <a:pt x="1104688" y="892890"/>
                </a:lnTo>
                <a:lnTo>
                  <a:pt x="1103042" y="893662"/>
                </a:lnTo>
                <a:lnTo>
                  <a:pt x="1101395" y="894440"/>
                </a:lnTo>
                <a:lnTo>
                  <a:pt x="1099749" y="895226"/>
                </a:lnTo>
                <a:lnTo>
                  <a:pt x="1098103" y="896019"/>
                </a:lnTo>
                <a:lnTo>
                  <a:pt x="1096456" y="896819"/>
                </a:lnTo>
                <a:lnTo>
                  <a:pt x="1094810" y="897626"/>
                </a:lnTo>
                <a:lnTo>
                  <a:pt x="1093164" y="898440"/>
                </a:lnTo>
                <a:lnTo>
                  <a:pt x="1091517" y="899262"/>
                </a:lnTo>
                <a:lnTo>
                  <a:pt x="1089871" y="900090"/>
                </a:lnTo>
                <a:lnTo>
                  <a:pt x="1088225" y="900926"/>
                </a:lnTo>
                <a:lnTo>
                  <a:pt x="1086578" y="901769"/>
                </a:lnTo>
                <a:lnTo>
                  <a:pt x="1084932" y="902619"/>
                </a:lnTo>
                <a:lnTo>
                  <a:pt x="1083286" y="903477"/>
                </a:lnTo>
                <a:lnTo>
                  <a:pt x="1081639" y="904342"/>
                </a:lnTo>
                <a:lnTo>
                  <a:pt x="1079993" y="905214"/>
                </a:lnTo>
                <a:lnTo>
                  <a:pt x="1078347" y="906093"/>
                </a:lnTo>
                <a:lnTo>
                  <a:pt x="1076700" y="906980"/>
                </a:lnTo>
                <a:lnTo>
                  <a:pt x="1075054" y="907875"/>
                </a:lnTo>
                <a:lnTo>
                  <a:pt x="1073408" y="908776"/>
                </a:lnTo>
                <a:lnTo>
                  <a:pt x="1071761" y="909685"/>
                </a:lnTo>
                <a:lnTo>
                  <a:pt x="1070115" y="910602"/>
                </a:lnTo>
                <a:lnTo>
                  <a:pt x="1068469" y="911526"/>
                </a:lnTo>
                <a:lnTo>
                  <a:pt x="1066822" y="912457"/>
                </a:lnTo>
                <a:lnTo>
                  <a:pt x="1065176" y="913396"/>
                </a:lnTo>
                <a:lnTo>
                  <a:pt x="1063530" y="914343"/>
                </a:lnTo>
                <a:lnTo>
                  <a:pt x="1061883" y="915297"/>
                </a:lnTo>
                <a:lnTo>
                  <a:pt x="1060237" y="916259"/>
                </a:lnTo>
                <a:lnTo>
                  <a:pt x="1058591" y="917228"/>
                </a:lnTo>
                <a:lnTo>
                  <a:pt x="1056944" y="918205"/>
                </a:lnTo>
                <a:lnTo>
                  <a:pt x="1055298" y="919190"/>
                </a:lnTo>
                <a:lnTo>
                  <a:pt x="1053652" y="920182"/>
                </a:lnTo>
                <a:lnTo>
                  <a:pt x="1052005" y="921182"/>
                </a:lnTo>
                <a:lnTo>
                  <a:pt x="1050359" y="922190"/>
                </a:lnTo>
                <a:lnTo>
                  <a:pt x="1048713" y="923206"/>
                </a:lnTo>
                <a:lnTo>
                  <a:pt x="1047066" y="924229"/>
                </a:lnTo>
                <a:lnTo>
                  <a:pt x="1045420" y="925260"/>
                </a:lnTo>
                <a:lnTo>
                  <a:pt x="1043774" y="926299"/>
                </a:lnTo>
                <a:lnTo>
                  <a:pt x="1042127" y="927346"/>
                </a:lnTo>
                <a:lnTo>
                  <a:pt x="1040481" y="928400"/>
                </a:lnTo>
                <a:lnTo>
                  <a:pt x="1038835" y="929463"/>
                </a:lnTo>
                <a:lnTo>
                  <a:pt x="1037188" y="930533"/>
                </a:lnTo>
                <a:lnTo>
                  <a:pt x="1035542" y="931611"/>
                </a:lnTo>
                <a:lnTo>
                  <a:pt x="1033896" y="932698"/>
                </a:lnTo>
                <a:lnTo>
                  <a:pt x="1032249" y="933792"/>
                </a:lnTo>
                <a:lnTo>
                  <a:pt x="1030603" y="934894"/>
                </a:lnTo>
                <a:lnTo>
                  <a:pt x="1028957" y="936005"/>
                </a:lnTo>
                <a:lnTo>
                  <a:pt x="1027310" y="937123"/>
                </a:lnTo>
                <a:lnTo>
                  <a:pt x="1025664" y="938249"/>
                </a:lnTo>
                <a:lnTo>
                  <a:pt x="1024018" y="939384"/>
                </a:lnTo>
                <a:lnTo>
                  <a:pt x="1022371" y="940526"/>
                </a:lnTo>
                <a:lnTo>
                  <a:pt x="1020725" y="941677"/>
                </a:lnTo>
                <a:lnTo>
                  <a:pt x="1019079" y="942836"/>
                </a:lnTo>
                <a:lnTo>
                  <a:pt x="1017432" y="944003"/>
                </a:lnTo>
                <a:lnTo>
                  <a:pt x="1015786" y="945179"/>
                </a:lnTo>
                <a:lnTo>
                  <a:pt x="1014140" y="946362"/>
                </a:lnTo>
                <a:lnTo>
                  <a:pt x="1012493" y="947554"/>
                </a:lnTo>
                <a:lnTo>
                  <a:pt x="1010847" y="948755"/>
                </a:lnTo>
                <a:lnTo>
                  <a:pt x="1009201" y="949963"/>
                </a:lnTo>
                <a:lnTo>
                  <a:pt x="1007554" y="951180"/>
                </a:lnTo>
                <a:lnTo>
                  <a:pt x="1005908" y="952405"/>
                </a:lnTo>
                <a:lnTo>
                  <a:pt x="1004262" y="953639"/>
                </a:lnTo>
                <a:lnTo>
                  <a:pt x="1002615" y="954881"/>
                </a:lnTo>
                <a:lnTo>
                  <a:pt x="1000969" y="956131"/>
                </a:lnTo>
                <a:lnTo>
                  <a:pt x="999323" y="957390"/>
                </a:lnTo>
                <a:lnTo>
                  <a:pt x="997676" y="958657"/>
                </a:lnTo>
                <a:lnTo>
                  <a:pt x="996030" y="959933"/>
                </a:lnTo>
                <a:lnTo>
                  <a:pt x="994384" y="961218"/>
                </a:lnTo>
                <a:lnTo>
                  <a:pt x="992737" y="962511"/>
                </a:lnTo>
                <a:lnTo>
                  <a:pt x="991091" y="963812"/>
                </a:lnTo>
                <a:lnTo>
                  <a:pt x="989445" y="965122"/>
                </a:lnTo>
                <a:lnTo>
                  <a:pt x="987798" y="966441"/>
                </a:lnTo>
                <a:lnTo>
                  <a:pt x="986152" y="967769"/>
                </a:lnTo>
                <a:lnTo>
                  <a:pt x="984506" y="969105"/>
                </a:lnTo>
                <a:lnTo>
                  <a:pt x="982859" y="970450"/>
                </a:lnTo>
                <a:lnTo>
                  <a:pt x="981213" y="971803"/>
                </a:lnTo>
                <a:lnTo>
                  <a:pt x="979567" y="973166"/>
                </a:lnTo>
                <a:lnTo>
                  <a:pt x="977920" y="974537"/>
                </a:lnTo>
                <a:lnTo>
                  <a:pt x="976274" y="975917"/>
                </a:lnTo>
                <a:lnTo>
                  <a:pt x="974628" y="977305"/>
                </a:lnTo>
                <a:lnTo>
                  <a:pt x="972981" y="978703"/>
                </a:lnTo>
                <a:lnTo>
                  <a:pt x="971335" y="980110"/>
                </a:lnTo>
                <a:lnTo>
                  <a:pt x="969689" y="981525"/>
                </a:lnTo>
                <a:lnTo>
                  <a:pt x="968042" y="982949"/>
                </a:lnTo>
                <a:lnTo>
                  <a:pt x="966396" y="984383"/>
                </a:lnTo>
                <a:lnTo>
                  <a:pt x="964750" y="985825"/>
                </a:lnTo>
                <a:lnTo>
                  <a:pt x="963103" y="987276"/>
                </a:lnTo>
                <a:lnTo>
                  <a:pt x="961457" y="988737"/>
                </a:lnTo>
                <a:lnTo>
                  <a:pt x="959811" y="990206"/>
                </a:lnTo>
                <a:lnTo>
                  <a:pt x="958164" y="991684"/>
                </a:lnTo>
                <a:lnTo>
                  <a:pt x="956518" y="993172"/>
                </a:lnTo>
                <a:lnTo>
                  <a:pt x="954872" y="994669"/>
                </a:lnTo>
                <a:lnTo>
                  <a:pt x="953225" y="996175"/>
                </a:lnTo>
                <a:lnTo>
                  <a:pt x="951579" y="997690"/>
                </a:lnTo>
                <a:lnTo>
                  <a:pt x="949933" y="999214"/>
                </a:lnTo>
                <a:lnTo>
                  <a:pt x="948286" y="1000747"/>
                </a:lnTo>
                <a:lnTo>
                  <a:pt x="946640" y="1002290"/>
                </a:lnTo>
                <a:lnTo>
                  <a:pt x="944994" y="1003842"/>
                </a:lnTo>
                <a:lnTo>
                  <a:pt x="943347" y="1005404"/>
                </a:lnTo>
                <a:lnTo>
                  <a:pt x="941701" y="1006974"/>
                </a:lnTo>
                <a:lnTo>
                  <a:pt x="940055" y="1008555"/>
                </a:lnTo>
                <a:lnTo>
                  <a:pt x="938409" y="1010144"/>
                </a:lnTo>
                <a:lnTo>
                  <a:pt x="936762" y="1011743"/>
                </a:lnTo>
                <a:lnTo>
                  <a:pt x="935116" y="1013351"/>
                </a:lnTo>
                <a:lnTo>
                  <a:pt x="933470" y="1014969"/>
                </a:lnTo>
                <a:lnTo>
                  <a:pt x="931823" y="1016596"/>
                </a:lnTo>
                <a:lnTo>
                  <a:pt x="930177" y="1018233"/>
                </a:lnTo>
                <a:lnTo>
                  <a:pt x="928531" y="1019880"/>
                </a:lnTo>
                <a:lnTo>
                  <a:pt x="926884" y="1021536"/>
                </a:lnTo>
                <a:lnTo>
                  <a:pt x="925238" y="1023201"/>
                </a:lnTo>
                <a:lnTo>
                  <a:pt x="923592" y="1024876"/>
                </a:lnTo>
                <a:lnTo>
                  <a:pt x="921945" y="1026561"/>
                </a:lnTo>
                <a:lnTo>
                  <a:pt x="920299" y="1028256"/>
                </a:lnTo>
                <a:lnTo>
                  <a:pt x="918653" y="1029960"/>
                </a:lnTo>
                <a:lnTo>
                  <a:pt x="917006" y="1031674"/>
                </a:lnTo>
                <a:lnTo>
                  <a:pt x="915360" y="1033397"/>
                </a:lnTo>
                <a:lnTo>
                  <a:pt x="913714" y="1035131"/>
                </a:lnTo>
                <a:lnTo>
                  <a:pt x="912067" y="1036874"/>
                </a:lnTo>
                <a:lnTo>
                  <a:pt x="910421" y="1038627"/>
                </a:lnTo>
                <a:lnTo>
                  <a:pt x="908775" y="1040390"/>
                </a:lnTo>
                <a:lnTo>
                  <a:pt x="907128" y="1042163"/>
                </a:lnTo>
                <a:lnTo>
                  <a:pt x="905482" y="1043946"/>
                </a:lnTo>
                <a:lnTo>
                  <a:pt x="903836" y="1045739"/>
                </a:lnTo>
                <a:lnTo>
                  <a:pt x="902189" y="1047541"/>
                </a:lnTo>
                <a:lnTo>
                  <a:pt x="900543" y="1049354"/>
                </a:lnTo>
                <a:lnTo>
                  <a:pt x="898897" y="1051177"/>
                </a:lnTo>
                <a:lnTo>
                  <a:pt x="897250" y="1053009"/>
                </a:lnTo>
                <a:lnTo>
                  <a:pt x="895604" y="1054852"/>
                </a:lnTo>
                <a:lnTo>
                  <a:pt x="893958" y="1056705"/>
                </a:lnTo>
                <a:lnTo>
                  <a:pt x="892311" y="1058568"/>
                </a:lnTo>
                <a:lnTo>
                  <a:pt x="890665" y="1060441"/>
                </a:lnTo>
                <a:lnTo>
                  <a:pt x="889019" y="1062325"/>
                </a:lnTo>
                <a:lnTo>
                  <a:pt x="887372" y="1064218"/>
                </a:lnTo>
                <a:lnTo>
                  <a:pt x="885726" y="1066122"/>
                </a:lnTo>
                <a:lnTo>
                  <a:pt x="884080" y="1068036"/>
                </a:lnTo>
                <a:lnTo>
                  <a:pt x="882433" y="1069960"/>
                </a:lnTo>
                <a:lnTo>
                  <a:pt x="880787" y="1071895"/>
                </a:lnTo>
                <a:lnTo>
                  <a:pt x="879141" y="1073840"/>
                </a:lnTo>
                <a:lnTo>
                  <a:pt x="877494" y="1075795"/>
                </a:lnTo>
                <a:lnTo>
                  <a:pt x="875848" y="1077761"/>
                </a:lnTo>
                <a:lnTo>
                  <a:pt x="874202" y="1079737"/>
                </a:lnTo>
                <a:lnTo>
                  <a:pt x="872555" y="1081724"/>
                </a:lnTo>
                <a:lnTo>
                  <a:pt x="870909" y="1083721"/>
                </a:lnTo>
                <a:lnTo>
                  <a:pt x="869263" y="1085728"/>
                </a:lnTo>
                <a:lnTo>
                  <a:pt x="867616" y="1087747"/>
                </a:lnTo>
                <a:lnTo>
                  <a:pt x="865970" y="1089775"/>
                </a:lnTo>
                <a:lnTo>
                  <a:pt x="864324" y="1091814"/>
                </a:lnTo>
                <a:lnTo>
                  <a:pt x="862677" y="1093864"/>
                </a:lnTo>
                <a:lnTo>
                  <a:pt x="861031" y="1095925"/>
                </a:lnTo>
                <a:lnTo>
                  <a:pt x="859385" y="1097996"/>
                </a:lnTo>
                <a:lnTo>
                  <a:pt x="857738" y="1100077"/>
                </a:lnTo>
                <a:lnTo>
                  <a:pt x="856092" y="1102170"/>
                </a:lnTo>
                <a:lnTo>
                  <a:pt x="854446" y="1104273"/>
                </a:lnTo>
                <a:lnTo>
                  <a:pt x="852799" y="1106387"/>
                </a:lnTo>
                <a:lnTo>
                  <a:pt x="851153" y="1108512"/>
                </a:lnTo>
                <a:lnTo>
                  <a:pt x="849507" y="1110647"/>
                </a:lnTo>
                <a:lnTo>
                  <a:pt x="847860" y="1112794"/>
                </a:lnTo>
                <a:lnTo>
                  <a:pt x="846214" y="1114951"/>
                </a:lnTo>
                <a:lnTo>
                  <a:pt x="844568" y="1117119"/>
                </a:lnTo>
                <a:lnTo>
                  <a:pt x="842921" y="1119298"/>
                </a:lnTo>
                <a:lnTo>
                  <a:pt x="841275" y="1121488"/>
                </a:lnTo>
                <a:lnTo>
                  <a:pt x="839629" y="1123689"/>
                </a:lnTo>
                <a:lnTo>
                  <a:pt x="837982" y="1125901"/>
                </a:lnTo>
                <a:lnTo>
                  <a:pt x="836336" y="1128124"/>
                </a:lnTo>
                <a:lnTo>
                  <a:pt x="834690" y="1130358"/>
                </a:lnTo>
                <a:lnTo>
                  <a:pt x="833043" y="1132603"/>
                </a:lnTo>
                <a:lnTo>
                  <a:pt x="831397" y="1134859"/>
                </a:lnTo>
                <a:lnTo>
                  <a:pt x="829751" y="1137127"/>
                </a:lnTo>
                <a:lnTo>
                  <a:pt x="828104" y="1139405"/>
                </a:lnTo>
                <a:lnTo>
                  <a:pt x="826458" y="1141695"/>
                </a:lnTo>
                <a:lnTo>
                  <a:pt x="824812" y="1143996"/>
                </a:lnTo>
                <a:lnTo>
                  <a:pt x="823165" y="1146308"/>
                </a:lnTo>
                <a:lnTo>
                  <a:pt x="821519" y="1148631"/>
                </a:lnTo>
                <a:lnTo>
                  <a:pt x="819873" y="1150966"/>
                </a:lnTo>
                <a:lnTo>
                  <a:pt x="818226" y="1153312"/>
                </a:lnTo>
                <a:lnTo>
                  <a:pt x="816580" y="1155669"/>
                </a:lnTo>
                <a:lnTo>
                  <a:pt x="814934" y="1158038"/>
                </a:lnTo>
                <a:lnTo>
                  <a:pt x="813287" y="1160418"/>
                </a:lnTo>
                <a:lnTo>
                  <a:pt x="811641" y="1162809"/>
                </a:lnTo>
                <a:lnTo>
                  <a:pt x="809995" y="1165212"/>
                </a:lnTo>
                <a:lnTo>
                  <a:pt x="808348" y="1167627"/>
                </a:lnTo>
                <a:lnTo>
                  <a:pt x="806702" y="1170052"/>
                </a:lnTo>
                <a:lnTo>
                  <a:pt x="805056" y="1172490"/>
                </a:lnTo>
                <a:lnTo>
                  <a:pt x="803409" y="1174939"/>
                </a:lnTo>
                <a:lnTo>
                  <a:pt x="801763" y="1177399"/>
                </a:lnTo>
                <a:lnTo>
                  <a:pt x="800117" y="1179871"/>
                </a:lnTo>
                <a:lnTo>
                  <a:pt x="798470" y="1182355"/>
                </a:lnTo>
                <a:lnTo>
                  <a:pt x="796824" y="1184850"/>
                </a:lnTo>
                <a:lnTo>
                  <a:pt x="795178" y="1187357"/>
                </a:lnTo>
                <a:lnTo>
                  <a:pt x="793531" y="1189876"/>
                </a:lnTo>
                <a:lnTo>
                  <a:pt x="791885" y="1192406"/>
                </a:lnTo>
                <a:lnTo>
                  <a:pt x="790239" y="1194948"/>
                </a:lnTo>
                <a:lnTo>
                  <a:pt x="788592" y="1197502"/>
                </a:lnTo>
                <a:lnTo>
                  <a:pt x="786946" y="1200068"/>
                </a:lnTo>
                <a:lnTo>
                  <a:pt x="785300" y="1202646"/>
                </a:lnTo>
                <a:lnTo>
                  <a:pt x="783653" y="1205235"/>
                </a:lnTo>
                <a:lnTo>
                  <a:pt x="782007" y="1207836"/>
                </a:lnTo>
                <a:lnTo>
                  <a:pt x="780361" y="1210449"/>
                </a:lnTo>
                <a:lnTo>
                  <a:pt x="778714" y="1213074"/>
                </a:lnTo>
                <a:lnTo>
                  <a:pt x="777068" y="1215711"/>
                </a:lnTo>
                <a:lnTo>
                  <a:pt x="775422" y="1218360"/>
                </a:lnTo>
                <a:lnTo>
                  <a:pt x="773775" y="1221021"/>
                </a:lnTo>
                <a:lnTo>
                  <a:pt x="772129" y="1223694"/>
                </a:lnTo>
                <a:lnTo>
                  <a:pt x="770483" y="1226379"/>
                </a:lnTo>
                <a:lnTo>
                  <a:pt x="768836" y="1229076"/>
                </a:lnTo>
                <a:lnTo>
                  <a:pt x="767190" y="1231785"/>
                </a:lnTo>
                <a:lnTo>
                  <a:pt x="765544" y="1234506"/>
                </a:lnTo>
                <a:lnTo>
                  <a:pt x="763897" y="1237240"/>
                </a:lnTo>
                <a:lnTo>
                  <a:pt x="762251" y="1239985"/>
                </a:lnTo>
                <a:lnTo>
                  <a:pt x="760605" y="1242743"/>
                </a:lnTo>
                <a:lnTo>
                  <a:pt x="758958" y="1245513"/>
                </a:lnTo>
                <a:lnTo>
                  <a:pt x="757312" y="1248295"/>
                </a:lnTo>
                <a:lnTo>
                  <a:pt x="755666" y="1251089"/>
                </a:lnTo>
                <a:lnTo>
                  <a:pt x="754019" y="1253896"/>
                </a:lnTo>
                <a:lnTo>
                  <a:pt x="752373" y="1256715"/>
                </a:lnTo>
                <a:lnTo>
                  <a:pt x="750727" y="1259546"/>
                </a:lnTo>
                <a:lnTo>
                  <a:pt x="749080" y="1262390"/>
                </a:lnTo>
                <a:lnTo>
                  <a:pt x="747434" y="1265246"/>
                </a:lnTo>
                <a:lnTo>
                  <a:pt x="745788" y="1268114"/>
                </a:lnTo>
                <a:lnTo>
                  <a:pt x="744141" y="1270995"/>
                </a:lnTo>
                <a:lnTo>
                  <a:pt x="742495" y="1273888"/>
                </a:lnTo>
                <a:lnTo>
                  <a:pt x="740849" y="1276794"/>
                </a:lnTo>
                <a:lnTo>
                  <a:pt x="739202" y="1279712"/>
                </a:lnTo>
                <a:lnTo>
                  <a:pt x="737556" y="1282642"/>
                </a:lnTo>
                <a:lnTo>
                  <a:pt x="735910" y="1285585"/>
                </a:lnTo>
                <a:lnTo>
                  <a:pt x="734263" y="1288541"/>
                </a:lnTo>
                <a:lnTo>
                  <a:pt x="732617" y="1291509"/>
                </a:lnTo>
                <a:lnTo>
                  <a:pt x="730971" y="1294490"/>
                </a:lnTo>
                <a:lnTo>
                  <a:pt x="729324" y="1297483"/>
                </a:lnTo>
                <a:lnTo>
                  <a:pt x="727678" y="1300489"/>
                </a:lnTo>
                <a:lnTo>
                  <a:pt x="726032" y="1303508"/>
                </a:lnTo>
                <a:lnTo>
                  <a:pt x="724385" y="1306539"/>
                </a:lnTo>
                <a:lnTo>
                  <a:pt x="722739" y="1309583"/>
                </a:lnTo>
                <a:lnTo>
                  <a:pt x="721093" y="1312640"/>
                </a:lnTo>
                <a:lnTo>
                  <a:pt x="719446" y="1315710"/>
                </a:lnTo>
                <a:lnTo>
                  <a:pt x="717800" y="1318792"/>
                </a:lnTo>
                <a:lnTo>
                  <a:pt x="716154" y="1321887"/>
                </a:lnTo>
                <a:lnTo>
                  <a:pt x="714507" y="1324994"/>
                </a:lnTo>
                <a:lnTo>
                  <a:pt x="712861" y="1328115"/>
                </a:lnTo>
                <a:lnTo>
                  <a:pt x="711215" y="1331248"/>
                </a:lnTo>
                <a:lnTo>
                  <a:pt x="709568" y="1334395"/>
                </a:lnTo>
                <a:lnTo>
                  <a:pt x="707922" y="1337554"/>
                </a:lnTo>
                <a:lnTo>
                  <a:pt x="706276" y="1340726"/>
                </a:lnTo>
                <a:lnTo>
                  <a:pt x="704629" y="1343910"/>
                </a:lnTo>
                <a:lnTo>
                  <a:pt x="702983" y="1347108"/>
                </a:lnTo>
                <a:lnTo>
                  <a:pt x="701337" y="1350319"/>
                </a:lnTo>
                <a:lnTo>
                  <a:pt x="699690" y="1353542"/>
                </a:lnTo>
                <a:lnTo>
                  <a:pt x="698044" y="1356779"/>
                </a:lnTo>
                <a:lnTo>
                  <a:pt x="696398" y="1360029"/>
                </a:lnTo>
                <a:lnTo>
                  <a:pt x="694751" y="1363291"/>
                </a:lnTo>
                <a:lnTo>
                  <a:pt x="693105" y="1366567"/>
                </a:lnTo>
                <a:lnTo>
                  <a:pt x="691459" y="1369856"/>
                </a:lnTo>
                <a:lnTo>
                  <a:pt x="689812" y="1373157"/>
                </a:lnTo>
                <a:lnTo>
                  <a:pt x="688166" y="1376472"/>
                </a:lnTo>
                <a:lnTo>
                  <a:pt x="686520" y="1379800"/>
                </a:lnTo>
                <a:lnTo>
                  <a:pt x="684873" y="1383141"/>
                </a:lnTo>
                <a:lnTo>
                  <a:pt x="683227" y="1386495"/>
                </a:lnTo>
                <a:lnTo>
                  <a:pt x="681581" y="1389862"/>
                </a:lnTo>
                <a:lnTo>
                  <a:pt x="679934" y="1393243"/>
                </a:lnTo>
                <a:lnTo>
                  <a:pt x="678288" y="1396636"/>
                </a:lnTo>
                <a:lnTo>
                  <a:pt x="676642" y="1400043"/>
                </a:lnTo>
                <a:lnTo>
                  <a:pt x="674995" y="1403463"/>
                </a:lnTo>
                <a:lnTo>
                  <a:pt x="673349" y="1406896"/>
                </a:lnTo>
                <a:lnTo>
                  <a:pt x="671703" y="1410342"/>
                </a:lnTo>
                <a:lnTo>
                  <a:pt x="670056" y="1413802"/>
                </a:lnTo>
                <a:lnTo>
                  <a:pt x="668410" y="1417274"/>
                </a:lnTo>
                <a:lnTo>
                  <a:pt x="666764" y="1420760"/>
                </a:lnTo>
                <a:lnTo>
                  <a:pt x="665117" y="1424260"/>
                </a:lnTo>
                <a:lnTo>
                  <a:pt x="663471" y="1427772"/>
                </a:lnTo>
                <a:lnTo>
                  <a:pt x="661825" y="1431298"/>
                </a:lnTo>
                <a:lnTo>
                  <a:pt x="660178" y="1434837"/>
                </a:lnTo>
                <a:lnTo>
                  <a:pt x="658532" y="1438390"/>
                </a:lnTo>
                <a:lnTo>
                  <a:pt x="656886" y="1441956"/>
                </a:lnTo>
                <a:lnTo>
                  <a:pt x="655239" y="1445535"/>
                </a:lnTo>
                <a:lnTo>
                  <a:pt x="653593" y="1449128"/>
                </a:lnTo>
                <a:lnTo>
                  <a:pt x="651947" y="1452733"/>
                </a:lnTo>
                <a:lnTo>
                  <a:pt x="650300" y="1456353"/>
                </a:lnTo>
                <a:lnTo>
                  <a:pt x="648654" y="1459985"/>
                </a:lnTo>
                <a:lnTo>
                  <a:pt x="647008" y="1463631"/>
                </a:lnTo>
                <a:lnTo>
                  <a:pt x="645361" y="1467291"/>
                </a:lnTo>
                <a:lnTo>
                  <a:pt x="643715" y="1470964"/>
                </a:lnTo>
                <a:lnTo>
                  <a:pt x="642069" y="1474650"/>
                </a:lnTo>
                <a:lnTo>
                  <a:pt x="640422" y="1478349"/>
                </a:lnTo>
                <a:lnTo>
                  <a:pt x="638776" y="1482063"/>
                </a:lnTo>
                <a:lnTo>
                  <a:pt x="637130" y="1485789"/>
                </a:lnTo>
                <a:lnTo>
                  <a:pt x="635483" y="1489529"/>
                </a:lnTo>
                <a:lnTo>
                  <a:pt x="633837" y="1493282"/>
                </a:lnTo>
                <a:lnTo>
                  <a:pt x="632191" y="1497049"/>
                </a:lnTo>
                <a:lnTo>
                  <a:pt x="630544" y="1500829"/>
                </a:lnTo>
                <a:lnTo>
                  <a:pt x="628898" y="1504623"/>
                </a:lnTo>
                <a:lnTo>
                  <a:pt x="627252" y="1508430"/>
                </a:lnTo>
                <a:lnTo>
                  <a:pt x="625606" y="1512251"/>
                </a:lnTo>
                <a:lnTo>
                  <a:pt x="623959" y="1516085"/>
                </a:lnTo>
                <a:lnTo>
                  <a:pt x="622313" y="1519933"/>
                </a:lnTo>
                <a:lnTo>
                  <a:pt x="620667" y="1523794"/>
                </a:lnTo>
                <a:lnTo>
                  <a:pt x="619020" y="1527669"/>
                </a:lnTo>
                <a:lnTo>
                  <a:pt x="617374" y="1531557"/>
                </a:lnTo>
                <a:lnTo>
                  <a:pt x="615728" y="1535458"/>
                </a:lnTo>
                <a:lnTo>
                  <a:pt x="614081" y="1539373"/>
                </a:lnTo>
                <a:lnTo>
                  <a:pt x="612435" y="1543302"/>
                </a:lnTo>
                <a:lnTo>
                  <a:pt x="610789" y="1547244"/>
                </a:lnTo>
                <a:lnTo>
                  <a:pt x="609142" y="1551199"/>
                </a:lnTo>
                <a:lnTo>
                  <a:pt x="607496" y="1555168"/>
                </a:lnTo>
                <a:lnTo>
                  <a:pt x="605850" y="1559151"/>
                </a:lnTo>
                <a:lnTo>
                  <a:pt x="604203" y="1563147"/>
                </a:lnTo>
                <a:lnTo>
                  <a:pt x="602557" y="1567156"/>
                </a:lnTo>
                <a:lnTo>
                  <a:pt x="600911" y="1571179"/>
                </a:lnTo>
                <a:lnTo>
                  <a:pt x="599264" y="1575216"/>
                </a:lnTo>
                <a:lnTo>
                  <a:pt x="597618" y="1579266"/>
                </a:lnTo>
                <a:lnTo>
                  <a:pt x="595972" y="1583329"/>
                </a:lnTo>
                <a:lnTo>
                  <a:pt x="594325" y="1587406"/>
                </a:lnTo>
                <a:lnTo>
                  <a:pt x="592679" y="1591496"/>
                </a:lnTo>
                <a:lnTo>
                  <a:pt x="591033" y="1595600"/>
                </a:lnTo>
                <a:lnTo>
                  <a:pt x="589386" y="1599717"/>
                </a:lnTo>
                <a:lnTo>
                  <a:pt x="587740" y="1603847"/>
                </a:lnTo>
                <a:lnTo>
                  <a:pt x="586094" y="1607991"/>
                </a:lnTo>
                <a:lnTo>
                  <a:pt x="584447" y="1612149"/>
                </a:lnTo>
                <a:lnTo>
                  <a:pt x="582801" y="1616320"/>
                </a:lnTo>
                <a:lnTo>
                  <a:pt x="581155" y="1620504"/>
                </a:lnTo>
                <a:lnTo>
                  <a:pt x="579508" y="1624702"/>
                </a:lnTo>
                <a:lnTo>
                  <a:pt x="577862" y="1628913"/>
                </a:lnTo>
                <a:lnTo>
                  <a:pt x="576216" y="1633137"/>
                </a:lnTo>
                <a:lnTo>
                  <a:pt x="574569" y="1637375"/>
                </a:lnTo>
                <a:lnTo>
                  <a:pt x="572923" y="1641626"/>
                </a:lnTo>
                <a:lnTo>
                  <a:pt x="571277" y="1645890"/>
                </a:lnTo>
                <a:lnTo>
                  <a:pt x="569630" y="1650168"/>
                </a:lnTo>
                <a:lnTo>
                  <a:pt x="567984" y="1654459"/>
                </a:lnTo>
                <a:lnTo>
                  <a:pt x="566338" y="1658763"/>
                </a:lnTo>
                <a:lnTo>
                  <a:pt x="564691" y="1663081"/>
                </a:lnTo>
                <a:lnTo>
                  <a:pt x="563045" y="1667412"/>
                </a:lnTo>
                <a:lnTo>
                  <a:pt x="561399" y="1671756"/>
                </a:lnTo>
                <a:lnTo>
                  <a:pt x="559752" y="1676113"/>
                </a:lnTo>
                <a:lnTo>
                  <a:pt x="558106" y="1680484"/>
                </a:lnTo>
                <a:lnTo>
                  <a:pt x="556460" y="1684868"/>
                </a:lnTo>
                <a:lnTo>
                  <a:pt x="554813" y="1689265"/>
                </a:lnTo>
                <a:lnTo>
                  <a:pt x="553167" y="1693675"/>
                </a:lnTo>
                <a:lnTo>
                  <a:pt x="551521" y="1698098"/>
                </a:lnTo>
                <a:lnTo>
                  <a:pt x="549874" y="1702534"/>
                </a:lnTo>
                <a:lnTo>
                  <a:pt x="548228" y="1706984"/>
                </a:lnTo>
                <a:lnTo>
                  <a:pt x="546582" y="1711446"/>
                </a:lnTo>
                <a:lnTo>
                  <a:pt x="544935" y="1715922"/>
                </a:lnTo>
                <a:lnTo>
                  <a:pt x="543289" y="1720410"/>
                </a:lnTo>
                <a:lnTo>
                  <a:pt x="541643" y="1724912"/>
                </a:lnTo>
                <a:lnTo>
                  <a:pt x="539996" y="1729426"/>
                </a:lnTo>
                <a:lnTo>
                  <a:pt x="538350" y="1733954"/>
                </a:lnTo>
                <a:lnTo>
                  <a:pt x="536704" y="1738494"/>
                </a:lnTo>
                <a:lnTo>
                  <a:pt x="535057" y="1743047"/>
                </a:lnTo>
                <a:lnTo>
                  <a:pt x="533411" y="1747613"/>
                </a:lnTo>
                <a:lnTo>
                  <a:pt x="531765" y="1752192"/>
                </a:lnTo>
                <a:lnTo>
                  <a:pt x="530118" y="1756784"/>
                </a:lnTo>
                <a:lnTo>
                  <a:pt x="528472" y="1761388"/>
                </a:lnTo>
                <a:lnTo>
                  <a:pt x="526826" y="1766005"/>
                </a:lnTo>
                <a:lnTo>
                  <a:pt x="525179" y="1770635"/>
                </a:lnTo>
                <a:lnTo>
                  <a:pt x="523533" y="1775277"/>
                </a:lnTo>
                <a:lnTo>
                  <a:pt x="521887" y="1779933"/>
                </a:lnTo>
                <a:lnTo>
                  <a:pt x="520240" y="1784600"/>
                </a:lnTo>
                <a:lnTo>
                  <a:pt x="518594" y="1789280"/>
                </a:lnTo>
                <a:lnTo>
                  <a:pt x="516948" y="1793973"/>
                </a:lnTo>
                <a:lnTo>
                  <a:pt x="515301" y="1798678"/>
                </a:lnTo>
                <a:lnTo>
                  <a:pt x="513655" y="1803396"/>
                </a:lnTo>
                <a:lnTo>
                  <a:pt x="512009" y="1808126"/>
                </a:lnTo>
                <a:lnTo>
                  <a:pt x="510362" y="1812869"/>
                </a:lnTo>
                <a:lnTo>
                  <a:pt x="508716" y="1817623"/>
                </a:lnTo>
                <a:lnTo>
                  <a:pt x="507070" y="1822390"/>
                </a:lnTo>
                <a:lnTo>
                  <a:pt x="505423" y="1827170"/>
                </a:lnTo>
                <a:lnTo>
                  <a:pt x="503777" y="1831961"/>
                </a:lnTo>
                <a:lnTo>
                  <a:pt x="502131" y="1836764"/>
                </a:lnTo>
                <a:lnTo>
                  <a:pt x="500484" y="1841580"/>
                </a:lnTo>
                <a:lnTo>
                  <a:pt x="498838" y="1846408"/>
                </a:lnTo>
                <a:lnTo>
                  <a:pt x="497192" y="1851247"/>
                </a:lnTo>
                <a:lnTo>
                  <a:pt x="495545" y="1856099"/>
                </a:lnTo>
                <a:lnTo>
                  <a:pt x="493899" y="1860962"/>
                </a:lnTo>
                <a:lnTo>
                  <a:pt x="492253" y="1865838"/>
                </a:lnTo>
                <a:lnTo>
                  <a:pt x="490606" y="1870725"/>
                </a:lnTo>
                <a:lnTo>
                  <a:pt x="488960" y="1875623"/>
                </a:lnTo>
                <a:lnTo>
                  <a:pt x="487314" y="1880534"/>
                </a:lnTo>
                <a:lnTo>
                  <a:pt x="485667" y="1885456"/>
                </a:lnTo>
                <a:lnTo>
                  <a:pt x="484021" y="1890390"/>
                </a:lnTo>
                <a:lnTo>
                  <a:pt x="482375" y="1895335"/>
                </a:lnTo>
                <a:lnTo>
                  <a:pt x="480728" y="1900291"/>
                </a:lnTo>
                <a:lnTo>
                  <a:pt x="479082" y="1905259"/>
                </a:lnTo>
                <a:lnTo>
                  <a:pt x="477436" y="1910239"/>
                </a:lnTo>
                <a:lnTo>
                  <a:pt x="475789" y="1915229"/>
                </a:lnTo>
                <a:lnTo>
                  <a:pt x="474143" y="1920231"/>
                </a:lnTo>
                <a:lnTo>
                  <a:pt x="472497" y="1925244"/>
                </a:lnTo>
                <a:lnTo>
                  <a:pt x="470850" y="1930268"/>
                </a:lnTo>
                <a:lnTo>
                  <a:pt x="469204" y="1935303"/>
                </a:lnTo>
                <a:lnTo>
                  <a:pt x="467558" y="1940348"/>
                </a:lnTo>
                <a:lnTo>
                  <a:pt x="465911" y="1945405"/>
                </a:lnTo>
                <a:lnTo>
                  <a:pt x="464265" y="1950473"/>
                </a:lnTo>
                <a:lnTo>
                  <a:pt x="462619" y="1955551"/>
                </a:lnTo>
                <a:lnTo>
                  <a:pt x="460972" y="1960640"/>
                </a:lnTo>
                <a:lnTo>
                  <a:pt x="459326" y="1965739"/>
                </a:lnTo>
                <a:lnTo>
                  <a:pt x="457680" y="1970849"/>
                </a:lnTo>
                <a:lnTo>
                  <a:pt x="456033" y="1975969"/>
                </a:lnTo>
                <a:lnTo>
                  <a:pt x="454387" y="1981100"/>
                </a:lnTo>
                <a:lnTo>
                  <a:pt x="452741" y="1986241"/>
                </a:lnTo>
                <a:lnTo>
                  <a:pt x="451094" y="1991392"/>
                </a:lnTo>
                <a:lnTo>
                  <a:pt x="449448" y="1996553"/>
                </a:lnTo>
                <a:lnTo>
                  <a:pt x="447802" y="2001724"/>
                </a:lnTo>
                <a:lnTo>
                  <a:pt x="446155" y="2006905"/>
                </a:lnTo>
                <a:lnTo>
                  <a:pt x="444509" y="2012096"/>
                </a:lnTo>
                <a:lnTo>
                  <a:pt x="442863" y="2017296"/>
                </a:lnTo>
                <a:lnTo>
                  <a:pt x="441216" y="2022507"/>
                </a:lnTo>
                <a:lnTo>
                  <a:pt x="439570" y="2027727"/>
                </a:lnTo>
                <a:lnTo>
                  <a:pt x="437924" y="2032956"/>
                </a:lnTo>
                <a:lnTo>
                  <a:pt x="436277" y="2038195"/>
                </a:lnTo>
                <a:lnTo>
                  <a:pt x="434631" y="2043443"/>
                </a:lnTo>
                <a:lnTo>
                  <a:pt x="432985" y="2048700"/>
                </a:lnTo>
                <a:lnTo>
                  <a:pt x="431338" y="2053966"/>
                </a:lnTo>
                <a:lnTo>
                  <a:pt x="429692" y="2059242"/>
                </a:lnTo>
                <a:lnTo>
                  <a:pt x="428046" y="2064526"/>
                </a:lnTo>
                <a:lnTo>
                  <a:pt x="426399" y="2069819"/>
                </a:lnTo>
                <a:lnTo>
                  <a:pt x="424753" y="2075121"/>
                </a:lnTo>
                <a:lnTo>
                  <a:pt x="423107" y="2080431"/>
                </a:lnTo>
                <a:lnTo>
                  <a:pt x="421460" y="2085750"/>
                </a:lnTo>
                <a:lnTo>
                  <a:pt x="419814" y="2091077"/>
                </a:lnTo>
                <a:lnTo>
                  <a:pt x="418168" y="2096412"/>
                </a:lnTo>
                <a:lnTo>
                  <a:pt x="416521" y="2101756"/>
                </a:lnTo>
                <a:lnTo>
                  <a:pt x="414875" y="2107108"/>
                </a:lnTo>
                <a:lnTo>
                  <a:pt x="413229" y="2112467"/>
                </a:lnTo>
                <a:lnTo>
                  <a:pt x="411582" y="2117835"/>
                </a:lnTo>
                <a:lnTo>
                  <a:pt x="409936" y="2123210"/>
                </a:lnTo>
                <a:lnTo>
                  <a:pt x="408290" y="2128592"/>
                </a:lnTo>
                <a:lnTo>
                  <a:pt x="406643" y="2133983"/>
                </a:lnTo>
                <a:lnTo>
                  <a:pt x="404997" y="2139380"/>
                </a:lnTo>
                <a:lnTo>
                  <a:pt x="403351" y="2144785"/>
                </a:lnTo>
                <a:lnTo>
                  <a:pt x="401704" y="2150197"/>
                </a:lnTo>
                <a:lnTo>
                  <a:pt x="400058" y="2155616"/>
                </a:lnTo>
                <a:lnTo>
                  <a:pt x="398412" y="2161041"/>
                </a:lnTo>
                <a:lnTo>
                  <a:pt x="396765" y="2166474"/>
                </a:lnTo>
                <a:lnTo>
                  <a:pt x="395119" y="2171913"/>
                </a:lnTo>
                <a:lnTo>
                  <a:pt x="393473" y="2177359"/>
                </a:lnTo>
                <a:lnTo>
                  <a:pt x="391826" y="2182810"/>
                </a:lnTo>
                <a:lnTo>
                  <a:pt x="390180" y="2188268"/>
                </a:lnTo>
                <a:lnTo>
                  <a:pt x="388534" y="2193733"/>
                </a:lnTo>
                <a:lnTo>
                  <a:pt x="386887" y="2199203"/>
                </a:lnTo>
                <a:lnTo>
                  <a:pt x="385241" y="2204678"/>
                </a:lnTo>
                <a:lnTo>
                  <a:pt x="383595" y="2210160"/>
                </a:lnTo>
                <a:lnTo>
                  <a:pt x="381948" y="2215647"/>
                </a:lnTo>
                <a:lnTo>
                  <a:pt x="380302" y="2221139"/>
                </a:lnTo>
                <a:lnTo>
                  <a:pt x="378656" y="2226637"/>
                </a:lnTo>
                <a:lnTo>
                  <a:pt x="377009" y="2232139"/>
                </a:lnTo>
                <a:lnTo>
                  <a:pt x="375363" y="2237647"/>
                </a:lnTo>
                <a:lnTo>
                  <a:pt x="373717" y="2243159"/>
                </a:lnTo>
                <a:lnTo>
                  <a:pt x="372070" y="2248676"/>
                </a:lnTo>
                <a:lnTo>
                  <a:pt x="370424" y="2254197"/>
                </a:lnTo>
                <a:lnTo>
                  <a:pt x="368778" y="2259723"/>
                </a:lnTo>
                <a:lnTo>
                  <a:pt x="367131" y="2265253"/>
                </a:lnTo>
                <a:lnTo>
                  <a:pt x="365485" y="2270787"/>
                </a:lnTo>
                <a:lnTo>
                  <a:pt x="363839" y="2276324"/>
                </a:lnTo>
                <a:lnTo>
                  <a:pt x="362192" y="2281865"/>
                </a:lnTo>
                <a:lnTo>
                  <a:pt x="360546" y="2287410"/>
                </a:lnTo>
                <a:lnTo>
                  <a:pt x="358900" y="2292958"/>
                </a:lnTo>
                <a:lnTo>
                  <a:pt x="357253" y="2298509"/>
                </a:lnTo>
                <a:lnTo>
                  <a:pt x="355607" y="2304064"/>
                </a:lnTo>
                <a:lnTo>
                  <a:pt x="353961" y="2309621"/>
                </a:lnTo>
                <a:lnTo>
                  <a:pt x="352314" y="2315180"/>
                </a:lnTo>
                <a:lnTo>
                  <a:pt x="350668" y="2320742"/>
                </a:lnTo>
                <a:lnTo>
                  <a:pt x="349022" y="2326307"/>
                </a:lnTo>
                <a:lnTo>
                  <a:pt x="347375" y="2331873"/>
                </a:lnTo>
                <a:lnTo>
                  <a:pt x="345729" y="2337442"/>
                </a:lnTo>
                <a:lnTo>
                  <a:pt x="344083" y="2343012"/>
                </a:lnTo>
                <a:lnTo>
                  <a:pt x="342436" y="2348584"/>
                </a:lnTo>
                <a:lnTo>
                  <a:pt x="340790" y="2354157"/>
                </a:lnTo>
                <a:lnTo>
                  <a:pt x="339144" y="2359731"/>
                </a:lnTo>
                <a:lnTo>
                  <a:pt x="337497" y="2365306"/>
                </a:lnTo>
                <a:lnTo>
                  <a:pt x="335851" y="2370882"/>
                </a:lnTo>
                <a:lnTo>
                  <a:pt x="334205" y="2376459"/>
                </a:lnTo>
                <a:lnTo>
                  <a:pt x="332558" y="2382036"/>
                </a:lnTo>
                <a:lnTo>
                  <a:pt x="330912" y="2387613"/>
                </a:lnTo>
                <a:lnTo>
                  <a:pt x="329266" y="2393191"/>
                </a:lnTo>
                <a:lnTo>
                  <a:pt x="327619" y="2398768"/>
                </a:lnTo>
                <a:lnTo>
                  <a:pt x="325973" y="2404345"/>
                </a:lnTo>
                <a:lnTo>
                  <a:pt x="324327" y="2409921"/>
                </a:lnTo>
                <a:lnTo>
                  <a:pt x="322680" y="2415496"/>
                </a:lnTo>
                <a:lnTo>
                  <a:pt x="321034" y="2421070"/>
                </a:lnTo>
                <a:lnTo>
                  <a:pt x="319388" y="2426644"/>
                </a:lnTo>
                <a:lnTo>
                  <a:pt x="317741" y="2432215"/>
                </a:lnTo>
                <a:lnTo>
                  <a:pt x="316095" y="2437785"/>
                </a:lnTo>
                <a:lnTo>
                  <a:pt x="314449" y="2443353"/>
                </a:lnTo>
                <a:lnTo>
                  <a:pt x="312803" y="2448920"/>
                </a:lnTo>
                <a:lnTo>
                  <a:pt x="311156" y="2454483"/>
                </a:lnTo>
                <a:lnTo>
                  <a:pt x="309510" y="2460045"/>
                </a:lnTo>
                <a:lnTo>
                  <a:pt x="307864" y="2465603"/>
                </a:lnTo>
                <a:lnTo>
                  <a:pt x="306217" y="2471159"/>
                </a:lnTo>
                <a:lnTo>
                  <a:pt x="304571" y="2476711"/>
                </a:lnTo>
                <a:lnTo>
                  <a:pt x="302925" y="2482260"/>
                </a:lnTo>
                <a:lnTo>
                  <a:pt x="301278" y="2487806"/>
                </a:lnTo>
                <a:lnTo>
                  <a:pt x="299632" y="2493347"/>
                </a:lnTo>
                <a:lnTo>
                  <a:pt x="297986" y="2498884"/>
                </a:lnTo>
                <a:lnTo>
                  <a:pt x="296339" y="2504417"/>
                </a:lnTo>
                <a:lnTo>
                  <a:pt x="294693" y="2509946"/>
                </a:lnTo>
                <a:lnTo>
                  <a:pt x="293047" y="2515469"/>
                </a:lnTo>
                <a:lnTo>
                  <a:pt x="291400" y="2520988"/>
                </a:lnTo>
                <a:lnTo>
                  <a:pt x="289754" y="2526501"/>
                </a:lnTo>
                <a:lnTo>
                  <a:pt x="288108" y="2532008"/>
                </a:lnTo>
                <a:lnTo>
                  <a:pt x="286461" y="2537510"/>
                </a:lnTo>
                <a:lnTo>
                  <a:pt x="284815" y="2543006"/>
                </a:lnTo>
                <a:lnTo>
                  <a:pt x="283169" y="2548495"/>
                </a:lnTo>
                <a:lnTo>
                  <a:pt x="281522" y="2553978"/>
                </a:lnTo>
                <a:lnTo>
                  <a:pt x="279876" y="2559454"/>
                </a:lnTo>
                <a:lnTo>
                  <a:pt x="278230" y="2564923"/>
                </a:lnTo>
                <a:lnTo>
                  <a:pt x="276583" y="2570385"/>
                </a:lnTo>
                <a:lnTo>
                  <a:pt x="274937" y="2575839"/>
                </a:lnTo>
                <a:lnTo>
                  <a:pt x="273291" y="2581286"/>
                </a:lnTo>
                <a:lnTo>
                  <a:pt x="271644" y="2586724"/>
                </a:lnTo>
                <a:lnTo>
                  <a:pt x="269998" y="2592154"/>
                </a:lnTo>
                <a:lnTo>
                  <a:pt x="268352" y="2597575"/>
                </a:lnTo>
                <a:lnTo>
                  <a:pt x="266705" y="2602987"/>
                </a:lnTo>
                <a:lnTo>
                  <a:pt x="265059" y="2608390"/>
                </a:lnTo>
                <a:lnTo>
                  <a:pt x="263413" y="2613784"/>
                </a:lnTo>
                <a:lnTo>
                  <a:pt x="261766" y="2619168"/>
                </a:lnTo>
                <a:lnTo>
                  <a:pt x="260120" y="2624542"/>
                </a:lnTo>
                <a:lnTo>
                  <a:pt x="258474" y="2629905"/>
                </a:lnTo>
                <a:lnTo>
                  <a:pt x="256827" y="2635259"/>
                </a:lnTo>
                <a:lnTo>
                  <a:pt x="255181" y="2640601"/>
                </a:lnTo>
                <a:lnTo>
                  <a:pt x="253535" y="2645932"/>
                </a:lnTo>
                <a:lnTo>
                  <a:pt x="251888" y="2651252"/>
                </a:lnTo>
                <a:lnTo>
                  <a:pt x="250242" y="2656560"/>
                </a:lnTo>
                <a:lnTo>
                  <a:pt x="248596" y="2661857"/>
                </a:lnTo>
                <a:lnTo>
                  <a:pt x="246949" y="2667141"/>
                </a:lnTo>
                <a:lnTo>
                  <a:pt x="245303" y="2672412"/>
                </a:lnTo>
                <a:lnTo>
                  <a:pt x="243657" y="2677671"/>
                </a:lnTo>
                <a:lnTo>
                  <a:pt x="242010" y="2682917"/>
                </a:lnTo>
                <a:lnTo>
                  <a:pt x="240364" y="2688149"/>
                </a:lnTo>
                <a:lnTo>
                  <a:pt x="238718" y="2693368"/>
                </a:lnTo>
                <a:lnTo>
                  <a:pt x="237071" y="2698572"/>
                </a:lnTo>
                <a:lnTo>
                  <a:pt x="235425" y="2703762"/>
                </a:lnTo>
                <a:lnTo>
                  <a:pt x="233779" y="2708938"/>
                </a:lnTo>
                <a:lnTo>
                  <a:pt x="232132" y="2714099"/>
                </a:lnTo>
                <a:lnTo>
                  <a:pt x="230486" y="2719245"/>
                </a:lnTo>
                <a:lnTo>
                  <a:pt x="228840" y="2724375"/>
                </a:lnTo>
                <a:lnTo>
                  <a:pt x="227193" y="2729490"/>
                </a:lnTo>
                <a:lnTo>
                  <a:pt x="225547" y="2734588"/>
                </a:lnTo>
                <a:lnTo>
                  <a:pt x="223901" y="2739670"/>
                </a:lnTo>
                <a:lnTo>
                  <a:pt x="222254" y="2744735"/>
                </a:lnTo>
                <a:lnTo>
                  <a:pt x="220608" y="2749784"/>
                </a:lnTo>
                <a:lnTo>
                  <a:pt x="218962" y="2754815"/>
                </a:lnTo>
                <a:lnTo>
                  <a:pt x="217315" y="2759828"/>
                </a:lnTo>
                <a:lnTo>
                  <a:pt x="215669" y="2764823"/>
                </a:lnTo>
                <a:lnTo>
                  <a:pt x="214023" y="2769801"/>
                </a:lnTo>
                <a:lnTo>
                  <a:pt x="212376" y="2774759"/>
                </a:lnTo>
                <a:lnTo>
                  <a:pt x="210730" y="2779699"/>
                </a:lnTo>
                <a:lnTo>
                  <a:pt x="209084" y="2784620"/>
                </a:lnTo>
                <a:lnTo>
                  <a:pt x="207437" y="2789521"/>
                </a:lnTo>
                <a:lnTo>
                  <a:pt x="205791" y="2794402"/>
                </a:lnTo>
                <a:lnTo>
                  <a:pt x="204145" y="2799263"/>
                </a:lnTo>
                <a:lnTo>
                  <a:pt x="202498" y="2804104"/>
                </a:lnTo>
                <a:lnTo>
                  <a:pt x="200852" y="2808924"/>
                </a:lnTo>
                <a:lnTo>
                  <a:pt x="199206" y="2813723"/>
                </a:lnTo>
                <a:lnTo>
                  <a:pt x="197559" y="2818500"/>
                </a:lnTo>
                <a:lnTo>
                  <a:pt x="195913" y="2823256"/>
                </a:lnTo>
                <a:lnTo>
                  <a:pt x="194267" y="2827990"/>
                </a:lnTo>
                <a:lnTo>
                  <a:pt x="192620" y="2832701"/>
                </a:lnTo>
                <a:lnTo>
                  <a:pt x="190974" y="2837390"/>
                </a:lnTo>
                <a:lnTo>
                  <a:pt x="189328" y="2842055"/>
                </a:lnTo>
                <a:lnTo>
                  <a:pt x="187681" y="2846698"/>
                </a:lnTo>
                <a:lnTo>
                  <a:pt x="186035" y="2851316"/>
                </a:lnTo>
                <a:lnTo>
                  <a:pt x="184389" y="2855911"/>
                </a:lnTo>
                <a:lnTo>
                  <a:pt x="182742" y="2860481"/>
                </a:lnTo>
                <a:lnTo>
                  <a:pt x="181096" y="2865026"/>
                </a:lnTo>
                <a:lnTo>
                  <a:pt x="179450" y="2869547"/>
                </a:lnTo>
                <a:lnTo>
                  <a:pt x="177803" y="2874042"/>
                </a:lnTo>
                <a:lnTo>
                  <a:pt x="176157" y="2878512"/>
                </a:lnTo>
                <a:lnTo>
                  <a:pt x="174511" y="2882956"/>
                </a:lnTo>
                <a:lnTo>
                  <a:pt x="172864" y="2887373"/>
                </a:lnTo>
                <a:lnTo>
                  <a:pt x="171218" y="2891764"/>
                </a:lnTo>
                <a:lnTo>
                  <a:pt x="169572" y="2896128"/>
                </a:lnTo>
                <a:lnTo>
                  <a:pt x="167925" y="2900464"/>
                </a:lnTo>
                <a:lnTo>
                  <a:pt x="166279" y="2904773"/>
                </a:lnTo>
                <a:lnTo>
                  <a:pt x="164633" y="2909054"/>
                </a:lnTo>
                <a:lnTo>
                  <a:pt x="162986" y="2913307"/>
                </a:lnTo>
                <a:lnTo>
                  <a:pt x="161340" y="2917531"/>
                </a:lnTo>
                <a:lnTo>
                  <a:pt x="159694" y="2921726"/>
                </a:lnTo>
                <a:lnTo>
                  <a:pt x="158047" y="2925892"/>
                </a:lnTo>
                <a:lnTo>
                  <a:pt x="156401" y="2930028"/>
                </a:lnTo>
                <a:lnTo>
                  <a:pt x="154755" y="2934135"/>
                </a:lnTo>
                <a:lnTo>
                  <a:pt x="153108" y="2938211"/>
                </a:lnTo>
                <a:lnTo>
                  <a:pt x="151462" y="2942257"/>
                </a:lnTo>
                <a:lnTo>
                  <a:pt x="149816" y="2946271"/>
                </a:lnTo>
                <a:lnTo>
                  <a:pt x="148169" y="2950255"/>
                </a:lnTo>
                <a:lnTo>
                  <a:pt x="146523" y="2954207"/>
                </a:lnTo>
                <a:lnTo>
                  <a:pt x="144877" y="2958127"/>
                </a:lnTo>
                <a:lnTo>
                  <a:pt x="143230" y="2962015"/>
                </a:lnTo>
                <a:lnTo>
                  <a:pt x="141584" y="2965870"/>
                </a:lnTo>
                <a:lnTo>
                  <a:pt x="139938" y="2969693"/>
                </a:lnTo>
                <a:lnTo>
                  <a:pt x="138291" y="2973482"/>
                </a:lnTo>
                <a:lnTo>
                  <a:pt x="136645" y="2977238"/>
                </a:lnTo>
                <a:lnTo>
                  <a:pt x="134999" y="2980960"/>
                </a:lnTo>
                <a:lnTo>
                  <a:pt x="133352" y="2984648"/>
                </a:lnTo>
                <a:lnTo>
                  <a:pt x="131706" y="2988302"/>
                </a:lnTo>
                <a:lnTo>
                  <a:pt x="130060" y="2991920"/>
                </a:lnTo>
                <a:lnTo>
                  <a:pt x="128413" y="2995504"/>
                </a:lnTo>
                <a:lnTo>
                  <a:pt x="126767" y="2999052"/>
                </a:lnTo>
                <a:lnTo>
                  <a:pt x="125121" y="3002565"/>
                </a:lnTo>
                <a:lnTo>
                  <a:pt x="123474" y="3006041"/>
                </a:lnTo>
                <a:lnTo>
                  <a:pt x="121828" y="3009481"/>
                </a:lnTo>
                <a:lnTo>
                  <a:pt x="120182" y="3012884"/>
                </a:lnTo>
                <a:lnTo>
                  <a:pt x="118535" y="3016251"/>
                </a:lnTo>
                <a:lnTo>
                  <a:pt x="116889" y="3019580"/>
                </a:lnTo>
                <a:lnTo>
                  <a:pt x="115243" y="3022872"/>
                </a:lnTo>
                <a:lnTo>
                  <a:pt x="113596" y="3026125"/>
                </a:lnTo>
                <a:lnTo>
                  <a:pt x="111950" y="3029341"/>
                </a:lnTo>
                <a:lnTo>
                  <a:pt x="110304" y="3032518"/>
                </a:lnTo>
                <a:lnTo>
                  <a:pt x="108657" y="3035656"/>
                </a:lnTo>
                <a:lnTo>
                  <a:pt x="107011" y="3038755"/>
                </a:lnTo>
                <a:lnTo>
                  <a:pt x="105365" y="3041814"/>
                </a:lnTo>
                <a:lnTo>
                  <a:pt x="103718" y="3044834"/>
                </a:lnTo>
                <a:lnTo>
                  <a:pt x="102072" y="3047814"/>
                </a:lnTo>
                <a:lnTo>
                  <a:pt x="100426" y="3050753"/>
                </a:lnTo>
                <a:lnTo>
                  <a:pt x="98779" y="3053652"/>
                </a:lnTo>
                <a:lnTo>
                  <a:pt x="97133" y="3056510"/>
                </a:lnTo>
                <a:lnTo>
                  <a:pt x="95487" y="3059327"/>
                </a:lnTo>
                <a:lnTo>
                  <a:pt x="93840" y="3062103"/>
                </a:lnTo>
                <a:lnTo>
                  <a:pt x="92194" y="3064836"/>
                </a:lnTo>
                <a:lnTo>
                  <a:pt x="90548" y="3067528"/>
                </a:lnTo>
                <a:lnTo>
                  <a:pt x="88901" y="3070177"/>
                </a:lnTo>
                <a:lnTo>
                  <a:pt x="87255" y="3072784"/>
                </a:lnTo>
                <a:lnTo>
                  <a:pt x="85609" y="3075348"/>
                </a:lnTo>
                <a:lnTo>
                  <a:pt x="83962" y="3077868"/>
                </a:lnTo>
                <a:lnTo>
                  <a:pt x="82316" y="3080346"/>
                </a:lnTo>
                <a:lnTo>
                  <a:pt x="80670" y="3082779"/>
                </a:lnTo>
                <a:lnTo>
                  <a:pt x="79023" y="3085169"/>
                </a:lnTo>
                <a:lnTo>
                  <a:pt x="77377" y="3087514"/>
                </a:lnTo>
                <a:lnTo>
                  <a:pt x="75731" y="3089815"/>
                </a:lnTo>
                <a:lnTo>
                  <a:pt x="74084" y="3092072"/>
                </a:lnTo>
                <a:lnTo>
                  <a:pt x="72438" y="3094283"/>
                </a:lnTo>
                <a:lnTo>
                  <a:pt x="70792" y="3096449"/>
                </a:lnTo>
                <a:lnTo>
                  <a:pt x="69145" y="3098570"/>
                </a:lnTo>
                <a:lnTo>
                  <a:pt x="67499" y="3100644"/>
                </a:lnTo>
                <a:lnTo>
                  <a:pt x="65853" y="3102673"/>
                </a:lnTo>
                <a:lnTo>
                  <a:pt x="64206" y="3104656"/>
                </a:lnTo>
                <a:lnTo>
                  <a:pt x="62560" y="3106592"/>
                </a:lnTo>
                <a:lnTo>
                  <a:pt x="60914" y="3108481"/>
                </a:lnTo>
                <a:lnTo>
                  <a:pt x="59267" y="3110324"/>
                </a:lnTo>
                <a:lnTo>
                  <a:pt x="57621" y="3112119"/>
                </a:lnTo>
                <a:lnTo>
                  <a:pt x="55975" y="3113867"/>
                </a:lnTo>
                <a:lnTo>
                  <a:pt x="54328" y="3115568"/>
                </a:lnTo>
                <a:lnTo>
                  <a:pt x="52682" y="3117220"/>
                </a:lnTo>
                <a:lnTo>
                  <a:pt x="51036" y="3118825"/>
                </a:lnTo>
                <a:lnTo>
                  <a:pt x="49389" y="3120381"/>
                </a:lnTo>
                <a:lnTo>
                  <a:pt x="47743" y="3121889"/>
                </a:lnTo>
                <a:lnTo>
                  <a:pt x="46097" y="3123348"/>
                </a:lnTo>
                <a:lnTo>
                  <a:pt x="44450" y="3124758"/>
                </a:lnTo>
                <a:lnTo>
                  <a:pt x="42804" y="3126119"/>
                </a:lnTo>
                <a:lnTo>
                  <a:pt x="41158" y="3127431"/>
                </a:lnTo>
                <a:lnTo>
                  <a:pt x="39511" y="3128693"/>
                </a:lnTo>
                <a:lnTo>
                  <a:pt x="37865" y="3129906"/>
                </a:lnTo>
                <a:lnTo>
                  <a:pt x="36219" y="3131069"/>
                </a:lnTo>
                <a:lnTo>
                  <a:pt x="34572" y="3132181"/>
                </a:lnTo>
                <a:lnTo>
                  <a:pt x="32926" y="3133244"/>
                </a:lnTo>
                <a:lnTo>
                  <a:pt x="31280" y="3134256"/>
                </a:lnTo>
                <a:lnTo>
                  <a:pt x="29633" y="3135218"/>
                </a:lnTo>
                <a:lnTo>
                  <a:pt x="27987" y="3136128"/>
                </a:lnTo>
                <a:lnTo>
                  <a:pt x="26341" y="3136988"/>
                </a:lnTo>
                <a:lnTo>
                  <a:pt x="24694" y="3137797"/>
                </a:lnTo>
                <a:lnTo>
                  <a:pt x="23048" y="3138555"/>
                </a:lnTo>
                <a:lnTo>
                  <a:pt x="21402" y="3139261"/>
                </a:lnTo>
                <a:lnTo>
                  <a:pt x="19755" y="3139916"/>
                </a:lnTo>
                <a:lnTo>
                  <a:pt x="18109" y="3140519"/>
                </a:lnTo>
                <a:lnTo>
                  <a:pt x="16463" y="3141071"/>
                </a:lnTo>
                <a:lnTo>
                  <a:pt x="14816" y="3141570"/>
                </a:lnTo>
                <a:lnTo>
                  <a:pt x="13170" y="3142018"/>
                </a:lnTo>
                <a:lnTo>
                  <a:pt x="11524" y="3142413"/>
                </a:lnTo>
                <a:lnTo>
                  <a:pt x="9877" y="3142756"/>
                </a:lnTo>
                <a:lnTo>
                  <a:pt x="8231" y="3143046"/>
                </a:lnTo>
                <a:lnTo>
                  <a:pt x="6585" y="3143284"/>
                </a:lnTo>
                <a:lnTo>
                  <a:pt x="4938" y="3143469"/>
                </a:lnTo>
                <a:lnTo>
                  <a:pt x="3292" y="3143601"/>
                </a:lnTo>
                <a:lnTo>
                  <a:pt x="1646" y="3143681"/>
                </a:lnTo>
                <a:lnTo>
                  <a:pt x="0" y="3143708"/>
                </a:lnTo>
                <a:close/>
              </a:path>
            </a:pathLst>
          </a:custGeom>
          <a:solidFill>
            <a:srgbClr val="7FC8F8">
              <a:alpha val="55000"/>
            </a:srgbClr>
          </a:solidFill>
          <a:ln w="10160">
            <a:solidFill>
              <a:srgbClr val="7FC8F8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1 polygon 36" descr="sci-ppt:o036"/>
          <p:cNvSpPr/>
          <p:nvPr/>
        </p:nvSpPr>
        <p:spPr>
          <a:xfrm>
            <a:off x="914400" y="2068407"/>
            <a:ext cx="6583679" cy="3143673"/>
          </a:xfrm>
          <a:custGeom>
            <a:avLst/>
            <a:gdLst/>
            <a:ahLst/>
            <a:cxnLst/>
            <a:rect l="l" t="t" r="r" b="b"/>
            <a:pathLst>
              <a:path w="6583679" h="3143673">
                <a:moveTo>
                  <a:pt x="0" y="3143673"/>
                </a:moveTo>
                <a:lnTo>
                  <a:pt x="46097" y="3123091"/>
                </a:lnTo>
                <a:lnTo>
                  <a:pt x="92194" y="3063080"/>
                </a:lnTo>
                <a:lnTo>
                  <a:pt x="138291" y="2967858"/>
                </a:lnTo>
                <a:lnTo>
                  <a:pt x="184389" y="2843246"/>
                </a:lnTo>
                <a:lnTo>
                  <a:pt x="230486" y="2695880"/>
                </a:lnTo>
                <a:lnTo>
                  <a:pt x="276583" y="2532476"/>
                </a:lnTo>
                <a:lnTo>
                  <a:pt x="322680" y="2359270"/>
                </a:lnTo>
                <a:lnTo>
                  <a:pt x="368778" y="2181662"/>
                </a:lnTo>
                <a:lnTo>
                  <a:pt x="414875" y="2004075"/>
                </a:lnTo>
                <a:lnTo>
                  <a:pt x="460972" y="1829941"/>
                </a:lnTo>
                <a:lnTo>
                  <a:pt x="507070" y="1661793"/>
                </a:lnTo>
                <a:lnTo>
                  <a:pt x="553167" y="1501398"/>
                </a:lnTo>
                <a:lnTo>
                  <a:pt x="599264" y="1349900"/>
                </a:lnTo>
                <a:lnTo>
                  <a:pt x="645361" y="1207955"/>
                </a:lnTo>
                <a:lnTo>
                  <a:pt x="691459" y="1075852"/>
                </a:lnTo>
                <a:lnTo>
                  <a:pt x="737556" y="953610"/>
                </a:lnTo>
                <a:lnTo>
                  <a:pt x="783653" y="841058"/>
                </a:lnTo>
                <a:lnTo>
                  <a:pt x="829751" y="737892"/>
                </a:lnTo>
                <a:lnTo>
                  <a:pt x="875848" y="643727"/>
                </a:lnTo>
                <a:lnTo>
                  <a:pt x="921945" y="558122"/>
                </a:lnTo>
                <a:lnTo>
                  <a:pt x="968042" y="480612"/>
                </a:lnTo>
                <a:lnTo>
                  <a:pt x="1014140" y="410724"/>
                </a:lnTo>
                <a:lnTo>
                  <a:pt x="1060237" y="347986"/>
                </a:lnTo>
                <a:lnTo>
                  <a:pt x="1106334" y="291939"/>
                </a:lnTo>
                <a:lnTo>
                  <a:pt x="1152432" y="242141"/>
                </a:lnTo>
                <a:lnTo>
                  <a:pt x="1198529" y="198167"/>
                </a:lnTo>
                <a:lnTo>
                  <a:pt x="1244626" y="159619"/>
                </a:lnTo>
                <a:lnTo>
                  <a:pt x="1290723" y="126117"/>
                </a:lnTo>
                <a:lnTo>
                  <a:pt x="1336821" y="97307"/>
                </a:lnTo>
                <a:lnTo>
                  <a:pt x="1382918" y="72856"/>
                </a:lnTo>
                <a:lnTo>
                  <a:pt x="1429015" y="52453"/>
                </a:lnTo>
                <a:lnTo>
                  <a:pt x="1475113" y="35805"/>
                </a:lnTo>
                <a:lnTo>
                  <a:pt x="1521210" y="22641"/>
                </a:lnTo>
                <a:lnTo>
                  <a:pt x="1567307" y="12708"/>
                </a:lnTo>
                <a:lnTo>
                  <a:pt x="1613404" y="5768"/>
                </a:lnTo>
                <a:lnTo>
                  <a:pt x="1659502" y="1601"/>
                </a:lnTo>
                <a:lnTo>
                  <a:pt x="1705599" y="0"/>
                </a:lnTo>
                <a:lnTo>
                  <a:pt x="1751696" y="773"/>
                </a:lnTo>
                <a:lnTo>
                  <a:pt x="1797794" y="3739"/>
                </a:lnTo>
                <a:lnTo>
                  <a:pt x="1843891" y="8731"/>
                </a:lnTo>
                <a:lnTo>
                  <a:pt x="1889988" y="15590"/>
                </a:lnTo>
                <a:lnTo>
                  <a:pt x="1936085" y="24170"/>
                </a:lnTo>
                <a:lnTo>
                  <a:pt x="1982183" y="34332"/>
                </a:lnTo>
                <a:lnTo>
                  <a:pt x="2028280" y="45948"/>
                </a:lnTo>
                <a:lnTo>
                  <a:pt x="2074377" y="58895"/>
                </a:lnTo>
                <a:lnTo>
                  <a:pt x="2120475" y="73060"/>
                </a:lnTo>
                <a:lnTo>
                  <a:pt x="2166572" y="88335"/>
                </a:lnTo>
                <a:lnTo>
                  <a:pt x="2212669" y="104620"/>
                </a:lnTo>
                <a:lnTo>
                  <a:pt x="2258766" y="121820"/>
                </a:lnTo>
                <a:lnTo>
                  <a:pt x="2304864" y="139846"/>
                </a:lnTo>
                <a:lnTo>
                  <a:pt x="2350961" y="158614"/>
                </a:lnTo>
                <a:lnTo>
                  <a:pt x="2397058" y="178045"/>
                </a:lnTo>
                <a:lnTo>
                  <a:pt x="2443156" y="198062"/>
                </a:lnTo>
                <a:lnTo>
                  <a:pt x="2489253" y="218597"/>
                </a:lnTo>
                <a:lnTo>
                  <a:pt x="2535350" y="239582"/>
                </a:lnTo>
                <a:lnTo>
                  <a:pt x="2581447" y="260954"/>
                </a:lnTo>
                <a:lnTo>
                  <a:pt x="2627545" y="282653"/>
                </a:lnTo>
                <a:lnTo>
                  <a:pt x="2673642" y="304623"/>
                </a:lnTo>
                <a:lnTo>
                  <a:pt x="2719739" y="326810"/>
                </a:lnTo>
                <a:lnTo>
                  <a:pt x="2765837" y="349164"/>
                </a:lnTo>
                <a:lnTo>
                  <a:pt x="2811934" y="371636"/>
                </a:lnTo>
                <a:lnTo>
                  <a:pt x="2858031" y="394182"/>
                </a:lnTo>
                <a:lnTo>
                  <a:pt x="2904128" y="416757"/>
                </a:lnTo>
                <a:lnTo>
                  <a:pt x="2950226" y="439321"/>
                </a:lnTo>
                <a:lnTo>
                  <a:pt x="2996323" y="461835"/>
                </a:lnTo>
                <a:lnTo>
                  <a:pt x="3042420" y="484262"/>
                </a:lnTo>
                <a:lnTo>
                  <a:pt x="3088518" y="506567"/>
                </a:lnTo>
                <a:lnTo>
                  <a:pt x="3134615" y="528717"/>
                </a:lnTo>
                <a:lnTo>
                  <a:pt x="3180712" y="550680"/>
                </a:lnTo>
                <a:lnTo>
                  <a:pt x="3226809" y="572427"/>
                </a:lnTo>
                <a:lnTo>
                  <a:pt x="3272907" y="593928"/>
                </a:lnTo>
                <a:lnTo>
                  <a:pt x="3319004" y="615157"/>
                </a:lnTo>
                <a:lnTo>
                  <a:pt x="3365101" y="636088"/>
                </a:lnTo>
                <a:lnTo>
                  <a:pt x="3411199" y="656697"/>
                </a:lnTo>
                <a:lnTo>
                  <a:pt x="3457296" y="676961"/>
                </a:lnTo>
                <a:lnTo>
                  <a:pt x="3503393" y="696857"/>
                </a:lnTo>
                <a:lnTo>
                  <a:pt x="3549490" y="716365"/>
                </a:lnTo>
                <a:lnTo>
                  <a:pt x="3595588" y="735466"/>
                </a:lnTo>
                <a:lnTo>
                  <a:pt x="3641685" y="754140"/>
                </a:lnTo>
                <a:lnTo>
                  <a:pt x="3687782" y="772370"/>
                </a:lnTo>
                <a:lnTo>
                  <a:pt x="3733880" y="790140"/>
                </a:lnTo>
                <a:lnTo>
                  <a:pt x="3779977" y="807433"/>
                </a:lnTo>
                <a:lnTo>
                  <a:pt x="3826074" y="824235"/>
                </a:lnTo>
                <a:lnTo>
                  <a:pt x="3872171" y="840532"/>
                </a:lnTo>
                <a:lnTo>
                  <a:pt x="3918269" y="856310"/>
                </a:lnTo>
                <a:lnTo>
                  <a:pt x="3964366" y="871558"/>
                </a:lnTo>
                <a:lnTo>
                  <a:pt x="4010463" y="886263"/>
                </a:lnTo>
                <a:lnTo>
                  <a:pt x="4056561" y="900414"/>
                </a:lnTo>
                <a:lnTo>
                  <a:pt x="4102658" y="914002"/>
                </a:lnTo>
                <a:lnTo>
                  <a:pt x="4148755" y="927017"/>
                </a:lnTo>
                <a:lnTo>
                  <a:pt x="4194852" y="939450"/>
                </a:lnTo>
                <a:lnTo>
                  <a:pt x="4240950" y="951293"/>
                </a:lnTo>
                <a:lnTo>
                  <a:pt x="4287047" y="962539"/>
                </a:lnTo>
                <a:lnTo>
                  <a:pt x="4333144" y="973179"/>
                </a:lnTo>
                <a:lnTo>
                  <a:pt x="4379242" y="983210"/>
                </a:lnTo>
                <a:lnTo>
                  <a:pt x="4425339" y="992623"/>
                </a:lnTo>
                <a:lnTo>
                  <a:pt x="4471436" y="1001416"/>
                </a:lnTo>
                <a:lnTo>
                  <a:pt x="4517533" y="1009582"/>
                </a:lnTo>
                <a:lnTo>
                  <a:pt x="4563631" y="1017117"/>
                </a:lnTo>
                <a:lnTo>
                  <a:pt x="4609728" y="1024019"/>
                </a:lnTo>
                <a:lnTo>
                  <a:pt x="4655825" y="1030284"/>
                </a:lnTo>
                <a:lnTo>
                  <a:pt x="4701923" y="1035910"/>
                </a:lnTo>
                <a:lnTo>
                  <a:pt x="4748020" y="1040895"/>
                </a:lnTo>
                <a:lnTo>
                  <a:pt x="4794117" y="1045238"/>
                </a:lnTo>
                <a:lnTo>
                  <a:pt x="4840214" y="1048936"/>
                </a:lnTo>
                <a:lnTo>
                  <a:pt x="4886312" y="1051991"/>
                </a:lnTo>
                <a:lnTo>
                  <a:pt x="4932409" y="1054401"/>
                </a:lnTo>
                <a:lnTo>
                  <a:pt x="4978506" y="1056168"/>
                </a:lnTo>
                <a:lnTo>
                  <a:pt x="5024603" y="1057292"/>
                </a:lnTo>
                <a:lnTo>
                  <a:pt x="5070701" y="1057774"/>
                </a:lnTo>
                <a:lnTo>
                  <a:pt x="5116798" y="1057617"/>
                </a:lnTo>
                <a:lnTo>
                  <a:pt x="5162895" y="1056823"/>
                </a:lnTo>
                <a:lnTo>
                  <a:pt x="5208993" y="1055394"/>
                </a:lnTo>
                <a:lnTo>
                  <a:pt x="5255090" y="1053333"/>
                </a:lnTo>
                <a:lnTo>
                  <a:pt x="5301187" y="1050645"/>
                </a:lnTo>
                <a:lnTo>
                  <a:pt x="5347284" y="1047332"/>
                </a:lnTo>
                <a:lnTo>
                  <a:pt x="5393382" y="1043401"/>
                </a:lnTo>
                <a:lnTo>
                  <a:pt x="5439479" y="1038854"/>
                </a:lnTo>
                <a:lnTo>
                  <a:pt x="5485576" y="1033699"/>
                </a:lnTo>
                <a:lnTo>
                  <a:pt x="5531674" y="1027940"/>
                </a:lnTo>
                <a:lnTo>
                  <a:pt x="5577771" y="1021583"/>
                </a:lnTo>
                <a:lnTo>
                  <a:pt x="5623868" y="1014636"/>
                </a:lnTo>
                <a:lnTo>
                  <a:pt x="5669965" y="1007106"/>
                </a:lnTo>
                <a:lnTo>
                  <a:pt x="5716063" y="998999"/>
                </a:lnTo>
                <a:lnTo>
                  <a:pt x="5762160" y="990324"/>
                </a:lnTo>
                <a:lnTo>
                  <a:pt x="5808257" y="981089"/>
                </a:lnTo>
                <a:lnTo>
                  <a:pt x="5854355" y="971303"/>
                </a:lnTo>
                <a:lnTo>
                  <a:pt x="5900452" y="960976"/>
                </a:lnTo>
                <a:lnTo>
                  <a:pt x="5946549" y="950116"/>
                </a:lnTo>
                <a:lnTo>
                  <a:pt x="5992646" y="938734"/>
                </a:lnTo>
                <a:lnTo>
                  <a:pt x="6038744" y="926840"/>
                </a:lnTo>
                <a:lnTo>
                  <a:pt x="6084841" y="914447"/>
                </a:lnTo>
                <a:lnTo>
                  <a:pt x="6130938" y="901564"/>
                </a:lnTo>
                <a:lnTo>
                  <a:pt x="6177036" y="888204"/>
                </a:lnTo>
                <a:lnTo>
                  <a:pt x="6223133" y="874380"/>
                </a:lnTo>
                <a:lnTo>
                  <a:pt x="6269230" y="860103"/>
                </a:lnTo>
                <a:lnTo>
                  <a:pt x="6315327" y="845389"/>
                </a:lnTo>
                <a:lnTo>
                  <a:pt x="6361425" y="830250"/>
                </a:lnTo>
                <a:lnTo>
                  <a:pt x="6407522" y="814701"/>
                </a:lnTo>
                <a:lnTo>
                  <a:pt x="6453619" y="798757"/>
                </a:lnTo>
                <a:lnTo>
                  <a:pt x="6499717" y="782432"/>
                </a:lnTo>
                <a:lnTo>
                  <a:pt x="6545814" y="765744"/>
                </a:lnTo>
                <a:lnTo>
                  <a:pt x="6583679" y="751775"/>
                </a:lnTo>
              </a:path>
            </a:pathLst>
          </a:custGeom>
          <a:noFill/>
          <a:ln w="27940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11 round_rect 37" descr="sci-ppt:o037"/>
          <p:cNvSpPr/>
          <p:nvPr/>
        </p:nvSpPr>
        <p:spPr>
          <a:xfrm>
            <a:off x="7772400" y="1371600"/>
            <a:ext cx="4069080" cy="29260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11 text 38" descr="sci-ppt:o038"/>
          <p:cNvSpPr txBox="1"/>
          <p:nvPr/>
        </p:nvSpPr>
        <p:spPr>
          <a:xfrm>
            <a:off x="7882127" y="1426464"/>
            <a:ext cx="38496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Where the pressure work goes</a:t>
            </a:r>
          </a:p>
        </p:txBody>
      </p:sp>
      <p:sp>
        <p:nvSpPr>
          <p:cNvPr id="41" name="C1-E11 rect 39" descr="sci-ppt:o039"/>
          <p:cNvSpPr/>
          <p:nvPr/>
        </p:nvSpPr>
        <p:spPr>
          <a:xfrm>
            <a:off x="7955279" y="1956816"/>
            <a:ext cx="274320" cy="219456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11 text 40" descr="sci-ppt:o040"/>
          <p:cNvSpPr txBox="1"/>
          <p:nvPr/>
        </p:nvSpPr>
        <p:spPr>
          <a:xfrm>
            <a:off x="8339327" y="192024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liquid kinetic energy Kₗ</a:t>
            </a:r>
          </a:p>
        </p:txBody>
      </p:sp>
      <p:sp>
        <p:nvSpPr>
          <p:cNvPr id="43" name="C1-E11 rect 41" descr="sci-ppt:o041"/>
          <p:cNvSpPr/>
          <p:nvPr/>
        </p:nvSpPr>
        <p:spPr>
          <a:xfrm>
            <a:off x="7955279" y="2459736"/>
            <a:ext cx="274320" cy="219456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11 text 42" descr="sci-ppt:o042"/>
          <p:cNvSpPr txBox="1"/>
          <p:nvPr/>
        </p:nvSpPr>
        <p:spPr>
          <a:xfrm>
            <a:off x="8339327" y="242316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interface energy E_σ − E_σ(0)</a:t>
            </a:r>
          </a:p>
        </p:txBody>
      </p:sp>
      <p:sp>
        <p:nvSpPr>
          <p:cNvPr id="45" name="C1-E11 rect 43" descr="sci-ppt:o043"/>
          <p:cNvSpPr/>
          <p:nvPr/>
        </p:nvSpPr>
        <p:spPr>
          <a:xfrm>
            <a:off x="7955279" y="2962656"/>
            <a:ext cx="274320" cy="219456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1-E11 text 44" descr="sci-ppt:o044"/>
          <p:cNvSpPr txBox="1"/>
          <p:nvPr/>
        </p:nvSpPr>
        <p:spPr>
          <a:xfrm>
            <a:off x="8339327" y="292608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viscous dissipation ∫16πμRṘ²dt ≥ 0</a:t>
            </a:r>
          </a:p>
        </p:txBody>
      </p:sp>
      <p:sp>
        <p:nvSpPr>
          <p:cNvPr id="47" name="C1-E11 rect 45" descr="sci-ppt:o045"/>
          <p:cNvSpPr/>
          <p:nvPr/>
        </p:nvSpPr>
        <p:spPr>
          <a:xfrm>
            <a:off x="7955279" y="3465576"/>
            <a:ext cx="274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1-E11 text 46" descr="sci-ppt:o046"/>
          <p:cNvSpPr txBox="1"/>
          <p:nvPr/>
        </p:nvSpPr>
        <p:spPr>
          <a:xfrm>
            <a:off x="8339327" y="34290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pressure work ∫(p_b − p∞) dV (dashed)</a:t>
            </a:r>
          </a:p>
        </p:txBody>
      </p:sp>
      <p:sp>
        <p:nvSpPr>
          <p:cNvPr id="49" name="C1-E11 text 47" descr="sci-ppt:o047"/>
          <p:cNvSpPr txBox="1"/>
          <p:nvPr/>
        </p:nvSpPr>
        <p:spPr>
          <a:xfrm>
            <a:off x="7863840" y="3977639"/>
            <a:ext cx="3931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Sum of the three parts equals the work to 0.00 %</a:t>
            </a:r>
          </a:p>
        </p:txBody>
      </p:sp>
      <p:sp>
        <p:nvSpPr>
          <p:cNvPr id="50" name="C1-E11 text 48" descr="sci-ppt:o048"/>
          <p:cNvSpPr txBox="1"/>
          <p:nvPr/>
        </p:nvSpPr>
        <p:spPr>
          <a:xfrm>
            <a:off x="914400" y="5733288"/>
            <a:ext cx="1088136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d/dt (Kₗ + E_σ) = (p_b − p∞) V̇_b − 16πμRṘ².  Focusing can move energy between Kₗ and E_σ but cannot create any.</a:t>
            </a:r>
          </a:p>
        </p:txBody>
      </p:sp>
      <p:sp>
        <p:nvSpPr>
          <p:cNvPr id="51" name="C1-E11 text 49" descr="sci-ppt:o049"/>
          <p:cNvSpPr txBox="1"/>
          <p:nvPr/>
        </p:nvSpPr>
        <p:spPr>
          <a:xfrm>
            <a:off x="914400" y="6126480"/>
            <a:ext cx="10881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Viscosity μ = 10 mPa·s is chosen only to make the dissipation visible.</a:t>
            </a:r>
          </a:p>
        </p:txBody>
      </p:sp>
      <p:sp>
        <p:nvSpPr>
          <p:cNvPr id="52" name="C1-E11 text 50" descr="sci-ppt:o05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Energy ledger from the Rayleigh–Plesset solution of Eq. C1-E07 using the balance of Eq. C1-E11.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C1-E12 · Idealized collapse initial-value problem</a:t>
            </a:r>
          </a:p>
        </p:txBody>
      </p:sp>
      <p:sp>
        <p:nvSpPr>
          <p:cNvPr id="3" name="C1-E12 round_rect 1" descr="sci-ppt:o001"/>
          <p:cNvSpPr/>
          <p:nvPr/>
        </p:nvSpPr>
        <p:spPr>
          <a:xfrm>
            <a:off x="365760" y="914400"/>
            <a:ext cx="4206240" cy="5029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12 text 2" descr="sci-ppt:o002"/>
          <p:cNvSpPr txBox="1"/>
          <p:nvPr/>
        </p:nvSpPr>
        <p:spPr>
          <a:xfrm>
            <a:off x="475488" y="969264"/>
            <a:ext cx="3986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Ideal collapse, starting at rest</a:t>
            </a:r>
          </a:p>
        </p:txBody>
      </p:sp>
      <p:sp>
        <p:nvSpPr>
          <p:cNvPr id="5" name="C1-E12 ellipse 3" descr="sci-ppt:o003"/>
          <p:cNvSpPr/>
          <p:nvPr/>
        </p:nvSpPr>
        <p:spPr>
          <a:xfrm>
            <a:off x="1417320" y="2240280"/>
            <a:ext cx="2103120" cy="2103120"/>
          </a:xfrm>
          <a:prstGeom prst="ellipse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12 ellipse 4" descr="sci-ppt:o004"/>
          <p:cNvSpPr/>
          <p:nvPr/>
        </p:nvSpPr>
        <p:spPr>
          <a:xfrm>
            <a:off x="1554480" y="2377440"/>
            <a:ext cx="1828800" cy="182880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12 text 5" descr="sci-ppt:o005"/>
          <p:cNvSpPr txBox="1"/>
          <p:nvPr/>
        </p:nvSpPr>
        <p:spPr>
          <a:xfrm>
            <a:off x="1737360" y="2944368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pᵥ only</a:t>
            </a:r>
          </a:p>
        </p:txBody>
      </p:sp>
      <p:sp>
        <p:nvSpPr>
          <p:cNvPr id="8" name="C1-E12 text 6" descr="sci-ppt:o006"/>
          <p:cNvSpPr txBox="1"/>
          <p:nvPr/>
        </p:nvSpPr>
        <p:spPr>
          <a:xfrm>
            <a:off x="1737360" y="3246120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R(0) = Rₘₐₓ</a:t>
            </a:r>
          </a:p>
        </p:txBody>
      </p:sp>
      <p:sp>
        <p:nvSpPr>
          <p:cNvPr id="9" name="C1-E12 text 7" descr="sci-ppt:o007"/>
          <p:cNvSpPr txBox="1"/>
          <p:nvPr/>
        </p:nvSpPr>
        <p:spPr>
          <a:xfrm>
            <a:off x="1737360" y="3547872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Ṙ(0) = 0</a:t>
            </a:r>
          </a:p>
        </p:txBody>
      </p:sp>
      <p:cxnSp>
        <p:nvCxnSpPr>
          <p:cNvPr id="10" name="C1-E12 arrow 8" descr="sci-ppt:o008"/>
          <p:cNvCxnSpPr/>
          <p:nvPr/>
        </p:nvCxnSpPr>
        <p:spPr>
          <a:xfrm flipH="1">
            <a:off x="3657600" y="3291840"/>
            <a:ext cx="59436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12 arrow 9" descr="sci-ppt:o009"/>
          <p:cNvCxnSpPr/>
          <p:nvPr/>
        </p:nvCxnSpPr>
        <p:spPr>
          <a:xfrm flipH="1">
            <a:off x="3309431" y="2031012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1-E12 arrow 10" descr="sci-ppt:o010"/>
          <p:cNvCxnSpPr/>
          <p:nvPr/>
        </p:nvCxnSpPr>
        <p:spPr>
          <a:xfrm>
            <a:off x="2468880" y="1508760"/>
            <a:ext cx="0" cy="59436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1-E12 arrow 11" descr="sci-ppt:o011"/>
          <p:cNvCxnSpPr/>
          <p:nvPr/>
        </p:nvCxnSpPr>
        <p:spPr>
          <a:xfrm>
            <a:off x="1208052" y="2031012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4" name="C1-E12 arrow 12" descr="sci-ppt:o012"/>
          <p:cNvCxnSpPr/>
          <p:nvPr/>
        </p:nvCxnSpPr>
        <p:spPr>
          <a:xfrm>
            <a:off x="685800" y="3291839"/>
            <a:ext cx="594360" cy="1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5" name="C1-E12 arrow 13" descr="sci-ppt:o013"/>
          <p:cNvCxnSpPr/>
          <p:nvPr/>
        </p:nvCxnSpPr>
        <p:spPr>
          <a:xfrm flipV="1">
            <a:off x="1208052" y="4132391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6" name="C1-E12 arrow 14" descr="sci-ppt:o014"/>
          <p:cNvCxnSpPr/>
          <p:nvPr/>
        </p:nvCxnSpPr>
        <p:spPr>
          <a:xfrm flipV="1">
            <a:off x="2468879" y="4480560"/>
            <a:ext cx="0" cy="59436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12 arrow 15" descr="sci-ppt:o015"/>
          <p:cNvCxnSpPr/>
          <p:nvPr/>
        </p:nvCxnSpPr>
        <p:spPr>
          <a:xfrm flipH="1" flipV="1">
            <a:off x="3309431" y="4132391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12 text 16" descr="sci-ppt:o016"/>
          <p:cNvSpPr txBox="1"/>
          <p:nvPr/>
        </p:nvSpPr>
        <p:spPr>
          <a:xfrm>
            <a:off x="502920" y="5212080"/>
            <a:ext cx="39319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p∞ squeezes the liquid; the gas pushes back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only with pᵥ.   Δp_c = p∞ − pᵥ &gt; 0.</a:t>
            </a:r>
          </a:p>
        </p:txBody>
      </p:sp>
      <p:cxnSp>
        <p:nvCxnSpPr>
          <p:cNvPr id="19" name="C1-E12 line 17" descr="sci-ppt:o017"/>
          <p:cNvCxnSpPr/>
          <p:nvPr/>
        </p:nvCxnSpPr>
        <p:spPr>
          <a:xfrm>
            <a:off x="5577840" y="4937760"/>
            <a:ext cx="59436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C1-E12 line 18" descr="sci-ppt:o018"/>
          <p:cNvCxnSpPr/>
          <p:nvPr/>
        </p:nvCxnSpPr>
        <p:spPr>
          <a:xfrm>
            <a:off x="557784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1" name="C1-E12 line 19" descr="sci-ppt:o019"/>
          <p:cNvCxnSpPr/>
          <p:nvPr/>
        </p:nvCxnSpPr>
        <p:spPr>
          <a:xfrm>
            <a:off x="55778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2 line 20" descr="sci-ppt:o020"/>
          <p:cNvCxnSpPr/>
          <p:nvPr/>
        </p:nvCxnSpPr>
        <p:spPr>
          <a:xfrm>
            <a:off x="55778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2 text 21" descr="sci-ppt:o021"/>
          <p:cNvSpPr txBox="1"/>
          <p:nvPr/>
        </p:nvSpPr>
        <p:spPr>
          <a:xfrm>
            <a:off x="51206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4" name="C1-E12 line 22" descr="sci-ppt:o022"/>
          <p:cNvCxnSpPr/>
          <p:nvPr/>
        </p:nvCxnSpPr>
        <p:spPr>
          <a:xfrm>
            <a:off x="755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2 line 23" descr="sci-ppt:o023"/>
          <p:cNvCxnSpPr/>
          <p:nvPr/>
        </p:nvCxnSpPr>
        <p:spPr>
          <a:xfrm>
            <a:off x="755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2 text 24" descr="sci-ppt:o024"/>
          <p:cNvSpPr txBox="1"/>
          <p:nvPr/>
        </p:nvSpPr>
        <p:spPr>
          <a:xfrm>
            <a:off x="710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C1-E12 line 25" descr="sci-ppt:o025"/>
          <p:cNvCxnSpPr/>
          <p:nvPr/>
        </p:nvCxnSpPr>
        <p:spPr>
          <a:xfrm>
            <a:off x="95402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2 line 26" descr="sci-ppt:o026"/>
          <p:cNvCxnSpPr/>
          <p:nvPr/>
        </p:nvCxnSpPr>
        <p:spPr>
          <a:xfrm>
            <a:off x="95402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2 text 27" descr="sci-ppt:o027"/>
          <p:cNvSpPr txBox="1"/>
          <p:nvPr/>
        </p:nvSpPr>
        <p:spPr>
          <a:xfrm>
            <a:off x="90830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0" name="C1-E12 line 28" descr="sci-ppt:o028"/>
          <p:cNvCxnSpPr/>
          <p:nvPr/>
        </p:nvCxnSpPr>
        <p:spPr>
          <a:xfrm>
            <a:off x="115214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2 line 29" descr="sci-ppt:o029"/>
          <p:cNvCxnSpPr/>
          <p:nvPr/>
        </p:nvCxnSpPr>
        <p:spPr>
          <a:xfrm>
            <a:off x="115214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2 text 30" descr="sci-ppt:o030"/>
          <p:cNvSpPr txBox="1"/>
          <p:nvPr/>
        </p:nvSpPr>
        <p:spPr>
          <a:xfrm>
            <a:off x="110642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3" name="C1-E12 line 31" descr="sci-ppt:o031"/>
          <p:cNvCxnSpPr/>
          <p:nvPr/>
        </p:nvCxnSpPr>
        <p:spPr>
          <a:xfrm>
            <a:off x="5513831" y="49377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12 line 32" descr="sci-ppt:o032"/>
          <p:cNvCxnSpPr/>
          <p:nvPr/>
        </p:nvCxnSpPr>
        <p:spPr>
          <a:xfrm>
            <a:off x="5513831" y="408867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12 line 33" descr="sci-ppt:o033"/>
          <p:cNvCxnSpPr/>
          <p:nvPr/>
        </p:nvCxnSpPr>
        <p:spPr>
          <a:xfrm>
            <a:off x="5577840" y="4088674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1-E12 text 34" descr="sci-ppt:o034"/>
          <p:cNvSpPr txBox="1"/>
          <p:nvPr/>
        </p:nvSpPr>
        <p:spPr>
          <a:xfrm>
            <a:off x="4709159" y="400637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37" name="C1-E12 line 35" descr="sci-ppt:o035"/>
          <p:cNvCxnSpPr/>
          <p:nvPr/>
        </p:nvCxnSpPr>
        <p:spPr>
          <a:xfrm>
            <a:off x="5513831" y="323958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12 line 36" descr="sci-ppt:o036"/>
          <p:cNvCxnSpPr/>
          <p:nvPr/>
        </p:nvCxnSpPr>
        <p:spPr>
          <a:xfrm>
            <a:off x="5577840" y="3239588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1-E12 text 37" descr="sci-ppt:o037"/>
          <p:cNvSpPr txBox="1"/>
          <p:nvPr/>
        </p:nvSpPr>
        <p:spPr>
          <a:xfrm>
            <a:off x="4709159" y="315729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40" name="C1-E12 line 38" descr="sci-ppt:o038"/>
          <p:cNvCxnSpPr/>
          <p:nvPr/>
        </p:nvCxnSpPr>
        <p:spPr>
          <a:xfrm>
            <a:off x="5513831" y="239050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12 line 39" descr="sci-ppt:o039"/>
          <p:cNvCxnSpPr/>
          <p:nvPr/>
        </p:nvCxnSpPr>
        <p:spPr>
          <a:xfrm>
            <a:off x="5577840" y="2390502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1-E12 text 40" descr="sci-ppt:o040"/>
          <p:cNvSpPr txBox="1"/>
          <p:nvPr/>
        </p:nvSpPr>
        <p:spPr>
          <a:xfrm>
            <a:off x="4709159" y="230820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43" name="C1-E12 line 41" descr="sci-ppt:o041"/>
          <p:cNvCxnSpPr/>
          <p:nvPr/>
        </p:nvCxnSpPr>
        <p:spPr>
          <a:xfrm>
            <a:off x="5513831" y="1541417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12 line 42" descr="sci-ppt:o042"/>
          <p:cNvCxnSpPr/>
          <p:nvPr/>
        </p:nvCxnSpPr>
        <p:spPr>
          <a:xfrm>
            <a:off x="5577840" y="1541417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1-E12 text 43" descr="sci-ppt:o043"/>
          <p:cNvSpPr txBox="1"/>
          <p:nvPr/>
        </p:nvSpPr>
        <p:spPr>
          <a:xfrm>
            <a:off x="4709159" y="145912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46" name="C1-E12 text 44" descr="sci-ppt:o044"/>
          <p:cNvSpPr txBox="1"/>
          <p:nvPr/>
        </p:nvSpPr>
        <p:spPr>
          <a:xfrm>
            <a:off x="5577840" y="5221224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47" name="C1-E12 text 45" descr="sci-ppt:o045"/>
          <p:cNvSpPr txBox="1"/>
          <p:nvPr/>
        </p:nvSpPr>
        <p:spPr>
          <a:xfrm>
            <a:off x="5029200" y="1024128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48" name="C1-E12 polygon 46" descr="sci-ppt:o046"/>
          <p:cNvSpPr/>
          <p:nvPr/>
        </p:nvSpPr>
        <p:spPr>
          <a:xfrm>
            <a:off x="5577840" y="1541417"/>
            <a:ext cx="5436499" cy="3395663"/>
          </a:xfrm>
          <a:custGeom>
            <a:avLst/>
            <a:gdLst/>
            <a:ahLst/>
            <a:cxnLst/>
            <a:rect l="l" t="t" r="r" b="b"/>
            <a:pathLst>
              <a:path w="5436499" h="3395663">
                <a:moveTo>
                  <a:pt x="0" y="0"/>
                </a:moveTo>
                <a:lnTo>
                  <a:pt x="56123" y="151"/>
                </a:lnTo>
                <a:lnTo>
                  <a:pt x="112242" y="605"/>
                </a:lnTo>
                <a:lnTo>
                  <a:pt x="168351" y="1362"/>
                </a:lnTo>
                <a:lnTo>
                  <a:pt x="224445" y="2422"/>
                </a:lnTo>
                <a:lnTo>
                  <a:pt x="280519" y="3785"/>
                </a:lnTo>
                <a:lnTo>
                  <a:pt x="336568" y="5451"/>
                </a:lnTo>
                <a:lnTo>
                  <a:pt x="392586" y="7419"/>
                </a:lnTo>
                <a:lnTo>
                  <a:pt x="448570" y="9691"/>
                </a:lnTo>
                <a:lnTo>
                  <a:pt x="504514" y="12265"/>
                </a:lnTo>
                <a:lnTo>
                  <a:pt x="560412" y="15142"/>
                </a:lnTo>
                <a:lnTo>
                  <a:pt x="616261" y="18322"/>
                </a:lnTo>
                <a:lnTo>
                  <a:pt x="672054" y="21805"/>
                </a:lnTo>
                <a:lnTo>
                  <a:pt x="727787" y="25590"/>
                </a:lnTo>
                <a:lnTo>
                  <a:pt x="783455" y="29678"/>
                </a:lnTo>
                <a:lnTo>
                  <a:pt x="839052" y="34070"/>
                </a:lnTo>
                <a:lnTo>
                  <a:pt x="894575" y="38764"/>
                </a:lnTo>
                <a:lnTo>
                  <a:pt x="950016" y="43761"/>
                </a:lnTo>
                <a:lnTo>
                  <a:pt x="1005373" y="49061"/>
                </a:lnTo>
                <a:lnTo>
                  <a:pt x="1060639" y="54663"/>
                </a:lnTo>
                <a:lnTo>
                  <a:pt x="1115809" y="60569"/>
                </a:lnTo>
                <a:lnTo>
                  <a:pt x="1170879" y="66777"/>
                </a:lnTo>
                <a:lnTo>
                  <a:pt x="1225843" y="73288"/>
                </a:lnTo>
                <a:lnTo>
                  <a:pt x="1280696" y="80102"/>
                </a:lnTo>
                <a:lnTo>
                  <a:pt x="1335432" y="87219"/>
                </a:lnTo>
                <a:lnTo>
                  <a:pt x="1390048" y="94639"/>
                </a:lnTo>
                <a:lnTo>
                  <a:pt x="1444538" y="102361"/>
                </a:lnTo>
                <a:lnTo>
                  <a:pt x="1498896" y="110387"/>
                </a:lnTo>
                <a:lnTo>
                  <a:pt x="1553117" y="118715"/>
                </a:lnTo>
                <a:lnTo>
                  <a:pt x="1607197" y="127346"/>
                </a:lnTo>
                <a:lnTo>
                  <a:pt x="1661130" y="136280"/>
                </a:lnTo>
                <a:lnTo>
                  <a:pt x="1714911" y="145517"/>
                </a:lnTo>
                <a:lnTo>
                  <a:pt x="1768534" y="155056"/>
                </a:lnTo>
                <a:lnTo>
                  <a:pt x="1821995" y="164899"/>
                </a:lnTo>
                <a:lnTo>
                  <a:pt x="1875288" y="175044"/>
                </a:lnTo>
                <a:lnTo>
                  <a:pt x="1928408" y="185492"/>
                </a:lnTo>
                <a:lnTo>
                  <a:pt x="1981349" y="196243"/>
                </a:lnTo>
                <a:lnTo>
                  <a:pt x="2034107" y="207297"/>
                </a:lnTo>
                <a:lnTo>
                  <a:pt x="2086676" y="218654"/>
                </a:lnTo>
                <a:lnTo>
                  <a:pt x="2139051" y="230314"/>
                </a:lnTo>
                <a:lnTo>
                  <a:pt x="2191226" y="242276"/>
                </a:lnTo>
                <a:lnTo>
                  <a:pt x="2243196" y="254541"/>
                </a:lnTo>
                <a:lnTo>
                  <a:pt x="2294956" y="267109"/>
                </a:lnTo>
                <a:lnTo>
                  <a:pt x="2346500" y="279980"/>
                </a:lnTo>
                <a:lnTo>
                  <a:pt x="2397823" y="293154"/>
                </a:lnTo>
                <a:lnTo>
                  <a:pt x="2448920" y="306631"/>
                </a:lnTo>
                <a:lnTo>
                  <a:pt x="2499784" y="320410"/>
                </a:lnTo>
                <a:lnTo>
                  <a:pt x="2550412" y="334492"/>
                </a:lnTo>
                <a:lnTo>
                  <a:pt x="2600796" y="348878"/>
                </a:lnTo>
                <a:lnTo>
                  <a:pt x="2650932" y="363566"/>
                </a:lnTo>
                <a:lnTo>
                  <a:pt x="2700814" y="378556"/>
                </a:lnTo>
                <a:lnTo>
                  <a:pt x="2750436" y="393850"/>
                </a:lnTo>
                <a:lnTo>
                  <a:pt x="2799794" y="409447"/>
                </a:lnTo>
                <a:lnTo>
                  <a:pt x="2848881" y="425346"/>
                </a:lnTo>
                <a:lnTo>
                  <a:pt x="2897692" y="441548"/>
                </a:lnTo>
                <a:lnTo>
                  <a:pt x="2946221" y="458053"/>
                </a:lnTo>
                <a:lnTo>
                  <a:pt x="2994462" y="474861"/>
                </a:lnTo>
                <a:lnTo>
                  <a:pt x="3042410" y="491972"/>
                </a:lnTo>
                <a:lnTo>
                  <a:pt x="3090060" y="509386"/>
                </a:lnTo>
                <a:lnTo>
                  <a:pt x="3137404" y="527102"/>
                </a:lnTo>
                <a:lnTo>
                  <a:pt x="3184439" y="545121"/>
                </a:lnTo>
                <a:lnTo>
                  <a:pt x="3231157" y="563444"/>
                </a:lnTo>
                <a:lnTo>
                  <a:pt x="3277554" y="582069"/>
                </a:lnTo>
                <a:lnTo>
                  <a:pt x="3323623" y="600996"/>
                </a:lnTo>
                <a:lnTo>
                  <a:pt x="3369358" y="620227"/>
                </a:lnTo>
                <a:lnTo>
                  <a:pt x="3414754" y="639761"/>
                </a:lnTo>
                <a:lnTo>
                  <a:pt x="3459805" y="659597"/>
                </a:lnTo>
                <a:lnTo>
                  <a:pt x="3504504" y="679736"/>
                </a:lnTo>
                <a:lnTo>
                  <a:pt x="3548847" y="700178"/>
                </a:lnTo>
                <a:lnTo>
                  <a:pt x="3592826" y="720923"/>
                </a:lnTo>
                <a:lnTo>
                  <a:pt x="3636436" y="741971"/>
                </a:lnTo>
                <a:lnTo>
                  <a:pt x="3679672" y="763321"/>
                </a:lnTo>
                <a:lnTo>
                  <a:pt x="3722526" y="784975"/>
                </a:lnTo>
                <a:lnTo>
                  <a:pt x="3764993" y="806931"/>
                </a:lnTo>
                <a:lnTo>
                  <a:pt x="3807067" y="829190"/>
                </a:lnTo>
                <a:lnTo>
                  <a:pt x="3848742" y="851752"/>
                </a:lnTo>
                <a:lnTo>
                  <a:pt x="3890012" y="874617"/>
                </a:lnTo>
                <a:lnTo>
                  <a:pt x="3930870" y="897785"/>
                </a:lnTo>
                <a:lnTo>
                  <a:pt x="3971310" y="921255"/>
                </a:lnTo>
                <a:lnTo>
                  <a:pt x="4011327" y="945029"/>
                </a:lnTo>
                <a:lnTo>
                  <a:pt x="4050913" y="969105"/>
                </a:lnTo>
                <a:lnTo>
                  <a:pt x="4090064" y="993484"/>
                </a:lnTo>
                <a:lnTo>
                  <a:pt x="4128772" y="1018166"/>
                </a:lnTo>
                <a:lnTo>
                  <a:pt x="4167032" y="1043151"/>
                </a:lnTo>
                <a:lnTo>
                  <a:pt x="4204836" y="1068438"/>
                </a:lnTo>
                <a:lnTo>
                  <a:pt x="4242180" y="1094029"/>
                </a:lnTo>
                <a:lnTo>
                  <a:pt x="4279056" y="1119922"/>
                </a:lnTo>
                <a:lnTo>
                  <a:pt x="4315458" y="1146118"/>
                </a:lnTo>
                <a:lnTo>
                  <a:pt x="4351381" y="1172617"/>
                </a:lnTo>
                <a:lnTo>
                  <a:pt x="4386817" y="1199419"/>
                </a:lnTo>
                <a:lnTo>
                  <a:pt x="4421761" y="1226524"/>
                </a:lnTo>
                <a:lnTo>
                  <a:pt x="4456206" y="1253931"/>
                </a:lnTo>
                <a:lnTo>
                  <a:pt x="4490145" y="1281641"/>
                </a:lnTo>
                <a:lnTo>
                  <a:pt x="4523574" y="1309655"/>
                </a:lnTo>
                <a:lnTo>
                  <a:pt x="4556484" y="1337971"/>
                </a:lnTo>
                <a:lnTo>
                  <a:pt x="4588871" y="1366590"/>
                </a:lnTo>
                <a:lnTo>
                  <a:pt x="4620728" y="1395511"/>
                </a:lnTo>
                <a:lnTo>
                  <a:pt x="4652048" y="1424736"/>
                </a:lnTo>
                <a:lnTo>
                  <a:pt x="4682825" y="1454263"/>
                </a:lnTo>
                <a:lnTo>
                  <a:pt x="4713054" y="1484094"/>
                </a:lnTo>
                <a:lnTo>
                  <a:pt x="4742728" y="1514227"/>
                </a:lnTo>
                <a:lnTo>
                  <a:pt x="4771841" y="1544663"/>
                </a:lnTo>
                <a:lnTo>
                  <a:pt x="4800387" y="1575401"/>
                </a:lnTo>
                <a:lnTo>
                  <a:pt x="4828359" y="1606443"/>
                </a:lnTo>
                <a:lnTo>
                  <a:pt x="4855753" y="1637788"/>
                </a:lnTo>
                <a:lnTo>
                  <a:pt x="4882562" y="1669435"/>
                </a:lnTo>
                <a:lnTo>
                  <a:pt x="4908780" y="1701385"/>
                </a:lnTo>
                <a:lnTo>
                  <a:pt x="4934402" y="1733638"/>
                </a:lnTo>
                <a:lnTo>
                  <a:pt x="4959422" y="1766194"/>
                </a:lnTo>
                <a:lnTo>
                  <a:pt x="4983834" y="1799053"/>
                </a:lnTo>
                <a:lnTo>
                  <a:pt x="5007634" y="1832214"/>
                </a:lnTo>
                <a:lnTo>
                  <a:pt x="5030815" y="1865679"/>
                </a:lnTo>
                <a:lnTo>
                  <a:pt x="5053373" y="1899446"/>
                </a:lnTo>
                <a:lnTo>
                  <a:pt x="5075303" y="1933516"/>
                </a:lnTo>
                <a:lnTo>
                  <a:pt x="5096600" y="1967889"/>
                </a:lnTo>
                <a:lnTo>
                  <a:pt x="5117259" y="2002565"/>
                </a:lnTo>
                <a:lnTo>
                  <a:pt x="5137276" y="2037544"/>
                </a:lnTo>
                <a:lnTo>
                  <a:pt x="5156647" y="2072825"/>
                </a:lnTo>
                <a:lnTo>
                  <a:pt x="5175368" y="2108409"/>
                </a:lnTo>
                <a:lnTo>
                  <a:pt x="5193434" y="2144297"/>
                </a:lnTo>
                <a:lnTo>
                  <a:pt x="5210844" y="2180487"/>
                </a:lnTo>
                <a:lnTo>
                  <a:pt x="5227594" y="2216979"/>
                </a:lnTo>
                <a:lnTo>
                  <a:pt x="5243680" y="2253775"/>
                </a:lnTo>
                <a:lnTo>
                  <a:pt x="5259101" y="2290874"/>
                </a:lnTo>
                <a:lnTo>
                  <a:pt x="5273856" y="2328275"/>
                </a:lnTo>
                <a:lnTo>
                  <a:pt x="5287941" y="2365979"/>
                </a:lnTo>
                <a:lnTo>
                  <a:pt x="5301357" y="2403987"/>
                </a:lnTo>
                <a:lnTo>
                  <a:pt x="5314103" y="2442296"/>
                </a:lnTo>
                <a:lnTo>
                  <a:pt x="5326180" y="2480909"/>
                </a:lnTo>
                <a:lnTo>
                  <a:pt x="5337587" y="2519825"/>
                </a:lnTo>
                <a:lnTo>
                  <a:pt x="5348327" y="2559043"/>
                </a:lnTo>
                <a:lnTo>
                  <a:pt x="5358402" y="2598565"/>
                </a:lnTo>
                <a:lnTo>
                  <a:pt x="5367816" y="2638389"/>
                </a:lnTo>
                <a:lnTo>
                  <a:pt x="5376571" y="2678516"/>
                </a:lnTo>
                <a:lnTo>
                  <a:pt x="5384674" y="2718946"/>
                </a:lnTo>
                <a:lnTo>
                  <a:pt x="5392130" y="2759678"/>
                </a:lnTo>
                <a:lnTo>
                  <a:pt x="5398947" y="2800714"/>
                </a:lnTo>
                <a:lnTo>
                  <a:pt x="5405135" y="2842052"/>
                </a:lnTo>
                <a:lnTo>
                  <a:pt x="5410703" y="2883694"/>
                </a:lnTo>
                <a:lnTo>
                  <a:pt x="5415663" y="2925638"/>
                </a:lnTo>
                <a:lnTo>
                  <a:pt x="5420030" y="2967885"/>
                </a:lnTo>
                <a:lnTo>
                  <a:pt x="5423821" y="3010434"/>
                </a:lnTo>
                <a:lnTo>
                  <a:pt x="5427053" y="3053287"/>
                </a:lnTo>
                <a:lnTo>
                  <a:pt x="5429750" y="3096443"/>
                </a:lnTo>
                <a:lnTo>
                  <a:pt x="5431935" y="3139901"/>
                </a:lnTo>
                <a:lnTo>
                  <a:pt x="5433640" y="3183662"/>
                </a:lnTo>
                <a:lnTo>
                  <a:pt x="5434898" y="3227726"/>
                </a:lnTo>
                <a:lnTo>
                  <a:pt x="5435752" y="3272093"/>
                </a:lnTo>
                <a:lnTo>
                  <a:pt x="5436253" y="3316763"/>
                </a:lnTo>
                <a:lnTo>
                  <a:pt x="5436468" y="3361735"/>
                </a:lnTo>
                <a:lnTo>
                  <a:pt x="5436499" y="3395663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1-E12 line 47" descr="sci-ppt:o047"/>
          <p:cNvCxnSpPr/>
          <p:nvPr/>
        </p:nvCxnSpPr>
        <p:spPr>
          <a:xfrm>
            <a:off x="11014339" y="1371600"/>
            <a:ext cx="0" cy="356616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50" name="C1-E12 text 48" descr="sci-ppt:o048"/>
          <p:cNvSpPr txBox="1"/>
          <p:nvPr/>
        </p:nvSpPr>
        <p:spPr>
          <a:xfrm>
            <a:off x="9231259" y="3069771"/>
            <a:ext cx="1737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t_c = 2.74 µs</a:t>
            </a:r>
          </a:p>
        </p:txBody>
      </p:sp>
      <p:sp>
        <p:nvSpPr>
          <p:cNvPr id="51" name="C1-E12 ellipse 49" descr="sci-ppt:o049"/>
          <p:cNvSpPr/>
          <p:nvPr/>
        </p:nvSpPr>
        <p:spPr>
          <a:xfrm>
            <a:off x="5504688" y="146826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12 text 50" descr="sci-ppt:o050"/>
          <p:cNvSpPr txBox="1"/>
          <p:nvPr/>
        </p:nvSpPr>
        <p:spPr>
          <a:xfrm>
            <a:off x="5786628" y="1632857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flat start (Ṙ = 0)</a:t>
            </a:r>
          </a:p>
        </p:txBody>
      </p:sp>
      <p:sp>
        <p:nvSpPr>
          <p:cNvPr id="53" name="C1-E12 text 51" descr="sci-ppt:o051"/>
          <p:cNvSpPr txBox="1"/>
          <p:nvPr/>
        </p:nvSpPr>
        <p:spPr>
          <a:xfrm>
            <a:off x="8325612" y="443875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steepest at the end</a:t>
            </a:r>
          </a:p>
        </p:txBody>
      </p:sp>
      <p:sp>
        <p:nvSpPr>
          <p:cNvPr id="54" name="C1-E12 text 52" descr="sci-ppt:o052"/>
          <p:cNvSpPr txBox="1"/>
          <p:nvPr/>
        </p:nvSpPr>
        <p:spPr>
          <a:xfrm>
            <a:off x="5577840" y="5733288"/>
            <a:ext cx="6035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R R̈ + (3/2)Ṙ² = −Δp_c/ρ,  R(0) = Rₘₐₓ,  Ṙ(0) = 0</a:t>
            </a:r>
          </a:p>
        </p:txBody>
      </p:sp>
      <p:sp>
        <p:nvSpPr>
          <p:cNvPr id="55" name="C1-E12 text 53" descr="sci-ppt:o053"/>
          <p:cNvSpPr txBox="1"/>
          <p:nvPr/>
        </p:nvSpPr>
        <p:spPr>
          <a:xfrm>
            <a:off x="5577840" y="6108192"/>
            <a:ext cx="60350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model has no gas, viscosity, tension or compressibility, so nothing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stops the collapse.</a:t>
            </a:r>
          </a:p>
        </p:txBody>
      </p:sp>
      <p:sp>
        <p:nvSpPr>
          <p:cNvPr id="56" name="C1-E12 text 54" descr="sci-ppt:o05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R(t) from the quadrature of Eq. C1-E15; Rₘₐₓ = 30 µm, ρ = 1000 kg/m³, Δp_c = 100 kPa.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C1-E13 · Exact chain rule and integrating factor</a:t>
            </a:r>
          </a:p>
        </p:txBody>
      </p:sp>
      <p:cxnSp>
        <p:nvCxnSpPr>
          <p:cNvPr id="3" name="C1-E13 line 1" descr="sci-ppt:o001"/>
          <p:cNvCxnSpPr/>
          <p:nvPr/>
        </p:nvCxnSpPr>
        <p:spPr>
          <a:xfrm>
            <a:off x="7132320" y="3063239"/>
            <a:ext cx="45720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3 line 2" descr="sci-ppt:o002"/>
          <p:cNvCxnSpPr/>
          <p:nvPr/>
        </p:nvCxnSpPr>
        <p:spPr>
          <a:xfrm>
            <a:off x="7132320" y="1325880"/>
            <a:ext cx="0" cy="1737359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3 line 3" descr="sci-ppt:o003"/>
          <p:cNvCxnSpPr/>
          <p:nvPr/>
        </p:nvCxnSpPr>
        <p:spPr>
          <a:xfrm>
            <a:off x="7132320" y="3063239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3 line 4" descr="sci-ppt:o004"/>
          <p:cNvCxnSpPr/>
          <p:nvPr/>
        </p:nvCxnSpPr>
        <p:spPr>
          <a:xfrm>
            <a:off x="7132320" y="1325880"/>
            <a:ext cx="0" cy="1737359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3 text 5" descr="sci-ppt:o005"/>
          <p:cNvSpPr txBox="1"/>
          <p:nvPr/>
        </p:nvSpPr>
        <p:spPr>
          <a:xfrm>
            <a:off x="6675120" y="3145535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8" name="C1-E13 line 6" descr="sci-ppt:o006"/>
          <p:cNvCxnSpPr/>
          <p:nvPr/>
        </p:nvCxnSpPr>
        <p:spPr>
          <a:xfrm>
            <a:off x="8656320" y="3063239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3 line 7" descr="sci-ppt:o007"/>
          <p:cNvCxnSpPr/>
          <p:nvPr/>
        </p:nvCxnSpPr>
        <p:spPr>
          <a:xfrm>
            <a:off x="8656320" y="1325880"/>
            <a:ext cx="0" cy="1737359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3 text 8" descr="sci-ppt:o008"/>
          <p:cNvSpPr txBox="1"/>
          <p:nvPr/>
        </p:nvSpPr>
        <p:spPr>
          <a:xfrm>
            <a:off x="8199120" y="3145535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1" name="C1-E13 line 9" descr="sci-ppt:o009"/>
          <p:cNvCxnSpPr/>
          <p:nvPr/>
        </p:nvCxnSpPr>
        <p:spPr>
          <a:xfrm>
            <a:off x="10180320" y="3063239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3 line 10" descr="sci-ppt:o010"/>
          <p:cNvCxnSpPr/>
          <p:nvPr/>
        </p:nvCxnSpPr>
        <p:spPr>
          <a:xfrm>
            <a:off x="10180320" y="1325880"/>
            <a:ext cx="0" cy="1737359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3 text 11" descr="sci-ppt:o011"/>
          <p:cNvSpPr txBox="1"/>
          <p:nvPr/>
        </p:nvSpPr>
        <p:spPr>
          <a:xfrm>
            <a:off x="9723120" y="3145535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4" name="C1-E13 line 12" descr="sci-ppt:o012"/>
          <p:cNvCxnSpPr/>
          <p:nvPr/>
        </p:nvCxnSpPr>
        <p:spPr>
          <a:xfrm>
            <a:off x="11704320" y="3063239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3 line 13" descr="sci-ppt:o013"/>
          <p:cNvCxnSpPr/>
          <p:nvPr/>
        </p:nvCxnSpPr>
        <p:spPr>
          <a:xfrm>
            <a:off x="11704320" y="1325880"/>
            <a:ext cx="0" cy="1737359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3 text 14" descr="sci-ppt:o014"/>
          <p:cNvSpPr txBox="1"/>
          <p:nvPr/>
        </p:nvSpPr>
        <p:spPr>
          <a:xfrm>
            <a:off x="11247120" y="3145535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17" name="C1-E13 line 15" descr="sci-ppt:o015"/>
          <p:cNvCxnSpPr/>
          <p:nvPr/>
        </p:nvCxnSpPr>
        <p:spPr>
          <a:xfrm>
            <a:off x="7068312" y="30632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3 line 16" descr="sci-ppt:o016"/>
          <p:cNvCxnSpPr/>
          <p:nvPr/>
        </p:nvCxnSpPr>
        <p:spPr>
          <a:xfrm>
            <a:off x="7068312" y="25203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3 line 17" descr="sci-ppt:o017"/>
          <p:cNvCxnSpPr/>
          <p:nvPr/>
        </p:nvCxnSpPr>
        <p:spPr>
          <a:xfrm>
            <a:off x="7132320" y="2520314"/>
            <a:ext cx="45720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3 text 18" descr="sci-ppt:o018"/>
          <p:cNvSpPr txBox="1"/>
          <p:nvPr/>
        </p:nvSpPr>
        <p:spPr>
          <a:xfrm>
            <a:off x="6263640" y="243801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1" name="C1-E13 line 19" descr="sci-ppt:o019"/>
          <p:cNvCxnSpPr/>
          <p:nvPr/>
        </p:nvCxnSpPr>
        <p:spPr>
          <a:xfrm>
            <a:off x="7068312" y="197738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3 line 20" descr="sci-ppt:o020"/>
          <p:cNvCxnSpPr/>
          <p:nvPr/>
        </p:nvCxnSpPr>
        <p:spPr>
          <a:xfrm>
            <a:off x="7132320" y="1977389"/>
            <a:ext cx="45720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3 text 21" descr="sci-ppt:o021"/>
          <p:cNvSpPr txBox="1"/>
          <p:nvPr/>
        </p:nvSpPr>
        <p:spPr>
          <a:xfrm>
            <a:off x="6263640" y="189509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24" name="C1-E13 line 22" descr="sci-ppt:o022"/>
          <p:cNvCxnSpPr/>
          <p:nvPr/>
        </p:nvCxnSpPr>
        <p:spPr>
          <a:xfrm>
            <a:off x="7068312" y="143446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3 line 23" descr="sci-ppt:o023"/>
          <p:cNvCxnSpPr/>
          <p:nvPr/>
        </p:nvCxnSpPr>
        <p:spPr>
          <a:xfrm>
            <a:off x="7132320" y="1434464"/>
            <a:ext cx="45720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3 text 24" descr="sci-ppt:o024"/>
          <p:cNvSpPr txBox="1"/>
          <p:nvPr/>
        </p:nvSpPr>
        <p:spPr>
          <a:xfrm>
            <a:off x="6263640" y="135216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60</a:t>
            </a:r>
          </a:p>
        </p:txBody>
      </p:sp>
      <p:sp>
        <p:nvSpPr>
          <p:cNvPr id="27" name="C1-E13 text 25" descr="sci-ppt:o025"/>
          <p:cNvSpPr txBox="1"/>
          <p:nvPr/>
        </p:nvSpPr>
        <p:spPr>
          <a:xfrm>
            <a:off x="6583680" y="978407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y (scaled)</a:t>
            </a:r>
          </a:p>
        </p:txBody>
      </p:sp>
      <p:sp>
        <p:nvSpPr>
          <p:cNvPr id="28" name="C1-E13 polygon 26" descr="sci-ppt:o026"/>
          <p:cNvSpPr/>
          <p:nvPr/>
        </p:nvSpPr>
        <p:spPr>
          <a:xfrm>
            <a:off x="7132320" y="1353026"/>
            <a:ext cx="4572000" cy="1710213"/>
          </a:xfrm>
          <a:custGeom>
            <a:avLst/>
            <a:gdLst/>
            <a:ahLst/>
            <a:cxnLst/>
            <a:rect l="l" t="t" r="r" b="b"/>
            <a:pathLst>
              <a:path w="4572000" h="1710213">
                <a:moveTo>
                  <a:pt x="0" y="0"/>
                </a:moveTo>
                <a:lnTo>
                  <a:pt x="30581" y="100529"/>
                </a:lnTo>
                <a:lnTo>
                  <a:pt x="61163" y="193449"/>
                </a:lnTo>
                <a:lnTo>
                  <a:pt x="91745" y="279467"/>
                </a:lnTo>
                <a:lnTo>
                  <a:pt x="122327" y="359212"/>
                </a:lnTo>
                <a:lnTo>
                  <a:pt x="152909" y="433245"/>
                </a:lnTo>
                <a:lnTo>
                  <a:pt x="183491" y="502070"/>
                </a:lnTo>
                <a:lnTo>
                  <a:pt x="214073" y="566135"/>
                </a:lnTo>
                <a:lnTo>
                  <a:pt x="244655" y="625846"/>
                </a:lnTo>
                <a:lnTo>
                  <a:pt x="275237" y="681566"/>
                </a:lnTo>
                <a:lnTo>
                  <a:pt x="305819" y="733623"/>
                </a:lnTo>
                <a:lnTo>
                  <a:pt x="336401" y="782313"/>
                </a:lnTo>
                <a:lnTo>
                  <a:pt x="366983" y="827904"/>
                </a:lnTo>
                <a:lnTo>
                  <a:pt x="397565" y="870639"/>
                </a:lnTo>
                <a:lnTo>
                  <a:pt x="428147" y="910738"/>
                </a:lnTo>
                <a:lnTo>
                  <a:pt x="458729" y="948400"/>
                </a:lnTo>
                <a:lnTo>
                  <a:pt x="489311" y="983810"/>
                </a:lnTo>
                <a:lnTo>
                  <a:pt x="519892" y="1017131"/>
                </a:lnTo>
                <a:lnTo>
                  <a:pt x="550474" y="1048517"/>
                </a:lnTo>
                <a:lnTo>
                  <a:pt x="581056" y="1078105"/>
                </a:lnTo>
                <a:lnTo>
                  <a:pt x="611638" y="1106023"/>
                </a:lnTo>
                <a:lnTo>
                  <a:pt x="642220" y="1132386"/>
                </a:lnTo>
                <a:lnTo>
                  <a:pt x="672802" y="1157302"/>
                </a:lnTo>
                <a:lnTo>
                  <a:pt x="703384" y="1180868"/>
                </a:lnTo>
                <a:lnTo>
                  <a:pt x="733966" y="1203174"/>
                </a:lnTo>
                <a:lnTo>
                  <a:pt x="764548" y="1224304"/>
                </a:lnTo>
                <a:lnTo>
                  <a:pt x="795130" y="1244334"/>
                </a:lnTo>
                <a:lnTo>
                  <a:pt x="825712" y="1263335"/>
                </a:lnTo>
                <a:lnTo>
                  <a:pt x="856294" y="1281372"/>
                </a:lnTo>
                <a:lnTo>
                  <a:pt x="886876" y="1298506"/>
                </a:lnTo>
                <a:lnTo>
                  <a:pt x="917458" y="1314792"/>
                </a:lnTo>
                <a:lnTo>
                  <a:pt x="948040" y="1330281"/>
                </a:lnTo>
                <a:lnTo>
                  <a:pt x="978622" y="1345023"/>
                </a:lnTo>
                <a:lnTo>
                  <a:pt x="1009204" y="1359062"/>
                </a:lnTo>
                <a:lnTo>
                  <a:pt x="1039785" y="1372438"/>
                </a:lnTo>
                <a:lnTo>
                  <a:pt x="1070367" y="1385192"/>
                </a:lnTo>
                <a:lnTo>
                  <a:pt x="1100949" y="1397358"/>
                </a:lnTo>
                <a:lnTo>
                  <a:pt x="1131531" y="1408970"/>
                </a:lnTo>
                <a:lnTo>
                  <a:pt x="1162113" y="1420059"/>
                </a:lnTo>
                <a:lnTo>
                  <a:pt x="1192695" y="1430654"/>
                </a:lnTo>
                <a:lnTo>
                  <a:pt x="1223277" y="1440783"/>
                </a:lnTo>
                <a:lnTo>
                  <a:pt x="1253859" y="1450471"/>
                </a:lnTo>
                <a:lnTo>
                  <a:pt x="1284441" y="1459741"/>
                </a:lnTo>
                <a:lnTo>
                  <a:pt x="1315023" y="1468616"/>
                </a:lnTo>
                <a:lnTo>
                  <a:pt x="1345605" y="1477117"/>
                </a:lnTo>
                <a:lnTo>
                  <a:pt x="1376187" y="1485263"/>
                </a:lnTo>
                <a:lnTo>
                  <a:pt x="1406769" y="1493073"/>
                </a:lnTo>
                <a:lnTo>
                  <a:pt x="1437351" y="1500563"/>
                </a:lnTo>
                <a:lnTo>
                  <a:pt x="1467933" y="1507751"/>
                </a:lnTo>
                <a:lnTo>
                  <a:pt x="1498515" y="1514650"/>
                </a:lnTo>
                <a:lnTo>
                  <a:pt x="1529096" y="1521276"/>
                </a:lnTo>
                <a:lnTo>
                  <a:pt x="1559678" y="1527641"/>
                </a:lnTo>
                <a:lnTo>
                  <a:pt x="1590260" y="1533759"/>
                </a:lnTo>
                <a:lnTo>
                  <a:pt x="1620842" y="1539641"/>
                </a:lnTo>
                <a:lnTo>
                  <a:pt x="1651424" y="1545299"/>
                </a:lnTo>
                <a:lnTo>
                  <a:pt x="1682006" y="1550743"/>
                </a:lnTo>
                <a:lnTo>
                  <a:pt x="1712588" y="1555983"/>
                </a:lnTo>
                <a:lnTo>
                  <a:pt x="1743170" y="1561028"/>
                </a:lnTo>
                <a:lnTo>
                  <a:pt x="1773752" y="1565889"/>
                </a:lnTo>
                <a:lnTo>
                  <a:pt x="1804334" y="1570572"/>
                </a:lnTo>
                <a:lnTo>
                  <a:pt x="1834916" y="1575086"/>
                </a:lnTo>
                <a:lnTo>
                  <a:pt x="1865498" y="1579439"/>
                </a:lnTo>
                <a:lnTo>
                  <a:pt x="1896080" y="1583638"/>
                </a:lnTo>
                <a:lnTo>
                  <a:pt x="1926662" y="1587689"/>
                </a:lnTo>
                <a:lnTo>
                  <a:pt x="1957244" y="1591599"/>
                </a:lnTo>
                <a:lnTo>
                  <a:pt x="1987826" y="1595374"/>
                </a:lnTo>
                <a:lnTo>
                  <a:pt x="2018408" y="1599019"/>
                </a:lnTo>
                <a:lnTo>
                  <a:pt x="2048989" y="1602541"/>
                </a:lnTo>
                <a:lnTo>
                  <a:pt x="2079571" y="1605945"/>
                </a:lnTo>
                <a:lnTo>
                  <a:pt x="2110153" y="1609234"/>
                </a:lnTo>
                <a:lnTo>
                  <a:pt x="2140735" y="1612415"/>
                </a:lnTo>
                <a:lnTo>
                  <a:pt x="2171317" y="1615492"/>
                </a:lnTo>
                <a:lnTo>
                  <a:pt x="2201899" y="1618468"/>
                </a:lnTo>
                <a:lnTo>
                  <a:pt x="2232481" y="1621348"/>
                </a:lnTo>
                <a:lnTo>
                  <a:pt x="2263063" y="1624136"/>
                </a:lnTo>
                <a:lnTo>
                  <a:pt x="2293645" y="1626835"/>
                </a:lnTo>
                <a:lnTo>
                  <a:pt x="2324227" y="1629450"/>
                </a:lnTo>
                <a:lnTo>
                  <a:pt x="2354809" y="1631982"/>
                </a:lnTo>
                <a:lnTo>
                  <a:pt x="2385391" y="1634436"/>
                </a:lnTo>
                <a:lnTo>
                  <a:pt x="2415973" y="1636814"/>
                </a:lnTo>
                <a:lnTo>
                  <a:pt x="2446555" y="1639119"/>
                </a:lnTo>
                <a:lnTo>
                  <a:pt x="2477137" y="1641355"/>
                </a:lnTo>
                <a:lnTo>
                  <a:pt x="2507719" y="1643523"/>
                </a:lnTo>
                <a:lnTo>
                  <a:pt x="2538301" y="1645626"/>
                </a:lnTo>
                <a:lnTo>
                  <a:pt x="2568882" y="1647667"/>
                </a:lnTo>
                <a:lnTo>
                  <a:pt x="2599464" y="1649648"/>
                </a:lnTo>
                <a:lnTo>
                  <a:pt x="2630046" y="1651571"/>
                </a:lnTo>
                <a:lnTo>
                  <a:pt x="2660628" y="1653438"/>
                </a:lnTo>
                <a:lnTo>
                  <a:pt x="2691210" y="1655251"/>
                </a:lnTo>
                <a:lnTo>
                  <a:pt x="2721792" y="1657013"/>
                </a:lnTo>
                <a:lnTo>
                  <a:pt x="2752374" y="1658724"/>
                </a:lnTo>
                <a:lnTo>
                  <a:pt x="2782956" y="1660388"/>
                </a:lnTo>
                <a:lnTo>
                  <a:pt x="2813538" y="1662004"/>
                </a:lnTo>
                <a:lnTo>
                  <a:pt x="2844120" y="1663576"/>
                </a:lnTo>
                <a:lnTo>
                  <a:pt x="2874702" y="1665104"/>
                </a:lnTo>
                <a:lnTo>
                  <a:pt x="2905284" y="1666591"/>
                </a:lnTo>
                <a:lnTo>
                  <a:pt x="2935866" y="1668036"/>
                </a:lnTo>
                <a:lnTo>
                  <a:pt x="2966448" y="1669443"/>
                </a:lnTo>
                <a:lnTo>
                  <a:pt x="2997030" y="1670812"/>
                </a:lnTo>
                <a:lnTo>
                  <a:pt x="3027612" y="1672145"/>
                </a:lnTo>
                <a:lnTo>
                  <a:pt x="3058193" y="1673442"/>
                </a:lnTo>
                <a:lnTo>
                  <a:pt x="3088775" y="1674704"/>
                </a:lnTo>
                <a:lnTo>
                  <a:pt x="3119357" y="1675934"/>
                </a:lnTo>
                <a:lnTo>
                  <a:pt x="3149939" y="1677132"/>
                </a:lnTo>
                <a:lnTo>
                  <a:pt x="3180521" y="1678299"/>
                </a:lnTo>
                <a:lnTo>
                  <a:pt x="3211103" y="1679436"/>
                </a:lnTo>
                <a:lnTo>
                  <a:pt x="3241685" y="1680544"/>
                </a:lnTo>
                <a:lnTo>
                  <a:pt x="3272267" y="1681624"/>
                </a:lnTo>
                <a:lnTo>
                  <a:pt x="3302849" y="1682677"/>
                </a:lnTo>
                <a:lnTo>
                  <a:pt x="3333431" y="1683703"/>
                </a:lnTo>
                <a:lnTo>
                  <a:pt x="3364013" y="1684704"/>
                </a:lnTo>
                <a:lnTo>
                  <a:pt x="3394595" y="1685680"/>
                </a:lnTo>
                <a:lnTo>
                  <a:pt x="3425177" y="1686632"/>
                </a:lnTo>
                <a:lnTo>
                  <a:pt x="3455759" y="1687561"/>
                </a:lnTo>
                <a:lnTo>
                  <a:pt x="3486341" y="1688467"/>
                </a:lnTo>
                <a:lnTo>
                  <a:pt x="3516923" y="1689352"/>
                </a:lnTo>
                <a:lnTo>
                  <a:pt x="3547505" y="1690215"/>
                </a:lnTo>
                <a:lnTo>
                  <a:pt x="3578086" y="1691058"/>
                </a:lnTo>
                <a:lnTo>
                  <a:pt x="3608668" y="1691880"/>
                </a:lnTo>
                <a:lnTo>
                  <a:pt x="3639250" y="1692684"/>
                </a:lnTo>
                <a:lnTo>
                  <a:pt x="3669832" y="1693468"/>
                </a:lnTo>
                <a:lnTo>
                  <a:pt x="3700414" y="1694234"/>
                </a:lnTo>
                <a:lnTo>
                  <a:pt x="3730996" y="1694983"/>
                </a:lnTo>
                <a:lnTo>
                  <a:pt x="3761578" y="1695714"/>
                </a:lnTo>
                <a:lnTo>
                  <a:pt x="3792160" y="1696429"/>
                </a:lnTo>
                <a:lnTo>
                  <a:pt x="3822742" y="1697127"/>
                </a:lnTo>
                <a:lnTo>
                  <a:pt x="3853324" y="1697810"/>
                </a:lnTo>
                <a:lnTo>
                  <a:pt x="3883906" y="1698477"/>
                </a:lnTo>
                <a:lnTo>
                  <a:pt x="3914488" y="1699129"/>
                </a:lnTo>
                <a:lnTo>
                  <a:pt x="3945070" y="1699767"/>
                </a:lnTo>
                <a:lnTo>
                  <a:pt x="3975652" y="1700391"/>
                </a:lnTo>
                <a:lnTo>
                  <a:pt x="4006234" y="1701001"/>
                </a:lnTo>
                <a:lnTo>
                  <a:pt x="4036816" y="1701597"/>
                </a:lnTo>
                <a:lnTo>
                  <a:pt x="4067397" y="1702181"/>
                </a:lnTo>
                <a:lnTo>
                  <a:pt x="4097979" y="1702752"/>
                </a:lnTo>
                <a:lnTo>
                  <a:pt x="4128561" y="1703310"/>
                </a:lnTo>
                <a:lnTo>
                  <a:pt x="4159143" y="1703857"/>
                </a:lnTo>
                <a:lnTo>
                  <a:pt x="4189725" y="1704392"/>
                </a:lnTo>
                <a:lnTo>
                  <a:pt x="4220307" y="1704916"/>
                </a:lnTo>
                <a:lnTo>
                  <a:pt x="4250889" y="1705429"/>
                </a:lnTo>
                <a:lnTo>
                  <a:pt x="4281471" y="1705931"/>
                </a:lnTo>
                <a:lnTo>
                  <a:pt x="4312053" y="1706422"/>
                </a:lnTo>
                <a:lnTo>
                  <a:pt x="4342635" y="1706903"/>
                </a:lnTo>
                <a:lnTo>
                  <a:pt x="4373217" y="1707375"/>
                </a:lnTo>
                <a:lnTo>
                  <a:pt x="4403799" y="1707836"/>
                </a:lnTo>
                <a:lnTo>
                  <a:pt x="4434381" y="1708289"/>
                </a:lnTo>
                <a:lnTo>
                  <a:pt x="4464963" y="1708732"/>
                </a:lnTo>
                <a:lnTo>
                  <a:pt x="4495545" y="1709166"/>
                </a:lnTo>
                <a:lnTo>
                  <a:pt x="4526127" y="1709591"/>
                </a:lnTo>
                <a:lnTo>
                  <a:pt x="4556709" y="1710008"/>
                </a:lnTo>
                <a:lnTo>
                  <a:pt x="4572000" y="1710213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13 text 27" descr="sci-ppt:o027"/>
          <p:cNvSpPr txBox="1"/>
          <p:nvPr/>
        </p:nvSpPr>
        <p:spPr>
          <a:xfrm>
            <a:off x="8729472" y="1478756"/>
            <a:ext cx="3840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y = Ṙ² ∝ x⁻³ − 1: blows up inward</a:t>
            </a:r>
          </a:p>
        </p:txBody>
      </p:sp>
      <p:cxnSp>
        <p:nvCxnSpPr>
          <p:cNvPr id="30" name="C1-E13 line 28" descr="sci-ppt:o028"/>
          <p:cNvCxnSpPr/>
          <p:nvPr/>
        </p:nvCxnSpPr>
        <p:spPr>
          <a:xfrm>
            <a:off x="7132320" y="5532120"/>
            <a:ext cx="45720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1" name="C1-E13 line 29" descr="sci-ppt:o029"/>
          <p:cNvCxnSpPr/>
          <p:nvPr/>
        </p:nvCxnSpPr>
        <p:spPr>
          <a:xfrm>
            <a:off x="7132320" y="3794760"/>
            <a:ext cx="0" cy="17373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2" name="C1-E13 line 30" descr="sci-ppt:o030"/>
          <p:cNvCxnSpPr/>
          <p:nvPr/>
        </p:nvCxnSpPr>
        <p:spPr>
          <a:xfrm>
            <a:off x="7132320" y="55321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13 line 31" descr="sci-ppt:o031"/>
          <p:cNvCxnSpPr/>
          <p:nvPr/>
        </p:nvCxnSpPr>
        <p:spPr>
          <a:xfrm>
            <a:off x="7132320" y="379476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1-E13 text 32" descr="sci-ppt:o032"/>
          <p:cNvSpPr txBox="1"/>
          <p:nvPr/>
        </p:nvSpPr>
        <p:spPr>
          <a:xfrm>
            <a:off x="6675120" y="56144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35" name="C1-E13 line 33" descr="sci-ppt:o033"/>
          <p:cNvCxnSpPr/>
          <p:nvPr/>
        </p:nvCxnSpPr>
        <p:spPr>
          <a:xfrm>
            <a:off x="8275320" y="55321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13 line 34" descr="sci-ppt:o034"/>
          <p:cNvCxnSpPr/>
          <p:nvPr/>
        </p:nvCxnSpPr>
        <p:spPr>
          <a:xfrm>
            <a:off x="8275320" y="379476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1-E13 text 35" descr="sci-ppt:o035"/>
          <p:cNvSpPr txBox="1"/>
          <p:nvPr/>
        </p:nvSpPr>
        <p:spPr>
          <a:xfrm>
            <a:off x="7818120" y="56144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38" name="C1-E13 line 36" descr="sci-ppt:o036"/>
          <p:cNvCxnSpPr/>
          <p:nvPr/>
        </p:nvCxnSpPr>
        <p:spPr>
          <a:xfrm>
            <a:off x="9418320" y="55321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13 line 37" descr="sci-ppt:o037"/>
          <p:cNvCxnSpPr/>
          <p:nvPr/>
        </p:nvCxnSpPr>
        <p:spPr>
          <a:xfrm>
            <a:off x="9418320" y="379476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13 text 38" descr="sci-ppt:o038"/>
          <p:cNvSpPr txBox="1"/>
          <p:nvPr/>
        </p:nvSpPr>
        <p:spPr>
          <a:xfrm>
            <a:off x="8961120" y="56144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41" name="C1-E13 line 39" descr="sci-ppt:o039"/>
          <p:cNvCxnSpPr/>
          <p:nvPr/>
        </p:nvCxnSpPr>
        <p:spPr>
          <a:xfrm>
            <a:off x="10561320" y="55321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13 line 40" descr="sci-ppt:o040"/>
          <p:cNvCxnSpPr/>
          <p:nvPr/>
        </p:nvCxnSpPr>
        <p:spPr>
          <a:xfrm>
            <a:off x="10561320" y="379476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13 text 41" descr="sci-ppt:o041"/>
          <p:cNvSpPr txBox="1"/>
          <p:nvPr/>
        </p:nvSpPr>
        <p:spPr>
          <a:xfrm>
            <a:off x="10104120" y="56144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44" name="C1-E13 line 42" descr="sci-ppt:o042"/>
          <p:cNvCxnSpPr/>
          <p:nvPr/>
        </p:nvCxnSpPr>
        <p:spPr>
          <a:xfrm>
            <a:off x="11704320" y="55321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13 line 43" descr="sci-ppt:o043"/>
          <p:cNvCxnSpPr/>
          <p:nvPr/>
        </p:nvCxnSpPr>
        <p:spPr>
          <a:xfrm>
            <a:off x="11704320" y="379476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1-E13 text 44" descr="sci-ppt:o044"/>
          <p:cNvSpPr txBox="1"/>
          <p:nvPr/>
        </p:nvSpPr>
        <p:spPr>
          <a:xfrm>
            <a:off x="11247120" y="56144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47" name="C1-E13 line 45" descr="sci-ppt:o045"/>
          <p:cNvCxnSpPr/>
          <p:nvPr/>
        </p:nvCxnSpPr>
        <p:spPr>
          <a:xfrm>
            <a:off x="7068312" y="5532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13 line 46" descr="sci-ppt:o046"/>
          <p:cNvCxnSpPr/>
          <p:nvPr/>
        </p:nvCxnSpPr>
        <p:spPr>
          <a:xfrm>
            <a:off x="7068312" y="474241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3 line 47" descr="sci-ppt:o047"/>
          <p:cNvCxnSpPr/>
          <p:nvPr/>
        </p:nvCxnSpPr>
        <p:spPr>
          <a:xfrm>
            <a:off x="7132320" y="4742410"/>
            <a:ext cx="45720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13 text 48" descr="sci-ppt:o048"/>
          <p:cNvSpPr txBox="1"/>
          <p:nvPr/>
        </p:nvSpPr>
        <p:spPr>
          <a:xfrm>
            <a:off x="6263640" y="466011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51" name="C1-E13 line 49" descr="sci-ppt:o049"/>
          <p:cNvCxnSpPr/>
          <p:nvPr/>
        </p:nvCxnSpPr>
        <p:spPr>
          <a:xfrm>
            <a:off x="7068312" y="395270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13 line 50" descr="sci-ppt:o050"/>
          <p:cNvCxnSpPr/>
          <p:nvPr/>
        </p:nvCxnSpPr>
        <p:spPr>
          <a:xfrm>
            <a:off x="7132320" y="3952701"/>
            <a:ext cx="45720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1-E13 text 51" descr="sci-ppt:o051"/>
          <p:cNvSpPr txBox="1"/>
          <p:nvPr/>
        </p:nvSpPr>
        <p:spPr>
          <a:xfrm>
            <a:off x="6263640" y="387040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54" name="C1-E13 text 52" descr="sci-ppt:o052"/>
          <p:cNvSpPr txBox="1"/>
          <p:nvPr/>
        </p:nvSpPr>
        <p:spPr>
          <a:xfrm>
            <a:off x="7132320" y="5815584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55" name="C1-E13 text 53" descr="sci-ppt:o053"/>
          <p:cNvSpPr txBox="1"/>
          <p:nvPr/>
        </p:nvSpPr>
        <p:spPr>
          <a:xfrm>
            <a:off x="6583680" y="3447288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R³y (scaled)</a:t>
            </a:r>
          </a:p>
        </p:txBody>
      </p:sp>
      <p:sp>
        <p:nvSpPr>
          <p:cNvPr id="56" name="C1-E13 polygon 54" descr="sci-ppt:o054"/>
          <p:cNvSpPr/>
          <p:nvPr/>
        </p:nvSpPr>
        <p:spPr>
          <a:xfrm>
            <a:off x="7132320" y="3952701"/>
            <a:ext cx="4572000" cy="1579419"/>
          </a:xfrm>
          <a:custGeom>
            <a:avLst/>
            <a:gdLst/>
            <a:ahLst/>
            <a:cxnLst/>
            <a:rect l="l" t="t" r="r" b="b"/>
            <a:pathLst>
              <a:path w="4572000" h="1579419">
                <a:moveTo>
                  <a:pt x="0" y="0"/>
                </a:moveTo>
                <a:lnTo>
                  <a:pt x="22974" y="1"/>
                </a:lnTo>
                <a:lnTo>
                  <a:pt x="45949" y="2"/>
                </a:lnTo>
                <a:lnTo>
                  <a:pt x="68924" y="6"/>
                </a:lnTo>
                <a:lnTo>
                  <a:pt x="91899" y="13"/>
                </a:lnTo>
                <a:lnTo>
                  <a:pt x="114874" y="25"/>
                </a:lnTo>
                <a:lnTo>
                  <a:pt x="137849" y="44"/>
                </a:lnTo>
                <a:lnTo>
                  <a:pt x="160824" y="69"/>
                </a:lnTo>
                <a:lnTo>
                  <a:pt x="183798" y="103"/>
                </a:lnTo>
                <a:lnTo>
                  <a:pt x="206773" y="146"/>
                </a:lnTo>
                <a:lnTo>
                  <a:pt x="229748" y="201"/>
                </a:lnTo>
                <a:lnTo>
                  <a:pt x="252723" y="267"/>
                </a:lnTo>
                <a:lnTo>
                  <a:pt x="275698" y="347"/>
                </a:lnTo>
                <a:lnTo>
                  <a:pt x="298673" y="441"/>
                </a:lnTo>
                <a:lnTo>
                  <a:pt x="321648" y="550"/>
                </a:lnTo>
                <a:lnTo>
                  <a:pt x="344623" y="677"/>
                </a:lnTo>
                <a:lnTo>
                  <a:pt x="367597" y="821"/>
                </a:lnTo>
                <a:lnTo>
                  <a:pt x="390572" y="985"/>
                </a:lnTo>
                <a:lnTo>
                  <a:pt x="413547" y="1169"/>
                </a:lnTo>
                <a:lnTo>
                  <a:pt x="436522" y="1375"/>
                </a:lnTo>
                <a:lnTo>
                  <a:pt x="459497" y="1604"/>
                </a:lnTo>
                <a:lnTo>
                  <a:pt x="482472" y="1856"/>
                </a:lnTo>
                <a:lnTo>
                  <a:pt x="505447" y="2134"/>
                </a:lnTo>
                <a:lnTo>
                  <a:pt x="528422" y="2439"/>
                </a:lnTo>
                <a:lnTo>
                  <a:pt x="551396" y="2771"/>
                </a:lnTo>
                <a:lnTo>
                  <a:pt x="574371" y="3132"/>
                </a:lnTo>
                <a:lnTo>
                  <a:pt x="597346" y="3523"/>
                </a:lnTo>
                <a:lnTo>
                  <a:pt x="620321" y="3945"/>
                </a:lnTo>
                <a:lnTo>
                  <a:pt x="643296" y="4400"/>
                </a:lnTo>
                <a:lnTo>
                  <a:pt x="666271" y="4888"/>
                </a:lnTo>
                <a:lnTo>
                  <a:pt x="689246" y="5412"/>
                </a:lnTo>
                <a:lnTo>
                  <a:pt x="712221" y="5971"/>
                </a:lnTo>
                <a:lnTo>
                  <a:pt x="735195" y="6568"/>
                </a:lnTo>
                <a:lnTo>
                  <a:pt x="758170" y="7203"/>
                </a:lnTo>
                <a:lnTo>
                  <a:pt x="781145" y="7878"/>
                </a:lnTo>
                <a:lnTo>
                  <a:pt x="804120" y="8593"/>
                </a:lnTo>
                <a:lnTo>
                  <a:pt x="827095" y="9351"/>
                </a:lnTo>
                <a:lnTo>
                  <a:pt x="850070" y="10152"/>
                </a:lnTo>
                <a:lnTo>
                  <a:pt x="873045" y="10998"/>
                </a:lnTo>
                <a:lnTo>
                  <a:pt x="896020" y="11889"/>
                </a:lnTo>
                <a:lnTo>
                  <a:pt x="918994" y="12827"/>
                </a:lnTo>
                <a:lnTo>
                  <a:pt x="941969" y="13813"/>
                </a:lnTo>
                <a:lnTo>
                  <a:pt x="964944" y="14849"/>
                </a:lnTo>
                <a:lnTo>
                  <a:pt x="987919" y="15935"/>
                </a:lnTo>
                <a:lnTo>
                  <a:pt x="1010894" y="17073"/>
                </a:lnTo>
                <a:lnTo>
                  <a:pt x="1033869" y="18263"/>
                </a:lnTo>
                <a:lnTo>
                  <a:pt x="1056844" y="19508"/>
                </a:lnTo>
                <a:lnTo>
                  <a:pt x="1079819" y="20808"/>
                </a:lnTo>
                <a:lnTo>
                  <a:pt x="1102793" y="22165"/>
                </a:lnTo>
                <a:lnTo>
                  <a:pt x="1125768" y="23579"/>
                </a:lnTo>
                <a:lnTo>
                  <a:pt x="1148743" y="25053"/>
                </a:lnTo>
                <a:lnTo>
                  <a:pt x="1171718" y="26586"/>
                </a:lnTo>
                <a:lnTo>
                  <a:pt x="1194693" y="28181"/>
                </a:lnTo>
                <a:lnTo>
                  <a:pt x="1217668" y="29838"/>
                </a:lnTo>
                <a:lnTo>
                  <a:pt x="1240643" y="31559"/>
                </a:lnTo>
                <a:lnTo>
                  <a:pt x="1263618" y="33345"/>
                </a:lnTo>
                <a:lnTo>
                  <a:pt x="1286592" y="35197"/>
                </a:lnTo>
                <a:lnTo>
                  <a:pt x="1309567" y="37116"/>
                </a:lnTo>
                <a:lnTo>
                  <a:pt x="1332542" y="39104"/>
                </a:lnTo>
                <a:lnTo>
                  <a:pt x="1355517" y="41162"/>
                </a:lnTo>
                <a:lnTo>
                  <a:pt x="1378492" y="43291"/>
                </a:lnTo>
                <a:lnTo>
                  <a:pt x="1401467" y="45492"/>
                </a:lnTo>
                <a:lnTo>
                  <a:pt x="1424442" y="47766"/>
                </a:lnTo>
                <a:lnTo>
                  <a:pt x="1447417" y="50114"/>
                </a:lnTo>
                <a:lnTo>
                  <a:pt x="1470391" y="52539"/>
                </a:lnTo>
                <a:lnTo>
                  <a:pt x="1493366" y="55040"/>
                </a:lnTo>
                <a:lnTo>
                  <a:pt x="1516341" y="57620"/>
                </a:lnTo>
                <a:lnTo>
                  <a:pt x="1539316" y="60279"/>
                </a:lnTo>
                <a:lnTo>
                  <a:pt x="1562291" y="63018"/>
                </a:lnTo>
                <a:lnTo>
                  <a:pt x="1585266" y="65840"/>
                </a:lnTo>
                <a:lnTo>
                  <a:pt x="1608241" y="68744"/>
                </a:lnTo>
                <a:lnTo>
                  <a:pt x="1631216" y="71732"/>
                </a:lnTo>
                <a:lnTo>
                  <a:pt x="1654190" y="74806"/>
                </a:lnTo>
                <a:lnTo>
                  <a:pt x="1677165" y="77967"/>
                </a:lnTo>
                <a:lnTo>
                  <a:pt x="1700140" y="81215"/>
                </a:lnTo>
                <a:lnTo>
                  <a:pt x="1723115" y="84552"/>
                </a:lnTo>
                <a:lnTo>
                  <a:pt x="1746090" y="87979"/>
                </a:lnTo>
                <a:lnTo>
                  <a:pt x="1769065" y="91498"/>
                </a:lnTo>
                <a:lnTo>
                  <a:pt x="1792040" y="95109"/>
                </a:lnTo>
                <a:lnTo>
                  <a:pt x="1815015" y="98814"/>
                </a:lnTo>
                <a:lnTo>
                  <a:pt x="1837989" y="102615"/>
                </a:lnTo>
                <a:lnTo>
                  <a:pt x="1860964" y="106511"/>
                </a:lnTo>
                <a:lnTo>
                  <a:pt x="1883939" y="110505"/>
                </a:lnTo>
                <a:lnTo>
                  <a:pt x="1906914" y="114597"/>
                </a:lnTo>
                <a:lnTo>
                  <a:pt x="1929889" y="118789"/>
                </a:lnTo>
                <a:lnTo>
                  <a:pt x="1952864" y="123082"/>
                </a:lnTo>
                <a:lnTo>
                  <a:pt x="1975839" y="127478"/>
                </a:lnTo>
                <a:lnTo>
                  <a:pt x="1998814" y="131977"/>
                </a:lnTo>
                <a:lnTo>
                  <a:pt x="2021788" y="136580"/>
                </a:lnTo>
                <a:lnTo>
                  <a:pt x="2044763" y="141289"/>
                </a:lnTo>
                <a:lnTo>
                  <a:pt x="2067738" y="146105"/>
                </a:lnTo>
                <a:lnTo>
                  <a:pt x="2090713" y="151030"/>
                </a:lnTo>
                <a:lnTo>
                  <a:pt x="2113688" y="156064"/>
                </a:lnTo>
                <a:lnTo>
                  <a:pt x="2136663" y="161208"/>
                </a:lnTo>
                <a:lnTo>
                  <a:pt x="2159638" y="166465"/>
                </a:lnTo>
                <a:lnTo>
                  <a:pt x="2182613" y="171834"/>
                </a:lnTo>
                <a:lnTo>
                  <a:pt x="2205587" y="177318"/>
                </a:lnTo>
                <a:lnTo>
                  <a:pt x="2228562" y="182917"/>
                </a:lnTo>
                <a:lnTo>
                  <a:pt x="2251537" y="188633"/>
                </a:lnTo>
                <a:lnTo>
                  <a:pt x="2274512" y="194466"/>
                </a:lnTo>
                <a:lnTo>
                  <a:pt x="2297487" y="200419"/>
                </a:lnTo>
                <a:lnTo>
                  <a:pt x="2320462" y="206492"/>
                </a:lnTo>
                <a:lnTo>
                  <a:pt x="2343437" y="212686"/>
                </a:lnTo>
                <a:lnTo>
                  <a:pt x="2366412" y="219003"/>
                </a:lnTo>
                <a:lnTo>
                  <a:pt x="2389386" y="225444"/>
                </a:lnTo>
                <a:lnTo>
                  <a:pt x="2412361" y="232010"/>
                </a:lnTo>
                <a:lnTo>
                  <a:pt x="2435336" y="238702"/>
                </a:lnTo>
                <a:lnTo>
                  <a:pt x="2458311" y="245522"/>
                </a:lnTo>
                <a:lnTo>
                  <a:pt x="2481286" y="252470"/>
                </a:lnTo>
                <a:lnTo>
                  <a:pt x="2504261" y="259548"/>
                </a:lnTo>
                <a:lnTo>
                  <a:pt x="2527236" y="266757"/>
                </a:lnTo>
                <a:lnTo>
                  <a:pt x="2550211" y="274099"/>
                </a:lnTo>
                <a:lnTo>
                  <a:pt x="2573185" y="281574"/>
                </a:lnTo>
                <a:lnTo>
                  <a:pt x="2596160" y="289184"/>
                </a:lnTo>
                <a:lnTo>
                  <a:pt x="2619135" y="296929"/>
                </a:lnTo>
                <a:lnTo>
                  <a:pt x="2642110" y="304812"/>
                </a:lnTo>
                <a:lnTo>
                  <a:pt x="2665085" y="312833"/>
                </a:lnTo>
                <a:lnTo>
                  <a:pt x="2688060" y="320993"/>
                </a:lnTo>
                <a:lnTo>
                  <a:pt x="2711035" y="329294"/>
                </a:lnTo>
                <a:lnTo>
                  <a:pt x="2734010" y="337737"/>
                </a:lnTo>
                <a:lnTo>
                  <a:pt x="2756984" y="346324"/>
                </a:lnTo>
                <a:lnTo>
                  <a:pt x="2779959" y="355054"/>
                </a:lnTo>
                <a:lnTo>
                  <a:pt x="2802934" y="363930"/>
                </a:lnTo>
                <a:lnTo>
                  <a:pt x="2825909" y="372953"/>
                </a:lnTo>
                <a:lnTo>
                  <a:pt x="2848884" y="382123"/>
                </a:lnTo>
                <a:lnTo>
                  <a:pt x="2871859" y="391443"/>
                </a:lnTo>
                <a:lnTo>
                  <a:pt x="2894834" y="400913"/>
                </a:lnTo>
                <a:lnTo>
                  <a:pt x="2917809" y="410534"/>
                </a:lnTo>
                <a:lnTo>
                  <a:pt x="2940783" y="420308"/>
                </a:lnTo>
                <a:lnTo>
                  <a:pt x="2963758" y="430237"/>
                </a:lnTo>
                <a:lnTo>
                  <a:pt x="2986733" y="440320"/>
                </a:lnTo>
                <a:lnTo>
                  <a:pt x="3009708" y="450559"/>
                </a:lnTo>
                <a:lnTo>
                  <a:pt x="3032683" y="460957"/>
                </a:lnTo>
                <a:lnTo>
                  <a:pt x="3055658" y="471512"/>
                </a:lnTo>
                <a:lnTo>
                  <a:pt x="3078633" y="482228"/>
                </a:lnTo>
                <a:lnTo>
                  <a:pt x="3101608" y="493105"/>
                </a:lnTo>
                <a:lnTo>
                  <a:pt x="3124582" y="504144"/>
                </a:lnTo>
                <a:lnTo>
                  <a:pt x="3147557" y="515347"/>
                </a:lnTo>
                <a:lnTo>
                  <a:pt x="3170532" y="526715"/>
                </a:lnTo>
                <a:lnTo>
                  <a:pt x="3193507" y="538248"/>
                </a:lnTo>
                <a:lnTo>
                  <a:pt x="3216482" y="549949"/>
                </a:lnTo>
                <a:lnTo>
                  <a:pt x="3239457" y="561818"/>
                </a:lnTo>
                <a:lnTo>
                  <a:pt x="3262432" y="573856"/>
                </a:lnTo>
                <a:lnTo>
                  <a:pt x="3285407" y="586066"/>
                </a:lnTo>
                <a:lnTo>
                  <a:pt x="3308381" y="598447"/>
                </a:lnTo>
                <a:lnTo>
                  <a:pt x="3331356" y="611001"/>
                </a:lnTo>
                <a:lnTo>
                  <a:pt x="3354331" y="623730"/>
                </a:lnTo>
                <a:lnTo>
                  <a:pt x="3377306" y="636634"/>
                </a:lnTo>
                <a:lnTo>
                  <a:pt x="3400281" y="649716"/>
                </a:lnTo>
                <a:lnTo>
                  <a:pt x="3423256" y="662975"/>
                </a:lnTo>
                <a:lnTo>
                  <a:pt x="3446231" y="676413"/>
                </a:lnTo>
                <a:lnTo>
                  <a:pt x="3469206" y="690032"/>
                </a:lnTo>
                <a:lnTo>
                  <a:pt x="3492180" y="703832"/>
                </a:lnTo>
                <a:lnTo>
                  <a:pt x="3515155" y="717815"/>
                </a:lnTo>
                <a:lnTo>
                  <a:pt x="3538130" y="731982"/>
                </a:lnTo>
                <a:lnTo>
                  <a:pt x="3561105" y="746334"/>
                </a:lnTo>
                <a:lnTo>
                  <a:pt x="3584080" y="760872"/>
                </a:lnTo>
                <a:lnTo>
                  <a:pt x="3607055" y="775599"/>
                </a:lnTo>
                <a:lnTo>
                  <a:pt x="3630030" y="790514"/>
                </a:lnTo>
                <a:lnTo>
                  <a:pt x="3653005" y="805619"/>
                </a:lnTo>
                <a:lnTo>
                  <a:pt x="3675979" y="820915"/>
                </a:lnTo>
                <a:lnTo>
                  <a:pt x="3698954" y="836403"/>
                </a:lnTo>
                <a:lnTo>
                  <a:pt x="3721929" y="852085"/>
                </a:lnTo>
                <a:lnTo>
                  <a:pt x="3744904" y="867962"/>
                </a:lnTo>
                <a:lnTo>
                  <a:pt x="3767879" y="884035"/>
                </a:lnTo>
                <a:lnTo>
                  <a:pt x="3790854" y="900305"/>
                </a:lnTo>
                <a:lnTo>
                  <a:pt x="3813829" y="916774"/>
                </a:lnTo>
                <a:lnTo>
                  <a:pt x="3836804" y="933442"/>
                </a:lnTo>
                <a:lnTo>
                  <a:pt x="3859778" y="950311"/>
                </a:lnTo>
                <a:lnTo>
                  <a:pt x="3882753" y="967382"/>
                </a:lnTo>
                <a:lnTo>
                  <a:pt x="3905728" y="984657"/>
                </a:lnTo>
                <a:lnTo>
                  <a:pt x="3928703" y="1002135"/>
                </a:lnTo>
                <a:lnTo>
                  <a:pt x="3951678" y="1019820"/>
                </a:lnTo>
                <a:lnTo>
                  <a:pt x="3974653" y="1037711"/>
                </a:lnTo>
                <a:lnTo>
                  <a:pt x="3997628" y="1055810"/>
                </a:lnTo>
                <a:lnTo>
                  <a:pt x="4020603" y="1074118"/>
                </a:lnTo>
                <a:lnTo>
                  <a:pt x="4043577" y="1092637"/>
                </a:lnTo>
                <a:lnTo>
                  <a:pt x="4066552" y="1111368"/>
                </a:lnTo>
                <a:lnTo>
                  <a:pt x="4089527" y="1130311"/>
                </a:lnTo>
                <a:lnTo>
                  <a:pt x="4112502" y="1149469"/>
                </a:lnTo>
                <a:lnTo>
                  <a:pt x="4135477" y="1168841"/>
                </a:lnTo>
                <a:lnTo>
                  <a:pt x="4158452" y="1188430"/>
                </a:lnTo>
                <a:lnTo>
                  <a:pt x="4181427" y="1208237"/>
                </a:lnTo>
                <a:lnTo>
                  <a:pt x="4204402" y="1228263"/>
                </a:lnTo>
                <a:lnTo>
                  <a:pt x="4227376" y="1248508"/>
                </a:lnTo>
                <a:lnTo>
                  <a:pt x="4250351" y="1268975"/>
                </a:lnTo>
                <a:lnTo>
                  <a:pt x="4273326" y="1289665"/>
                </a:lnTo>
                <a:lnTo>
                  <a:pt x="4296301" y="1310578"/>
                </a:lnTo>
                <a:lnTo>
                  <a:pt x="4319276" y="1331716"/>
                </a:lnTo>
                <a:lnTo>
                  <a:pt x="4342251" y="1353080"/>
                </a:lnTo>
                <a:lnTo>
                  <a:pt x="4365226" y="1374671"/>
                </a:lnTo>
                <a:lnTo>
                  <a:pt x="4388201" y="1396491"/>
                </a:lnTo>
                <a:lnTo>
                  <a:pt x="4411175" y="1418540"/>
                </a:lnTo>
                <a:lnTo>
                  <a:pt x="4434150" y="1440821"/>
                </a:lnTo>
                <a:lnTo>
                  <a:pt x="4457125" y="1463333"/>
                </a:lnTo>
                <a:lnTo>
                  <a:pt x="4480100" y="1486079"/>
                </a:lnTo>
                <a:lnTo>
                  <a:pt x="4503075" y="1509059"/>
                </a:lnTo>
                <a:lnTo>
                  <a:pt x="4526050" y="1532275"/>
                </a:lnTo>
                <a:lnTo>
                  <a:pt x="4549025" y="1555728"/>
                </a:lnTo>
                <a:lnTo>
                  <a:pt x="4572000" y="157941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1-E13 line 55" descr="sci-ppt:o055"/>
          <p:cNvCxnSpPr/>
          <p:nvPr/>
        </p:nvCxnSpPr>
        <p:spPr>
          <a:xfrm>
            <a:off x="9189720" y="4096626"/>
            <a:ext cx="1600200" cy="335824"/>
          </a:xfrm>
          <a:prstGeom prst="line">
            <a:avLst/>
          </a:prstGeom>
          <a:ln w="25400">
            <a:solidFill>
              <a:srgbClr val="F2B880"/>
            </a:solidFill>
            <a:prstDash val="dash"/>
          </a:ln>
          <a:effectLst/>
        </p:spPr>
      </p:cxnSp>
      <p:sp>
        <p:nvSpPr>
          <p:cNvPr id="58" name="C1-E13 text 56" descr="sci-ppt:o056"/>
          <p:cNvSpPr txBox="1"/>
          <p:nvPr/>
        </p:nvSpPr>
        <p:spPr>
          <a:xfrm>
            <a:off x="7434072" y="4645152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R³y = 1 − x³: simple, slope ∝ −R²</a:t>
            </a:r>
          </a:p>
        </p:txBody>
      </p:sp>
      <p:sp>
        <p:nvSpPr>
          <p:cNvPr id="59" name="C1-E13 round_rect 57" descr="sci-ppt:o057"/>
          <p:cNvSpPr/>
          <p:nvPr/>
        </p:nvSpPr>
        <p:spPr>
          <a:xfrm>
            <a:off x="365760" y="914400"/>
            <a:ext cx="58521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C1-E13 text 58" descr="sci-ppt:o058"/>
          <p:cNvSpPr txBox="1"/>
          <p:nvPr/>
        </p:nvSpPr>
        <p:spPr>
          <a:xfrm>
            <a:off x="475488" y="969264"/>
            <a:ext cx="5632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Why the radius replaces time</a:t>
            </a:r>
          </a:p>
        </p:txBody>
      </p:sp>
      <p:sp>
        <p:nvSpPr>
          <p:cNvPr id="61" name="C1-E13 text 59" descr="sci-ppt:o059"/>
          <p:cNvSpPr txBox="1"/>
          <p:nvPr/>
        </p:nvSpPr>
        <p:spPr>
          <a:xfrm>
            <a:off x="548640" y="1417320"/>
            <a:ext cx="5394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  y(R) = Ṙ²,  Ṙ ≠ 0</a:t>
            </a:r>
          </a:p>
        </p:txBody>
      </p:sp>
      <p:sp>
        <p:nvSpPr>
          <p:cNvPr id="62" name="C1-E13 text 60" descr="sci-ppt:o060"/>
          <p:cNvSpPr txBox="1"/>
          <p:nvPr/>
        </p:nvSpPr>
        <p:spPr>
          <a:xfrm>
            <a:off x="777240" y="1728216"/>
            <a:ext cx="5212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dy/dR = 2R̈</a:t>
            </a:r>
          </a:p>
        </p:txBody>
      </p:sp>
      <p:sp>
        <p:nvSpPr>
          <p:cNvPr id="63" name="C1-E13 text 61" descr="sci-ppt:o061"/>
          <p:cNvSpPr txBox="1"/>
          <p:nvPr/>
        </p:nvSpPr>
        <p:spPr>
          <a:xfrm>
            <a:off x="548640" y="2249678"/>
            <a:ext cx="5394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2  Rewrite R R̈ + (3/2)Ṙ² = −Δp_c/ρ</a:t>
            </a:r>
          </a:p>
        </p:txBody>
      </p:sp>
      <p:sp>
        <p:nvSpPr>
          <p:cNvPr id="64" name="C1-E13 text 62" descr="sci-ppt:o062"/>
          <p:cNvSpPr txBox="1"/>
          <p:nvPr/>
        </p:nvSpPr>
        <p:spPr>
          <a:xfrm>
            <a:off x="777240" y="2560574"/>
            <a:ext cx="5212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y′ + 3y/R = −2Δp_c/(ρR)</a:t>
            </a:r>
          </a:p>
        </p:txBody>
      </p:sp>
      <p:sp>
        <p:nvSpPr>
          <p:cNvPr id="65" name="C1-E13 text 63" descr="sci-ppt:o063"/>
          <p:cNvSpPr txBox="1"/>
          <p:nvPr/>
        </p:nvSpPr>
        <p:spPr>
          <a:xfrm>
            <a:off x="548640" y="3082036"/>
            <a:ext cx="5394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3  Multiply by the integrating factor R³</a:t>
            </a:r>
          </a:p>
        </p:txBody>
      </p:sp>
      <p:sp>
        <p:nvSpPr>
          <p:cNvPr id="66" name="C1-E13 text 64" descr="sci-ppt:o064"/>
          <p:cNvSpPr txBox="1"/>
          <p:nvPr/>
        </p:nvSpPr>
        <p:spPr>
          <a:xfrm>
            <a:off x="777240" y="3392931"/>
            <a:ext cx="5212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d(R³y)/dR = R³y′ + 3R²y = −(2Δp_c/ρ) R²</a:t>
            </a:r>
          </a:p>
        </p:txBody>
      </p:sp>
      <p:sp>
        <p:nvSpPr>
          <p:cNvPr id="67" name="C1-E13 text 65" descr="sci-ppt:o065"/>
          <p:cNvSpPr txBox="1"/>
          <p:nvPr/>
        </p:nvSpPr>
        <p:spPr>
          <a:xfrm>
            <a:off x="548640" y="3914393"/>
            <a:ext cx="53949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4  Integrate from Rₘₐₓ (y = 0)</a:t>
            </a:r>
          </a:p>
        </p:txBody>
      </p:sp>
      <p:sp>
        <p:nvSpPr>
          <p:cNvPr id="68" name="C1-E13 text 66" descr="sci-ppt:o066"/>
          <p:cNvSpPr txBox="1"/>
          <p:nvPr/>
        </p:nvSpPr>
        <p:spPr>
          <a:xfrm>
            <a:off x="777240" y="4225289"/>
            <a:ext cx="52120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R³y = (2Δp_c/3ρ)(Rₘₐₓ³ − R³)</a:t>
            </a:r>
          </a:p>
        </p:txBody>
      </p:sp>
      <p:sp>
        <p:nvSpPr>
          <p:cNvPr id="69" name="C1-E13 text 67" descr="sci-ppt:o067"/>
          <p:cNvSpPr txBox="1"/>
          <p:nvPr/>
        </p:nvSpPr>
        <p:spPr>
          <a:xfrm>
            <a:off x="548640" y="4792471"/>
            <a:ext cx="53949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On the monotonic inward branch R is a valid independent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variable. The factor R³ makes the left side an exact derivative.</a:t>
            </a:r>
          </a:p>
        </p:txBody>
      </p:sp>
      <p:sp>
        <p:nvSpPr>
          <p:cNvPr id="70" name="C1-E13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Curves are y = Ṙ² and R³y from Eqs. C1-E13 and C1-E14 (scaled as labelled).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C1-E14 · Integrated speed with initial constant and branch</a:t>
            </a:r>
          </a:p>
        </p:txBody>
      </p:sp>
      <p:cxnSp>
        <p:nvCxnSpPr>
          <p:cNvPr id="3" name="C1-E14 line 1" descr="sci-ppt:o001"/>
          <p:cNvCxnSpPr/>
          <p:nvPr/>
        </p:nvCxnSpPr>
        <p:spPr>
          <a:xfrm>
            <a:off x="1005840" y="512064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4 line 2" descr="sci-ppt:o002"/>
          <p:cNvCxnSpPr/>
          <p:nvPr/>
        </p:nvCxnSpPr>
        <p:spPr>
          <a:xfrm>
            <a:off x="1005840" y="1371600"/>
            <a:ext cx="0" cy="37490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4 line 3" descr="sci-ppt:o003"/>
          <p:cNvCxnSpPr/>
          <p:nvPr/>
        </p:nvCxnSpPr>
        <p:spPr>
          <a:xfrm>
            <a:off x="100584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4 line 4" descr="sci-ppt:o004"/>
          <p:cNvCxnSpPr/>
          <p:nvPr/>
        </p:nvCxnSpPr>
        <p:spPr>
          <a:xfrm>
            <a:off x="1005840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4 text 5" descr="sci-ppt:o005"/>
          <p:cNvSpPr txBox="1"/>
          <p:nvPr/>
        </p:nvSpPr>
        <p:spPr>
          <a:xfrm>
            <a:off x="548640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0.02</a:t>
            </a:r>
          </a:p>
        </p:txBody>
      </p:sp>
      <p:cxnSp>
        <p:nvCxnSpPr>
          <p:cNvPr id="8" name="C1-E14 line 6" descr="sci-ppt:o006"/>
          <p:cNvCxnSpPr/>
          <p:nvPr/>
        </p:nvCxnSpPr>
        <p:spPr>
          <a:xfrm>
            <a:off x="2376557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4 line 7" descr="sci-ppt:o007"/>
          <p:cNvCxnSpPr/>
          <p:nvPr/>
        </p:nvCxnSpPr>
        <p:spPr>
          <a:xfrm>
            <a:off x="2376557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4 text 8" descr="sci-ppt:o008"/>
          <p:cNvSpPr txBox="1"/>
          <p:nvPr/>
        </p:nvSpPr>
        <p:spPr>
          <a:xfrm>
            <a:off x="1919357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0.05</a:t>
            </a:r>
          </a:p>
        </p:txBody>
      </p:sp>
      <p:cxnSp>
        <p:nvCxnSpPr>
          <p:cNvPr id="11" name="C1-E14 line 9" descr="sci-ppt:o009"/>
          <p:cNvCxnSpPr/>
          <p:nvPr/>
        </p:nvCxnSpPr>
        <p:spPr>
          <a:xfrm>
            <a:off x="3413465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4 line 10" descr="sci-ppt:o010"/>
          <p:cNvCxnSpPr/>
          <p:nvPr/>
        </p:nvCxnSpPr>
        <p:spPr>
          <a:xfrm>
            <a:off x="3413465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4 text 11" descr="sci-ppt:o011"/>
          <p:cNvSpPr txBox="1"/>
          <p:nvPr/>
        </p:nvSpPr>
        <p:spPr>
          <a:xfrm>
            <a:off x="2956265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4" name="C1-E14 line 12" descr="sci-ppt:o012"/>
          <p:cNvCxnSpPr/>
          <p:nvPr/>
        </p:nvCxnSpPr>
        <p:spPr>
          <a:xfrm>
            <a:off x="4450374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4 line 13" descr="sci-ppt:o013"/>
          <p:cNvCxnSpPr/>
          <p:nvPr/>
        </p:nvCxnSpPr>
        <p:spPr>
          <a:xfrm>
            <a:off x="4450374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4 text 14" descr="sci-ppt:o014"/>
          <p:cNvSpPr txBox="1"/>
          <p:nvPr/>
        </p:nvSpPr>
        <p:spPr>
          <a:xfrm>
            <a:off x="3993174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17" name="C1-E14 line 15" descr="sci-ppt:o015"/>
          <p:cNvCxnSpPr/>
          <p:nvPr/>
        </p:nvCxnSpPr>
        <p:spPr>
          <a:xfrm>
            <a:off x="5821091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4 line 16" descr="sci-ppt:o016"/>
          <p:cNvCxnSpPr/>
          <p:nvPr/>
        </p:nvCxnSpPr>
        <p:spPr>
          <a:xfrm>
            <a:off x="5821091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4 text 17" descr="sci-ppt:o017"/>
          <p:cNvSpPr txBox="1"/>
          <p:nvPr/>
        </p:nvSpPr>
        <p:spPr>
          <a:xfrm>
            <a:off x="5363891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0" name="C1-E14 line 18" descr="sci-ppt:o018"/>
          <p:cNvCxnSpPr/>
          <p:nvPr/>
        </p:nvCxnSpPr>
        <p:spPr>
          <a:xfrm>
            <a:off x="685800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4 line 19" descr="sci-ppt:o019"/>
          <p:cNvCxnSpPr/>
          <p:nvPr/>
        </p:nvCxnSpPr>
        <p:spPr>
          <a:xfrm>
            <a:off x="6858000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14 text 20" descr="sci-ppt:o020"/>
          <p:cNvSpPr txBox="1"/>
          <p:nvPr/>
        </p:nvSpPr>
        <p:spPr>
          <a:xfrm>
            <a:off x="6400800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C1-E14 line 21" descr="sci-ppt:o021"/>
          <p:cNvCxnSpPr/>
          <p:nvPr/>
        </p:nvCxnSpPr>
        <p:spPr>
          <a:xfrm>
            <a:off x="941832" y="5120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14 line 22" descr="sci-ppt:o022"/>
          <p:cNvCxnSpPr/>
          <p:nvPr/>
        </p:nvCxnSpPr>
        <p:spPr>
          <a:xfrm>
            <a:off x="941832" y="3870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4 line 23" descr="sci-ppt:o023"/>
          <p:cNvCxnSpPr/>
          <p:nvPr/>
        </p:nvCxnSpPr>
        <p:spPr>
          <a:xfrm>
            <a:off x="1005840" y="387096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4 text 24" descr="sci-ppt:o024"/>
          <p:cNvSpPr txBox="1"/>
          <p:nvPr/>
        </p:nvSpPr>
        <p:spPr>
          <a:xfrm>
            <a:off x="137160" y="3788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7" name="C1-E14 line 25" descr="sci-ppt:o025"/>
          <p:cNvCxnSpPr/>
          <p:nvPr/>
        </p:nvCxnSpPr>
        <p:spPr>
          <a:xfrm>
            <a:off x="941832" y="2621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4 line 26" descr="sci-ppt:o026"/>
          <p:cNvCxnSpPr/>
          <p:nvPr/>
        </p:nvCxnSpPr>
        <p:spPr>
          <a:xfrm>
            <a:off x="1005840" y="262128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4 text 27" descr="sci-ppt:o027"/>
          <p:cNvSpPr txBox="1"/>
          <p:nvPr/>
        </p:nvSpPr>
        <p:spPr>
          <a:xfrm>
            <a:off x="137160" y="2538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30" name="C1-E14 line 28" descr="sci-ppt:o028"/>
          <p:cNvCxnSpPr/>
          <p:nvPr/>
        </p:nvCxnSpPr>
        <p:spPr>
          <a:xfrm>
            <a:off x="94183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4 line 29" descr="sci-ppt:o029"/>
          <p:cNvCxnSpPr/>
          <p:nvPr/>
        </p:nvCxnSpPr>
        <p:spPr>
          <a:xfrm>
            <a:off x="100584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4 text 30" descr="sci-ppt:o030"/>
          <p:cNvSpPr txBox="1"/>
          <p:nvPr/>
        </p:nvSpPr>
        <p:spPr>
          <a:xfrm>
            <a:off x="13716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33" name="C1-E14 text 31" descr="sci-ppt:o031"/>
          <p:cNvSpPr txBox="1"/>
          <p:nvPr/>
        </p:nvSpPr>
        <p:spPr>
          <a:xfrm>
            <a:off x="1005840" y="5404103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4" name="C1-E14 text 32" descr="sci-ppt:o032"/>
          <p:cNvSpPr txBox="1"/>
          <p:nvPr/>
        </p:nvSpPr>
        <p:spPr>
          <a:xfrm>
            <a:off x="45720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|Ṙ|  (m/s)</a:t>
            </a:r>
          </a:p>
        </p:txBody>
      </p:sp>
      <p:sp>
        <p:nvSpPr>
          <p:cNvPr id="35" name="C1-E14 polygon 33" descr="sci-ppt:o033"/>
          <p:cNvSpPr/>
          <p:nvPr/>
        </p:nvSpPr>
        <p:spPr>
          <a:xfrm>
            <a:off x="2099013" y="1391161"/>
            <a:ext cx="4739402" cy="3462934"/>
          </a:xfrm>
          <a:custGeom>
            <a:avLst/>
            <a:gdLst/>
            <a:ahLst/>
            <a:cxnLst/>
            <a:rect l="l" t="t" r="r" b="b"/>
            <a:pathLst>
              <a:path w="4739402" h="3462934">
                <a:moveTo>
                  <a:pt x="0" y="0"/>
                </a:moveTo>
                <a:lnTo>
                  <a:pt x="39168" y="21317"/>
                </a:lnTo>
                <a:lnTo>
                  <a:pt x="78337" y="42634"/>
                </a:lnTo>
                <a:lnTo>
                  <a:pt x="117506" y="63952"/>
                </a:lnTo>
                <a:lnTo>
                  <a:pt x="156674" y="85270"/>
                </a:lnTo>
                <a:lnTo>
                  <a:pt x="195843" y="106587"/>
                </a:lnTo>
                <a:lnTo>
                  <a:pt x="235012" y="127905"/>
                </a:lnTo>
                <a:lnTo>
                  <a:pt x="274180" y="149223"/>
                </a:lnTo>
                <a:lnTo>
                  <a:pt x="313349" y="170542"/>
                </a:lnTo>
                <a:lnTo>
                  <a:pt x="352517" y="191860"/>
                </a:lnTo>
                <a:lnTo>
                  <a:pt x="391686" y="213179"/>
                </a:lnTo>
                <a:lnTo>
                  <a:pt x="430855" y="234498"/>
                </a:lnTo>
                <a:lnTo>
                  <a:pt x="470023" y="255818"/>
                </a:lnTo>
                <a:lnTo>
                  <a:pt x="509192" y="277137"/>
                </a:lnTo>
                <a:lnTo>
                  <a:pt x="548360" y="298457"/>
                </a:lnTo>
                <a:lnTo>
                  <a:pt x="587529" y="319778"/>
                </a:lnTo>
                <a:lnTo>
                  <a:pt x="626698" y="341099"/>
                </a:lnTo>
                <a:lnTo>
                  <a:pt x="665866" y="362420"/>
                </a:lnTo>
                <a:lnTo>
                  <a:pt x="705035" y="383741"/>
                </a:lnTo>
                <a:lnTo>
                  <a:pt x="744204" y="405064"/>
                </a:lnTo>
                <a:lnTo>
                  <a:pt x="783372" y="426386"/>
                </a:lnTo>
                <a:lnTo>
                  <a:pt x="822541" y="447710"/>
                </a:lnTo>
                <a:lnTo>
                  <a:pt x="861709" y="469033"/>
                </a:lnTo>
                <a:lnTo>
                  <a:pt x="900878" y="490358"/>
                </a:lnTo>
                <a:lnTo>
                  <a:pt x="940047" y="511683"/>
                </a:lnTo>
                <a:lnTo>
                  <a:pt x="979215" y="533009"/>
                </a:lnTo>
                <a:lnTo>
                  <a:pt x="1018384" y="554336"/>
                </a:lnTo>
                <a:lnTo>
                  <a:pt x="1057552" y="575664"/>
                </a:lnTo>
                <a:lnTo>
                  <a:pt x="1096721" y="596993"/>
                </a:lnTo>
                <a:lnTo>
                  <a:pt x="1135890" y="618323"/>
                </a:lnTo>
                <a:lnTo>
                  <a:pt x="1175058" y="639654"/>
                </a:lnTo>
                <a:lnTo>
                  <a:pt x="1214227" y="660987"/>
                </a:lnTo>
                <a:lnTo>
                  <a:pt x="1253396" y="682320"/>
                </a:lnTo>
                <a:lnTo>
                  <a:pt x="1292564" y="703656"/>
                </a:lnTo>
                <a:lnTo>
                  <a:pt x="1331733" y="724992"/>
                </a:lnTo>
                <a:lnTo>
                  <a:pt x="1370901" y="746331"/>
                </a:lnTo>
                <a:lnTo>
                  <a:pt x="1410070" y="767671"/>
                </a:lnTo>
                <a:lnTo>
                  <a:pt x="1449239" y="789014"/>
                </a:lnTo>
                <a:lnTo>
                  <a:pt x="1488407" y="810359"/>
                </a:lnTo>
                <a:lnTo>
                  <a:pt x="1527576" y="831706"/>
                </a:lnTo>
                <a:lnTo>
                  <a:pt x="1566744" y="853055"/>
                </a:lnTo>
                <a:lnTo>
                  <a:pt x="1605913" y="874408"/>
                </a:lnTo>
                <a:lnTo>
                  <a:pt x="1645082" y="895763"/>
                </a:lnTo>
                <a:lnTo>
                  <a:pt x="1684250" y="917122"/>
                </a:lnTo>
                <a:lnTo>
                  <a:pt x="1723419" y="938484"/>
                </a:lnTo>
                <a:lnTo>
                  <a:pt x="1762587" y="959850"/>
                </a:lnTo>
                <a:lnTo>
                  <a:pt x="1801756" y="981221"/>
                </a:lnTo>
                <a:lnTo>
                  <a:pt x="1840925" y="1002595"/>
                </a:lnTo>
                <a:lnTo>
                  <a:pt x="1880093" y="1023975"/>
                </a:lnTo>
                <a:lnTo>
                  <a:pt x="1919262" y="1045360"/>
                </a:lnTo>
                <a:lnTo>
                  <a:pt x="1958431" y="1066750"/>
                </a:lnTo>
                <a:lnTo>
                  <a:pt x="1997599" y="1088147"/>
                </a:lnTo>
                <a:lnTo>
                  <a:pt x="2036768" y="1109550"/>
                </a:lnTo>
                <a:lnTo>
                  <a:pt x="2075936" y="1130960"/>
                </a:lnTo>
                <a:lnTo>
                  <a:pt x="2115105" y="1152379"/>
                </a:lnTo>
                <a:lnTo>
                  <a:pt x="2154274" y="1173805"/>
                </a:lnTo>
                <a:lnTo>
                  <a:pt x="2193442" y="1195241"/>
                </a:lnTo>
                <a:lnTo>
                  <a:pt x="2232611" y="1216687"/>
                </a:lnTo>
                <a:lnTo>
                  <a:pt x="2271779" y="1238143"/>
                </a:lnTo>
                <a:lnTo>
                  <a:pt x="2310948" y="1259611"/>
                </a:lnTo>
                <a:lnTo>
                  <a:pt x="2350117" y="1281091"/>
                </a:lnTo>
                <a:lnTo>
                  <a:pt x="2389285" y="1302585"/>
                </a:lnTo>
                <a:lnTo>
                  <a:pt x="2428454" y="1324094"/>
                </a:lnTo>
                <a:lnTo>
                  <a:pt x="2467623" y="1345619"/>
                </a:lnTo>
                <a:lnTo>
                  <a:pt x="2506791" y="1367161"/>
                </a:lnTo>
                <a:lnTo>
                  <a:pt x="2545960" y="1388722"/>
                </a:lnTo>
                <a:lnTo>
                  <a:pt x="2585128" y="1410303"/>
                </a:lnTo>
                <a:lnTo>
                  <a:pt x="2624297" y="1431906"/>
                </a:lnTo>
                <a:lnTo>
                  <a:pt x="2663466" y="1453532"/>
                </a:lnTo>
                <a:lnTo>
                  <a:pt x="2702634" y="1475185"/>
                </a:lnTo>
                <a:lnTo>
                  <a:pt x="2741803" y="1496865"/>
                </a:lnTo>
                <a:lnTo>
                  <a:pt x="2780971" y="1518576"/>
                </a:lnTo>
                <a:lnTo>
                  <a:pt x="2820140" y="1540320"/>
                </a:lnTo>
                <a:lnTo>
                  <a:pt x="2859309" y="1562100"/>
                </a:lnTo>
                <a:lnTo>
                  <a:pt x="2898477" y="1583919"/>
                </a:lnTo>
                <a:lnTo>
                  <a:pt x="2937646" y="1605779"/>
                </a:lnTo>
                <a:lnTo>
                  <a:pt x="2976815" y="1627686"/>
                </a:lnTo>
                <a:lnTo>
                  <a:pt x="3015983" y="1649642"/>
                </a:lnTo>
                <a:lnTo>
                  <a:pt x="3055152" y="1671652"/>
                </a:lnTo>
                <a:lnTo>
                  <a:pt x="3094320" y="1693721"/>
                </a:lnTo>
                <a:lnTo>
                  <a:pt x="3133489" y="1715854"/>
                </a:lnTo>
                <a:lnTo>
                  <a:pt x="3172658" y="1738056"/>
                </a:lnTo>
                <a:lnTo>
                  <a:pt x="3211826" y="1760335"/>
                </a:lnTo>
                <a:lnTo>
                  <a:pt x="3250995" y="1782695"/>
                </a:lnTo>
                <a:lnTo>
                  <a:pt x="3290163" y="1805146"/>
                </a:lnTo>
                <a:lnTo>
                  <a:pt x="3329332" y="1827695"/>
                </a:lnTo>
                <a:lnTo>
                  <a:pt x="3368501" y="1850351"/>
                </a:lnTo>
                <a:lnTo>
                  <a:pt x="3407669" y="1873124"/>
                </a:lnTo>
                <a:lnTo>
                  <a:pt x="3446838" y="1896025"/>
                </a:lnTo>
                <a:lnTo>
                  <a:pt x="3486007" y="1919066"/>
                </a:lnTo>
                <a:lnTo>
                  <a:pt x="3525175" y="1942260"/>
                </a:lnTo>
                <a:lnTo>
                  <a:pt x="3564344" y="1965623"/>
                </a:lnTo>
                <a:lnTo>
                  <a:pt x="3603512" y="1989170"/>
                </a:lnTo>
                <a:lnTo>
                  <a:pt x="3642681" y="2012921"/>
                </a:lnTo>
                <a:lnTo>
                  <a:pt x="3681850" y="2036896"/>
                </a:lnTo>
                <a:lnTo>
                  <a:pt x="3721018" y="2061117"/>
                </a:lnTo>
                <a:lnTo>
                  <a:pt x="3760187" y="2085611"/>
                </a:lnTo>
                <a:lnTo>
                  <a:pt x="3799355" y="2110408"/>
                </a:lnTo>
                <a:lnTo>
                  <a:pt x="3838524" y="2135540"/>
                </a:lnTo>
                <a:lnTo>
                  <a:pt x="3877693" y="2161045"/>
                </a:lnTo>
                <a:lnTo>
                  <a:pt x="3916861" y="2186967"/>
                </a:lnTo>
                <a:lnTo>
                  <a:pt x="3956030" y="2213354"/>
                </a:lnTo>
                <a:lnTo>
                  <a:pt x="3995199" y="2240265"/>
                </a:lnTo>
                <a:lnTo>
                  <a:pt x="4034367" y="2267766"/>
                </a:lnTo>
                <a:lnTo>
                  <a:pt x="4073536" y="2295935"/>
                </a:lnTo>
                <a:lnTo>
                  <a:pt x="4112704" y="2324864"/>
                </a:lnTo>
                <a:lnTo>
                  <a:pt x="4151873" y="2354664"/>
                </a:lnTo>
                <a:lnTo>
                  <a:pt x="4191042" y="2385465"/>
                </a:lnTo>
                <a:lnTo>
                  <a:pt x="4230210" y="2417430"/>
                </a:lnTo>
                <a:lnTo>
                  <a:pt x="4269379" y="2450755"/>
                </a:lnTo>
                <a:lnTo>
                  <a:pt x="4308547" y="2485690"/>
                </a:lnTo>
                <a:lnTo>
                  <a:pt x="4347716" y="2522550"/>
                </a:lnTo>
                <a:lnTo>
                  <a:pt x="4386885" y="2561748"/>
                </a:lnTo>
                <a:lnTo>
                  <a:pt x="4426053" y="2603834"/>
                </a:lnTo>
                <a:lnTo>
                  <a:pt x="4465222" y="2649565"/>
                </a:lnTo>
                <a:lnTo>
                  <a:pt x="4504391" y="2700027"/>
                </a:lnTo>
                <a:lnTo>
                  <a:pt x="4543559" y="2756852"/>
                </a:lnTo>
                <a:lnTo>
                  <a:pt x="4582728" y="2822660"/>
                </a:lnTo>
                <a:lnTo>
                  <a:pt x="4621896" y="2902073"/>
                </a:lnTo>
                <a:lnTo>
                  <a:pt x="4661065" y="3004456"/>
                </a:lnTo>
                <a:lnTo>
                  <a:pt x="4700234" y="3154013"/>
                </a:lnTo>
                <a:lnTo>
                  <a:pt x="4739402" y="3462934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4 polygon 34" descr="sci-ppt:o034"/>
          <p:cNvSpPr/>
          <p:nvPr/>
        </p:nvSpPr>
        <p:spPr>
          <a:xfrm>
            <a:off x="2099013" y="1391141"/>
            <a:ext cx="4758987" cy="2589847"/>
          </a:xfrm>
          <a:custGeom>
            <a:avLst/>
            <a:gdLst/>
            <a:ahLst/>
            <a:cxnLst/>
            <a:rect l="l" t="t" r="r" b="b"/>
            <a:pathLst>
              <a:path w="4758987" h="2589847">
                <a:moveTo>
                  <a:pt x="0" y="0"/>
                </a:moveTo>
                <a:lnTo>
                  <a:pt x="39168" y="21316"/>
                </a:lnTo>
                <a:lnTo>
                  <a:pt x="78337" y="42632"/>
                </a:lnTo>
                <a:lnTo>
                  <a:pt x="117506" y="63947"/>
                </a:lnTo>
                <a:lnTo>
                  <a:pt x="156674" y="85263"/>
                </a:lnTo>
                <a:lnTo>
                  <a:pt x="195843" y="106579"/>
                </a:lnTo>
                <a:lnTo>
                  <a:pt x="235012" y="127894"/>
                </a:lnTo>
                <a:lnTo>
                  <a:pt x="274180" y="149210"/>
                </a:lnTo>
                <a:lnTo>
                  <a:pt x="313349" y="170525"/>
                </a:lnTo>
                <a:lnTo>
                  <a:pt x="352517" y="191841"/>
                </a:lnTo>
                <a:lnTo>
                  <a:pt x="391686" y="213157"/>
                </a:lnTo>
                <a:lnTo>
                  <a:pt x="430855" y="234472"/>
                </a:lnTo>
                <a:lnTo>
                  <a:pt x="470023" y="255788"/>
                </a:lnTo>
                <a:lnTo>
                  <a:pt x="509192" y="277103"/>
                </a:lnTo>
                <a:lnTo>
                  <a:pt x="548360" y="298419"/>
                </a:lnTo>
                <a:lnTo>
                  <a:pt x="587529" y="319735"/>
                </a:lnTo>
                <a:lnTo>
                  <a:pt x="626698" y="341050"/>
                </a:lnTo>
                <a:lnTo>
                  <a:pt x="665866" y="362366"/>
                </a:lnTo>
                <a:lnTo>
                  <a:pt x="705035" y="383682"/>
                </a:lnTo>
                <a:lnTo>
                  <a:pt x="744204" y="404997"/>
                </a:lnTo>
                <a:lnTo>
                  <a:pt x="783372" y="426313"/>
                </a:lnTo>
                <a:lnTo>
                  <a:pt x="822541" y="447628"/>
                </a:lnTo>
                <a:lnTo>
                  <a:pt x="861709" y="468944"/>
                </a:lnTo>
                <a:lnTo>
                  <a:pt x="900878" y="490260"/>
                </a:lnTo>
                <a:lnTo>
                  <a:pt x="940047" y="511575"/>
                </a:lnTo>
                <a:lnTo>
                  <a:pt x="979215" y="532891"/>
                </a:lnTo>
                <a:lnTo>
                  <a:pt x="1018384" y="554206"/>
                </a:lnTo>
                <a:lnTo>
                  <a:pt x="1057552" y="575522"/>
                </a:lnTo>
                <a:lnTo>
                  <a:pt x="1096721" y="596838"/>
                </a:lnTo>
                <a:lnTo>
                  <a:pt x="1135890" y="618153"/>
                </a:lnTo>
                <a:lnTo>
                  <a:pt x="1175058" y="639469"/>
                </a:lnTo>
                <a:lnTo>
                  <a:pt x="1214227" y="660784"/>
                </a:lnTo>
                <a:lnTo>
                  <a:pt x="1253396" y="682100"/>
                </a:lnTo>
                <a:lnTo>
                  <a:pt x="1292564" y="703416"/>
                </a:lnTo>
                <a:lnTo>
                  <a:pt x="1331733" y="724731"/>
                </a:lnTo>
                <a:lnTo>
                  <a:pt x="1370901" y="746047"/>
                </a:lnTo>
                <a:lnTo>
                  <a:pt x="1410070" y="767363"/>
                </a:lnTo>
                <a:lnTo>
                  <a:pt x="1449239" y="788678"/>
                </a:lnTo>
                <a:lnTo>
                  <a:pt x="1488407" y="809994"/>
                </a:lnTo>
                <a:lnTo>
                  <a:pt x="1527576" y="831309"/>
                </a:lnTo>
                <a:lnTo>
                  <a:pt x="1566744" y="852625"/>
                </a:lnTo>
                <a:lnTo>
                  <a:pt x="1605913" y="873941"/>
                </a:lnTo>
                <a:lnTo>
                  <a:pt x="1645082" y="895256"/>
                </a:lnTo>
                <a:lnTo>
                  <a:pt x="1684250" y="916572"/>
                </a:lnTo>
                <a:lnTo>
                  <a:pt x="1723419" y="937887"/>
                </a:lnTo>
                <a:lnTo>
                  <a:pt x="1762587" y="959203"/>
                </a:lnTo>
                <a:lnTo>
                  <a:pt x="1801756" y="980519"/>
                </a:lnTo>
                <a:lnTo>
                  <a:pt x="1840925" y="1001834"/>
                </a:lnTo>
                <a:lnTo>
                  <a:pt x="1880093" y="1023150"/>
                </a:lnTo>
                <a:lnTo>
                  <a:pt x="1919262" y="1044465"/>
                </a:lnTo>
                <a:lnTo>
                  <a:pt x="1958431" y="1065781"/>
                </a:lnTo>
                <a:lnTo>
                  <a:pt x="1997599" y="1087097"/>
                </a:lnTo>
                <a:lnTo>
                  <a:pt x="2036768" y="1108412"/>
                </a:lnTo>
                <a:lnTo>
                  <a:pt x="2075936" y="1129728"/>
                </a:lnTo>
                <a:lnTo>
                  <a:pt x="2115105" y="1151044"/>
                </a:lnTo>
                <a:lnTo>
                  <a:pt x="2154274" y="1172359"/>
                </a:lnTo>
                <a:lnTo>
                  <a:pt x="2193442" y="1193675"/>
                </a:lnTo>
                <a:lnTo>
                  <a:pt x="2232611" y="1214990"/>
                </a:lnTo>
                <a:lnTo>
                  <a:pt x="2271779" y="1236306"/>
                </a:lnTo>
                <a:lnTo>
                  <a:pt x="2310948" y="1257622"/>
                </a:lnTo>
                <a:lnTo>
                  <a:pt x="2350117" y="1278937"/>
                </a:lnTo>
                <a:lnTo>
                  <a:pt x="2389285" y="1300253"/>
                </a:lnTo>
                <a:lnTo>
                  <a:pt x="2428454" y="1321568"/>
                </a:lnTo>
                <a:lnTo>
                  <a:pt x="2467623" y="1342884"/>
                </a:lnTo>
                <a:lnTo>
                  <a:pt x="2506791" y="1364200"/>
                </a:lnTo>
                <a:lnTo>
                  <a:pt x="2545960" y="1385515"/>
                </a:lnTo>
                <a:lnTo>
                  <a:pt x="2585128" y="1406831"/>
                </a:lnTo>
                <a:lnTo>
                  <a:pt x="2624297" y="1428147"/>
                </a:lnTo>
                <a:lnTo>
                  <a:pt x="2663466" y="1449462"/>
                </a:lnTo>
                <a:lnTo>
                  <a:pt x="2702634" y="1470778"/>
                </a:lnTo>
                <a:lnTo>
                  <a:pt x="2741803" y="1492093"/>
                </a:lnTo>
                <a:lnTo>
                  <a:pt x="2780971" y="1513409"/>
                </a:lnTo>
                <a:lnTo>
                  <a:pt x="2820140" y="1534725"/>
                </a:lnTo>
                <a:lnTo>
                  <a:pt x="2859309" y="1556040"/>
                </a:lnTo>
                <a:lnTo>
                  <a:pt x="2898477" y="1577356"/>
                </a:lnTo>
                <a:lnTo>
                  <a:pt x="2937646" y="1598671"/>
                </a:lnTo>
                <a:lnTo>
                  <a:pt x="2976815" y="1619987"/>
                </a:lnTo>
                <a:lnTo>
                  <a:pt x="3015983" y="1641303"/>
                </a:lnTo>
                <a:lnTo>
                  <a:pt x="3055152" y="1662618"/>
                </a:lnTo>
                <a:lnTo>
                  <a:pt x="3094320" y="1683934"/>
                </a:lnTo>
                <a:lnTo>
                  <a:pt x="3133489" y="1705249"/>
                </a:lnTo>
                <a:lnTo>
                  <a:pt x="3172658" y="1726565"/>
                </a:lnTo>
                <a:lnTo>
                  <a:pt x="3211826" y="1747881"/>
                </a:lnTo>
                <a:lnTo>
                  <a:pt x="3250995" y="1769196"/>
                </a:lnTo>
                <a:lnTo>
                  <a:pt x="3290163" y="1790512"/>
                </a:lnTo>
                <a:lnTo>
                  <a:pt x="3329332" y="1811828"/>
                </a:lnTo>
                <a:lnTo>
                  <a:pt x="3368501" y="1833143"/>
                </a:lnTo>
                <a:lnTo>
                  <a:pt x="3407669" y="1854459"/>
                </a:lnTo>
                <a:lnTo>
                  <a:pt x="3446838" y="1875774"/>
                </a:lnTo>
                <a:lnTo>
                  <a:pt x="3486007" y="1897090"/>
                </a:lnTo>
                <a:lnTo>
                  <a:pt x="3525175" y="1918406"/>
                </a:lnTo>
                <a:lnTo>
                  <a:pt x="3564344" y="1939721"/>
                </a:lnTo>
                <a:lnTo>
                  <a:pt x="3603512" y="1961037"/>
                </a:lnTo>
                <a:lnTo>
                  <a:pt x="3642681" y="1982352"/>
                </a:lnTo>
                <a:lnTo>
                  <a:pt x="3681850" y="2003668"/>
                </a:lnTo>
                <a:lnTo>
                  <a:pt x="3721018" y="2024984"/>
                </a:lnTo>
                <a:lnTo>
                  <a:pt x="3760187" y="2046299"/>
                </a:lnTo>
                <a:lnTo>
                  <a:pt x="3799355" y="2067615"/>
                </a:lnTo>
                <a:lnTo>
                  <a:pt x="3838524" y="2088930"/>
                </a:lnTo>
                <a:lnTo>
                  <a:pt x="3877693" y="2110246"/>
                </a:lnTo>
                <a:lnTo>
                  <a:pt x="3916861" y="2131562"/>
                </a:lnTo>
                <a:lnTo>
                  <a:pt x="3956030" y="2152877"/>
                </a:lnTo>
                <a:lnTo>
                  <a:pt x="3995199" y="2174193"/>
                </a:lnTo>
                <a:lnTo>
                  <a:pt x="4034367" y="2195509"/>
                </a:lnTo>
                <a:lnTo>
                  <a:pt x="4073536" y="2216824"/>
                </a:lnTo>
                <a:lnTo>
                  <a:pt x="4112704" y="2238140"/>
                </a:lnTo>
                <a:lnTo>
                  <a:pt x="4151873" y="2259455"/>
                </a:lnTo>
                <a:lnTo>
                  <a:pt x="4191042" y="2280771"/>
                </a:lnTo>
                <a:lnTo>
                  <a:pt x="4230210" y="2302087"/>
                </a:lnTo>
                <a:lnTo>
                  <a:pt x="4269379" y="2323402"/>
                </a:lnTo>
                <a:lnTo>
                  <a:pt x="4308547" y="2344718"/>
                </a:lnTo>
                <a:lnTo>
                  <a:pt x="4347716" y="2366033"/>
                </a:lnTo>
                <a:lnTo>
                  <a:pt x="4386885" y="2387349"/>
                </a:lnTo>
                <a:lnTo>
                  <a:pt x="4426053" y="2408665"/>
                </a:lnTo>
                <a:lnTo>
                  <a:pt x="4465222" y="2429980"/>
                </a:lnTo>
                <a:lnTo>
                  <a:pt x="4504391" y="2451296"/>
                </a:lnTo>
                <a:lnTo>
                  <a:pt x="4543559" y="2472611"/>
                </a:lnTo>
                <a:lnTo>
                  <a:pt x="4582728" y="2493927"/>
                </a:lnTo>
                <a:lnTo>
                  <a:pt x="4621896" y="2515243"/>
                </a:lnTo>
                <a:lnTo>
                  <a:pt x="4661065" y="2536558"/>
                </a:lnTo>
                <a:lnTo>
                  <a:pt x="4700234" y="2557874"/>
                </a:lnTo>
                <a:lnTo>
                  <a:pt x="4739402" y="2579190"/>
                </a:lnTo>
                <a:lnTo>
                  <a:pt x="4758987" y="2589847"/>
                </a:lnTo>
              </a:path>
            </a:pathLst>
          </a:custGeom>
          <a:noFill/>
          <a:ln w="2286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4 ellipse 35" descr="sci-ppt:o035"/>
          <p:cNvSpPr/>
          <p:nvPr/>
        </p:nvSpPr>
        <p:spPr>
          <a:xfrm>
            <a:off x="5747939" y="337978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4 text 36" descr="sci-ppt:o036"/>
          <p:cNvSpPr txBox="1"/>
          <p:nvPr/>
        </p:nvSpPr>
        <p:spPr>
          <a:xfrm>
            <a:off x="3489371" y="3452999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21.6 m/s at R = Rₘₐₓ/2</a:t>
            </a:r>
          </a:p>
        </p:txBody>
      </p:sp>
      <p:sp>
        <p:nvSpPr>
          <p:cNvPr id="39" name="C1-E14 ellipse 37" descr="sci-ppt:o037"/>
          <p:cNvSpPr/>
          <p:nvPr/>
        </p:nvSpPr>
        <p:spPr>
          <a:xfrm>
            <a:off x="3340313" y="2033588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14 text 38" descr="sci-ppt:o038"/>
          <p:cNvSpPr txBox="1"/>
          <p:nvPr/>
        </p:nvSpPr>
        <p:spPr>
          <a:xfrm>
            <a:off x="3550625" y="2015447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258 m/s at R = Rₘₐₓ/10</a:t>
            </a:r>
          </a:p>
        </p:txBody>
      </p:sp>
      <p:sp>
        <p:nvSpPr>
          <p:cNvPr id="41" name="C1-E14 text 39" descr="sci-ppt:o039"/>
          <p:cNvSpPr txBox="1"/>
          <p:nvPr/>
        </p:nvSpPr>
        <p:spPr>
          <a:xfrm>
            <a:off x="1221570" y="3779520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dashed: ∝ R^(−3/2) as R → 0</a:t>
            </a:r>
          </a:p>
        </p:txBody>
      </p:sp>
      <p:sp>
        <p:nvSpPr>
          <p:cNvPr id="42" name="C1-E14 round_rect 40" descr="sci-ppt:o040"/>
          <p:cNvSpPr/>
          <p:nvPr/>
        </p:nvSpPr>
        <p:spPr>
          <a:xfrm>
            <a:off x="7223760" y="1371600"/>
            <a:ext cx="4617720" cy="3749039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14 text 41" descr="sci-ppt:o041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Reading the solution</a:t>
            </a:r>
          </a:p>
        </p:txBody>
      </p:sp>
      <p:sp>
        <p:nvSpPr>
          <p:cNvPr id="44" name="C1-E14 text 42" descr="sci-ppt:o042"/>
          <p:cNvSpPr txBox="1"/>
          <p:nvPr/>
        </p:nvSpPr>
        <p:spPr>
          <a:xfrm>
            <a:off x="7360920" y="182880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Ṙ = −√{ (2Δp_c/3ρ) [ (Rₘₐₓ/R)³ − 1 ] }</a:t>
            </a:r>
          </a:p>
        </p:txBody>
      </p:sp>
      <p:sp>
        <p:nvSpPr>
          <p:cNvPr id="45" name="C1-E14 text 43" descr="sci-ppt:o043"/>
          <p:cNvSpPr txBox="1"/>
          <p:nvPr/>
        </p:nvSpPr>
        <p:spPr>
          <a:xfrm>
            <a:off x="7562088" y="2514600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start R = Rₘₐₓ at rest fixes the constant: Ṙ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= 0 there.</a:t>
            </a:r>
          </a:p>
        </p:txBody>
      </p:sp>
      <p:sp>
        <p:nvSpPr>
          <p:cNvPr id="46" name="C1-E14 ellipse 44" descr="sci-ppt:o044"/>
          <p:cNvSpPr/>
          <p:nvPr/>
        </p:nvSpPr>
        <p:spPr>
          <a:xfrm>
            <a:off x="7392924" y="257187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14 text 45" descr="sci-ppt:o045"/>
          <p:cNvSpPr txBox="1"/>
          <p:nvPr/>
        </p:nvSpPr>
        <p:spPr>
          <a:xfrm>
            <a:off x="7562088" y="299338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minus sign selects the inward branch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(collapse).</a:t>
            </a:r>
          </a:p>
        </p:txBody>
      </p:sp>
      <p:sp>
        <p:nvSpPr>
          <p:cNvPr id="48" name="C1-E14 ellipse 46" descr="sci-ppt:o046"/>
          <p:cNvSpPr/>
          <p:nvPr/>
        </p:nvSpPr>
        <p:spPr>
          <a:xfrm>
            <a:off x="7392924" y="305066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14 text 47" descr="sci-ppt:o047"/>
          <p:cNvSpPr txBox="1"/>
          <p:nvPr/>
        </p:nvSpPr>
        <p:spPr>
          <a:xfrm>
            <a:off x="7562088" y="347217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As R → 0, |Ṙ| grows without bound: this is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model's singularity, not a physical speed limit.</a:t>
            </a:r>
          </a:p>
        </p:txBody>
      </p:sp>
      <p:sp>
        <p:nvSpPr>
          <p:cNvPr id="50" name="C1-E14 ellipse 48" descr="sci-ppt:o048"/>
          <p:cNvSpPr/>
          <p:nvPr/>
        </p:nvSpPr>
        <p:spPr>
          <a:xfrm>
            <a:off x="7392924" y="352945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14 text 49" descr="sci-ppt:o049"/>
          <p:cNvSpPr txBox="1"/>
          <p:nvPr/>
        </p:nvSpPr>
        <p:spPr>
          <a:xfrm>
            <a:off x="7562088" y="395096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Real collapse is stopped by gas, viscosity,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tension and compressibility long before.</a:t>
            </a:r>
          </a:p>
        </p:txBody>
      </p:sp>
      <p:sp>
        <p:nvSpPr>
          <p:cNvPr id="52" name="C1-E14 ellipse 50" descr="sci-ppt:o050"/>
          <p:cNvSpPr/>
          <p:nvPr/>
        </p:nvSpPr>
        <p:spPr>
          <a:xfrm>
            <a:off x="7392924" y="400824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14 text 51" descr="sci-ppt:o051"/>
          <p:cNvSpPr txBox="1"/>
          <p:nvPr/>
        </p:nvSpPr>
        <p:spPr>
          <a:xfrm>
            <a:off x="100584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Teaching inputs: Rₘₐₓ = 30 µm, ρ = 1000 kg/m³, Δp_c = 100 kPa.</a:t>
            </a:r>
          </a:p>
        </p:txBody>
      </p:sp>
      <p:sp>
        <p:nvSpPr>
          <p:cNvPr id="54" name="C1-E14 text 52" descr="sci-ppt:o05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Wall speed from Eq. C1-E14 (log–log axes).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C1-E15 · Exact separation and nondimensionalization</a:t>
            </a:r>
          </a:p>
        </p:txBody>
      </p:sp>
      <p:cxnSp>
        <p:nvCxnSpPr>
          <p:cNvPr id="3" name="C1-E15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5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5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5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5 line 6" descr="sci-ppt:o006"/>
          <p:cNvCxnSpPr/>
          <p:nvPr/>
        </p:nvCxnSpPr>
        <p:spPr>
          <a:xfrm>
            <a:off x="2423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5 line 7" descr="sci-ppt:o007"/>
          <p:cNvCxnSpPr/>
          <p:nvPr/>
        </p:nvCxnSpPr>
        <p:spPr>
          <a:xfrm>
            <a:off x="2423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5 text 8" descr="sci-ppt:o008"/>
          <p:cNvSpPr txBox="1"/>
          <p:nvPr/>
        </p:nvSpPr>
        <p:spPr>
          <a:xfrm>
            <a:off x="1965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5 line 9" descr="sci-ppt:o009"/>
          <p:cNvCxnSpPr/>
          <p:nvPr/>
        </p:nvCxnSpPr>
        <p:spPr>
          <a:xfrm>
            <a:off x="393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5 line 10" descr="sci-ppt:o010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5 text 11" descr="sci-ppt:o011"/>
          <p:cNvSpPr txBox="1"/>
          <p:nvPr/>
        </p:nvSpPr>
        <p:spPr>
          <a:xfrm>
            <a:off x="347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5 line 12" descr="sci-ppt:o012"/>
          <p:cNvCxnSpPr/>
          <p:nvPr/>
        </p:nvCxnSpPr>
        <p:spPr>
          <a:xfrm>
            <a:off x="54406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5 line 13" descr="sci-ppt:o013"/>
          <p:cNvCxnSpPr/>
          <p:nvPr/>
        </p:nvCxnSpPr>
        <p:spPr>
          <a:xfrm>
            <a:off x="54406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5 text 14" descr="sci-ppt:o014"/>
          <p:cNvSpPr txBox="1"/>
          <p:nvPr/>
        </p:nvSpPr>
        <p:spPr>
          <a:xfrm>
            <a:off x="4983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5 line 15" descr="sci-ppt:o015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5 line 16" descr="sci-ppt:o016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5 text 17" descr="sci-ppt:o017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5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5 line 19" descr="sci-ppt:o019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5 line 20" descr="sci-ppt:o020"/>
          <p:cNvCxnSpPr/>
          <p:nvPr/>
        </p:nvCxnSpPr>
        <p:spPr>
          <a:xfrm>
            <a:off x="914400" y="38100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5 text 21" descr="sci-ppt:o021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15 line 22" descr="sci-ppt:o022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5 line 23" descr="sci-ppt:o023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5 text 24" descr="sci-ppt:o024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1-E15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5 line 26" descr="sci-ppt:o026"/>
          <p:cNvCxnSpPr/>
          <p:nvPr/>
        </p:nvCxnSpPr>
        <p:spPr>
          <a:xfrm>
            <a:off x="914400" y="1371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5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1-E15 text 28" descr="sci-ppt:o028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31" name="C1-E15 text 29" descr="sci-ppt:o029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x^(3/2) / √(1 − x³)</a:t>
            </a:r>
          </a:p>
        </p:txBody>
      </p:sp>
      <p:sp>
        <p:nvSpPr>
          <p:cNvPr id="32" name="C1-E15 polygon 30" descr="sci-ppt:o030"/>
          <p:cNvSpPr/>
          <p:nvPr/>
        </p:nvSpPr>
        <p:spPr>
          <a:xfrm>
            <a:off x="914400" y="1371600"/>
            <a:ext cx="6032022" cy="3657600"/>
          </a:xfrm>
          <a:custGeom>
            <a:avLst/>
            <a:gdLst/>
            <a:ahLst/>
            <a:cxnLst/>
            <a:rect l="l" t="t" r="r" b="b"/>
            <a:pathLst>
              <a:path w="6032022" h="3657600">
                <a:moveTo>
                  <a:pt x="0" y="3657600"/>
                </a:moveTo>
                <a:lnTo>
                  <a:pt x="7549" y="3657573"/>
                </a:lnTo>
                <a:lnTo>
                  <a:pt x="15098" y="3657523"/>
                </a:lnTo>
                <a:lnTo>
                  <a:pt x="22648" y="3657459"/>
                </a:lnTo>
                <a:lnTo>
                  <a:pt x="30197" y="3657384"/>
                </a:lnTo>
                <a:lnTo>
                  <a:pt x="37747" y="3657298"/>
                </a:lnTo>
                <a:lnTo>
                  <a:pt x="45296" y="3657203"/>
                </a:lnTo>
                <a:lnTo>
                  <a:pt x="52846" y="3657100"/>
                </a:lnTo>
                <a:lnTo>
                  <a:pt x="60395" y="3656989"/>
                </a:lnTo>
                <a:lnTo>
                  <a:pt x="67945" y="3656871"/>
                </a:lnTo>
                <a:lnTo>
                  <a:pt x="75494" y="3656747"/>
                </a:lnTo>
                <a:lnTo>
                  <a:pt x="83044" y="3656616"/>
                </a:lnTo>
                <a:lnTo>
                  <a:pt x="90593" y="3656478"/>
                </a:lnTo>
                <a:lnTo>
                  <a:pt x="98143" y="3656335"/>
                </a:lnTo>
                <a:lnTo>
                  <a:pt x="105692" y="3656187"/>
                </a:lnTo>
                <a:lnTo>
                  <a:pt x="113241" y="3656033"/>
                </a:lnTo>
                <a:lnTo>
                  <a:pt x="120791" y="3655873"/>
                </a:lnTo>
                <a:lnTo>
                  <a:pt x="128340" y="3655709"/>
                </a:lnTo>
                <a:lnTo>
                  <a:pt x="135890" y="3655540"/>
                </a:lnTo>
                <a:lnTo>
                  <a:pt x="143439" y="3655366"/>
                </a:lnTo>
                <a:lnTo>
                  <a:pt x="150989" y="3655187"/>
                </a:lnTo>
                <a:lnTo>
                  <a:pt x="158538" y="3655004"/>
                </a:lnTo>
                <a:lnTo>
                  <a:pt x="166088" y="3654816"/>
                </a:lnTo>
                <a:lnTo>
                  <a:pt x="173637" y="3654624"/>
                </a:lnTo>
                <a:lnTo>
                  <a:pt x="181187" y="3654428"/>
                </a:lnTo>
                <a:lnTo>
                  <a:pt x="188736" y="3654228"/>
                </a:lnTo>
                <a:lnTo>
                  <a:pt x="196286" y="3654024"/>
                </a:lnTo>
                <a:lnTo>
                  <a:pt x="203835" y="3653815"/>
                </a:lnTo>
                <a:lnTo>
                  <a:pt x="211385" y="3653603"/>
                </a:lnTo>
                <a:lnTo>
                  <a:pt x="218934" y="3653387"/>
                </a:lnTo>
                <a:lnTo>
                  <a:pt x="226483" y="3653168"/>
                </a:lnTo>
                <a:lnTo>
                  <a:pt x="234033" y="3652944"/>
                </a:lnTo>
                <a:lnTo>
                  <a:pt x="241582" y="3652717"/>
                </a:lnTo>
                <a:lnTo>
                  <a:pt x="249132" y="3652486"/>
                </a:lnTo>
                <a:lnTo>
                  <a:pt x="256681" y="3652252"/>
                </a:lnTo>
                <a:lnTo>
                  <a:pt x="264231" y="3652015"/>
                </a:lnTo>
                <a:lnTo>
                  <a:pt x="271780" y="3651773"/>
                </a:lnTo>
                <a:lnTo>
                  <a:pt x="279330" y="3651529"/>
                </a:lnTo>
                <a:lnTo>
                  <a:pt x="286879" y="3651281"/>
                </a:lnTo>
                <a:lnTo>
                  <a:pt x="294429" y="3651030"/>
                </a:lnTo>
                <a:lnTo>
                  <a:pt x="301978" y="3650776"/>
                </a:lnTo>
                <a:lnTo>
                  <a:pt x="309528" y="3650518"/>
                </a:lnTo>
                <a:lnTo>
                  <a:pt x="317077" y="3650258"/>
                </a:lnTo>
                <a:lnTo>
                  <a:pt x="324626" y="3649994"/>
                </a:lnTo>
                <a:lnTo>
                  <a:pt x="332176" y="3649727"/>
                </a:lnTo>
                <a:lnTo>
                  <a:pt x="339725" y="3649457"/>
                </a:lnTo>
                <a:lnTo>
                  <a:pt x="347275" y="3649184"/>
                </a:lnTo>
                <a:lnTo>
                  <a:pt x="354824" y="3648908"/>
                </a:lnTo>
                <a:lnTo>
                  <a:pt x="362374" y="3648629"/>
                </a:lnTo>
                <a:lnTo>
                  <a:pt x="369923" y="3648347"/>
                </a:lnTo>
                <a:lnTo>
                  <a:pt x="377473" y="3648063"/>
                </a:lnTo>
                <a:lnTo>
                  <a:pt x="385022" y="3647775"/>
                </a:lnTo>
                <a:lnTo>
                  <a:pt x="392572" y="3647485"/>
                </a:lnTo>
                <a:lnTo>
                  <a:pt x="400121" y="3647191"/>
                </a:lnTo>
                <a:lnTo>
                  <a:pt x="407671" y="3646895"/>
                </a:lnTo>
                <a:lnTo>
                  <a:pt x="415220" y="3646596"/>
                </a:lnTo>
                <a:lnTo>
                  <a:pt x="422770" y="3646295"/>
                </a:lnTo>
                <a:lnTo>
                  <a:pt x="430319" y="3645991"/>
                </a:lnTo>
                <a:lnTo>
                  <a:pt x="437868" y="3645684"/>
                </a:lnTo>
                <a:lnTo>
                  <a:pt x="445418" y="3645374"/>
                </a:lnTo>
                <a:lnTo>
                  <a:pt x="452967" y="3645062"/>
                </a:lnTo>
                <a:lnTo>
                  <a:pt x="460517" y="3644747"/>
                </a:lnTo>
                <a:lnTo>
                  <a:pt x="468066" y="3644429"/>
                </a:lnTo>
                <a:lnTo>
                  <a:pt x="475616" y="3644109"/>
                </a:lnTo>
                <a:lnTo>
                  <a:pt x="483165" y="3643787"/>
                </a:lnTo>
                <a:lnTo>
                  <a:pt x="490715" y="3643462"/>
                </a:lnTo>
                <a:lnTo>
                  <a:pt x="498264" y="3643134"/>
                </a:lnTo>
                <a:lnTo>
                  <a:pt x="505814" y="3642804"/>
                </a:lnTo>
                <a:lnTo>
                  <a:pt x="513363" y="3642471"/>
                </a:lnTo>
                <a:lnTo>
                  <a:pt x="520913" y="3642136"/>
                </a:lnTo>
                <a:lnTo>
                  <a:pt x="528462" y="3641798"/>
                </a:lnTo>
                <a:lnTo>
                  <a:pt x="536012" y="3641458"/>
                </a:lnTo>
                <a:lnTo>
                  <a:pt x="543561" y="3641116"/>
                </a:lnTo>
                <a:lnTo>
                  <a:pt x="551110" y="3640771"/>
                </a:lnTo>
                <a:lnTo>
                  <a:pt x="558660" y="3640424"/>
                </a:lnTo>
                <a:lnTo>
                  <a:pt x="566209" y="3640074"/>
                </a:lnTo>
                <a:lnTo>
                  <a:pt x="573759" y="3639722"/>
                </a:lnTo>
                <a:lnTo>
                  <a:pt x="581308" y="3639368"/>
                </a:lnTo>
                <a:lnTo>
                  <a:pt x="588858" y="3639011"/>
                </a:lnTo>
                <a:lnTo>
                  <a:pt x="596407" y="3638652"/>
                </a:lnTo>
                <a:lnTo>
                  <a:pt x="603957" y="3638291"/>
                </a:lnTo>
                <a:lnTo>
                  <a:pt x="611506" y="3637927"/>
                </a:lnTo>
                <a:lnTo>
                  <a:pt x="619056" y="3637562"/>
                </a:lnTo>
                <a:lnTo>
                  <a:pt x="626605" y="3637193"/>
                </a:lnTo>
                <a:lnTo>
                  <a:pt x="634155" y="3636823"/>
                </a:lnTo>
                <a:lnTo>
                  <a:pt x="641704" y="3636451"/>
                </a:lnTo>
                <a:lnTo>
                  <a:pt x="649253" y="3636076"/>
                </a:lnTo>
                <a:lnTo>
                  <a:pt x="656803" y="3635699"/>
                </a:lnTo>
                <a:lnTo>
                  <a:pt x="664352" y="3635320"/>
                </a:lnTo>
                <a:lnTo>
                  <a:pt x="671902" y="3634938"/>
                </a:lnTo>
                <a:lnTo>
                  <a:pt x="679451" y="3634555"/>
                </a:lnTo>
                <a:lnTo>
                  <a:pt x="687001" y="3634169"/>
                </a:lnTo>
                <a:lnTo>
                  <a:pt x="694550" y="3633781"/>
                </a:lnTo>
                <a:lnTo>
                  <a:pt x="702100" y="3633391"/>
                </a:lnTo>
                <a:lnTo>
                  <a:pt x="709649" y="3632999"/>
                </a:lnTo>
                <a:lnTo>
                  <a:pt x="717199" y="3632605"/>
                </a:lnTo>
                <a:lnTo>
                  <a:pt x="724748" y="3632208"/>
                </a:lnTo>
                <a:lnTo>
                  <a:pt x="732298" y="3631810"/>
                </a:lnTo>
                <a:lnTo>
                  <a:pt x="739847" y="3631409"/>
                </a:lnTo>
                <a:lnTo>
                  <a:pt x="747397" y="3631007"/>
                </a:lnTo>
                <a:lnTo>
                  <a:pt x="754946" y="3630602"/>
                </a:lnTo>
                <a:lnTo>
                  <a:pt x="762495" y="3630195"/>
                </a:lnTo>
                <a:lnTo>
                  <a:pt x="770045" y="3629786"/>
                </a:lnTo>
                <a:lnTo>
                  <a:pt x="777594" y="3629375"/>
                </a:lnTo>
                <a:lnTo>
                  <a:pt x="785144" y="3628962"/>
                </a:lnTo>
                <a:lnTo>
                  <a:pt x="792693" y="3628548"/>
                </a:lnTo>
                <a:lnTo>
                  <a:pt x="800243" y="3628131"/>
                </a:lnTo>
                <a:lnTo>
                  <a:pt x="807792" y="3627712"/>
                </a:lnTo>
                <a:lnTo>
                  <a:pt x="815342" y="3627291"/>
                </a:lnTo>
                <a:lnTo>
                  <a:pt x="822891" y="3626868"/>
                </a:lnTo>
                <a:lnTo>
                  <a:pt x="830441" y="3626443"/>
                </a:lnTo>
                <a:lnTo>
                  <a:pt x="837990" y="3626016"/>
                </a:lnTo>
                <a:lnTo>
                  <a:pt x="845540" y="3625587"/>
                </a:lnTo>
                <a:lnTo>
                  <a:pt x="853089" y="3625156"/>
                </a:lnTo>
                <a:lnTo>
                  <a:pt x="860639" y="3624723"/>
                </a:lnTo>
                <a:lnTo>
                  <a:pt x="868188" y="3624288"/>
                </a:lnTo>
                <a:lnTo>
                  <a:pt x="875737" y="3623851"/>
                </a:lnTo>
                <a:lnTo>
                  <a:pt x="883287" y="3623413"/>
                </a:lnTo>
                <a:lnTo>
                  <a:pt x="890836" y="3622972"/>
                </a:lnTo>
                <a:lnTo>
                  <a:pt x="898386" y="3622529"/>
                </a:lnTo>
                <a:lnTo>
                  <a:pt x="905935" y="3622085"/>
                </a:lnTo>
                <a:lnTo>
                  <a:pt x="913485" y="3621639"/>
                </a:lnTo>
                <a:lnTo>
                  <a:pt x="921034" y="3621190"/>
                </a:lnTo>
                <a:lnTo>
                  <a:pt x="928584" y="3620740"/>
                </a:lnTo>
                <a:lnTo>
                  <a:pt x="936133" y="3620288"/>
                </a:lnTo>
                <a:lnTo>
                  <a:pt x="943683" y="3619834"/>
                </a:lnTo>
                <a:lnTo>
                  <a:pt x="951232" y="3619378"/>
                </a:lnTo>
                <a:lnTo>
                  <a:pt x="958782" y="3618920"/>
                </a:lnTo>
                <a:lnTo>
                  <a:pt x="966331" y="3618461"/>
                </a:lnTo>
                <a:lnTo>
                  <a:pt x="973880" y="3617999"/>
                </a:lnTo>
                <a:lnTo>
                  <a:pt x="981430" y="3617536"/>
                </a:lnTo>
                <a:lnTo>
                  <a:pt x="988979" y="3617071"/>
                </a:lnTo>
                <a:lnTo>
                  <a:pt x="996529" y="3616604"/>
                </a:lnTo>
                <a:lnTo>
                  <a:pt x="1004078" y="3616135"/>
                </a:lnTo>
                <a:lnTo>
                  <a:pt x="1011628" y="3615664"/>
                </a:lnTo>
                <a:lnTo>
                  <a:pt x="1019177" y="3615191"/>
                </a:lnTo>
                <a:lnTo>
                  <a:pt x="1026727" y="3614717"/>
                </a:lnTo>
                <a:lnTo>
                  <a:pt x="1034276" y="3614241"/>
                </a:lnTo>
                <a:lnTo>
                  <a:pt x="1041826" y="3613763"/>
                </a:lnTo>
                <a:lnTo>
                  <a:pt x="1049375" y="3613283"/>
                </a:lnTo>
                <a:lnTo>
                  <a:pt x="1056925" y="3612801"/>
                </a:lnTo>
                <a:lnTo>
                  <a:pt x="1064474" y="3612318"/>
                </a:lnTo>
                <a:lnTo>
                  <a:pt x="1072024" y="3611833"/>
                </a:lnTo>
                <a:lnTo>
                  <a:pt x="1079573" y="3611345"/>
                </a:lnTo>
                <a:lnTo>
                  <a:pt x="1087122" y="3610857"/>
                </a:lnTo>
                <a:lnTo>
                  <a:pt x="1094672" y="3610366"/>
                </a:lnTo>
                <a:lnTo>
                  <a:pt x="1102221" y="3609873"/>
                </a:lnTo>
                <a:lnTo>
                  <a:pt x="1109771" y="3609379"/>
                </a:lnTo>
                <a:lnTo>
                  <a:pt x="1117320" y="3608883"/>
                </a:lnTo>
                <a:lnTo>
                  <a:pt x="1124870" y="3608385"/>
                </a:lnTo>
                <a:lnTo>
                  <a:pt x="1132419" y="3607886"/>
                </a:lnTo>
                <a:lnTo>
                  <a:pt x="1139969" y="3607385"/>
                </a:lnTo>
                <a:lnTo>
                  <a:pt x="1147518" y="3606881"/>
                </a:lnTo>
                <a:lnTo>
                  <a:pt x="1155068" y="3606377"/>
                </a:lnTo>
                <a:lnTo>
                  <a:pt x="1162617" y="3605870"/>
                </a:lnTo>
                <a:lnTo>
                  <a:pt x="1170167" y="3605362"/>
                </a:lnTo>
                <a:lnTo>
                  <a:pt x="1177716" y="3604852"/>
                </a:lnTo>
                <a:lnTo>
                  <a:pt x="1185265" y="3604340"/>
                </a:lnTo>
                <a:lnTo>
                  <a:pt x="1192815" y="3603826"/>
                </a:lnTo>
                <a:lnTo>
                  <a:pt x="1200364" y="3603311"/>
                </a:lnTo>
                <a:lnTo>
                  <a:pt x="1207914" y="3602794"/>
                </a:lnTo>
                <a:lnTo>
                  <a:pt x="1215463" y="3602275"/>
                </a:lnTo>
                <a:lnTo>
                  <a:pt x="1223013" y="3601754"/>
                </a:lnTo>
                <a:lnTo>
                  <a:pt x="1230562" y="3601232"/>
                </a:lnTo>
                <a:lnTo>
                  <a:pt x="1238112" y="3600708"/>
                </a:lnTo>
                <a:lnTo>
                  <a:pt x="1245661" y="3600182"/>
                </a:lnTo>
                <a:lnTo>
                  <a:pt x="1253211" y="3599655"/>
                </a:lnTo>
                <a:lnTo>
                  <a:pt x="1260760" y="3599126"/>
                </a:lnTo>
                <a:lnTo>
                  <a:pt x="1268310" y="3598595"/>
                </a:lnTo>
                <a:lnTo>
                  <a:pt x="1275859" y="3598062"/>
                </a:lnTo>
                <a:lnTo>
                  <a:pt x="1283409" y="3597528"/>
                </a:lnTo>
                <a:lnTo>
                  <a:pt x="1290958" y="3596992"/>
                </a:lnTo>
                <a:lnTo>
                  <a:pt x="1298507" y="3596454"/>
                </a:lnTo>
                <a:lnTo>
                  <a:pt x="1306057" y="3595914"/>
                </a:lnTo>
                <a:lnTo>
                  <a:pt x="1313606" y="3595373"/>
                </a:lnTo>
                <a:lnTo>
                  <a:pt x="1321156" y="3594830"/>
                </a:lnTo>
                <a:lnTo>
                  <a:pt x="1328705" y="3594286"/>
                </a:lnTo>
                <a:lnTo>
                  <a:pt x="1336255" y="3593740"/>
                </a:lnTo>
                <a:lnTo>
                  <a:pt x="1343804" y="3593192"/>
                </a:lnTo>
                <a:lnTo>
                  <a:pt x="1351354" y="3592642"/>
                </a:lnTo>
                <a:lnTo>
                  <a:pt x="1358903" y="3592090"/>
                </a:lnTo>
                <a:lnTo>
                  <a:pt x="1366453" y="3591537"/>
                </a:lnTo>
                <a:lnTo>
                  <a:pt x="1374002" y="3590983"/>
                </a:lnTo>
                <a:lnTo>
                  <a:pt x="1381552" y="3590426"/>
                </a:lnTo>
                <a:lnTo>
                  <a:pt x="1389101" y="3589868"/>
                </a:lnTo>
                <a:lnTo>
                  <a:pt x="1396651" y="3589308"/>
                </a:lnTo>
                <a:lnTo>
                  <a:pt x="1404200" y="3588747"/>
                </a:lnTo>
                <a:lnTo>
                  <a:pt x="1411749" y="3588184"/>
                </a:lnTo>
                <a:lnTo>
                  <a:pt x="1419299" y="3587619"/>
                </a:lnTo>
                <a:lnTo>
                  <a:pt x="1426848" y="3587052"/>
                </a:lnTo>
                <a:lnTo>
                  <a:pt x="1434398" y="3586484"/>
                </a:lnTo>
                <a:lnTo>
                  <a:pt x="1441947" y="3585914"/>
                </a:lnTo>
                <a:lnTo>
                  <a:pt x="1449497" y="3585342"/>
                </a:lnTo>
                <a:lnTo>
                  <a:pt x="1457046" y="3584769"/>
                </a:lnTo>
                <a:lnTo>
                  <a:pt x="1464596" y="3584194"/>
                </a:lnTo>
                <a:lnTo>
                  <a:pt x="1472145" y="3583618"/>
                </a:lnTo>
                <a:lnTo>
                  <a:pt x="1479695" y="3583039"/>
                </a:lnTo>
                <a:lnTo>
                  <a:pt x="1487244" y="3582459"/>
                </a:lnTo>
                <a:lnTo>
                  <a:pt x="1494794" y="3581878"/>
                </a:lnTo>
                <a:lnTo>
                  <a:pt x="1502343" y="3581294"/>
                </a:lnTo>
                <a:lnTo>
                  <a:pt x="1509892" y="3580709"/>
                </a:lnTo>
                <a:lnTo>
                  <a:pt x="1517442" y="3580123"/>
                </a:lnTo>
                <a:lnTo>
                  <a:pt x="1524991" y="3579534"/>
                </a:lnTo>
                <a:lnTo>
                  <a:pt x="1532541" y="3578944"/>
                </a:lnTo>
                <a:lnTo>
                  <a:pt x="1540090" y="3578352"/>
                </a:lnTo>
                <a:lnTo>
                  <a:pt x="1547640" y="3577759"/>
                </a:lnTo>
                <a:lnTo>
                  <a:pt x="1555189" y="3577164"/>
                </a:lnTo>
                <a:lnTo>
                  <a:pt x="1562739" y="3576567"/>
                </a:lnTo>
                <a:lnTo>
                  <a:pt x="1570288" y="3575969"/>
                </a:lnTo>
                <a:lnTo>
                  <a:pt x="1577838" y="3575369"/>
                </a:lnTo>
                <a:lnTo>
                  <a:pt x="1585387" y="3574767"/>
                </a:lnTo>
                <a:lnTo>
                  <a:pt x="1592937" y="3574164"/>
                </a:lnTo>
                <a:lnTo>
                  <a:pt x="1600486" y="3573559"/>
                </a:lnTo>
                <a:lnTo>
                  <a:pt x="1608036" y="3572952"/>
                </a:lnTo>
                <a:lnTo>
                  <a:pt x="1615585" y="3572343"/>
                </a:lnTo>
                <a:lnTo>
                  <a:pt x="1623134" y="3571733"/>
                </a:lnTo>
                <a:lnTo>
                  <a:pt x="1630684" y="3571121"/>
                </a:lnTo>
                <a:lnTo>
                  <a:pt x="1638233" y="3570508"/>
                </a:lnTo>
                <a:lnTo>
                  <a:pt x="1645783" y="3569893"/>
                </a:lnTo>
                <a:lnTo>
                  <a:pt x="1653332" y="3569276"/>
                </a:lnTo>
                <a:lnTo>
                  <a:pt x="1660882" y="3568657"/>
                </a:lnTo>
                <a:lnTo>
                  <a:pt x="1668431" y="3568037"/>
                </a:lnTo>
                <a:lnTo>
                  <a:pt x="1675981" y="3567415"/>
                </a:lnTo>
                <a:lnTo>
                  <a:pt x="1683530" y="3566792"/>
                </a:lnTo>
                <a:lnTo>
                  <a:pt x="1691080" y="3566167"/>
                </a:lnTo>
                <a:lnTo>
                  <a:pt x="1698629" y="3565540"/>
                </a:lnTo>
                <a:lnTo>
                  <a:pt x="1706179" y="3564911"/>
                </a:lnTo>
                <a:lnTo>
                  <a:pt x="1713728" y="3564281"/>
                </a:lnTo>
                <a:lnTo>
                  <a:pt x="1721278" y="3563649"/>
                </a:lnTo>
                <a:lnTo>
                  <a:pt x="1728827" y="3563015"/>
                </a:lnTo>
                <a:lnTo>
                  <a:pt x="1736376" y="3562380"/>
                </a:lnTo>
                <a:lnTo>
                  <a:pt x="1743926" y="3561743"/>
                </a:lnTo>
                <a:lnTo>
                  <a:pt x="1751475" y="3561104"/>
                </a:lnTo>
                <a:lnTo>
                  <a:pt x="1759025" y="3560464"/>
                </a:lnTo>
                <a:lnTo>
                  <a:pt x="1766574" y="3559822"/>
                </a:lnTo>
                <a:lnTo>
                  <a:pt x="1774124" y="3559178"/>
                </a:lnTo>
                <a:lnTo>
                  <a:pt x="1781673" y="3558533"/>
                </a:lnTo>
                <a:lnTo>
                  <a:pt x="1789223" y="3557886"/>
                </a:lnTo>
                <a:lnTo>
                  <a:pt x="1796772" y="3557237"/>
                </a:lnTo>
                <a:lnTo>
                  <a:pt x="1804322" y="3556586"/>
                </a:lnTo>
                <a:lnTo>
                  <a:pt x="1811871" y="3555934"/>
                </a:lnTo>
                <a:lnTo>
                  <a:pt x="1819421" y="3555280"/>
                </a:lnTo>
                <a:lnTo>
                  <a:pt x="1826970" y="3554625"/>
                </a:lnTo>
                <a:lnTo>
                  <a:pt x="1834519" y="3553967"/>
                </a:lnTo>
                <a:lnTo>
                  <a:pt x="1842069" y="3553308"/>
                </a:lnTo>
                <a:lnTo>
                  <a:pt x="1849618" y="3552647"/>
                </a:lnTo>
                <a:lnTo>
                  <a:pt x="1857168" y="3551985"/>
                </a:lnTo>
                <a:lnTo>
                  <a:pt x="1864717" y="3551321"/>
                </a:lnTo>
                <a:lnTo>
                  <a:pt x="1872267" y="3550655"/>
                </a:lnTo>
                <a:lnTo>
                  <a:pt x="1879816" y="3549987"/>
                </a:lnTo>
                <a:lnTo>
                  <a:pt x="1887366" y="3549318"/>
                </a:lnTo>
                <a:lnTo>
                  <a:pt x="1894915" y="3548647"/>
                </a:lnTo>
                <a:lnTo>
                  <a:pt x="1902465" y="3547974"/>
                </a:lnTo>
                <a:lnTo>
                  <a:pt x="1910014" y="3547300"/>
                </a:lnTo>
                <a:lnTo>
                  <a:pt x="1917564" y="3546623"/>
                </a:lnTo>
                <a:lnTo>
                  <a:pt x="1925113" y="3545945"/>
                </a:lnTo>
                <a:lnTo>
                  <a:pt x="1932663" y="3545266"/>
                </a:lnTo>
                <a:lnTo>
                  <a:pt x="1940212" y="3544584"/>
                </a:lnTo>
                <a:lnTo>
                  <a:pt x="1947761" y="3543901"/>
                </a:lnTo>
                <a:lnTo>
                  <a:pt x="1955311" y="3543216"/>
                </a:lnTo>
                <a:lnTo>
                  <a:pt x="1962860" y="3542530"/>
                </a:lnTo>
                <a:lnTo>
                  <a:pt x="1970410" y="3541841"/>
                </a:lnTo>
                <a:lnTo>
                  <a:pt x="1977959" y="3541151"/>
                </a:lnTo>
                <a:lnTo>
                  <a:pt x="1985509" y="3540459"/>
                </a:lnTo>
                <a:lnTo>
                  <a:pt x="1993058" y="3539766"/>
                </a:lnTo>
                <a:lnTo>
                  <a:pt x="2000608" y="3539070"/>
                </a:lnTo>
                <a:lnTo>
                  <a:pt x="2008157" y="3538373"/>
                </a:lnTo>
                <a:lnTo>
                  <a:pt x="2015707" y="3537674"/>
                </a:lnTo>
                <a:lnTo>
                  <a:pt x="2023256" y="3536973"/>
                </a:lnTo>
                <a:lnTo>
                  <a:pt x="2030806" y="3536271"/>
                </a:lnTo>
                <a:lnTo>
                  <a:pt x="2038355" y="3535567"/>
                </a:lnTo>
                <a:lnTo>
                  <a:pt x="2045904" y="3534861"/>
                </a:lnTo>
                <a:lnTo>
                  <a:pt x="2053454" y="3534153"/>
                </a:lnTo>
                <a:lnTo>
                  <a:pt x="2061003" y="3533443"/>
                </a:lnTo>
                <a:lnTo>
                  <a:pt x="2068553" y="3532732"/>
                </a:lnTo>
                <a:lnTo>
                  <a:pt x="2076102" y="3532019"/>
                </a:lnTo>
                <a:lnTo>
                  <a:pt x="2083652" y="3531304"/>
                </a:lnTo>
                <a:lnTo>
                  <a:pt x="2091201" y="3530587"/>
                </a:lnTo>
                <a:lnTo>
                  <a:pt x="2098751" y="3529868"/>
                </a:lnTo>
                <a:lnTo>
                  <a:pt x="2106300" y="3529148"/>
                </a:lnTo>
                <a:lnTo>
                  <a:pt x="2113850" y="3528426"/>
                </a:lnTo>
                <a:lnTo>
                  <a:pt x="2121399" y="3527702"/>
                </a:lnTo>
                <a:lnTo>
                  <a:pt x="2128949" y="3526976"/>
                </a:lnTo>
                <a:lnTo>
                  <a:pt x="2136498" y="3526249"/>
                </a:lnTo>
                <a:lnTo>
                  <a:pt x="2144048" y="3525519"/>
                </a:lnTo>
                <a:lnTo>
                  <a:pt x="2151597" y="3524788"/>
                </a:lnTo>
                <a:lnTo>
                  <a:pt x="2159146" y="3524055"/>
                </a:lnTo>
                <a:lnTo>
                  <a:pt x="2166696" y="3523320"/>
                </a:lnTo>
                <a:lnTo>
                  <a:pt x="2174245" y="3522583"/>
                </a:lnTo>
                <a:lnTo>
                  <a:pt x="2181795" y="3521844"/>
                </a:lnTo>
                <a:lnTo>
                  <a:pt x="2189344" y="3521104"/>
                </a:lnTo>
                <a:lnTo>
                  <a:pt x="2196894" y="3520362"/>
                </a:lnTo>
                <a:lnTo>
                  <a:pt x="2204443" y="3519617"/>
                </a:lnTo>
                <a:lnTo>
                  <a:pt x="2211993" y="3518871"/>
                </a:lnTo>
                <a:lnTo>
                  <a:pt x="2219542" y="3518123"/>
                </a:lnTo>
                <a:lnTo>
                  <a:pt x="2227092" y="3517374"/>
                </a:lnTo>
                <a:lnTo>
                  <a:pt x="2234641" y="3516622"/>
                </a:lnTo>
                <a:lnTo>
                  <a:pt x="2242191" y="3515868"/>
                </a:lnTo>
                <a:lnTo>
                  <a:pt x="2249740" y="3515113"/>
                </a:lnTo>
                <a:lnTo>
                  <a:pt x="2257290" y="3514356"/>
                </a:lnTo>
                <a:lnTo>
                  <a:pt x="2264839" y="3513596"/>
                </a:lnTo>
                <a:lnTo>
                  <a:pt x="2272388" y="3512835"/>
                </a:lnTo>
                <a:lnTo>
                  <a:pt x="2279938" y="3512072"/>
                </a:lnTo>
                <a:lnTo>
                  <a:pt x="2287487" y="3511307"/>
                </a:lnTo>
                <a:lnTo>
                  <a:pt x="2295037" y="3510540"/>
                </a:lnTo>
                <a:lnTo>
                  <a:pt x="2302586" y="3509771"/>
                </a:lnTo>
                <a:lnTo>
                  <a:pt x="2310136" y="3509001"/>
                </a:lnTo>
                <a:lnTo>
                  <a:pt x="2317685" y="3508228"/>
                </a:lnTo>
                <a:lnTo>
                  <a:pt x="2325235" y="3507453"/>
                </a:lnTo>
                <a:lnTo>
                  <a:pt x="2332784" y="3506677"/>
                </a:lnTo>
                <a:lnTo>
                  <a:pt x="2340334" y="3505898"/>
                </a:lnTo>
                <a:lnTo>
                  <a:pt x="2347883" y="3505118"/>
                </a:lnTo>
                <a:lnTo>
                  <a:pt x="2355433" y="3504335"/>
                </a:lnTo>
                <a:lnTo>
                  <a:pt x="2362982" y="3503551"/>
                </a:lnTo>
                <a:lnTo>
                  <a:pt x="2370531" y="3502765"/>
                </a:lnTo>
                <a:lnTo>
                  <a:pt x="2378081" y="3501976"/>
                </a:lnTo>
                <a:lnTo>
                  <a:pt x="2385630" y="3501186"/>
                </a:lnTo>
                <a:lnTo>
                  <a:pt x="2393180" y="3500393"/>
                </a:lnTo>
                <a:lnTo>
                  <a:pt x="2400729" y="3499599"/>
                </a:lnTo>
                <a:lnTo>
                  <a:pt x="2408279" y="3498803"/>
                </a:lnTo>
                <a:lnTo>
                  <a:pt x="2415828" y="3498004"/>
                </a:lnTo>
                <a:lnTo>
                  <a:pt x="2423378" y="3497204"/>
                </a:lnTo>
                <a:lnTo>
                  <a:pt x="2430927" y="3496402"/>
                </a:lnTo>
                <a:lnTo>
                  <a:pt x="2438477" y="3495597"/>
                </a:lnTo>
                <a:lnTo>
                  <a:pt x="2446026" y="3494791"/>
                </a:lnTo>
                <a:lnTo>
                  <a:pt x="2453576" y="3493982"/>
                </a:lnTo>
                <a:lnTo>
                  <a:pt x="2461125" y="3493172"/>
                </a:lnTo>
                <a:lnTo>
                  <a:pt x="2468675" y="3492359"/>
                </a:lnTo>
                <a:lnTo>
                  <a:pt x="2476224" y="3491544"/>
                </a:lnTo>
                <a:lnTo>
                  <a:pt x="2483773" y="3490727"/>
                </a:lnTo>
                <a:lnTo>
                  <a:pt x="2491323" y="3489909"/>
                </a:lnTo>
                <a:lnTo>
                  <a:pt x="2498872" y="3489088"/>
                </a:lnTo>
                <a:lnTo>
                  <a:pt x="2506422" y="3488265"/>
                </a:lnTo>
                <a:lnTo>
                  <a:pt x="2513971" y="3487439"/>
                </a:lnTo>
                <a:lnTo>
                  <a:pt x="2521521" y="3486612"/>
                </a:lnTo>
                <a:lnTo>
                  <a:pt x="2529070" y="3485783"/>
                </a:lnTo>
                <a:lnTo>
                  <a:pt x="2536620" y="3484951"/>
                </a:lnTo>
                <a:lnTo>
                  <a:pt x="2544169" y="3484118"/>
                </a:lnTo>
                <a:lnTo>
                  <a:pt x="2551719" y="3483282"/>
                </a:lnTo>
                <a:lnTo>
                  <a:pt x="2559268" y="3482444"/>
                </a:lnTo>
                <a:lnTo>
                  <a:pt x="2566818" y="3481604"/>
                </a:lnTo>
                <a:lnTo>
                  <a:pt x="2574367" y="3480762"/>
                </a:lnTo>
                <a:lnTo>
                  <a:pt x="2581917" y="3479917"/>
                </a:lnTo>
                <a:lnTo>
                  <a:pt x="2589466" y="3479070"/>
                </a:lnTo>
                <a:lnTo>
                  <a:pt x="2597015" y="3478222"/>
                </a:lnTo>
                <a:lnTo>
                  <a:pt x="2604565" y="3477371"/>
                </a:lnTo>
                <a:lnTo>
                  <a:pt x="2612114" y="3476518"/>
                </a:lnTo>
                <a:lnTo>
                  <a:pt x="2619664" y="3475662"/>
                </a:lnTo>
                <a:lnTo>
                  <a:pt x="2627213" y="3474804"/>
                </a:lnTo>
                <a:lnTo>
                  <a:pt x="2634763" y="3473945"/>
                </a:lnTo>
                <a:lnTo>
                  <a:pt x="2642312" y="3473082"/>
                </a:lnTo>
                <a:lnTo>
                  <a:pt x="2649862" y="3472218"/>
                </a:lnTo>
                <a:lnTo>
                  <a:pt x="2657411" y="3471351"/>
                </a:lnTo>
                <a:lnTo>
                  <a:pt x="2664961" y="3470483"/>
                </a:lnTo>
                <a:lnTo>
                  <a:pt x="2672510" y="3469611"/>
                </a:lnTo>
                <a:lnTo>
                  <a:pt x="2680060" y="3468738"/>
                </a:lnTo>
                <a:lnTo>
                  <a:pt x="2687609" y="3467862"/>
                </a:lnTo>
                <a:lnTo>
                  <a:pt x="2695158" y="3466984"/>
                </a:lnTo>
                <a:lnTo>
                  <a:pt x="2702708" y="3466104"/>
                </a:lnTo>
                <a:lnTo>
                  <a:pt x="2710257" y="3465221"/>
                </a:lnTo>
                <a:lnTo>
                  <a:pt x="2717807" y="3464336"/>
                </a:lnTo>
                <a:lnTo>
                  <a:pt x="2725356" y="3463449"/>
                </a:lnTo>
                <a:lnTo>
                  <a:pt x="2732906" y="3462559"/>
                </a:lnTo>
                <a:lnTo>
                  <a:pt x="2740455" y="3461667"/>
                </a:lnTo>
                <a:lnTo>
                  <a:pt x="2748005" y="3460772"/>
                </a:lnTo>
                <a:lnTo>
                  <a:pt x="2755554" y="3459876"/>
                </a:lnTo>
                <a:lnTo>
                  <a:pt x="2763104" y="3458976"/>
                </a:lnTo>
                <a:lnTo>
                  <a:pt x="2770653" y="3458075"/>
                </a:lnTo>
                <a:lnTo>
                  <a:pt x="2778203" y="3457171"/>
                </a:lnTo>
                <a:lnTo>
                  <a:pt x="2785752" y="3456264"/>
                </a:lnTo>
                <a:lnTo>
                  <a:pt x="2793302" y="3455355"/>
                </a:lnTo>
                <a:lnTo>
                  <a:pt x="2800851" y="3454444"/>
                </a:lnTo>
                <a:lnTo>
                  <a:pt x="2808400" y="3453530"/>
                </a:lnTo>
                <a:lnTo>
                  <a:pt x="2815950" y="3452614"/>
                </a:lnTo>
                <a:lnTo>
                  <a:pt x="2823499" y="3451695"/>
                </a:lnTo>
                <a:lnTo>
                  <a:pt x="2831049" y="3450774"/>
                </a:lnTo>
                <a:lnTo>
                  <a:pt x="2838598" y="3449850"/>
                </a:lnTo>
                <a:lnTo>
                  <a:pt x="2846148" y="3448923"/>
                </a:lnTo>
                <a:lnTo>
                  <a:pt x="2853697" y="3447995"/>
                </a:lnTo>
                <a:lnTo>
                  <a:pt x="2861247" y="3447063"/>
                </a:lnTo>
                <a:lnTo>
                  <a:pt x="2868796" y="3446129"/>
                </a:lnTo>
                <a:lnTo>
                  <a:pt x="2876346" y="3445193"/>
                </a:lnTo>
                <a:lnTo>
                  <a:pt x="2883895" y="3444254"/>
                </a:lnTo>
                <a:lnTo>
                  <a:pt x="2891445" y="3443312"/>
                </a:lnTo>
                <a:lnTo>
                  <a:pt x="2898994" y="3442368"/>
                </a:lnTo>
                <a:lnTo>
                  <a:pt x="2906543" y="3441421"/>
                </a:lnTo>
                <a:lnTo>
                  <a:pt x="2914093" y="3440471"/>
                </a:lnTo>
                <a:lnTo>
                  <a:pt x="2921642" y="3439519"/>
                </a:lnTo>
                <a:lnTo>
                  <a:pt x="2929192" y="3438565"/>
                </a:lnTo>
                <a:lnTo>
                  <a:pt x="2936741" y="3437607"/>
                </a:lnTo>
                <a:lnTo>
                  <a:pt x="2944291" y="3436647"/>
                </a:lnTo>
                <a:lnTo>
                  <a:pt x="2951840" y="3435684"/>
                </a:lnTo>
                <a:lnTo>
                  <a:pt x="2959390" y="3434719"/>
                </a:lnTo>
                <a:lnTo>
                  <a:pt x="2966939" y="3433750"/>
                </a:lnTo>
                <a:lnTo>
                  <a:pt x="2974489" y="3432779"/>
                </a:lnTo>
                <a:lnTo>
                  <a:pt x="2982038" y="3431806"/>
                </a:lnTo>
                <a:lnTo>
                  <a:pt x="2989588" y="3430829"/>
                </a:lnTo>
                <a:lnTo>
                  <a:pt x="2997137" y="3429850"/>
                </a:lnTo>
                <a:lnTo>
                  <a:pt x="3004687" y="3428868"/>
                </a:lnTo>
                <a:lnTo>
                  <a:pt x="3012236" y="3427883"/>
                </a:lnTo>
                <a:lnTo>
                  <a:pt x="3019785" y="3426896"/>
                </a:lnTo>
                <a:lnTo>
                  <a:pt x="3027335" y="3425905"/>
                </a:lnTo>
                <a:lnTo>
                  <a:pt x="3034884" y="3424912"/>
                </a:lnTo>
                <a:lnTo>
                  <a:pt x="3042434" y="3423916"/>
                </a:lnTo>
                <a:lnTo>
                  <a:pt x="3049983" y="3422917"/>
                </a:lnTo>
                <a:lnTo>
                  <a:pt x="3057533" y="3421915"/>
                </a:lnTo>
                <a:lnTo>
                  <a:pt x="3065082" y="3420910"/>
                </a:lnTo>
                <a:lnTo>
                  <a:pt x="3072632" y="3419902"/>
                </a:lnTo>
                <a:lnTo>
                  <a:pt x="3080181" y="3418891"/>
                </a:lnTo>
                <a:lnTo>
                  <a:pt x="3087731" y="3417878"/>
                </a:lnTo>
                <a:lnTo>
                  <a:pt x="3095280" y="3416861"/>
                </a:lnTo>
                <a:lnTo>
                  <a:pt x="3102830" y="3415842"/>
                </a:lnTo>
                <a:lnTo>
                  <a:pt x="3110379" y="3414819"/>
                </a:lnTo>
                <a:lnTo>
                  <a:pt x="3117929" y="3413793"/>
                </a:lnTo>
                <a:lnTo>
                  <a:pt x="3125478" y="3412765"/>
                </a:lnTo>
                <a:lnTo>
                  <a:pt x="3133027" y="3411733"/>
                </a:lnTo>
                <a:lnTo>
                  <a:pt x="3140577" y="3410698"/>
                </a:lnTo>
                <a:lnTo>
                  <a:pt x="3148126" y="3409660"/>
                </a:lnTo>
                <a:lnTo>
                  <a:pt x="3155676" y="3408619"/>
                </a:lnTo>
                <a:lnTo>
                  <a:pt x="3163225" y="3407575"/>
                </a:lnTo>
                <a:lnTo>
                  <a:pt x="3170775" y="3406528"/>
                </a:lnTo>
                <a:lnTo>
                  <a:pt x="3178324" y="3405478"/>
                </a:lnTo>
                <a:lnTo>
                  <a:pt x="3185874" y="3404424"/>
                </a:lnTo>
                <a:lnTo>
                  <a:pt x="3193423" y="3403367"/>
                </a:lnTo>
                <a:lnTo>
                  <a:pt x="3200973" y="3402307"/>
                </a:lnTo>
                <a:lnTo>
                  <a:pt x="3208522" y="3401244"/>
                </a:lnTo>
                <a:lnTo>
                  <a:pt x="3216072" y="3400178"/>
                </a:lnTo>
                <a:lnTo>
                  <a:pt x="3223621" y="3399108"/>
                </a:lnTo>
                <a:lnTo>
                  <a:pt x="3231170" y="3398035"/>
                </a:lnTo>
                <a:lnTo>
                  <a:pt x="3238720" y="3396959"/>
                </a:lnTo>
                <a:lnTo>
                  <a:pt x="3246269" y="3395879"/>
                </a:lnTo>
                <a:lnTo>
                  <a:pt x="3253819" y="3394796"/>
                </a:lnTo>
                <a:lnTo>
                  <a:pt x="3261368" y="3393710"/>
                </a:lnTo>
                <a:lnTo>
                  <a:pt x="3268918" y="3392620"/>
                </a:lnTo>
                <a:lnTo>
                  <a:pt x="3276467" y="3391527"/>
                </a:lnTo>
                <a:lnTo>
                  <a:pt x="3284017" y="3390431"/>
                </a:lnTo>
                <a:lnTo>
                  <a:pt x="3291566" y="3389331"/>
                </a:lnTo>
                <a:lnTo>
                  <a:pt x="3299116" y="3388227"/>
                </a:lnTo>
                <a:lnTo>
                  <a:pt x="3306665" y="3387121"/>
                </a:lnTo>
                <a:lnTo>
                  <a:pt x="3314215" y="3386010"/>
                </a:lnTo>
                <a:lnTo>
                  <a:pt x="3321764" y="3384896"/>
                </a:lnTo>
                <a:lnTo>
                  <a:pt x="3329314" y="3383779"/>
                </a:lnTo>
                <a:lnTo>
                  <a:pt x="3336863" y="3382658"/>
                </a:lnTo>
                <a:lnTo>
                  <a:pt x="3344412" y="3381533"/>
                </a:lnTo>
                <a:lnTo>
                  <a:pt x="3351962" y="3380405"/>
                </a:lnTo>
                <a:lnTo>
                  <a:pt x="3359511" y="3379273"/>
                </a:lnTo>
                <a:lnTo>
                  <a:pt x="3367061" y="3378137"/>
                </a:lnTo>
                <a:lnTo>
                  <a:pt x="3374610" y="3376998"/>
                </a:lnTo>
                <a:lnTo>
                  <a:pt x="3382160" y="3375855"/>
                </a:lnTo>
                <a:lnTo>
                  <a:pt x="3389709" y="3374708"/>
                </a:lnTo>
                <a:lnTo>
                  <a:pt x="3397259" y="3373558"/>
                </a:lnTo>
                <a:lnTo>
                  <a:pt x="3404808" y="3372403"/>
                </a:lnTo>
                <a:lnTo>
                  <a:pt x="3412358" y="3371245"/>
                </a:lnTo>
                <a:lnTo>
                  <a:pt x="3419907" y="3370084"/>
                </a:lnTo>
                <a:lnTo>
                  <a:pt x="3427457" y="3368918"/>
                </a:lnTo>
                <a:lnTo>
                  <a:pt x="3435006" y="3367748"/>
                </a:lnTo>
                <a:lnTo>
                  <a:pt x="3442556" y="3366575"/>
                </a:lnTo>
                <a:lnTo>
                  <a:pt x="3450105" y="3365397"/>
                </a:lnTo>
                <a:lnTo>
                  <a:pt x="3457654" y="3364216"/>
                </a:lnTo>
                <a:lnTo>
                  <a:pt x="3465204" y="3363030"/>
                </a:lnTo>
                <a:lnTo>
                  <a:pt x="3472753" y="3361841"/>
                </a:lnTo>
                <a:lnTo>
                  <a:pt x="3480303" y="3360647"/>
                </a:lnTo>
                <a:lnTo>
                  <a:pt x="3487852" y="3359450"/>
                </a:lnTo>
                <a:lnTo>
                  <a:pt x="3495402" y="3358248"/>
                </a:lnTo>
                <a:lnTo>
                  <a:pt x="3502951" y="3357042"/>
                </a:lnTo>
                <a:lnTo>
                  <a:pt x="3510501" y="3355833"/>
                </a:lnTo>
                <a:lnTo>
                  <a:pt x="3518050" y="3354618"/>
                </a:lnTo>
                <a:lnTo>
                  <a:pt x="3525600" y="3353400"/>
                </a:lnTo>
                <a:lnTo>
                  <a:pt x="3533149" y="3352178"/>
                </a:lnTo>
                <a:lnTo>
                  <a:pt x="3540699" y="3350951"/>
                </a:lnTo>
                <a:lnTo>
                  <a:pt x="3548248" y="3349720"/>
                </a:lnTo>
                <a:lnTo>
                  <a:pt x="3555797" y="3348484"/>
                </a:lnTo>
                <a:lnTo>
                  <a:pt x="3563347" y="3347245"/>
                </a:lnTo>
                <a:lnTo>
                  <a:pt x="3570896" y="3346001"/>
                </a:lnTo>
                <a:lnTo>
                  <a:pt x="3578446" y="3344752"/>
                </a:lnTo>
                <a:lnTo>
                  <a:pt x="3585995" y="3343499"/>
                </a:lnTo>
                <a:lnTo>
                  <a:pt x="3593545" y="3342241"/>
                </a:lnTo>
                <a:lnTo>
                  <a:pt x="3601094" y="3340979"/>
                </a:lnTo>
                <a:lnTo>
                  <a:pt x="3608644" y="3339713"/>
                </a:lnTo>
                <a:lnTo>
                  <a:pt x="3616193" y="3338442"/>
                </a:lnTo>
                <a:lnTo>
                  <a:pt x="3623743" y="3337166"/>
                </a:lnTo>
                <a:lnTo>
                  <a:pt x="3631292" y="3335886"/>
                </a:lnTo>
                <a:lnTo>
                  <a:pt x="3638842" y="3334601"/>
                </a:lnTo>
                <a:lnTo>
                  <a:pt x="3646391" y="3333311"/>
                </a:lnTo>
                <a:lnTo>
                  <a:pt x="3653941" y="3332017"/>
                </a:lnTo>
                <a:lnTo>
                  <a:pt x="3661490" y="3330717"/>
                </a:lnTo>
                <a:lnTo>
                  <a:pt x="3669039" y="3329413"/>
                </a:lnTo>
                <a:lnTo>
                  <a:pt x="3676589" y="3328104"/>
                </a:lnTo>
                <a:lnTo>
                  <a:pt x="3684138" y="3326790"/>
                </a:lnTo>
                <a:lnTo>
                  <a:pt x="3691688" y="3325472"/>
                </a:lnTo>
                <a:lnTo>
                  <a:pt x="3699237" y="3324148"/>
                </a:lnTo>
                <a:lnTo>
                  <a:pt x="3706787" y="3322819"/>
                </a:lnTo>
                <a:lnTo>
                  <a:pt x="3714336" y="3321486"/>
                </a:lnTo>
                <a:lnTo>
                  <a:pt x="3721886" y="3320147"/>
                </a:lnTo>
                <a:lnTo>
                  <a:pt x="3729435" y="3318803"/>
                </a:lnTo>
                <a:lnTo>
                  <a:pt x="3736985" y="3317454"/>
                </a:lnTo>
                <a:lnTo>
                  <a:pt x="3744534" y="3316099"/>
                </a:lnTo>
                <a:lnTo>
                  <a:pt x="3752084" y="3314740"/>
                </a:lnTo>
                <a:lnTo>
                  <a:pt x="3759633" y="3313375"/>
                </a:lnTo>
                <a:lnTo>
                  <a:pt x="3767183" y="3312005"/>
                </a:lnTo>
                <a:lnTo>
                  <a:pt x="3774732" y="3310630"/>
                </a:lnTo>
                <a:lnTo>
                  <a:pt x="3782281" y="3309249"/>
                </a:lnTo>
                <a:lnTo>
                  <a:pt x="3789831" y="3307863"/>
                </a:lnTo>
                <a:lnTo>
                  <a:pt x="3797380" y="3306471"/>
                </a:lnTo>
                <a:lnTo>
                  <a:pt x="3804930" y="3305074"/>
                </a:lnTo>
                <a:lnTo>
                  <a:pt x="3812479" y="3303671"/>
                </a:lnTo>
                <a:lnTo>
                  <a:pt x="3820029" y="3302262"/>
                </a:lnTo>
                <a:lnTo>
                  <a:pt x="3827578" y="3300848"/>
                </a:lnTo>
                <a:lnTo>
                  <a:pt x="3835128" y="3299428"/>
                </a:lnTo>
                <a:lnTo>
                  <a:pt x="3842677" y="3298003"/>
                </a:lnTo>
                <a:lnTo>
                  <a:pt x="3850227" y="3296571"/>
                </a:lnTo>
                <a:lnTo>
                  <a:pt x="3857776" y="3295134"/>
                </a:lnTo>
                <a:lnTo>
                  <a:pt x="3865326" y="3293691"/>
                </a:lnTo>
                <a:lnTo>
                  <a:pt x="3872875" y="3292242"/>
                </a:lnTo>
                <a:lnTo>
                  <a:pt x="3880424" y="3290787"/>
                </a:lnTo>
                <a:lnTo>
                  <a:pt x="3887974" y="3289326"/>
                </a:lnTo>
                <a:lnTo>
                  <a:pt x="3895523" y="3287859"/>
                </a:lnTo>
                <a:lnTo>
                  <a:pt x="3903073" y="3286385"/>
                </a:lnTo>
                <a:lnTo>
                  <a:pt x="3910622" y="3284906"/>
                </a:lnTo>
                <a:lnTo>
                  <a:pt x="3918172" y="3283420"/>
                </a:lnTo>
                <a:lnTo>
                  <a:pt x="3925721" y="3281928"/>
                </a:lnTo>
                <a:lnTo>
                  <a:pt x="3933271" y="3280430"/>
                </a:lnTo>
                <a:lnTo>
                  <a:pt x="3940820" y="3278925"/>
                </a:lnTo>
                <a:lnTo>
                  <a:pt x="3948370" y="3277414"/>
                </a:lnTo>
                <a:lnTo>
                  <a:pt x="3955919" y="3275896"/>
                </a:lnTo>
                <a:lnTo>
                  <a:pt x="3963469" y="3274371"/>
                </a:lnTo>
                <a:lnTo>
                  <a:pt x="3971018" y="3272840"/>
                </a:lnTo>
                <a:lnTo>
                  <a:pt x="3978568" y="3271303"/>
                </a:lnTo>
                <a:lnTo>
                  <a:pt x="3986117" y="3269758"/>
                </a:lnTo>
                <a:lnTo>
                  <a:pt x="3993666" y="3268207"/>
                </a:lnTo>
                <a:lnTo>
                  <a:pt x="4001216" y="3266649"/>
                </a:lnTo>
                <a:lnTo>
                  <a:pt x="4008765" y="3265084"/>
                </a:lnTo>
                <a:lnTo>
                  <a:pt x="4016315" y="3263512"/>
                </a:lnTo>
                <a:lnTo>
                  <a:pt x="4023864" y="3261933"/>
                </a:lnTo>
                <a:lnTo>
                  <a:pt x="4031414" y="3260347"/>
                </a:lnTo>
                <a:lnTo>
                  <a:pt x="4038963" y="3258753"/>
                </a:lnTo>
                <a:lnTo>
                  <a:pt x="4046513" y="3257153"/>
                </a:lnTo>
                <a:lnTo>
                  <a:pt x="4054062" y="3255545"/>
                </a:lnTo>
                <a:lnTo>
                  <a:pt x="4061612" y="3253930"/>
                </a:lnTo>
                <a:lnTo>
                  <a:pt x="4069161" y="3252307"/>
                </a:lnTo>
                <a:lnTo>
                  <a:pt x="4076711" y="3250677"/>
                </a:lnTo>
                <a:lnTo>
                  <a:pt x="4084260" y="3249039"/>
                </a:lnTo>
                <a:lnTo>
                  <a:pt x="4091809" y="3247393"/>
                </a:lnTo>
                <a:lnTo>
                  <a:pt x="4099359" y="3245740"/>
                </a:lnTo>
                <a:lnTo>
                  <a:pt x="4106908" y="3244079"/>
                </a:lnTo>
                <a:lnTo>
                  <a:pt x="4114458" y="3242410"/>
                </a:lnTo>
                <a:lnTo>
                  <a:pt x="4122007" y="3240734"/>
                </a:lnTo>
                <a:lnTo>
                  <a:pt x="4129557" y="3239049"/>
                </a:lnTo>
                <a:lnTo>
                  <a:pt x="4137106" y="3237356"/>
                </a:lnTo>
                <a:lnTo>
                  <a:pt x="4144656" y="3235655"/>
                </a:lnTo>
                <a:lnTo>
                  <a:pt x="4152205" y="3233946"/>
                </a:lnTo>
                <a:lnTo>
                  <a:pt x="4159755" y="3232228"/>
                </a:lnTo>
                <a:lnTo>
                  <a:pt x="4167304" y="3230502"/>
                </a:lnTo>
                <a:lnTo>
                  <a:pt x="4174854" y="3228767"/>
                </a:lnTo>
                <a:lnTo>
                  <a:pt x="4182403" y="3227024"/>
                </a:lnTo>
                <a:lnTo>
                  <a:pt x="4189953" y="3225272"/>
                </a:lnTo>
                <a:lnTo>
                  <a:pt x="4197502" y="3223512"/>
                </a:lnTo>
                <a:lnTo>
                  <a:pt x="4205051" y="3221743"/>
                </a:lnTo>
                <a:lnTo>
                  <a:pt x="4212601" y="3219964"/>
                </a:lnTo>
                <a:lnTo>
                  <a:pt x="4220150" y="3218177"/>
                </a:lnTo>
                <a:lnTo>
                  <a:pt x="4227700" y="3216381"/>
                </a:lnTo>
                <a:lnTo>
                  <a:pt x="4235249" y="3214575"/>
                </a:lnTo>
                <a:lnTo>
                  <a:pt x="4242799" y="3212760"/>
                </a:lnTo>
                <a:lnTo>
                  <a:pt x="4250348" y="3210936"/>
                </a:lnTo>
                <a:lnTo>
                  <a:pt x="4257898" y="3209102"/>
                </a:lnTo>
                <a:lnTo>
                  <a:pt x="4265447" y="3207259"/>
                </a:lnTo>
                <a:lnTo>
                  <a:pt x="4272997" y="3205406"/>
                </a:lnTo>
                <a:lnTo>
                  <a:pt x="4280546" y="3203543"/>
                </a:lnTo>
                <a:lnTo>
                  <a:pt x="4288096" y="3201671"/>
                </a:lnTo>
                <a:lnTo>
                  <a:pt x="4295645" y="3199788"/>
                </a:lnTo>
                <a:lnTo>
                  <a:pt x="4303195" y="3197896"/>
                </a:lnTo>
                <a:lnTo>
                  <a:pt x="4310744" y="3195993"/>
                </a:lnTo>
                <a:lnTo>
                  <a:pt x="4318293" y="3194080"/>
                </a:lnTo>
                <a:lnTo>
                  <a:pt x="4325843" y="3192156"/>
                </a:lnTo>
                <a:lnTo>
                  <a:pt x="4333392" y="3190222"/>
                </a:lnTo>
                <a:lnTo>
                  <a:pt x="4340942" y="3188278"/>
                </a:lnTo>
                <a:lnTo>
                  <a:pt x="4348491" y="3186322"/>
                </a:lnTo>
                <a:lnTo>
                  <a:pt x="4356041" y="3184356"/>
                </a:lnTo>
                <a:lnTo>
                  <a:pt x="4363590" y="3182379"/>
                </a:lnTo>
                <a:lnTo>
                  <a:pt x="4371140" y="3180390"/>
                </a:lnTo>
                <a:lnTo>
                  <a:pt x="4378689" y="3178391"/>
                </a:lnTo>
                <a:lnTo>
                  <a:pt x="4386239" y="3176380"/>
                </a:lnTo>
                <a:lnTo>
                  <a:pt x="4393788" y="3174358"/>
                </a:lnTo>
                <a:lnTo>
                  <a:pt x="4401338" y="3172324"/>
                </a:lnTo>
                <a:lnTo>
                  <a:pt x="4408887" y="3170278"/>
                </a:lnTo>
                <a:lnTo>
                  <a:pt x="4416436" y="3168220"/>
                </a:lnTo>
                <a:lnTo>
                  <a:pt x="4423986" y="3166151"/>
                </a:lnTo>
                <a:lnTo>
                  <a:pt x="4431535" y="3164069"/>
                </a:lnTo>
                <a:lnTo>
                  <a:pt x="4439085" y="3161975"/>
                </a:lnTo>
                <a:lnTo>
                  <a:pt x="4446634" y="3159869"/>
                </a:lnTo>
                <a:lnTo>
                  <a:pt x="4454184" y="3157750"/>
                </a:lnTo>
                <a:lnTo>
                  <a:pt x="4461733" y="3155618"/>
                </a:lnTo>
                <a:lnTo>
                  <a:pt x="4469283" y="3153474"/>
                </a:lnTo>
                <a:lnTo>
                  <a:pt x="4476832" y="3151317"/>
                </a:lnTo>
                <a:lnTo>
                  <a:pt x="4484382" y="3149146"/>
                </a:lnTo>
                <a:lnTo>
                  <a:pt x="4491931" y="3146962"/>
                </a:lnTo>
                <a:lnTo>
                  <a:pt x="4499481" y="3144765"/>
                </a:lnTo>
                <a:lnTo>
                  <a:pt x="4507030" y="3142554"/>
                </a:lnTo>
                <a:lnTo>
                  <a:pt x="4514580" y="3140329"/>
                </a:lnTo>
                <a:lnTo>
                  <a:pt x="4522129" y="3138090"/>
                </a:lnTo>
                <a:lnTo>
                  <a:pt x="4529678" y="3135837"/>
                </a:lnTo>
                <a:lnTo>
                  <a:pt x="4537228" y="3133570"/>
                </a:lnTo>
                <a:lnTo>
                  <a:pt x="4544777" y="3131289"/>
                </a:lnTo>
                <a:lnTo>
                  <a:pt x="4552327" y="3128992"/>
                </a:lnTo>
                <a:lnTo>
                  <a:pt x="4559876" y="3126681"/>
                </a:lnTo>
                <a:lnTo>
                  <a:pt x="4567426" y="3124355"/>
                </a:lnTo>
                <a:lnTo>
                  <a:pt x="4574975" y="3122014"/>
                </a:lnTo>
                <a:lnTo>
                  <a:pt x="4582525" y="3119657"/>
                </a:lnTo>
                <a:lnTo>
                  <a:pt x="4590074" y="3117284"/>
                </a:lnTo>
                <a:lnTo>
                  <a:pt x="4597624" y="3114896"/>
                </a:lnTo>
                <a:lnTo>
                  <a:pt x="4605173" y="3112492"/>
                </a:lnTo>
                <a:lnTo>
                  <a:pt x="4612723" y="3110072"/>
                </a:lnTo>
                <a:lnTo>
                  <a:pt x="4620272" y="3107635"/>
                </a:lnTo>
                <a:lnTo>
                  <a:pt x="4627822" y="3105182"/>
                </a:lnTo>
                <a:lnTo>
                  <a:pt x="4635371" y="3102711"/>
                </a:lnTo>
                <a:lnTo>
                  <a:pt x="4642920" y="3100224"/>
                </a:lnTo>
                <a:lnTo>
                  <a:pt x="4650470" y="3097719"/>
                </a:lnTo>
                <a:lnTo>
                  <a:pt x="4658019" y="3095197"/>
                </a:lnTo>
                <a:lnTo>
                  <a:pt x="4665569" y="3092657"/>
                </a:lnTo>
                <a:lnTo>
                  <a:pt x="4673118" y="3090099"/>
                </a:lnTo>
                <a:lnTo>
                  <a:pt x="4680668" y="3087523"/>
                </a:lnTo>
                <a:lnTo>
                  <a:pt x="4688217" y="3084928"/>
                </a:lnTo>
                <a:lnTo>
                  <a:pt x="4695767" y="3082315"/>
                </a:lnTo>
                <a:lnTo>
                  <a:pt x="4703316" y="3079683"/>
                </a:lnTo>
                <a:lnTo>
                  <a:pt x="4710866" y="3077031"/>
                </a:lnTo>
                <a:lnTo>
                  <a:pt x="4718415" y="3074360"/>
                </a:lnTo>
                <a:lnTo>
                  <a:pt x="4725965" y="3071669"/>
                </a:lnTo>
                <a:lnTo>
                  <a:pt x="4733514" y="3068957"/>
                </a:lnTo>
                <a:lnTo>
                  <a:pt x="4741063" y="3066226"/>
                </a:lnTo>
                <a:lnTo>
                  <a:pt x="4748613" y="3063474"/>
                </a:lnTo>
                <a:lnTo>
                  <a:pt x="4756162" y="3060700"/>
                </a:lnTo>
                <a:lnTo>
                  <a:pt x="4763712" y="3057906"/>
                </a:lnTo>
                <a:lnTo>
                  <a:pt x="4771261" y="3055090"/>
                </a:lnTo>
                <a:lnTo>
                  <a:pt x="4778811" y="3052252"/>
                </a:lnTo>
                <a:lnTo>
                  <a:pt x="4786360" y="3049392"/>
                </a:lnTo>
                <a:lnTo>
                  <a:pt x="4793910" y="3046509"/>
                </a:lnTo>
                <a:lnTo>
                  <a:pt x="4801459" y="3043603"/>
                </a:lnTo>
                <a:lnTo>
                  <a:pt x="4809009" y="3040675"/>
                </a:lnTo>
                <a:lnTo>
                  <a:pt x="4816558" y="3037722"/>
                </a:lnTo>
                <a:lnTo>
                  <a:pt x="4824108" y="3034746"/>
                </a:lnTo>
                <a:lnTo>
                  <a:pt x="4831657" y="3031745"/>
                </a:lnTo>
                <a:lnTo>
                  <a:pt x="4839207" y="3028720"/>
                </a:lnTo>
                <a:lnTo>
                  <a:pt x="4846756" y="3025669"/>
                </a:lnTo>
                <a:lnTo>
                  <a:pt x="4854305" y="3022593"/>
                </a:lnTo>
                <a:lnTo>
                  <a:pt x="4861855" y="3019492"/>
                </a:lnTo>
                <a:lnTo>
                  <a:pt x="4869404" y="3016364"/>
                </a:lnTo>
                <a:lnTo>
                  <a:pt x="4876954" y="3013209"/>
                </a:lnTo>
                <a:lnTo>
                  <a:pt x="4884503" y="3010027"/>
                </a:lnTo>
                <a:lnTo>
                  <a:pt x="4892053" y="3006818"/>
                </a:lnTo>
                <a:lnTo>
                  <a:pt x="4899602" y="3003580"/>
                </a:lnTo>
                <a:lnTo>
                  <a:pt x="4907152" y="3000315"/>
                </a:lnTo>
                <a:lnTo>
                  <a:pt x="4914701" y="2997020"/>
                </a:lnTo>
                <a:lnTo>
                  <a:pt x="4922251" y="2993696"/>
                </a:lnTo>
                <a:lnTo>
                  <a:pt x="4929800" y="2990342"/>
                </a:lnTo>
                <a:lnTo>
                  <a:pt x="4937350" y="2986957"/>
                </a:lnTo>
                <a:lnTo>
                  <a:pt x="4944899" y="2983542"/>
                </a:lnTo>
                <a:lnTo>
                  <a:pt x="4952448" y="2980095"/>
                </a:lnTo>
                <a:lnTo>
                  <a:pt x="4959998" y="2976616"/>
                </a:lnTo>
                <a:lnTo>
                  <a:pt x="4967547" y="2973105"/>
                </a:lnTo>
                <a:lnTo>
                  <a:pt x="4975097" y="2969561"/>
                </a:lnTo>
                <a:lnTo>
                  <a:pt x="4982646" y="2965983"/>
                </a:lnTo>
                <a:lnTo>
                  <a:pt x="4990196" y="2962370"/>
                </a:lnTo>
                <a:lnTo>
                  <a:pt x="4997745" y="2958723"/>
                </a:lnTo>
                <a:lnTo>
                  <a:pt x="5005295" y="2955040"/>
                </a:lnTo>
                <a:lnTo>
                  <a:pt x="5012844" y="2951321"/>
                </a:lnTo>
                <a:lnTo>
                  <a:pt x="5020394" y="2947565"/>
                </a:lnTo>
                <a:lnTo>
                  <a:pt x="5027943" y="2943772"/>
                </a:lnTo>
                <a:lnTo>
                  <a:pt x="5035493" y="2939941"/>
                </a:lnTo>
                <a:lnTo>
                  <a:pt x="5043042" y="2936071"/>
                </a:lnTo>
                <a:lnTo>
                  <a:pt x="5050592" y="2932161"/>
                </a:lnTo>
                <a:lnTo>
                  <a:pt x="5058141" y="2928210"/>
                </a:lnTo>
                <a:lnTo>
                  <a:pt x="5065690" y="2924219"/>
                </a:lnTo>
                <a:lnTo>
                  <a:pt x="5073240" y="2920185"/>
                </a:lnTo>
                <a:lnTo>
                  <a:pt x="5080789" y="2916109"/>
                </a:lnTo>
                <a:lnTo>
                  <a:pt x="5088339" y="2911990"/>
                </a:lnTo>
                <a:lnTo>
                  <a:pt x="5095888" y="2907825"/>
                </a:lnTo>
                <a:lnTo>
                  <a:pt x="5103438" y="2903616"/>
                </a:lnTo>
                <a:lnTo>
                  <a:pt x="5110987" y="2899360"/>
                </a:lnTo>
                <a:lnTo>
                  <a:pt x="5118537" y="2895057"/>
                </a:lnTo>
                <a:lnTo>
                  <a:pt x="5126086" y="2890706"/>
                </a:lnTo>
                <a:lnTo>
                  <a:pt x="5133636" y="2886306"/>
                </a:lnTo>
                <a:lnTo>
                  <a:pt x="5141185" y="2881856"/>
                </a:lnTo>
                <a:lnTo>
                  <a:pt x="5148735" y="2877354"/>
                </a:lnTo>
                <a:lnTo>
                  <a:pt x="5156284" y="2872801"/>
                </a:lnTo>
                <a:lnTo>
                  <a:pt x="5163834" y="2868194"/>
                </a:lnTo>
                <a:lnTo>
                  <a:pt x="5171383" y="2863532"/>
                </a:lnTo>
                <a:lnTo>
                  <a:pt x="5178932" y="2858815"/>
                </a:lnTo>
                <a:lnTo>
                  <a:pt x="5186482" y="2854041"/>
                </a:lnTo>
                <a:lnTo>
                  <a:pt x="5194031" y="2849208"/>
                </a:lnTo>
                <a:lnTo>
                  <a:pt x="5201581" y="2844316"/>
                </a:lnTo>
                <a:lnTo>
                  <a:pt x="5209130" y="2839364"/>
                </a:lnTo>
                <a:lnTo>
                  <a:pt x="5216680" y="2834349"/>
                </a:lnTo>
                <a:lnTo>
                  <a:pt x="5224229" y="2829271"/>
                </a:lnTo>
                <a:lnTo>
                  <a:pt x="5231779" y="2824127"/>
                </a:lnTo>
                <a:lnTo>
                  <a:pt x="5239328" y="2818917"/>
                </a:lnTo>
                <a:lnTo>
                  <a:pt x="5246878" y="2813639"/>
                </a:lnTo>
                <a:lnTo>
                  <a:pt x="5254427" y="2808291"/>
                </a:lnTo>
                <a:lnTo>
                  <a:pt x="5261977" y="2802872"/>
                </a:lnTo>
                <a:lnTo>
                  <a:pt x="5269526" y="2797379"/>
                </a:lnTo>
                <a:lnTo>
                  <a:pt x="5277075" y="2791812"/>
                </a:lnTo>
                <a:lnTo>
                  <a:pt x="5284625" y="2786167"/>
                </a:lnTo>
                <a:lnTo>
                  <a:pt x="5292174" y="2780444"/>
                </a:lnTo>
                <a:lnTo>
                  <a:pt x="5299724" y="2774641"/>
                </a:lnTo>
                <a:lnTo>
                  <a:pt x="5307273" y="2768754"/>
                </a:lnTo>
                <a:lnTo>
                  <a:pt x="5314823" y="2762783"/>
                </a:lnTo>
                <a:lnTo>
                  <a:pt x="5322372" y="2756724"/>
                </a:lnTo>
                <a:lnTo>
                  <a:pt x="5329922" y="2750576"/>
                </a:lnTo>
                <a:lnTo>
                  <a:pt x="5337471" y="2744337"/>
                </a:lnTo>
                <a:lnTo>
                  <a:pt x="5345021" y="2738003"/>
                </a:lnTo>
                <a:lnTo>
                  <a:pt x="5352570" y="2731572"/>
                </a:lnTo>
                <a:lnTo>
                  <a:pt x="5360120" y="2725042"/>
                </a:lnTo>
                <a:lnTo>
                  <a:pt x="5367669" y="2718409"/>
                </a:lnTo>
                <a:lnTo>
                  <a:pt x="5375219" y="2711671"/>
                </a:lnTo>
                <a:lnTo>
                  <a:pt x="5382768" y="2704826"/>
                </a:lnTo>
                <a:lnTo>
                  <a:pt x="5390317" y="2697869"/>
                </a:lnTo>
                <a:lnTo>
                  <a:pt x="5397867" y="2690797"/>
                </a:lnTo>
                <a:lnTo>
                  <a:pt x="5405416" y="2683608"/>
                </a:lnTo>
                <a:lnTo>
                  <a:pt x="5412966" y="2676297"/>
                </a:lnTo>
                <a:lnTo>
                  <a:pt x="5420515" y="2668861"/>
                </a:lnTo>
                <a:lnTo>
                  <a:pt x="5428065" y="2661296"/>
                </a:lnTo>
                <a:lnTo>
                  <a:pt x="5435614" y="2653599"/>
                </a:lnTo>
                <a:lnTo>
                  <a:pt x="5443164" y="2645764"/>
                </a:lnTo>
                <a:lnTo>
                  <a:pt x="5450713" y="2637788"/>
                </a:lnTo>
                <a:lnTo>
                  <a:pt x="5458263" y="2629666"/>
                </a:lnTo>
                <a:lnTo>
                  <a:pt x="5465812" y="2621393"/>
                </a:lnTo>
                <a:lnTo>
                  <a:pt x="5473362" y="2612965"/>
                </a:lnTo>
                <a:lnTo>
                  <a:pt x="5480911" y="2604375"/>
                </a:lnTo>
                <a:lnTo>
                  <a:pt x="5488461" y="2595619"/>
                </a:lnTo>
                <a:lnTo>
                  <a:pt x="5496010" y="2586691"/>
                </a:lnTo>
                <a:lnTo>
                  <a:pt x="5503559" y="2577585"/>
                </a:lnTo>
                <a:lnTo>
                  <a:pt x="5511109" y="2568294"/>
                </a:lnTo>
                <a:lnTo>
                  <a:pt x="5518658" y="2558812"/>
                </a:lnTo>
                <a:lnTo>
                  <a:pt x="5526208" y="2549131"/>
                </a:lnTo>
                <a:lnTo>
                  <a:pt x="5533757" y="2539245"/>
                </a:lnTo>
                <a:lnTo>
                  <a:pt x="5541307" y="2529146"/>
                </a:lnTo>
                <a:lnTo>
                  <a:pt x="5548856" y="2518826"/>
                </a:lnTo>
                <a:lnTo>
                  <a:pt x="5556406" y="2508275"/>
                </a:lnTo>
                <a:lnTo>
                  <a:pt x="5563955" y="2497485"/>
                </a:lnTo>
                <a:lnTo>
                  <a:pt x="5571505" y="2486447"/>
                </a:lnTo>
                <a:lnTo>
                  <a:pt x="5579054" y="2475149"/>
                </a:lnTo>
                <a:lnTo>
                  <a:pt x="5586604" y="2463582"/>
                </a:lnTo>
                <a:lnTo>
                  <a:pt x="5594153" y="2451734"/>
                </a:lnTo>
                <a:lnTo>
                  <a:pt x="5601702" y="2439593"/>
                </a:lnTo>
                <a:lnTo>
                  <a:pt x="5609252" y="2427145"/>
                </a:lnTo>
                <a:lnTo>
                  <a:pt x="5616801" y="2414378"/>
                </a:lnTo>
                <a:lnTo>
                  <a:pt x="5624351" y="2401277"/>
                </a:lnTo>
                <a:lnTo>
                  <a:pt x="5631900" y="2387827"/>
                </a:lnTo>
                <a:lnTo>
                  <a:pt x="5639450" y="2374011"/>
                </a:lnTo>
                <a:lnTo>
                  <a:pt x="5646999" y="2359811"/>
                </a:lnTo>
                <a:lnTo>
                  <a:pt x="5654549" y="2345208"/>
                </a:lnTo>
                <a:lnTo>
                  <a:pt x="5662098" y="2330184"/>
                </a:lnTo>
                <a:lnTo>
                  <a:pt x="5669648" y="2314715"/>
                </a:lnTo>
                <a:lnTo>
                  <a:pt x="5677197" y="2298779"/>
                </a:lnTo>
                <a:lnTo>
                  <a:pt x="5684747" y="2282352"/>
                </a:lnTo>
                <a:lnTo>
                  <a:pt x="5692296" y="2265405"/>
                </a:lnTo>
                <a:lnTo>
                  <a:pt x="5699846" y="2247912"/>
                </a:lnTo>
                <a:lnTo>
                  <a:pt x="5707395" y="2229839"/>
                </a:lnTo>
                <a:lnTo>
                  <a:pt x="5714944" y="2211155"/>
                </a:lnTo>
                <a:lnTo>
                  <a:pt x="5722494" y="2191821"/>
                </a:lnTo>
                <a:lnTo>
                  <a:pt x="5730043" y="2171799"/>
                </a:lnTo>
                <a:lnTo>
                  <a:pt x="5737593" y="2151046"/>
                </a:lnTo>
                <a:lnTo>
                  <a:pt x="5745142" y="2129514"/>
                </a:lnTo>
                <a:lnTo>
                  <a:pt x="5752692" y="2107152"/>
                </a:lnTo>
                <a:lnTo>
                  <a:pt x="5760241" y="2083904"/>
                </a:lnTo>
                <a:lnTo>
                  <a:pt x="5767791" y="2059707"/>
                </a:lnTo>
                <a:lnTo>
                  <a:pt x="5775340" y="2034495"/>
                </a:lnTo>
                <a:lnTo>
                  <a:pt x="5782890" y="2008192"/>
                </a:lnTo>
                <a:lnTo>
                  <a:pt x="5790439" y="1980714"/>
                </a:lnTo>
                <a:lnTo>
                  <a:pt x="5797989" y="1951970"/>
                </a:lnTo>
                <a:lnTo>
                  <a:pt x="5805538" y="1921857"/>
                </a:lnTo>
                <a:lnTo>
                  <a:pt x="5813087" y="1890260"/>
                </a:lnTo>
                <a:lnTo>
                  <a:pt x="5820637" y="1857050"/>
                </a:lnTo>
                <a:lnTo>
                  <a:pt x="5828186" y="1822081"/>
                </a:lnTo>
                <a:lnTo>
                  <a:pt x="5835736" y="1785191"/>
                </a:lnTo>
                <a:lnTo>
                  <a:pt x="5843285" y="1746191"/>
                </a:lnTo>
                <a:lnTo>
                  <a:pt x="5850835" y="1704869"/>
                </a:lnTo>
                <a:lnTo>
                  <a:pt x="5858384" y="1660981"/>
                </a:lnTo>
                <a:lnTo>
                  <a:pt x="5865934" y="1614245"/>
                </a:lnTo>
                <a:lnTo>
                  <a:pt x="5873483" y="1564332"/>
                </a:lnTo>
                <a:lnTo>
                  <a:pt x="5881033" y="1510859"/>
                </a:lnTo>
                <a:lnTo>
                  <a:pt x="5888582" y="1453375"/>
                </a:lnTo>
                <a:lnTo>
                  <a:pt x="5896132" y="1391345"/>
                </a:lnTo>
                <a:lnTo>
                  <a:pt x="5903681" y="1324124"/>
                </a:lnTo>
                <a:lnTo>
                  <a:pt x="5911231" y="1250938"/>
                </a:lnTo>
                <a:lnTo>
                  <a:pt x="5918780" y="1170834"/>
                </a:lnTo>
                <a:lnTo>
                  <a:pt x="5926329" y="1082634"/>
                </a:lnTo>
                <a:lnTo>
                  <a:pt x="5933879" y="984860"/>
                </a:lnTo>
                <a:lnTo>
                  <a:pt x="5941428" y="875621"/>
                </a:lnTo>
                <a:lnTo>
                  <a:pt x="5948978" y="752460"/>
                </a:lnTo>
                <a:lnTo>
                  <a:pt x="5956527" y="612114"/>
                </a:lnTo>
                <a:lnTo>
                  <a:pt x="5964077" y="450132"/>
                </a:lnTo>
                <a:lnTo>
                  <a:pt x="5971626" y="260261"/>
                </a:lnTo>
                <a:lnTo>
                  <a:pt x="5979176" y="33382"/>
                </a:lnTo>
                <a:lnTo>
                  <a:pt x="5986725" y="0"/>
                </a:lnTo>
                <a:lnTo>
                  <a:pt x="5994275" y="0"/>
                </a:lnTo>
                <a:lnTo>
                  <a:pt x="6001824" y="0"/>
                </a:lnTo>
                <a:lnTo>
                  <a:pt x="6009374" y="0"/>
                </a:lnTo>
                <a:lnTo>
                  <a:pt x="6016923" y="0"/>
                </a:lnTo>
                <a:lnTo>
                  <a:pt x="6024473" y="0"/>
                </a:lnTo>
                <a:lnTo>
                  <a:pt x="6032022" y="0"/>
                </a:lnTo>
                <a:lnTo>
                  <a:pt x="6032022" y="3657600"/>
                </a:lnTo>
                <a:lnTo>
                  <a:pt x="6024473" y="3657600"/>
                </a:lnTo>
                <a:lnTo>
                  <a:pt x="6016923" y="3657600"/>
                </a:lnTo>
                <a:lnTo>
                  <a:pt x="6009374" y="3657600"/>
                </a:lnTo>
                <a:lnTo>
                  <a:pt x="6001824" y="3657600"/>
                </a:lnTo>
                <a:lnTo>
                  <a:pt x="5994275" y="3657600"/>
                </a:lnTo>
                <a:lnTo>
                  <a:pt x="5986725" y="3657600"/>
                </a:lnTo>
                <a:lnTo>
                  <a:pt x="5979176" y="3657600"/>
                </a:lnTo>
                <a:lnTo>
                  <a:pt x="5971626" y="3657600"/>
                </a:lnTo>
                <a:lnTo>
                  <a:pt x="5964077" y="3657600"/>
                </a:lnTo>
                <a:lnTo>
                  <a:pt x="5956527" y="3657600"/>
                </a:lnTo>
                <a:lnTo>
                  <a:pt x="5948978" y="3657600"/>
                </a:lnTo>
                <a:lnTo>
                  <a:pt x="5941428" y="3657600"/>
                </a:lnTo>
                <a:lnTo>
                  <a:pt x="5933879" y="3657600"/>
                </a:lnTo>
                <a:lnTo>
                  <a:pt x="5926329" y="3657600"/>
                </a:lnTo>
                <a:lnTo>
                  <a:pt x="5918780" y="3657600"/>
                </a:lnTo>
                <a:lnTo>
                  <a:pt x="5911231" y="3657600"/>
                </a:lnTo>
                <a:lnTo>
                  <a:pt x="5903681" y="3657600"/>
                </a:lnTo>
                <a:lnTo>
                  <a:pt x="5896132" y="3657600"/>
                </a:lnTo>
                <a:lnTo>
                  <a:pt x="5888582" y="3657600"/>
                </a:lnTo>
                <a:lnTo>
                  <a:pt x="5881033" y="3657600"/>
                </a:lnTo>
                <a:lnTo>
                  <a:pt x="5873483" y="3657600"/>
                </a:lnTo>
                <a:lnTo>
                  <a:pt x="5865934" y="3657600"/>
                </a:lnTo>
                <a:lnTo>
                  <a:pt x="5858384" y="3657600"/>
                </a:lnTo>
                <a:lnTo>
                  <a:pt x="5850835" y="3657600"/>
                </a:lnTo>
                <a:lnTo>
                  <a:pt x="5843285" y="3657600"/>
                </a:lnTo>
                <a:lnTo>
                  <a:pt x="5835736" y="3657600"/>
                </a:lnTo>
                <a:lnTo>
                  <a:pt x="5828186" y="3657600"/>
                </a:lnTo>
                <a:lnTo>
                  <a:pt x="5820637" y="3657600"/>
                </a:lnTo>
                <a:lnTo>
                  <a:pt x="5813087" y="3657600"/>
                </a:lnTo>
                <a:lnTo>
                  <a:pt x="5805538" y="3657600"/>
                </a:lnTo>
                <a:lnTo>
                  <a:pt x="5797989" y="3657600"/>
                </a:lnTo>
                <a:lnTo>
                  <a:pt x="5790439" y="3657600"/>
                </a:lnTo>
                <a:lnTo>
                  <a:pt x="5782890" y="3657600"/>
                </a:lnTo>
                <a:lnTo>
                  <a:pt x="5775340" y="3657600"/>
                </a:lnTo>
                <a:lnTo>
                  <a:pt x="5767791" y="3657600"/>
                </a:lnTo>
                <a:lnTo>
                  <a:pt x="5760241" y="3657600"/>
                </a:lnTo>
                <a:lnTo>
                  <a:pt x="5752692" y="3657600"/>
                </a:lnTo>
                <a:lnTo>
                  <a:pt x="5745142" y="3657600"/>
                </a:lnTo>
                <a:lnTo>
                  <a:pt x="5737593" y="3657600"/>
                </a:lnTo>
                <a:lnTo>
                  <a:pt x="5730043" y="3657600"/>
                </a:lnTo>
                <a:lnTo>
                  <a:pt x="5722494" y="3657600"/>
                </a:lnTo>
                <a:lnTo>
                  <a:pt x="5714944" y="3657600"/>
                </a:lnTo>
                <a:lnTo>
                  <a:pt x="5707395" y="3657600"/>
                </a:lnTo>
                <a:lnTo>
                  <a:pt x="5699846" y="3657600"/>
                </a:lnTo>
                <a:lnTo>
                  <a:pt x="5692296" y="3657600"/>
                </a:lnTo>
                <a:lnTo>
                  <a:pt x="5684747" y="3657600"/>
                </a:lnTo>
                <a:lnTo>
                  <a:pt x="5677197" y="3657600"/>
                </a:lnTo>
                <a:lnTo>
                  <a:pt x="5669648" y="3657600"/>
                </a:lnTo>
                <a:lnTo>
                  <a:pt x="5662098" y="3657600"/>
                </a:lnTo>
                <a:lnTo>
                  <a:pt x="5654549" y="3657600"/>
                </a:lnTo>
                <a:lnTo>
                  <a:pt x="5646999" y="3657600"/>
                </a:lnTo>
                <a:lnTo>
                  <a:pt x="5639450" y="3657600"/>
                </a:lnTo>
                <a:lnTo>
                  <a:pt x="5631900" y="3657600"/>
                </a:lnTo>
                <a:lnTo>
                  <a:pt x="5624351" y="3657600"/>
                </a:lnTo>
                <a:lnTo>
                  <a:pt x="5616801" y="3657600"/>
                </a:lnTo>
                <a:lnTo>
                  <a:pt x="5609252" y="3657600"/>
                </a:lnTo>
                <a:lnTo>
                  <a:pt x="5601702" y="3657600"/>
                </a:lnTo>
                <a:lnTo>
                  <a:pt x="5594153" y="3657600"/>
                </a:lnTo>
                <a:lnTo>
                  <a:pt x="5586604" y="3657600"/>
                </a:lnTo>
                <a:lnTo>
                  <a:pt x="5579054" y="3657600"/>
                </a:lnTo>
                <a:lnTo>
                  <a:pt x="5571505" y="3657600"/>
                </a:lnTo>
                <a:lnTo>
                  <a:pt x="5563955" y="3657600"/>
                </a:lnTo>
                <a:lnTo>
                  <a:pt x="5556406" y="3657600"/>
                </a:lnTo>
                <a:lnTo>
                  <a:pt x="5548856" y="3657600"/>
                </a:lnTo>
                <a:lnTo>
                  <a:pt x="5541307" y="3657600"/>
                </a:lnTo>
                <a:lnTo>
                  <a:pt x="5533757" y="3657600"/>
                </a:lnTo>
                <a:lnTo>
                  <a:pt x="5526208" y="3657600"/>
                </a:lnTo>
                <a:lnTo>
                  <a:pt x="5518658" y="3657600"/>
                </a:lnTo>
                <a:lnTo>
                  <a:pt x="5511109" y="3657600"/>
                </a:lnTo>
                <a:lnTo>
                  <a:pt x="5503559" y="3657600"/>
                </a:lnTo>
                <a:lnTo>
                  <a:pt x="5496010" y="3657600"/>
                </a:lnTo>
                <a:lnTo>
                  <a:pt x="5488461" y="3657600"/>
                </a:lnTo>
                <a:lnTo>
                  <a:pt x="5480911" y="3657600"/>
                </a:lnTo>
                <a:lnTo>
                  <a:pt x="5473362" y="3657600"/>
                </a:lnTo>
                <a:lnTo>
                  <a:pt x="5465812" y="3657600"/>
                </a:lnTo>
                <a:lnTo>
                  <a:pt x="5458263" y="3657600"/>
                </a:lnTo>
                <a:lnTo>
                  <a:pt x="5450713" y="3657600"/>
                </a:lnTo>
                <a:lnTo>
                  <a:pt x="5443164" y="3657600"/>
                </a:lnTo>
                <a:lnTo>
                  <a:pt x="5435614" y="3657600"/>
                </a:lnTo>
                <a:lnTo>
                  <a:pt x="5428065" y="3657600"/>
                </a:lnTo>
                <a:lnTo>
                  <a:pt x="5420515" y="3657600"/>
                </a:lnTo>
                <a:lnTo>
                  <a:pt x="5412966" y="3657600"/>
                </a:lnTo>
                <a:lnTo>
                  <a:pt x="5405416" y="3657600"/>
                </a:lnTo>
                <a:lnTo>
                  <a:pt x="5397867" y="3657600"/>
                </a:lnTo>
                <a:lnTo>
                  <a:pt x="5390317" y="3657600"/>
                </a:lnTo>
                <a:lnTo>
                  <a:pt x="5382768" y="3657600"/>
                </a:lnTo>
                <a:lnTo>
                  <a:pt x="5375219" y="3657600"/>
                </a:lnTo>
                <a:lnTo>
                  <a:pt x="5367669" y="3657600"/>
                </a:lnTo>
                <a:lnTo>
                  <a:pt x="5360120" y="3657600"/>
                </a:lnTo>
                <a:lnTo>
                  <a:pt x="5352570" y="3657600"/>
                </a:lnTo>
                <a:lnTo>
                  <a:pt x="5345021" y="3657600"/>
                </a:lnTo>
                <a:lnTo>
                  <a:pt x="5337471" y="3657600"/>
                </a:lnTo>
                <a:lnTo>
                  <a:pt x="5329922" y="3657600"/>
                </a:lnTo>
                <a:lnTo>
                  <a:pt x="5322372" y="3657600"/>
                </a:lnTo>
                <a:lnTo>
                  <a:pt x="5314823" y="3657600"/>
                </a:lnTo>
                <a:lnTo>
                  <a:pt x="5307273" y="3657600"/>
                </a:lnTo>
                <a:lnTo>
                  <a:pt x="5299724" y="3657600"/>
                </a:lnTo>
                <a:lnTo>
                  <a:pt x="5292174" y="3657600"/>
                </a:lnTo>
                <a:lnTo>
                  <a:pt x="5284625" y="3657600"/>
                </a:lnTo>
                <a:lnTo>
                  <a:pt x="5277075" y="3657600"/>
                </a:lnTo>
                <a:lnTo>
                  <a:pt x="5269526" y="3657600"/>
                </a:lnTo>
                <a:lnTo>
                  <a:pt x="5261977" y="3657600"/>
                </a:lnTo>
                <a:lnTo>
                  <a:pt x="5254427" y="3657600"/>
                </a:lnTo>
                <a:lnTo>
                  <a:pt x="5246878" y="3657600"/>
                </a:lnTo>
                <a:lnTo>
                  <a:pt x="5239328" y="3657600"/>
                </a:lnTo>
                <a:lnTo>
                  <a:pt x="5231779" y="3657600"/>
                </a:lnTo>
                <a:lnTo>
                  <a:pt x="5224229" y="3657600"/>
                </a:lnTo>
                <a:lnTo>
                  <a:pt x="5216680" y="3657600"/>
                </a:lnTo>
                <a:lnTo>
                  <a:pt x="5209130" y="3657600"/>
                </a:lnTo>
                <a:lnTo>
                  <a:pt x="5201581" y="3657600"/>
                </a:lnTo>
                <a:lnTo>
                  <a:pt x="5194031" y="3657600"/>
                </a:lnTo>
                <a:lnTo>
                  <a:pt x="5186482" y="3657600"/>
                </a:lnTo>
                <a:lnTo>
                  <a:pt x="5178932" y="3657600"/>
                </a:lnTo>
                <a:lnTo>
                  <a:pt x="5171383" y="3657600"/>
                </a:lnTo>
                <a:lnTo>
                  <a:pt x="5163834" y="3657600"/>
                </a:lnTo>
                <a:lnTo>
                  <a:pt x="5156284" y="3657600"/>
                </a:lnTo>
                <a:lnTo>
                  <a:pt x="5148735" y="3657600"/>
                </a:lnTo>
                <a:lnTo>
                  <a:pt x="5141185" y="3657600"/>
                </a:lnTo>
                <a:lnTo>
                  <a:pt x="5133636" y="3657600"/>
                </a:lnTo>
                <a:lnTo>
                  <a:pt x="5126086" y="3657600"/>
                </a:lnTo>
                <a:lnTo>
                  <a:pt x="5118537" y="3657600"/>
                </a:lnTo>
                <a:lnTo>
                  <a:pt x="5110987" y="3657600"/>
                </a:lnTo>
                <a:lnTo>
                  <a:pt x="5103438" y="3657600"/>
                </a:lnTo>
                <a:lnTo>
                  <a:pt x="5095888" y="3657600"/>
                </a:lnTo>
                <a:lnTo>
                  <a:pt x="5088339" y="3657600"/>
                </a:lnTo>
                <a:lnTo>
                  <a:pt x="5080789" y="3657600"/>
                </a:lnTo>
                <a:lnTo>
                  <a:pt x="5073240" y="3657600"/>
                </a:lnTo>
                <a:lnTo>
                  <a:pt x="5065690" y="3657600"/>
                </a:lnTo>
                <a:lnTo>
                  <a:pt x="5058141" y="3657600"/>
                </a:lnTo>
                <a:lnTo>
                  <a:pt x="5050592" y="3657600"/>
                </a:lnTo>
                <a:lnTo>
                  <a:pt x="5043042" y="3657600"/>
                </a:lnTo>
                <a:lnTo>
                  <a:pt x="5035493" y="3657600"/>
                </a:lnTo>
                <a:lnTo>
                  <a:pt x="5027943" y="3657600"/>
                </a:lnTo>
                <a:lnTo>
                  <a:pt x="5020394" y="3657600"/>
                </a:lnTo>
                <a:lnTo>
                  <a:pt x="5012844" y="3657600"/>
                </a:lnTo>
                <a:lnTo>
                  <a:pt x="5005295" y="3657600"/>
                </a:lnTo>
                <a:lnTo>
                  <a:pt x="4997745" y="3657600"/>
                </a:lnTo>
                <a:lnTo>
                  <a:pt x="4990196" y="3657600"/>
                </a:lnTo>
                <a:lnTo>
                  <a:pt x="4982646" y="3657600"/>
                </a:lnTo>
                <a:lnTo>
                  <a:pt x="4975097" y="3657600"/>
                </a:lnTo>
                <a:lnTo>
                  <a:pt x="4967547" y="3657600"/>
                </a:lnTo>
                <a:lnTo>
                  <a:pt x="4959998" y="3657600"/>
                </a:lnTo>
                <a:lnTo>
                  <a:pt x="4952448" y="3657600"/>
                </a:lnTo>
                <a:lnTo>
                  <a:pt x="4944899" y="3657600"/>
                </a:lnTo>
                <a:lnTo>
                  <a:pt x="4937350" y="3657600"/>
                </a:lnTo>
                <a:lnTo>
                  <a:pt x="4929800" y="3657600"/>
                </a:lnTo>
                <a:lnTo>
                  <a:pt x="4922251" y="3657600"/>
                </a:lnTo>
                <a:lnTo>
                  <a:pt x="4914701" y="3657600"/>
                </a:lnTo>
                <a:lnTo>
                  <a:pt x="4907152" y="3657600"/>
                </a:lnTo>
                <a:lnTo>
                  <a:pt x="4899602" y="3657600"/>
                </a:lnTo>
                <a:lnTo>
                  <a:pt x="4892053" y="3657600"/>
                </a:lnTo>
                <a:lnTo>
                  <a:pt x="4884503" y="3657600"/>
                </a:lnTo>
                <a:lnTo>
                  <a:pt x="4876954" y="3657600"/>
                </a:lnTo>
                <a:lnTo>
                  <a:pt x="4869404" y="3657600"/>
                </a:lnTo>
                <a:lnTo>
                  <a:pt x="4861855" y="3657600"/>
                </a:lnTo>
                <a:lnTo>
                  <a:pt x="4854305" y="3657600"/>
                </a:lnTo>
                <a:lnTo>
                  <a:pt x="4846756" y="3657600"/>
                </a:lnTo>
                <a:lnTo>
                  <a:pt x="4839207" y="3657600"/>
                </a:lnTo>
                <a:lnTo>
                  <a:pt x="4831657" y="3657600"/>
                </a:lnTo>
                <a:lnTo>
                  <a:pt x="4824108" y="3657600"/>
                </a:lnTo>
                <a:lnTo>
                  <a:pt x="4816558" y="3657600"/>
                </a:lnTo>
                <a:lnTo>
                  <a:pt x="4809009" y="3657600"/>
                </a:lnTo>
                <a:lnTo>
                  <a:pt x="4801459" y="3657600"/>
                </a:lnTo>
                <a:lnTo>
                  <a:pt x="4793910" y="3657600"/>
                </a:lnTo>
                <a:lnTo>
                  <a:pt x="4786360" y="3657600"/>
                </a:lnTo>
                <a:lnTo>
                  <a:pt x="4778811" y="3657600"/>
                </a:lnTo>
                <a:lnTo>
                  <a:pt x="4771261" y="3657600"/>
                </a:lnTo>
                <a:lnTo>
                  <a:pt x="4763712" y="3657600"/>
                </a:lnTo>
                <a:lnTo>
                  <a:pt x="4756162" y="3657600"/>
                </a:lnTo>
                <a:lnTo>
                  <a:pt x="4748613" y="3657600"/>
                </a:lnTo>
                <a:lnTo>
                  <a:pt x="4741063" y="3657600"/>
                </a:lnTo>
                <a:lnTo>
                  <a:pt x="4733514" y="3657600"/>
                </a:lnTo>
                <a:lnTo>
                  <a:pt x="4725965" y="3657600"/>
                </a:lnTo>
                <a:lnTo>
                  <a:pt x="4718415" y="3657600"/>
                </a:lnTo>
                <a:lnTo>
                  <a:pt x="4710866" y="3657600"/>
                </a:lnTo>
                <a:lnTo>
                  <a:pt x="4703316" y="3657600"/>
                </a:lnTo>
                <a:lnTo>
                  <a:pt x="4695767" y="3657600"/>
                </a:lnTo>
                <a:lnTo>
                  <a:pt x="4688217" y="3657600"/>
                </a:lnTo>
                <a:lnTo>
                  <a:pt x="4680668" y="3657600"/>
                </a:lnTo>
                <a:lnTo>
                  <a:pt x="4673118" y="3657600"/>
                </a:lnTo>
                <a:lnTo>
                  <a:pt x="4665569" y="3657600"/>
                </a:lnTo>
                <a:lnTo>
                  <a:pt x="4658019" y="3657600"/>
                </a:lnTo>
                <a:lnTo>
                  <a:pt x="4650470" y="3657600"/>
                </a:lnTo>
                <a:lnTo>
                  <a:pt x="4642920" y="3657600"/>
                </a:lnTo>
                <a:lnTo>
                  <a:pt x="4635371" y="3657600"/>
                </a:lnTo>
                <a:lnTo>
                  <a:pt x="4627822" y="3657600"/>
                </a:lnTo>
                <a:lnTo>
                  <a:pt x="4620272" y="3657600"/>
                </a:lnTo>
                <a:lnTo>
                  <a:pt x="4612723" y="3657600"/>
                </a:lnTo>
                <a:lnTo>
                  <a:pt x="4605173" y="3657600"/>
                </a:lnTo>
                <a:lnTo>
                  <a:pt x="4597624" y="3657600"/>
                </a:lnTo>
                <a:lnTo>
                  <a:pt x="4590074" y="3657600"/>
                </a:lnTo>
                <a:lnTo>
                  <a:pt x="4582525" y="3657600"/>
                </a:lnTo>
                <a:lnTo>
                  <a:pt x="4574975" y="3657600"/>
                </a:lnTo>
                <a:lnTo>
                  <a:pt x="4567426" y="3657600"/>
                </a:lnTo>
                <a:lnTo>
                  <a:pt x="4559876" y="3657600"/>
                </a:lnTo>
                <a:lnTo>
                  <a:pt x="4552327" y="3657600"/>
                </a:lnTo>
                <a:lnTo>
                  <a:pt x="4544777" y="3657600"/>
                </a:lnTo>
                <a:lnTo>
                  <a:pt x="4537228" y="3657600"/>
                </a:lnTo>
                <a:lnTo>
                  <a:pt x="4529678" y="3657600"/>
                </a:lnTo>
                <a:lnTo>
                  <a:pt x="4522129" y="3657600"/>
                </a:lnTo>
                <a:lnTo>
                  <a:pt x="4514580" y="3657600"/>
                </a:lnTo>
                <a:lnTo>
                  <a:pt x="4507030" y="3657600"/>
                </a:lnTo>
                <a:lnTo>
                  <a:pt x="4499481" y="3657600"/>
                </a:lnTo>
                <a:lnTo>
                  <a:pt x="4491931" y="3657600"/>
                </a:lnTo>
                <a:lnTo>
                  <a:pt x="4484382" y="3657600"/>
                </a:lnTo>
                <a:lnTo>
                  <a:pt x="4476832" y="3657600"/>
                </a:lnTo>
                <a:lnTo>
                  <a:pt x="4469283" y="3657600"/>
                </a:lnTo>
                <a:lnTo>
                  <a:pt x="4461733" y="3657600"/>
                </a:lnTo>
                <a:lnTo>
                  <a:pt x="4454184" y="3657600"/>
                </a:lnTo>
                <a:lnTo>
                  <a:pt x="4446634" y="3657600"/>
                </a:lnTo>
                <a:lnTo>
                  <a:pt x="4439085" y="3657600"/>
                </a:lnTo>
                <a:lnTo>
                  <a:pt x="4431535" y="3657600"/>
                </a:lnTo>
                <a:lnTo>
                  <a:pt x="4423986" y="3657600"/>
                </a:lnTo>
                <a:lnTo>
                  <a:pt x="4416436" y="3657600"/>
                </a:lnTo>
                <a:lnTo>
                  <a:pt x="4408887" y="3657600"/>
                </a:lnTo>
                <a:lnTo>
                  <a:pt x="4401338" y="3657600"/>
                </a:lnTo>
                <a:lnTo>
                  <a:pt x="4393788" y="3657600"/>
                </a:lnTo>
                <a:lnTo>
                  <a:pt x="4386239" y="3657600"/>
                </a:lnTo>
                <a:lnTo>
                  <a:pt x="4378689" y="3657600"/>
                </a:lnTo>
                <a:lnTo>
                  <a:pt x="4371140" y="3657600"/>
                </a:lnTo>
                <a:lnTo>
                  <a:pt x="4363590" y="3657600"/>
                </a:lnTo>
                <a:lnTo>
                  <a:pt x="4356041" y="3657600"/>
                </a:lnTo>
                <a:lnTo>
                  <a:pt x="4348491" y="3657600"/>
                </a:lnTo>
                <a:lnTo>
                  <a:pt x="4340942" y="3657600"/>
                </a:lnTo>
                <a:lnTo>
                  <a:pt x="4333392" y="3657600"/>
                </a:lnTo>
                <a:lnTo>
                  <a:pt x="4325843" y="3657600"/>
                </a:lnTo>
                <a:lnTo>
                  <a:pt x="4318293" y="3657600"/>
                </a:lnTo>
                <a:lnTo>
                  <a:pt x="4310744" y="3657600"/>
                </a:lnTo>
                <a:lnTo>
                  <a:pt x="4303195" y="3657600"/>
                </a:lnTo>
                <a:lnTo>
                  <a:pt x="4295645" y="3657600"/>
                </a:lnTo>
                <a:lnTo>
                  <a:pt x="4288096" y="3657600"/>
                </a:lnTo>
                <a:lnTo>
                  <a:pt x="4280546" y="3657600"/>
                </a:lnTo>
                <a:lnTo>
                  <a:pt x="4272997" y="3657600"/>
                </a:lnTo>
                <a:lnTo>
                  <a:pt x="4265447" y="3657600"/>
                </a:lnTo>
                <a:lnTo>
                  <a:pt x="4257898" y="3657600"/>
                </a:lnTo>
                <a:lnTo>
                  <a:pt x="4250348" y="3657600"/>
                </a:lnTo>
                <a:lnTo>
                  <a:pt x="4242799" y="3657600"/>
                </a:lnTo>
                <a:lnTo>
                  <a:pt x="4235249" y="3657600"/>
                </a:lnTo>
                <a:lnTo>
                  <a:pt x="4227700" y="3657600"/>
                </a:lnTo>
                <a:lnTo>
                  <a:pt x="4220150" y="3657600"/>
                </a:lnTo>
                <a:lnTo>
                  <a:pt x="4212601" y="3657600"/>
                </a:lnTo>
                <a:lnTo>
                  <a:pt x="4205051" y="3657600"/>
                </a:lnTo>
                <a:lnTo>
                  <a:pt x="4197502" y="3657600"/>
                </a:lnTo>
                <a:lnTo>
                  <a:pt x="4189953" y="3657600"/>
                </a:lnTo>
                <a:lnTo>
                  <a:pt x="4182403" y="3657600"/>
                </a:lnTo>
                <a:lnTo>
                  <a:pt x="4174854" y="3657600"/>
                </a:lnTo>
                <a:lnTo>
                  <a:pt x="4167304" y="3657600"/>
                </a:lnTo>
                <a:lnTo>
                  <a:pt x="4159755" y="3657600"/>
                </a:lnTo>
                <a:lnTo>
                  <a:pt x="4152205" y="3657600"/>
                </a:lnTo>
                <a:lnTo>
                  <a:pt x="4144656" y="3657600"/>
                </a:lnTo>
                <a:lnTo>
                  <a:pt x="4137106" y="3657600"/>
                </a:lnTo>
                <a:lnTo>
                  <a:pt x="4129557" y="3657600"/>
                </a:lnTo>
                <a:lnTo>
                  <a:pt x="4122007" y="3657600"/>
                </a:lnTo>
                <a:lnTo>
                  <a:pt x="4114458" y="3657600"/>
                </a:lnTo>
                <a:lnTo>
                  <a:pt x="4106908" y="3657600"/>
                </a:lnTo>
                <a:lnTo>
                  <a:pt x="4099359" y="3657600"/>
                </a:lnTo>
                <a:lnTo>
                  <a:pt x="4091809" y="3657600"/>
                </a:lnTo>
                <a:lnTo>
                  <a:pt x="4084260" y="3657600"/>
                </a:lnTo>
                <a:lnTo>
                  <a:pt x="4076711" y="3657600"/>
                </a:lnTo>
                <a:lnTo>
                  <a:pt x="4069161" y="3657600"/>
                </a:lnTo>
                <a:lnTo>
                  <a:pt x="4061612" y="3657600"/>
                </a:lnTo>
                <a:lnTo>
                  <a:pt x="4054062" y="3657600"/>
                </a:lnTo>
                <a:lnTo>
                  <a:pt x="4046513" y="3657600"/>
                </a:lnTo>
                <a:lnTo>
                  <a:pt x="4038963" y="3657600"/>
                </a:lnTo>
                <a:lnTo>
                  <a:pt x="4031414" y="3657600"/>
                </a:lnTo>
                <a:lnTo>
                  <a:pt x="4023864" y="3657600"/>
                </a:lnTo>
                <a:lnTo>
                  <a:pt x="4016315" y="3657600"/>
                </a:lnTo>
                <a:lnTo>
                  <a:pt x="4008765" y="3657600"/>
                </a:lnTo>
                <a:lnTo>
                  <a:pt x="4001216" y="3657600"/>
                </a:lnTo>
                <a:lnTo>
                  <a:pt x="3993666" y="3657600"/>
                </a:lnTo>
                <a:lnTo>
                  <a:pt x="3986117" y="3657600"/>
                </a:lnTo>
                <a:lnTo>
                  <a:pt x="3978568" y="3657600"/>
                </a:lnTo>
                <a:lnTo>
                  <a:pt x="3971018" y="3657600"/>
                </a:lnTo>
                <a:lnTo>
                  <a:pt x="3963469" y="3657600"/>
                </a:lnTo>
                <a:lnTo>
                  <a:pt x="3955919" y="3657600"/>
                </a:lnTo>
                <a:lnTo>
                  <a:pt x="3948370" y="3657600"/>
                </a:lnTo>
                <a:lnTo>
                  <a:pt x="3940820" y="3657600"/>
                </a:lnTo>
                <a:lnTo>
                  <a:pt x="3933271" y="3657600"/>
                </a:lnTo>
                <a:lnTo>
                  <a:pt x="3925721" y="3657600"/>
                </a:lnTo>
                <a:lnTo>
                  <a:pt x="3918172" y="3657600"/>
                </a:lnTo>
                <a:lnTo>
                  <a:pt x="3910622" y="3657600"/>
                </a:lnTo>
                <a:lnTo>
                  <a:pt x="3903073" y="3657600"/>
                </a:lnTo>
                <a:lnTo>
                  <a:pt x="3895523" y="3657600"/>
                </a:lnTo>
                <a:lnTo>
                  <a:pt x="3887974" y="3657600"/>
                </a:lnTo>
                <a:lnTo>
                  <a:pt x="3880424" y="3657600"/>
                </a:lnTo>
                <a:lnTo>
                  <a:pt x="3872875" y="3657600"/>
                </a:lnTo>
                <a:lnTo>
                  <a:pt x="3865326" y="3657600"/>
                </a:lnTo>
                <a:lnTo>
                  <a:pt x="3857776" y="3657600"/>
                </a:lnTo>
                <a:lnTo>
                  <a:pt x="3850227" y="3657600"/>
                </a:lnTo>
                <a:lnTo>
                  <a:pt x="3842677" y="3657600"/>
                </a:lnTo>
                <a:lnTo>
                  <a:pt x="3835128" y="3657600"/>
                </a:lnTo>
                <a:lnTo>
                  <a:pt x="3827578" y="3657600"/>
                </a:lnTo>
                <a:lnTo>
                  <a:pt x="3820029" y="3657600"/>
                </a:lnTo>
                <a:lnTo>
                  <a:pt x="3812479" y="3657600"/>
                </a:lnTo>
                <a:lnTo>
                  <a:pt x="3804930" y="3657600"/>
                </a:lnTo>
                <a:lnTo>
                  <a:pt x="3797380" y="3657600"/>
                </a:lnTo>
                <a:lnTo>
                  <a:pt x="3789831" y="3657600"/>
                </a:lnTo>
                <a:lnTo>
                  <a:pt x="3782281" y="3657600"/>
                </a:lnTo>
                <a:lnTo>
                  <a:pt x="3774732" y="3657600"/>
                </a:lnTo>
                <a:lnTo>
                  <a:pt x="3767183" y="3657600"/>
                </a:lnTo>
                <a:lnTo>
                  <a:pt x="3759633" y="3657600"/>
                </a:lnTo>
                <a:lnTo>
                  <a:pt x="3752084" y="3657600"/>
                </a:lnTo>
                <a:lnTo>
                  <a:pt x="3744534" y="3657600"/>
                </a:lnTo>
                <a:lnTo>
                  <a:pt x="3736985" y="3657600"/>
                </a:lnTo>
                <a:lnTo>
                  <a:pt x="3729435" y="3657600"/>
                </a:lnTo>
                <a:lnTo>
                  <a:pt x="3721886" y="3657600"/>
                </a:lnTo>
                <a:lnTo>
                  <a:pt x="3714336" y="3657600"/>
                </a:lnTo>
                <a:lnTo>
                  <a:pt x="3706787" y="3657600"/>
                </a:lnTo>
                <a:lnTo>
                  <a:pt x="3699237" y="3657600"/>
                </a:lnTo>
                <a:lnTo>
                  <a:pt x="3691688" y="3657600"/>
                </a:lnTo>
                <a:lnTo>
                  <a:pt x="3684138" y="3657600"/>
                </a:lnTo>
                <a:lnTo>
                  <a:pt x="3676589" y="3657600"/>
                </a:lnTo>
                <a:lnTo>
                  <a:pt x="3669039" y="3657600"/>
                </a:lnTo>
                <a:lnTo>
                  <a:pt x="3661490" y="3657600"/>
                </a:lnTo>
                <a:lnTo>
                  <a:pt x="3653941" y="3657600"/>
                </a:lnTo>
                <a:lnTo>
                  <a:pt x="3646391" y="3657600"/>
                </a:lnTo>
                <a:lnTo>
                  <a:pt x="3638842" y="3657600"/>
                </a:lnTo>
                <a:lnTo>
                  <a:pt x="3631292" y="3657600"/>
                </a:lnTo>
                <a:lnTo>
                  <a:pt x="3623743" y="3657600"/>
                </a:lnTo>
                <a:lnTo>
                  <a:pt x="3616193" y="3657600"/>
                </a:lnTo>
                <a:lnTo>
                  <a:pt x="3608644" y="3657600"/>
                </a:lnTo>
                <a:lnTo>
                  <a:pt x="3601094" y="3657600"/>
                </a:lnTo>
                <a:lnTo>
                  <a:pt x="3593545" y="3657600"/>
                </a:lnTo>
                <a:lnTo>
                  <a:pt x="3585995" y="3657600"/>
                </a:lnTo>
                <a:lnTo>
                  <a:pt x="3578446" y="3657600"/>
                </a:lnTo>
                <a:lnTo>
                  <a:pt x="3570896" y="3657600"/>
                </a:lnTo>
                <a:lnTo>
                  <a:pt x="3563347" y="3657600"/>
                </a:lnTo>
                <a:lnTo>
                  <a:pt x="3555797" y="3657600"/>
                </a:lnTo>
                <a:lnTo>
                  <a:pt x="3548248" y="3657600"/>
                </a:lnTo>
                <a:lnTo>
                  <a:pt x="3540699" y="3657600"/>
                </a:lnTo>
                <a:lnTo>
                  <a:pt x="3533149" y="3657600"/>
                </a:lnTo>
                <a:lnTo>
                  <a:pt x="3525600" y="3657600"/>
                </a:lnTo>
                <a:lnTo>
                  <a:pt x="3518050" y="3657600"/>
                </a:lnTo>
                <a:lnTo>
                  <a:pt x="3510501" y="3657600"/>
                </a:lnTo>
                <a:lnTo>
                  <a:pt x="3502951" y="3657600"/>
                </a:lnTo>
                <a:lnTo>
                  <a:pt x="3495402" y="3657600"/>
                </a:lnTo>
                <a:lnTo>
                  <a:pt x="3487852" y="3657600"/>
                </a:lnTo>
                <a:lnTo>
                  <a:pt x="3480303" y="3657600"/>
                </a:lnTo>
                <a:lnTo>
                  <a:pt x="3472753" y="3657600"/>
                </a:lnTo>
                <a:lnTo>
                  <a:pt x="3465204" y="3657600"/>
                </a:lnTo>
                <a:lnTo>
                  <a:pt x="3457654" y="3657600"/>
                </a:lnTo>
                <a:lnTo>
                  <a:pt x="3450105" y="3657600"/>
                </a:lnTo>
                <a:lnTo>
                  <a:pt x="3442556" y="3657600"/>
                </a:lnTo>
                <a:lnTo>
                  <a:pt x="3435006" y="3657600"/>
                </a:lnTo>
                <a:lnTo>
                  <a:pt x="3427457" y="3657600"/>
                </a:lnTo>
                <a:lnTo>
                  <a:pt x="3419907" y="3657600"/>
                </a:lnTo>
                <a:lnTo>
                  <a:pt x="3412358" y="3657600"/>
                </a:lnTo>
                <a:lnTo>
                  <a:pt x="3404808" y="3657600"/>
                </a:lnTo>
                <a:lnTo>
                  <a:pt x="3397259" y="3657600"/>
                </a:lnTo>
                <a:lnTo>
                  <a:pt x="3389709" y="3657600"/>
                </a:lnTo>
                <a:lnTo>
                  <a:pt x="3382160" y="3657600"/>
                </a:lnTo>
                <a:lnTo>
                  <a:pt x="3374610" y="3657600"/>
                </a:lnTo>
                <a:lnTo>
                  <a:pt x="3367061" y="3657600"/>
                </a:lnTo>
                <a:lnTo>
                  <a:pt x="3359511" y="3657600"/>
                </a:lnTo>
                <a:lnTo>
                  <a:pt x="3351962" y="3657600"/>
                </a:lnTo>
                <a:lnTo>
                  <a:pt x="3344412" y="3657600"/>
                </a:lnTo>
                <a:lnTo>
                  <a:pt x="3336863" y="3657600"/>
                </a:lnTo>
                <a:lnTo>
                  <a:pt x="3329314" y="3657600"/>
                </a:lnTo>
                <a:lnTo>
                  <a:pt x="3321764" y="3657600"/>
                </a:lnTo>
                <a:lnTo>
                  <a:pt x="3314215" y="3657600"/>
                </a:lnTo>
                <a:lnTo>
                  <a:pt x="3306665" y="3657600"/>
                </a:lnTo>
                <a:lnTo>
                  <a:pt x="3299116" y="3657600"/>
                </a:lnTo>
                <a:lnTo>
                  <a:pt x="3291566" y="3657600"/>
                </a:lnTo>
                <a:lnTo>
                  <a:pt x="3284017" y="3657600"/>
                </a:lnTo>
                <a:lnTo>
                  <a:pt x="3276467" y="3657600"/>
                </a:lnTo>
                <a:lnTo>
                  <a:pt x="3268918" y="3657600"/>
                </a:lnTo>
                <a:lnTo>
                  <a:pt x="3261368" y="3657600"/>
                </a:lnTo>
                <a:lnTo>
                  <a:pt x="3253819" y="3657600"/>
                </a:lnTo>
                <a:lnTo>
                  <a:pt x="3246269" y="3657600"/>
                </a:lnTo>
                <a:lnTo>
                  <a:pt x="3238720" y="3657600"/>
                </a:lnTo>
                <a:lnTo>
                  <a:pt x="3231170" y="3657600"/>
                </a:lnTo>
                <a:lnTo>
                  <a:pt x="3223621" y="3657600"/>
                </a:lnTo>
                <a:lnTo>
                  <a:pt x="3216072" y="3657600"/>
                </a:lnTo>
                <a:lnTo>
                  <a:pt x="3208522" y="3657600"/>
                </a:lnTo>
                <a:lnTo>
                  <a:pt x="3200973" y="3657600"/>
                </a:lnTo>
                <a:lnTo>
                  <a:pt x="3193423" y="3657600"/>
                </a:lnTo>
                <a:lnTo>
                  <a:pt x="3185874" y="3657600"/>
                </a:lnTo>
                <a:lnTo>
                  <a:pt x="3178324" y="3657600"/>
                </a:lnTo>
                <a:lnTo>
                  <a:pt x="3170775" y="3657600"/>
                </a:lnTo>
                <a:lnTo>
                  <a:pt x="3163225" y="3657600"/>
                </a:lnTo>
                <a:lnTo>
                  <a:pt x="3155676" y="3657600"/>
                </a:lnTo>
                <a:lnTo>
                  <a:pt x="3148126" y="3657600"/>
                </a:lnTo>
                <a:lnTo>
                  <a:pt x="3140577" y="3657600"/>
                </a:lnTo>
                <a:lnTo>
                  <a:pt x="3133027" y="3657600"/>
                </a:lnTo>
                <a:lnTo>
                  <a:pt x="3125478" y="3657600"/>
                </a:lnTo>
                <a:lnTo>
                  <a:pt x="3117929" y="3657600"/>
                </a:lnTo>
                <a:lnTo>
                  <a:pt x="3110379" y="3657600"/>
                </a:lnTo>
                <a:lnTo>
                  <a:pt x="3102830" y="3657600"/>
                </a:lnTo>
                <a:lnTo>
                  <a:pt x="3095280" y="3657600"/>
                </a:lnTo>
                <a:lnTo>
                  <a:pt x="3087731" y="3657600"/>
                </a:lnTo>
                <a:lnTo>
                  <a:pt x="3080181" y="3657600"/>
                </a:lnTo>
                <a:lnTo>
                  <a:pt x="3072632" y="3657600"/>
                </a:lnTo>
                <a:lnTo>
                  <a:pt x="3065082" y="3657600"/>
                </a:lnTo>
                <a:lnTo>
                  <a:pt x="3057533" y="3657600"/>
                </a:lnTo>
                <a:lnTo>
                  <a:pt x="3049983" y="3657600"/>
                </a:lnTo>
                <a:lnTo>
                  <a:pt x="3042434" y="3657600"/>
                </a:lnTo>
                <a:lnTo>
                  <a:pt x="3034884" y="3657600"/>
                </a:lnTo>
                <a:lnTo>
                  <a:pt x="3027335" y="3657600"/>
                </a:lnTo>
                <a:lnTo>
                  <a:pt x="3019785" y="3657600"/>
                </a:lnTo>
                <a:lnTo>
                  <a:pt x="3012236" y="3657600"/>
                </a:lnTo>
                <a:lnTo>
                  <a:pt x="3004687" y="3657600"/>
                </a:lnTo>
                <a:lnTo>
                  <a:pt x="2997137" y="3657600"/>
                </a:lnTo>
                <a:lnTo>
                  <a:pt x="2989588" y="3657600"/>
                </a:lnTo>
                <a:lnTo>
                  <a:pt x="2982038" y="3657600"/>
                </a:lnTo>
                <a:lnTo>
                  <a:pt x="2974489" y="3657600"/>
                </a:lnTo>
                <a:lnTo>
                  <a:pt x="2966939" y="3657600"/>
                </a:lnTo>
                <a:lnTo>
                  <a:pt x="2959390" y="3657600"/>
                </a:lnTo>
                <a:lnTo>
                  <a:pt x="2951840" y="3657600"/>
                </a:lnTo>
                <a:lnTo>
                  <a:pt x="2944291" y="3657600"/>
                </a:lnTo>
                <a:lnTo>
                  <a:pt x="2936741" y="3657600"/>
                </a:lnTo>
                <a:lnTo>
                  <a:pt x="2929192" y="3657600"/>
                </a:lnTo>
                <a:lnTo>
                  <a:pt x="2921642" y="3657600"/>
                </a:lnTo>
                <a:lnTo>
                  <a:pt x="2914093" y="3657600"/>
                </a:lnTo>
                <a:lnTo>
                  <a:pt x="2906543" y="3657600"/>
                </a:lnTo>
                <a:lnTo>
                  <a:pt x="2898994" y="3657600"/>
                </a:lnTo>
                <a:lnTo>
                  <a:pt x="2891445" y="3657600"/>
                </a:lnTo>
                <a:lnTo>
                  <a:pt x="2883895" y="3657600"/>
                </a:lnTo>
                <a:lnTo>
                  <a:pt x="2876346" y="3657600"/>
                </a:lnTo>
                <a:lnTo>
                  <a:pt x="2868796" y="3657600"/>
                </a:lnTo>
                <a:lnTo>
                  <a:pt x="2861247" y="3657600"/>
                </a:lnTo>
                <a:lnTo>
                  <a:pt x="2853697" y="3657600"/>
                </a:lnTo>
                <a:lnTo>
                  <a:pt x="2846148" y="3657600"/>
                </a:lnTo>
                <a:lnTo>
                  <a:pt x="2838598" y="3657600"/>
                </a:lnTo>
                <a:lnTo>
                  <a:pt x="2831049" y="3657600"/>
                </a:lnTo>
                <a:lnTo>
                  <a:pt x="2823499" y="3657600"/>
                </a:lnTo>
                <a:lnTo>
                  <a:pt x="2815950" y="3657600"/>
                </a:lnTo>
                <a:lnTo>
                  <a:pt x="2808400" y="3657600"/>
                </a:lnTo>
                <a:lnTo>
                  <a:pt x="2800851" y="3657600"/>
                </a:lnTo>
                <a:lnTo>
                  <a:pt x="2793302" y="3657600"/>
                </a:lnTo>
                <a:lnTo>
                  <a:pt x="2785752" y="3657600"/>
                </a:lnTo>
                <a:lnTo>
                  <a:pt x="2778203" y="3657600"/>
                </a:lnTo>
                <a:lnTo>
                  <a:pt x="2770653" y="3657600"/>
                </a:lnTo>
                <a:lnTo>
                  <a:pt x="2763104" y="3657600"/>
                </a:lnTo>
                <a:lnTo>
                  <a:pt x="2755554" y="3657600"/>
                </a:lnTo>
                <a:lnTo>
                  <a:pt x="2748005" y="3657600"/>
                </a:lnTo>
                <a:lnTo>
                  <a:pt x="2740455" y="3657600"/>
                </a:lnTo>
                <a:lnTo>
                  <a:pt x="2732906" y="3657600"/>
                </a:lnTo>
                <a:lnTo>
                  <a:pt x="2725356" y="3657600"/>
                </a:lnTo>
                <a:lnTo>
                  <a:pt x="2717807" y="3657600"/>
                </a:lnTo>
                <a:lnTo>
                  <a:pt x="2710257" y="3657600"/>
                </a:lnTo>
                <a:lnTo>
                  <a:pt x="2702708" y="3657600"/>
                </a:lnTo>
                <a:lnTo>
                  <a:pt x="2695158" y="3657600"/>
                </a:lnTo>
                <a:lnTo>
                  <a:pt x="2687609" y="3657600"/>
                </a:lnTo>
                <a:lnTo>
                  <a:pt x="2680060" y="3657600"/>
                </a:lnTo>
                <a:lnTo>
                  <a:pt x="2672510" y="3657600"/>
                </a:lnTo>
                <a:lnTo>
                  <a:pt x="2664961" y="3657600"/>
                </a:lnTo>
                <a:lnTo>
                  <a:pt x="2657411" y="3657600"/>
                </a:lnTo>
                <a:lnTo>
                  <a:pt x="2649862" y="3657600"/>
                </a:lnTo>
                <a:lnTo>
                  <a:pt x="2642312" y="3657600"/>
                </a:lnTo>
                <a:lnTo>
                  <a:pt x="2634763" y="3657600"/>
                </a:lnTo>
                <a:lnTo>
                  <a:pt x="2627213" y="3657600"/>
                </a:lnTo>
                <a:lnTo>
                  <a:pt x="2619664" y="3657600"/>
                </a:lnTo>
                <a:lnTo>
                  <a:pt x="2612114" y="3657600"/>
                </a:lnTo>
                <a:lnTo>
                  <a:pt x="2604565" y="3657600"/>
                </a:lnTo>
                <a:lnTo>
                  <a:pt x="2597015" y="3657600"/>
                </a:lnTo>
                <a:lnTo>
                  <a:pt x="2589466" y="3657600"/>
                </a:lnTo>
                <a:lnTo>
                  <a:pt x="2581917" y="3657600"/>
                </a:lnTo>
                <a:lnTo>
                  <a:pt x="2574367" y="3657600"/>
                </a:lnTo>
                <a:lnTo>
                  <a:pt x="2566818" y="3657600"/>
                </a:lnTo>
                <a:lnTo>
                  <a:pt x="2559268" y="3657600"/>
                </a:lnTo>
                <a:lnTo>
                  <a:pt x="2551719" y="3657600"/>
                </a:lnTo>
                <a:lnTo>
                  <a:pt x="2544169" y="3657600"/>
                </a:lnTo>
                <a:lnTo>
                  <a:pt x="2536620" y="3657600"/>
                </a:lnTo>
                <a:lnTo>
                  <a:pt x="2529070" y="3657600"/>
                </a:lnTo>
                <a:lnTo>
                  <a:pt x="2521521" y="3657600"/>
                </a:lnTo>
                <a:lnTo>
                  <a:pt x="2513971" y="3657600"/>
                </a:lnTo>
                <a:lnTo>
                  <a:pt x="2506422" y="3657600"/>
                </a:lnTo>
                <a:lnTo>
                  <a:pt x="2498872" y="3657600"/>
                </a:lnTo>
                <a:lnTo>
                  <a:pt x="2491323" y="3657600"/>
                </a:lnTo>
                <a:lnTo>
                  <a:pt x="2483773" y="3657600"/>
                </a:lnTo>
                <a:lnTo>
                  <a:pt x="2476224" y="3657600"/>
                </a:lnTo>
                <a:lnTo>
                  <a:pt x="2468675" y="3657600"/>
                </a:lnTo>
                <a:lnTo>
                  <a:pt x="2461125" y="3657600"/>
                </a:lnTo>
                <a:lnTo>
                  <a:pt x="2453576" y="3657600"/>
                </a:lnTo>
                <a:lnTo>
                  <a:pt x="2446026" y="3657600"/>
                </a:lnTo>
                <a:lnTo>
                  <a:pt x="2438477" y="3657600"/>
                </a:lnTo>
                <a:lnTo>
                  <a:pt x="2430927" y="3657600"/>
                </a:lnTo>
                <a:lnTo>
                  <a:pt x="2423378" y="3657600"/>
                </a:lnTo>
                <a:lnTo>
                  <a:pt x="2415828" y="3657600"/>
                </a:lnTo>
                <a:lnTo>
                  <a:pt x="2408279" y="3657600"/>
                </a:lnTo>
                <a:lnTo>
                  <a:pt x="2400729" y="3657600"/>
                </a:lnTo>
                <a:lnTo>
                  <a:pt x="2393180" y="3657600"/>
                </a:lnTo>
                <a:lnTo>
                  <a:pt x="2385630" y="3657600"/>
                </a:lnTo>
                <a:lnTo>
                  <a:pt x="2378081" y="3657600"/>
                </a:lnTo>
                <a:lnTo>
                  <a:pt x="2370531" y="3657600"/>
                </a:lnTo>
                <a:lnTo>
                  <a:pt x="2362982" y="3657600"/>
                </a:lnTo>
                <a:lnTo>
                  <a:pt x="2355433" y="3657600"/>
                </a:lnTo>
                <a:lnTo>
                  <a:pt x="2347883" y="3657600"/>
                </a:lnTo>
                <a:lnTo>
                  <a:pt x="2340334" y="3657600"/>
                </a:lnTo>
                <a:lnTo>
                  <a:pt x="2332784" y="3657600"/>
                </a:lnTo>
                <a:lnTo>
                  <a:pt x="2325235" y="3657600"/>
                </a:lnTo>
                <a:lnTo>
                  <a:pt x="2317685" y="3657600"/>
                </a:lnTo>
                <a:lnTo>
                  <a:pt x="2310136" y="3657600"/>
                </a:lnTo>
                <a:lnTo>
                  <a:pt x="2302586" y="3657600"/>
                </a:lnTo>
                <a:lnTo>
                  <a:pt x="2295037" y="3657600"/>
                </a:lnTo>
                <a:lnTo>
                  <a:pt x="2287487" y="3657600"/>
                </a:lnTo>
                <a:lnTo>
                  <a:pt x="2279938" y="3657600"/>
                </a:lnTo>
                <a:lnTo>
                  <a:pt x="2272388" y="3657600"/>
                </a:lnTo>
                <a:lnTo>
                  <a:pt x="2264839" y="3657600"/>
                </a:lnTo>
                <a:lnTo>
                  <a:pt x="2257290" y="3657600"/>
                </a:lnTo>
                <a:lnTo>
                  <a:pt x="2249740" y="3657600"/>
                </a:lnTo>
                <a:lnTo>
                  <a:pt x="2242191" y="3657600"/>
                </a:lnTo>
                <a:lnTo>
                  <a:pt x="2234641" y="3657600"/>
                </a:lnTo>
                <a:lnTo>
                  <a:pt x="2227092" y="3657600"/>
                </a:lnTo>
                <a:lnTo>
                  <a:pt x="2219542" y="3657600"/>
                </a:lnTo>
                <a:lnTo>
                  <a:pt x="2211993" y="3657600"/>
                </a:lnTo>
                <a:lnTo>
                  <a:pt x="2204443" y="3657600"/>
                </a:lnTo>
                <a:lnTo>
                  <a:pt x="2196894" y="3657600"/>
                </a:lnTo>
                <a:lnTo>
                  <a:pt x="2189344" y="3657600"/>
                </a:lnTo>
                <a:lnTo>
                  <a:pt x="2181795" y="3657600"/>
                </a:lnTo>
                <a:lnTo>
                  <a:pt x="2174245" y="3657600"/>
                </a:lnTo>
                <a:lnTo>
                  <a:pt x="2166696" y="3657600"/>
                </a:lnTo>
                <a:lnTo>
                  <a:pt x="2159146" y="3657600"/>
                </a:lnTo>
                <a:lnTo>
                  <a:pt x="2151597" y="3657600"/>
                </a:lnTo>
                <a:lnTo>
                  <a:pt x="2144048" y="3657600"/>
                </a:lnTo>
                <a:lnTo>
                  <a:pt x="2136498" y="3657600"/>
                </a:lnTo>
                <a:lnTo>
                  <a:pt x="2128949" y="3657600"/>
                </a:lnTo>
                <a:lnTo>
                  <a:pt x="2121399" y="3657600"/>
                </a:lnTo>
                <a:lnTo>
                  <a:pt x="2113850" y="3657600"/>
                </a:lnTo>
                <a:lnTo>
                  <a:pt x="2106300" y="3657600"/>
                </a:lnTo>
                <a:lnTo>
                  <a:pt x="2098751" y="3657600"/>
                </a:lnTo>
                <a:lnTo>
                  <a:pt x="2091201" y="3657600"/>
                </a:lnTo>
                <a:lnTo>
                  <a:pt x="2083652" y="3657600"/>
                </a:lnTo>
                <a:lnTo>
                  <a:pt x="2076102" y="3657600"/>
                </a:lnTo>
                <a:lnTo>
                  <a:pt x="2068553" y="3657600"/>
                </a:lnTo>
                <a:lnTo>
                  <a:pt x="2061003" y="3657600"/>
                </a:lnTo>
                <a:lnTo>
                  <a:pt x="2053454" y="3657600"/>
                </a:lnTo>
                <a:lnTo>
                  <a:pt x="2045904" y="3657600"/>
                </a:lnTo>
                <a:lnTo>
                  <a:pt x="2038355" y="3657600"/>
                </a:lnTo>
                <a:lnTo>
                  <a:pt x="2030806" y="3657600"/>
                </a:lnTo>
                <a:lnTo>
                  <a:pt x="2023256" y="3657600"/>
                </a:lnTo>
                <a:lnTo>
                  <a:pt x="2015707" y="3657600"/>
                </a:lnTo>
                <a:lnTo>
                  <a:pt x="2008157" y="3657600"/>
                </a:lnTo>
                <a:lnTo>
                  <a:pt x="2000608" y="3657600"/>
                </a:lnTo>
                <a:lnTo>
                  <a:pt x="1993058" y="3657600"/>
                </a:lnTo>
                <a:lnTo>
                  <a:pt x="1985509" y="3657600"/>
                </a:lnTo>
                <a:lnTo>
                  <a:pt x="1977959" y="3657600"/>
                </a:lnTo>
                <a:lnTo>
                  <a:pt x="1970410" y="3657600"/>
                </a:lnTo>
                <a:lnTo>
                  <a:pt x="1962860" y="3657600"/>
                </a:lnTo>
                <a:lnTo>
                  <a:pt x="1955311" y="3657600"/>
                </a:lnTo>
                <a:lnTo>
                  <a:pt x="1947761" y="3657600"/>
                </a:lnTo>
                <a:lnTo>
                  <a:pt x="1940212" y="3657600"/>
                </a:lnTo>
                <a:lnTo>
                  <a:pt x="1932663" y="3657600"/>
                </a:lnTo>
                <a:lnTo>
                  <a:pt x="1925113" y="3657600"/>
                </a:lnTo>
                <a:lnTo>
                  <a:pt x="1917564" y="3657600"/>
                </a:lnTo>
                <a:lnTo>
                  <a:pt x="1910014" y="3657600"/>
                </a:lnTo>
                <a:lnTo>
                  <a:pt x="1902465" y="3657600"/>
                </a:lnTo>
                <a:lnTo>
                  <a:pt x="1894915" y="3657600"/>
                </a:lnTo>
                <a:lnTo>
                  <a:pt x="1887366" y="3657600"/>
                </a:lnTo>
                <a:lnTo>
                  <a:pt x="1879816" y="3657600"/>
                </a:lnTo>
                <a:lnTo>
                  <a:pt x="1872267" y="3657600"/>
                </a:lnTo>
                <a:lnTo>
                  <a:pt x="1864717" y="3657600"/>
                </a:lnTo>
                <a:lnTo>
                  <a:pt x="1857168" y="3657600"/>
                </a:lnTo>
                <a:lnTo>
                  <a:pt x="1849618" y="3657600"/>
                </a:lnTo>
                <a:lnTo>
                  <a:pt x="1842069" y="3657600"/>
                </a:lnTo>
                <a:lnTo>
                  <a:pt x="1834519" y="3657600"/>
                </a:lnTo>
                <a:lnTo>
                  <a:pt x="1826970" y="3657600"/>
                </a:lnTo>
                <a:lnTo>
                  <a:pt x="1819421" y="3657600"/>
                </a:lnTo>
                <a:lnTo>
                  <a:pt x="1811871" y="3657600"/>
                </a:lnTo>
                <a:lnTo>
                  <a:pt x="1804322" y="3657600"/>
                </a:lnTo>
                <a:lnTo>
                  <a:pt x="1796772" y="3657600"/>
                </a:lnTo>
                <a:lnTo>
                  <a:pt x="1789223" y="3657600"/>
                </a:lnTo>
                <a:lnTo>
                  <a:pt x="1781673" y="3657600"/>
                </a:lnTo>
                <a:lnTo>
                  <a:pt x="1774124" y="3657600"/>
                </a:lnTo>
                <a:lnTo>
                  <a:pt x="1766574" y="3657600"/>
                </a:lnTo>
                <a:lnTo>
                  <a:pt x="1759025" y="3657600"/>
                </a:lnTo>
                <a:lnTo>
                  <a:pt x="1751475" y="3657600"/>
                </a:lnTo>
                <a:lnTo>
                  <a:pt x="1743926" y="3657600"/>
                </a:lnTo>
                <a:lnTo>
                  <a:pt x="1736376" y="3657600"/>
                </a:lnTo>
                <a:lnTo>
                  <a:pt x="1728827" y="3657600"/>
                </a:lnTo>
                <a:lnTo>
                  <a:pt x="1721278" y="3657600"/>
                </a:lnTo>
                <a:lnTo>
                  <a:pt x="1713728" y="3657600"/>
                </a:lnTo>
                <a:lnTo>
                  <a:pt x="1706179" y="3657600"/>
                </a:lnTo>
                <a:lnTo>
                  <a:pt x="1698629" y="3657600"/>
                </a:lnTo>
                <a:lnTo>
                  <a:pt x="1691080" y="3657600"/>
                </a:lnTo>
                <a:lnTo>
                  <a:pt x="1683530" y="3657600"/>
                </a:lnTo>
                <a:lnTo>
                  <a:pt x="1675981" y="3657600"/>
                </a:lnTo>
                <a:lnTo>
                  <a:pt x="1668431" y="3657600"/>
                </a:lnTo>
                <a:lnTo>
                  <a:pt x="1660882" y="3657600"/>
                </a:lnTo>
                <a:lnTo>
                  <a:pt x="1653332" y="3657600"/>
                </a:lnTo>
                <a:lnTo>
                  <a:pt x="1645783" y="3657600"/>
                </a:lnTo>
                <a:lnTo>
                  <a:pt x="1638233" y="3657600"/>
                </a:lnTo>
                <a:lnTo>
                  <a:pt x="1630684" y="3657600"/>
                </a:lnTo>
                <a:lnTo>
                  <a:pt x="1623134" y="3657600"/>
                </a:lnTo>
                <a:lnTo>
                  <a:pt x="1615585" y="3657600"/>
                </a:lnTo>
                <a:lnTo>
                  <a:pt x="1608036" y="3657600"/>
                </a:lnTo>
                <a:lnTo>
                  <a:pt x="1600486" y="3657600"/>
                </a:lnTo>
                <a:lnTo>
                  <a:pt x="1592937" y="3657600"/>
                </a:lnTo>
                <a:lnTo>
                  <a:pt x="1585387" y="3657600"/>
                </a:lnTo>
                <a:lnTo>
                  <a:pt x="1577838" y="3657600"/>
                </a:lnTo>
                <a:lnTo>
                  <a:pt x="1570288" y="3657600"/>
                </a:lnTo>
                <a:lnTo>
                  <a:pt x="1562739" y="3657600"/>
                </a:lnTo>
                <a:lnTo>
                  <a:pt x="1555189" y="3657600"/>
                </a:lnTo>
                <a:lnTo>
                  <a:pt x="1547640" y="3657600"/>
                </a:lnTo>
                <a:lnTo>
                  <a:pt x="1540090" y="3657600"/>
                </a:lnTo>
                <a:lnTo>
                  <a:pt x="1532541" y="3657600"/>
                </a:lnTo>
                <a:lnTo>
                  <a:pt x="1524991" y="3657600"/>
                </a:lnTo>
                <a:lnTo>
                  <a:pt x="1517442" y="3657600"/>
                </a:lnTo>
                <a:lnTo>
                  <a:pt x="1509892" y="3657600"/>
                </a:lnTo>
                <a:lnTo>
                  <a:pt x="1502343" y="3657600"/>
                </a:lnTo>
                <a:lnTo>
                  <a:pt x="1494794" y="3657600"/>
                </a:lnTo>
                <a:lnTo>
                  <a:pt x="1487244" y="3657600"/>
                </a:lnTo>
                <a:lnTo>
                  <a:pt x="1479695" y="3657600"/>
                </a:lnTo>
                <a:lnTo>
                  <a:pt x="1472145" y="3657600"/>
                </a:lnTo>
                <a:lnTo>
                  <a:pt x="1464596" y="3657600"/>
                </a:lnTo>
                <a:lnTo>
                  <a:pt x="1457046" y="3657600"/>
                </a:lnTo>
                <a:lnTo>
                  <a:pt x="1449497" y="3657600"/>
                </a:lnTo>
                <a:lnTo>
                  <a:pt x="1441947" y="3657600"/>
                </a:lnTo>
                <a:lnTo>
                  <a:pt x="1434398" y="3657600"/>
                </a:lnTo>
                <a:lnTo>
                  <a:pt x="1426848" y="3657600"/>
                </a:lnTo>
                <a:lnTo>
                  <a:pt x="1419299" y="3657600"/>
                </a:lnTo>
                <a:lnTo>
                  <a:pt x="1411749" y="3657600"/>
                </a:lnTo>
                <a:lnTo>
                  <a:pt x="1404200" y="3657600"/>
                </a:lnTo>
                <a:lnTo>
                  <a:pt x="1396651" y="3657600"/>
                </a:lnTo>
                <a:lnTo>
                  <a:pt x="1389101" y="3657600"/>
                </a:lnTo>
                <a:lnTo>
                  <a:pt x="1381552" y="3657600"/>
                </a:lnTo>
                <a:lnTo>
                  <a:pt x="1374002" y="3657600"/>
                </a:lnTo>
                <a:lnTo>
                  <a:pt x="1366453" y="3657600"/>
                </a:lnTo>
                <a:lnTo>
                  <a:pt x="1358903" y="3657600"/>
                </a:lnTo>
                <a:lnTo>
                  <a:pt x="1351354" y="3657600"/>
                </a:lnTo>
                <a:lnTo>
                  <a:pt x="1343804" y="3657600"/>
                </a:lnTo>
                <a:lnTo>
                  <a:pt x="1336255" y="3657600"/>
                </a:lnTo>
                <a:lnTo>
                  <a:pt x="1328705" y="3657600"/>
                </a:lnTo>
                <a:lnTo>
                  <a:pt x="1321156" y="3657600"/>
                </a:lnTo>
                <a:lnTo>
                  <a:pt x="1313606" y="3657600"/>
                </a:lnTo>
                <a:lnTo>
                  <a:pt x="1306057" y="3657600"/>
                </a:lnTo>
                <a:lnTo>
                  <a:pt x="1298507" y="3657600"/>
                </a:lnTo>
                <a:lnTo>
                  <a:pt x="1290958" y="3657600"/>
                </a:lnTo>
                <a:lnTo>
                  <a:pt x="1283409" y="3657600"/>
                </a:lnTo>
                <a:lnTo>
                  <a:pt x="1275859" y="3657600"/>
                </a:lnTo>
                <a:lnTo>
                  <a:pt x="1268310" y="3657600"/>
                </a:lnTo>
                <a:lnTo>
                  <a:pt x="1260760" y="3657600"/>
                </a:lnTo>
                <a:lnTo>
                  <a:pt x="1253211" y="3657600"/>
                </a:lnTo>
                <a:lnTo>
                  <a:pt x="1245661" y="3657600"/>
                </a:lnTo>
                <a:lnTo>
                  <a:pt x="1238112" y="3657600"/>
                </a:lnTo>
                <a:lnTo>
                  <a:pt x="1230562" y="3657600"/>
                </a:lnTo>
                <a:lnTo>
                  <a:pt x="1223013" y="3657600"/>
                </a:lnTo>
                <a:lnTo>
                  <a:pt x="1215463" y="3657600"/>
                </a:lnTo>
                <a:lnTo>
                  <a:pt x="1207914" y="3657600"/>
                </a:lnTo>
                <a:lnTo>
                  <a:pt x="1200364" y="3657600"/>
                </a:lnTo>
                <a:lnTo>
                  <a:pt x="1192815" y="3657600"/>
                </a:lnTo>
                <a:lnTo>
                  <a:pt x="1185265" y="3657600"/>
                </a:lnTo>
                <a:lnTo>
                  <a:pt x="1177716" y="3657600"/>
                </a:lnTo>
                <a:lnTo>
                  <a:pt x="1170167" y="3657600"/>
                </a:lnTo>
                <a:lnTo>
                  <a:pt x="1162617" y="3657600"/>
                </a:lnTo>
                <a:lnTo>
                  <a:pt x="1155068" y="3657600"/>
                </a:lnTo>
                <a:lnTo>
                  <a:pt x="1147518" y="3657600"/>
                </a:lnTo>
                <a:lnTo>
                  <a:pt x="1139969" y="3657600"/>
                </a:lnTo>
                <a:lnTo>
                  <a:pt x="1132419" y="3657600"/>
                </a:lnTo>
                <a:lnTo>
                  <a:pt x="1124870" y="3657600"/>
                </a:lnTo>
                <a:lnTo>
                  <a:pt x="1117320" y="3657600"/>
                </a:lnTo>
                <a:lnTo>
                  <a:pt x="1109771" y="3657600"/>
                </a:lnTo>
                <a:lnTo>
                  <a:pt x="1102221" y="3657600"/>
                </a:lnTo>
                <a:lnTo>
                  <a:pt x="1094672" y="3657600"/>
                </a:lnTo>
                <a:lnTo>
                  <a:pt x="1087122" y="3657600"/>
                </a:lnTo>
                <a:lnTo>
                  <a:pt x="1079573" y="3657600"/>
                </a:lnTo>
                <a:lnTo>
                  <a:pt x="1072024" y="3657600"/>
                </a:lnTo>
                <a:lnTo>
                  <a:pt x="1064474" y="3657600"/>
                </a:lnTo>
                <a:lnTo>
                  <a:pt x="1056925" y="3657600"/>
                </a:lnTo>
                <a:lnTo>
                  <a:pt x="1049375" y="3657600"/>
                </a:lnTo>
                <a:lnTo>
                  <a:pt x="1041826" y="3657600"/>
                </a:lnTo>
                <a:lnTo>
                  <a:pt x="1034276" y="3657600"/>
                </a:lnTo>
                <a:lnTo>
                  <a:pt x="1026727" y="3657600"/>
                </a:lnTo>
                <a:lnTo>
                  <a:pt x="1019177" y="3657600"/>
                </a:lnTo>
                <a:lnTo>
                  <a:pt x="1011628" y="3657600"/>
                </a:lnTo>
                <a:lnTo>
                  <a:pt x="1004078" y="3657600"/>
                </a:lnTo>
                <a:lnTo>
                  <a:pt x="996529" y="3657600"/>
                </a:lnTo>
                <a:lnTo>
                  <a:pt x="988979" y="3657600"/>
                </a:lnTo>
                <a:lnTo>
                  <a:pt x="981430" y="3657600"/>
                </a:lnTo>
                <a:lnTo>
                  <a:pt x="973880" y="3657600"/>
                </a:lnTo>
                <a:lnTo>
                  <a:pt x="966331" y="3657600"/>
                </a:lnTo>
                <a:lnTo>
                  <a:pt x="958782" y="3657600"/>
                </a:lnTo>
                <a:lnTo>
                  <a:pt x="951232" y="3657600"/>
                </a:lnTo>
                <a:lnTo>
                  <a:pt x="943683" y="3657600"/>
                </a:lnTo>
                <a:lnTo>
                  <a:pt x="936133" y="3657600"/>
                </a:lnTo>
                <a:lnTo>
                  <a:pt x="928584" y="3657600"/>
                </a:lnTo>
                <a:lnTo>
                  <a:pt x="921034" y="3657600"/>
                </a:lnTo>
                <a:lnTo>
                  <a:pt x="913485" y="3657600"/>
                </a:lnTo>
                <a:lnTo>
                  <a:pt x="905935" y="3657600"/>
                </a:lnTo>
                <a:lnTo>
                  <a:pt x="898386" y="3657600"/>
                </a:lnTo>
                <a:lnTo>
                  <a:pt x="890836" y="3657600"/>
                </a:lnTo>
                <a:lnTo>
                  <a:pt x="883287" y="3657600"/>
                </a:lnTo>
                <a:lnTo>
                  <a:pt x="875737" y="3657600"/>
                </a:lnTo>
                <a:lnTo>
                  <a:pt x="868188" y="3657600"/>
                </a:lnTo>
                <a:lnTo>
                  <a:pt x="860639" y="3657600"/>
                </a:lnTo>
                <a:lnTo>
                  <a:pt x="853089" y="3657600"/>
                </a:lnTo>
                <a:lnTo>
                  <a:pt x="845540" y="3657600"/>
                </a:lnTo>
                <a:lnTo>
                  <a:pt x="837990" y="3657600"/>
                </a:lnTo>
                <a:lnTo>
                  <a:pt x="830441" y="3657600"/>
                </a:lnTo>
                <a:lnTo>
                  <a:pt x="822891" y="3657600"/>
                </a:lnTo>
                <a:lnTo>
                  <a:pt x="815342" y="3657600"/>
                </a:lnTo>
                <a:lnTo>
                  <a:pt x="807792" y="3657600"/>
                </a:lnTo>
                <a:lnTo>
                  <a:pt x="800243" y="3657600"/>
                </a:lnTo>
                <a:lnTo>
                  <a:pt x="792693" y="3657600"/>
                </a:lnTo>
                <a:lnTo>
                  <a:pt x="785144" y="3657600"/>
                </a:lnTo>
                <a:lnTo>
                  <a:pt x="777594" y="3657600"/>
                </a:lnTo>
                <a:lnTo>
                  <a:pt x="770045" y="3657600"/>
                </a:lnTo>
                <a:lnTo>
                  <a:pt x="762495" y="3657600"/>
                </a:lnTo>
                <a:lnTo>
                  <a:pt x="754946" y="3657600"/>
                </a:lnTo>
                <a:lnTo>
                  <a:pt x="747397" y="3657600"/>
                </a:lnTo>
                <a:lnTo>
                  <a:pt x="739847" y="3657600"/>
                </a:lnTo>
                <a:lnTo>
                  <a:pt x="732298" y="3657600"/>
                </a:lnTo>
                <a:lnTo>
                  <a:pt x="724748" y="3657600"/>
                </a:lnTo>
                <a:lnTo>
                  <a:pt x="717199" y="3657600"/>
                </a:lnTo>
                <a:lnTo>
                  <a:pt x="709649" y="3657600"/>
                </a:lnTo>
                <a:lnTo>
                  <a:pt x="702100" y="3657600"/>
                </a:lnTo>
                <a:lnTo>
                  <a:pt x="694550" y="3657600"/>
                </a:lnTo>
                <a:lnTo>
                  <a:pt x="687001" y="3657600"/>
                </a:lnTo>
                <a:lnTo>
                  <a:pt x="679451" y="3657600"/>
                </a:lnTo>
                <a:lnTo>
                  <a:pt x="671902" y="3657600"/>
                </a:lnTo>
                <a:lnTo>
                  <a:pt x="664352" y="3657600"/>
                </a:lnTo>
                <a:lnTo>
                  <a:pt x="656803" y="3657600"/>
                </a:lnTo>
                <a:lnTo>
                  <a:pt x="649253" y="3657600"/>
                </a:lnTo>
                <a:lnTo>
                  <a:pt x="641704" y="3657600"/>
                </a:lnTo>
                <a:lnTo>
                  <a:pt x="634155" y="3657600"/>
                </a:lnTo>
                <a:lnTo>
                  <a:pt x="626605" y="3657600"/>
                </a:lnTo>
                <a:lnTo>
                  <a:pt x="619056" y="3657600"/>
                </a:lnTo>
                <a:lnTo>
                  <a:pt x="611506" y="3657600"/>
                </a:lnTo>
                <a:lnTo>
                  <a:pt x="603957" y="3657600"/>
                </a:lnTo>
                <a:lnTo>
                  <a:pt x="596407" y="3657600"/>
                </a:lnTo>
                <a:lnTo>
                  <a:pt x="588858" y="3657600"/>
                </a:lnTo>
                <a:lnTo>
                  <a:pt x="581308" y="3657600"/>
                </a:lnTo>
                <a:lnTo>
                  <a:pt x="573759" y="3657600"/>
                </a:lnTo>
                <a:lnTo>
                  <a:pt x="566209" y="3657600"/>
                </a:lnTo>
                <a:lnTo>
                  <a:pt x="558660" y="3657600"/>
                </a:lnTo>
                <a:lnTo>
                  <a:pt x="551110" y="3657600"/>
                </a:lnTo>
                <a:lnTo>
                  <a:pt x="543561" y="3657600"/>
                </a:lnTo>
                <a:lnTo>
                  <a:pt x="536012" y="3657600"/>
                </a:lnTo>
                <a:lnTo>
                  <a:pt x="528462" y="3657600"/>
                </a:lnTo>
                <a:lnTo>
                  <a:pt x="520913" y="3657600"/>
                </a:lnTo>
                <a:lnTo>
                  <a:pt x="513363" y="3657600"/>
                </a:lnTo>
                <a:lnTo>
                  <a:pt x="505814" y="3657600"/>
                </a:lnTo>
                <a:lnTo>
                  <a:pt x="498264" y="3657600"/>
                </a:lnTo>
                <a:lnTo>
                  <a:pt x="490715" y="3657600"/>
                </a:lnTo>
                <a:lnTo>
                  <a:pt x="483165" y="3657600"/>
                </a:lnTo>
                <a:lnTo>
                  <a:pt x="475616" y="3657600"/>
                </a:lnTo>
                <a:lnTo>
                  <a:pt x="468066" y="3657600"/>
                </a:lnTo>
                <a:lnTo>
                  <a:pt x="460517" y="3657600"/>
                </a:lnTo>
                <a:lnTo>
                  <a:pt x="452967" y="3657600"/>
                </a:lnTo>
                <a:lnTo>
                  <a:pt x="445418" y="3657600"/>
                </a:lnTo>
                <a:lnTo>
                  <a:pt x="437868" y="3657600"/>
                </a:lnTo>
                <a:lnTo>
                  <a:pt x="430319" y="3657600"/>
                </a:lnTo>
                <a:lnTo>
                  <a:pt x="422770" y="3657600"/>
                </a:lnTo>
                <a:lnTo>
                  <a:pt x="415220" y="3657600"/>
                </a:lnTo>
                <a:lnTo>
                  <a:pt x="407671" y="3657600"/>
                </a:lnTo>
                <a:lnTo>
                  <a:pt x="400121" y="3657600"/>
                </a:lnTo>
                <a:lnTo>
                  <a:pt x="392572" y="3657600"/>
                </a:lnTo>
                <a:lnTo>
                  <a:pt x="385022" y="3657600"/>
                </a:lnTo>
                <a:lnTo>
                  <a:pt x="377473" y="3657600"/>
                </a:lnTo>
                <a:lnTo>
                  <a:pt x="369923" y="3657600"/>
                </a:lnTo>
                <a:lnTo>
                  <a:pt x="362374" y="3657600"/>
                </a:lnTo>
                <a:lnTo>
                  <a:pt x="354824" y="3657600"/>
                </a:lnTo>
                <a:lnTo>
                  <a:pt x="347275" y="3657600"/>
                </a:lnTo>
                <a:lnTo>
                  <a:pt x="339725" y="3657600"/>
                </a:lnTo>
                <a:lnTo>
                  <a:pt x="332176" y="3657600"/>
                </a:lnTo>
                <a:lnTo>
                  <a:pt x="324626" y="3657600"/>
                </a:lnTo>
                <a:lnTo>
                  <a:pt x="317077" y="3657600"/>
                </a:lnTo>
                <a:lnTo>
                  <a:pt x="309528" y="3657600"/>
                </a:lnTo>
                <a:lnTo>
                  <a:pt x="301978" y="3657600"/>
                </a:lnTo>
                <a:lnTo>
                  <a:pt x="294429" y="3657600"/>
                </a:lnTo>
                <a:lnTo>
                  <a:pt x="286879" y="3657600"/>
                </a:lnTo>
                <a:lnTo>
                  <a:pt x="279330" y="3657600"/>
                </a:lnTo>
                <a:lnTo>
                  <a:pt x="271780" y="3657600"/>
                </a:lnTo>
                <a:lnTo>
                  <a:pt x="264231" y="3657600"/>
                </a:lnTo>
                <a:lnTo>
                  <a:pt x="256681" y="3657600"/>
                </a:lnTo>
                <a:lnTo>
                  <a:pt x="249132" y="3657600"/>
                </a:lnTo>
                <a:lnTo>
                  <a:pt x="241582" y="3657600"/>
                </a:lnTo>
                <a:lnTo>
                  <a:pt x="234033" y="3657600"/>
                </a:lnTo>
                <a:lnTo>
                  <a:pt x="226483" y="3657600"/>
                </a:lnTo>
                <a:lnTo>
                  <a:pt x="218934" y="3657600"/>
                </a:lnTo>
                <a:lnTo>
                  <a:pt x="211385" y="3657600"/>
                </a:lnTo>
                <a:lnTo>
                  <a:pt x="203835" y="3657600"/>
                </a:lnTo>
                <a:lnTo>
                  <a:pt x="196286" y="3657600"/>
                </a:lnTo>
                <a:lnTo>
                  <a:pt x="188736" y="3657600"/>
                </a:lnTo>
                <a:lnTo>
                  <a:pt x="181187" y="3657600"/>
                </a:lnTo>
                <a:lnTo>
                  <a:pt x="173637" y="3657600"/>
                </a:lnTo>
                <a:lnTo>
                  <a:pt x="166088" y="3657600"/>
                </a:lnTo>
                <a:lnTo>
                  <a:pt x="158538" y="3657600"/>
                </a:lnTo>
                <a:lnTo>
                  <a:pt x="150989" y="3657600"/>
                </a:lnTo>
                <a:lnTo>
                  <a:pt x="143439" y="3657600"/>
                </a:lnTo>
                <a:lnTo>
                  <a:pt x="135890" y="3657600"/>
                </a:lnTo>
                <a:lnTo>
                  <a:pt x="128340" y="3657600"/>
                </a:lnTo>
                <a:lnTo>
                  <a:pt x="120791" y="3657600"/>
                </a:lnTo>
                <a:lnTo>
                  <a:pt x="113241" y="3657600"/>
                </a:lnTo>
                <a:lnTo>
                  <a:pt x="105692" y="3657600"/>
                </a:lnTo>
                <a:lnTo>
                  <a:pt x="98143" y="3657600"/>
                </a:lnTo>
                <a:lnTo>
                  <a:pt x="90593" y="3657600"/>
                </a:lnTo>
                <a:lnTo>
                  <a:pt x="83044" y="3657600"/>
                </a:lnTo>
                <a:lnTo>
                  <a:pt x="75494" y="3657600"/>
                </a:lnTo>
                <a:lnTo>
                  <a:pt x="67945" y="3657600"/>
                </a:lnTo>
                <a:lnTo>
                  <a:pt x="60395" y="3657600"/>
                </a:lnTo>
                <a:lnTo>
                  <a:pt x="52846" y="3657600"/>
                </a:lnTo>
                <a:lnTo>
                  <a:pt x="45296" y="3657600"/>
                </a:lnTo>
                <a:lnTo>
                  <a:pt x="37747" y="3657600"/>
                </a:lnTo>
                <a:lnTo>
                  <a:pt x="30197" y="3657600"/>
                </a:lnTo>
                <a:lnTo>
                  <a:pt x="22648" y="3657600"/>
                </a:lnTo>
                <a:lnTo>
                  <a:pt x="15098" y="3657600"/>
                </a:lnTo>
                <a:lnTo>
                  <a:pt x="7549" y="3657600"/>
                </a:lnTo>
                <a:lnTo>
                  <a:pt x="0" y="3657600"/>
                </a:lnTo>
                <a:close/>
              </a:path>
            </a:pathLst>
          </a:custGeom>
          <a:solidFill>
            <a:srgbClr val="8EDBD4">
              <a:alpha val="30000"/>
            </a:srgbClr>
          </a:solidFill>
          <a:ln w="10160">
            <a:solidFill>
              <a:srgbClr val="8EDBD4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5 polygon 31" descr="sci-ppt:o031"/>
          <p:cNvSpPr/>
          <p:nvPr/>
        </p:nvSpPr>
        <p:spPr>
          <a:xfrm>
            <a:off x="914400" y="1821732"/>
            <a:ext cx="5964077" cy="3207468"/>
          </a:xfrm>
          <a:custGeom>
            <a:avLst/>
            <a:gdLst/>
            <a:ahLst/>
            <a:cxnLst/>
            <a:rect l="l" t="t" r="r" b="b"/>
            <a:pathLst>
              <a:path w="5964077" h="3207468">
                <a:moveTo>
                  <a:pt x="0" y="3207468"/>
                </a:moveTo>
                <a:lnTo>
                  <a:pt x="37747" y="3207166"/>
                </a:lnTo>
                <a:lnTo>
                  <a:pt x="75494" y="3206615"/>
                </a:lnTo>
                <a:lnTo>
                  <a:pt x="113241" y="3205901"/>
                </a:lnTo>
                <a:lnTo>
                  <a:pt x="150989" y="3205055"/>
                </a:lnTo>
                <a:lnTo>
                  <a:pt x="188736" y="3204096"/>
                </a:lnTo>
                <a:lnTo>
                  <a:pt x="226483" y="3203036"/>
                </a:lnTo>
                <a:lnTo>
                  <a:pt x="264231" y="3201883"/>
                </a:lnTo>
                <a:lnTo>
                  <a:pt x="301978" y="3200644"/>
                </a:lnTo>
                <a:lnTo>
                  <a:pt x="339725" y="3199325"/>
                </a:lnTo>
                <a:lnTo>
                  <a:pt x="377473" y="3197931"/>
                </a:lnTo>
                <a:lnTo>
                  <a:pt x="415220" y="3196464"/>
                </a:lnTo>
                <a:lnTo>
                  <a:pt x="452967" y="3194930"/>
                </a:lnTo>
                <a:lnTo>
                  <a:pt x="490715" y="3193330"/>
                </a:lnTo>
                <a:lnTo>
                  <a:pt x="528462" y="3191666"/>
                </a:lnTo>
                <a:lnTo>
                  <a:pt x="566209" y="3189942"/>
                </a:lnTo>
                <a:lnTo>
                  <a:pt x="603957" y="3188159"/>
                </a:lnTo>
                <a:lnTo>
                  <a:pt x="641704" y="3186319"/>
                </a:lnTo>
                <a:lnTo>
                  <a:pt x="679451" y="3184423"/>
                </a:lnTo>
                <a:lnTo>
                  <a:pt x="717199" y="3182473"/>
                </a:lnTo>
                <a:lnTo>
                  <a:pt x="754946" y="3180470"/>
                </a:lnTo>
                <a:lnTo>
                  <a:pt x="792693" y="3178416"/>
                </a:lnTo>
                <a:lnTo>
                  <a:pt x="830441" y="3176311"/>
                </a:lnTo>
                <a:lnTo>
                  <a:pt x="868188" y="3174156"/>
                </a:lnTo>
                <a:lnTo>
                  <a:pt x="905935" y="3171953"/>
                </a:lnTo>
                <a:lnTo>
                  <a:pt x="943683" y="3169702"/>
                </a:lnTo>
                <a:lnTo>
                  <a:pt x="981430" y="3167404"/>
                </a:lnTo>
                <a:lnTo>
                  <a:pt x="1019177" y="3165059"/>
                </a:lnTo>
                <a:lnTo>
                  <a:pt x="1056925" y="3162669"/>
                </a:lnTo>
                <a:lnTo>
                  <a:pt x="1094672" y="3160234"/>
                </a:lnTo>
                <a:lnTo>
                  <a:pt x="1132419" y="3157754"/>
                </a:lnTo>
                <a:lnTo>
                  <a:pt x="1170167" y="3155230"/>
                </a:lnTo>
                <a:lnTo>
                  <a:pt x="1207914" y="3152662"/>
                </a:lnTo>
                <a:lnTo>
                  <a:pt x="1245661" y="3150050"/>
                </a:lnTo>
                <a:lnTo>
                  <a:pt x="1283409" y="3147396"/>
                </a:lnTo>
                <a:lnTo>
                  <a:pt x="1321156" y="3144698"/>
                </a:lnTo>
                <a:lnTo>
                  <a:pt x="1358903" y="3141958"/>
                </a:lnTo>
                <a:lnTo>
                  <a:pt x="1396651" y="3139176"/>
                </a:lnTo>
                <a:lnTo>
                  <a:pt x="1434398" y="3136352"/>
                </a:lnTo>
                <a:lnTo>
                  <a:pt x="1472145" y="3133486"/>
                </a:lnTo>
                <a:lnTo>
                  <a:pt x="1509892" y="3130577"/>
                </a:lnTo>
                <a:lnTo>
                  <a:pt x="1547640" y="3127627"/>
                </a:lnTo>
                <a:lnTo>
                  <a:pt x="1585387" y="3124635"/>
                </a:lnTo>
                <a:lnTo>
                  <a:pt x="1623134" y="3121601"/>
                </a:lnTo>
                <a:lnTo>
                  <a:pt x="1660882" y="3118525"/>
                </a:lnTo>
                <a:lnTo>
                  <a:pt x="1698629" y="3115408"/>
                </a:lnTo>
                <a:lnTo>
                  <a:pt x="1736376" y="3112248"/>
                </a:lnTo>
                <a:lnTo>
                  <a:pt x="1774124" y="3109046"/>
                </a:lnTo>
                <a:lnTo>
                  <a:pt x="1811871" y="3105802"/>
                </a:lnTo>
                <a:lnTo>
                  <a:pt x="1849618" y="3102515"/>
                </a:lnTo>
                <a:lnTo>
                  <a:pt x="1887366" y="3099186"/>
                </a:lnTo>
                <a:lnTo>
                  <a:pt x="1925113" y="3095813"/>
                </a:lnTo>
                <a:lnTo>
                  <a:pt x="1962860" y="3092398"/>
                </a:lnTo>
                <a:lnTo>
                  <a:pt x="2000608" y="3088938"/>
                </a:lnTo>
                <a:lnTo>
                  <a:pt x="2038355" y="3085435"/>
                </a:lnTo>
                <a:lnTo>
                  <a:pt x="2076102" y="3081887"/>
                </a:lnTo>
                <a:lnTo>
                  <a:pt x="2113850" y="3078294"/>
                </a:lnTo>
                <a:lnTo>
                  <a:pt x="2151597" y="3074656"/>
                </a:lnTo>
                <a:lnTo>
                  <a:pt x="2189344" y="3070972"/>
                </a:lnTo>
                <a:lnTo>
                  <a:pt x="2227092" y="3067242"/>
                </a:lnTo>
                <a:lnTo>
                  <a:pt x="2264839" y="3063464"/>
                </a:lnTo>
                <a:lnTo>
                  <a:pt x="2302586" y="3059639"/>
                </a:lnTo>
                <a:lnTo>
                  <a:pt x="2340334" y="3055766"/>
                </a:lnTo>
                <a:lnTo>
                  <a:pt x="2378081" y="3051844"/>
                </a:lnTo>
                <a:lnTo>
                  <a:pt x="2415828" y="3047872"/>
                </a:lnTo>
                <a:lnTo>
                  <a:pt x="2453576" y="3043850"/>
                </a:lnTo>
                <a:lnTo>
                  <a:pt x="2491323" y="3039777"/>
                </a:lnTo>
                <a:lnTo>
                  <a:pt x="2529070" y="3035651"/>
                </a:lnTo>
                <a:lnTo>
                  <a:pt x="2566818" y="3031472"/>
                </a:lnTo>
                <a:lnTo>
                  <a:pt x="2604565" y="3027239"/>
                </a:lnTo>
                <a:lnTo>
                  <a:pt x="2642312" y="3022950"/>
                </a:lnTo>
                <a:lnTo>
                  <a:pt x="2680060" y="3018606"/>
                </a:lnTo>
                <a:lnTo>
                  <a:pt x="2717807" y="3014204"/>
                </a:lnTo>
                <a:lnTo>
                  <a:pt x="2755554" y="3009744"/>
                </a:lnTo>
                <a:lnTo>
                  <a:pt x="2793302" y="3005223"/>
                </a:lnTo>
                <a:lnTo>
                  <a:pt x="2831049" y="3000642"/>
                </a:lnTo>
                <a:lnTo>
                  <a:pt x="2868796" y="2995997"/>
                </a:lnTo>
                <a:lnTo>
                  <a:pt x="2906543" y="2991289"/>
                </a:lnTo>
                <a:lnTo>
                  <a:pt x="2944291" y="2986515"/>
                </a:lnTo>
                <a:lnTo>
                  <a:pt x="2982038" y="2981674"/>
                </a:lnTo>
                <a:lnTo>
                  <a:pt x="3019785" y="2976764"/>
                </a:lnTo>
                <a:lnTo>
                  <a:pt x="3057533" y="2971783"/>
                </a:lnTo>
                <a:lnTo>
                  <a:pt x="3095280" y="2966729"/>
                </a:lnTo>
                <a:lnTo>
                  <a:pt x="3133027" y="2961601"/>
                </a:lnTo>
                <a:lnTo>
                  <a:pt x="3170775" y="2956396"/>
                </a:lnTo>
                <a:lnTo>
                  <a:pt x="3208522" y="2951112"/>
                </a:lnTo>
                <a:lnTo>
                  <a:pt x="3246269" y="2945747"/>
                </a:lnTo>
                <a:lnTo>
                  <a:pt x="3284017" y="2940299"/>
                </a:lnTo>
                <a:lnTo>
                  <a:pt x="3321764" y="2934764"/>
                </a:lnTo>
                <a:lnTo>
                  <a:pt x="3359511" y="2929141"/>
                </a:lnTo>
                <a:lnTo>
                  <a:pt x="3397259" y="2923426"/>
                </a:lnTo>
                <a:lnTo>
                  <a:pt x="3435006" y="2917616"/>
                </a:lnTo>
                <a:lnTo>
                  <a:pt x="3472753" y="2911709"/>
                </a:lnTo>
                <a:lnTo>
                  <a:pt x="3510501" y="2905701"/>
                </a:lnTo>
                <a:lnTo>
                  <a:pt x="3548248" y="2899588"/>
                </a:lnTo>
                <a:lnTo>
                  <a:pt x="3585995" y="2893367"/>
                </a:lnTo>
                <a:lnTo>
                  <a:pt x="3623743" y="2887034"/>
                </a:lnTo>
                <a:lnTo>
                  <a:pt x="3661490" y="2880585"/>
                </a:lnTo>
                <a:lnTo>
                  <a:pt x="3699237" y="2874016"/>
                </a:lnTo>
                <a:lnTo>
                  <a:pt x="3736985" y="2867322"/>
                </a:lnTo>
                <a:lnTo>
                  <a:pt x="3774732" y="2860498"/>
                </a:lnTo>
                <a:lnTo>
                  <a:pt x="3812479" y="2853539"/>
                </a:lnTo>
                <a:lnTo>
                  <a:pt x="3850227" y="2846439"/>
                </a:lnTo>
                <a:lnTo>
                  <a:pt x="3887974" y="2839194"/>
                </a:lnTo>
                <a:lnTo>
                  <a:pt x="3925721" y="2831796"/>
                </a:lnTo>
                <a:lnTo>
                  <a:pt x="3963469" y="2824239"/>
                </a:lnTo>
                <a:lnTo>
                  <a:pt x="4001216" y="2816517"/>
                </a:lnTo>
                <a:lnTo>
                  <a:pt x="4038963" y="2808621"/>
                </a:lnTo>
                <a:lnTo>
                  <a:pt x="4076711" y="2800545"/>
                </a:lnTo>
                <a:lnTo>
                  <a:pt x="4114458" y="2792278"/>
                </a:lnTo>
                <a:lnTo>
                  <a:pt x="4152205" y="2783814"/>
                </a:lnTo>
                <a:lnTo>
                  <a:pt x="4189953" y="2775140"/>
                </a:lnTo>
                <a:lnTo>
                  <a:pt x="4227700" y="2766249"/>
                </a:lnTo>
                <a:lnTo>
                  <a:pt x="4265447" y="2757127"/>
                </a:lnTo>
                <a:lnTo>
                  <a:pt x="4303195" y="2747764"/>
                </a:lnTo>
                <a:lnTo>
                  <a:pt x="4340942" y="2738146"/>
                </a:lnTo>
                <a:lnTo>
                  <a:pt x="4378689" y="2728259"/>
                </a:lnTo>
                <a:lnTo>
                  <a:pt x="4416436" y="2718088"/>
                </a:lnTo>
                <a:lnTo>
                  <a:pt x="4454184" y="2707618"/>
                </a:lnTo>
                <a:lnTo>
                  <a:pt x="4491931" y="2696830"/>
                </a:lnTo>
                <a:lnTo>
                  <a:pt x="4529678" y="2685705"/>
                </a:lnTo>
                <a:lnTo>
                  <a:pt x="4567426" y="2674223"/>
                </a:lnTo>
                <a:lnTo>
                  <a:pt x="4605173" y="2662360"/>
                </a:lnTo>
                <a:lnTo>
                  <a:pt x="4642920" y="2650092"/>
                </a:lnTo>
                <a:lnTo>
                  <a:pt x="4680668" y="2637391"/>
                </a:lnTo>
                <a:lnTo>
                  <a:pt x="4718415" y="2624228"/>
                </a:lnTo>
                <a:lnTo>
                  <a:pt x="4756162" y="2610568"/>
                </a:lnTo>
                <a:lnTo>
                  <a:pt x="4793910" y="2596377"/>
                </a:lnTo>
                <a:lnTo>
                  <a:pt x="4831657" y="2581613"/>
                </a:lnTo>
                <a:lnTo>
                  <a:pt x="4869404" y="2566232"/>
                </a:lnTo>
                <a:lnTo>
                  <a:pt x="4907152" y="2550183"/>
                </a:lnTo>
                <a:lnTo>
                  <a:pt x="4944899" y="2533410"/>
                </a:lnTo>
                <a:lnTo>
                  <a:pt x="4982646" y="2515851"/>
                </a:lnTo>
                <a:lnTo>
                  <a:pt x="5020394" y="2497433"/>
                </a:lnTo>
                <a:lnTo>
                  <a:pt x="5058141" y="2478078"/>
                </a:lnTo>
                <a:lnTo>
                  <a:pt x="5095888" y="2457693"/>
                </a:lnTo>
                <a:lnTo>
                  <a:pt x="5133636" y="2436174"/>
                </a:lnTo>
                <a:lnTo>
                  <a:pt x="5171383" y="2413400"/>
                </a:lnTo>
                <a:lnTo>
                  <a:pt x="5209130" y="2389232"/>
                </a:lnTo>
                <a:lnTo>
                  <a:pt x="5246878" y="2363507"/>
                </a:lnTo>
                <a:lnTo>
                  <a:pt x="5284625" y="2336035"/>
                </a:lnTo>
                <a:lnTo>
                  <a:pt x="5322372" y="2306592"/>
                </a:lnTo>
                <a:lnTo>
                  <a:pt x="5360120" y="2274910"/>
                </a:lnTo>
                <a:lnTo>
                  <a:pt x="5397867" y="2240665"/>
                </a:lnTo>
                <a:lnTo>
                  <a:pt x="5435614" y="2203467"/>
                </a:lnTo>
                <a:lnTo>
                  <a:pt x="5473362" y="2162833"/>
                </a:lnTo>
                <a:lnTo>
                  <a:pt x="5511109" y="2118162"/>
                </a:lnTo>
                <a:lnTo>
                  <a:pt x="5548856" y="2068694"/>
                </a:lnTo>
                <a:lnTo>
                  <a:pt x="5586604" y="2013450"/>
                </a:lnTo>
                <a:lnTo>
                  <a:pt x="5624351" y="1951145"/>
                </a:lnTo>
                <a:lnTo>
                  <a:pt x="5662098" y="1880052"/>
                </a:lnTo>
                <a:lnTo>
                  <a:pt x="5699846" y="1797780"/>
                </a:lnTo>
                <a:lnTo>
                  <a:pt x="5737593" y="1700914"/>
                </a:lnTo>
                <a:lnTo>
                  <a:pt x="5775340" y="1584363"/>
                </a:lnTo>
                <a:lnTo>
                  <a:pt x="5813087" y="1440128"/>
                </a:lnTo>
                <a:lnTo>
                  <a:pt x="5850835" y="1254737"/>
                </a:lnTo>
                <a:lnTo>
                  <a:pt x="5888582" y="1003243"/>
                </a:lnTo>
                <a:lnTo>
                  <a:pt x="5926329" y="632502"/>
                </a:lnTo>
                <a:lnTo>
                  <a:pt x="5964077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1-E15 line 32" descr="sci-ppt:o032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5" name="C1-E15 text 33" descr="sci-ppt:o033"/>
          <p:cNvSpPr txBox="1"/>
          <p:nvPr/>
        </p:nvSpPr>
        <p:spPr>
          <a:xfrm>
            <a:off x="4306824" y="1402080"/>
            <a:ext cx="292608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integrand → ∞ like (1 − x)^(−1/2)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at the endpoint: infinite height,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finite area</a:t>
            </a:r>
          </a:p>
        </p:txBody>
      </p:sp>
      <p:sp>
        <p:nvSpPr>
          <p:cNvPr id="36" name="C1-E15 text 34" descr="sci-ppt:o034"/>
          <p:cNvSpPr txBox="1"/>
          <p:nvPr/>
        </p:nvSpPr>
        <p:spPr>
          <a:xfrm>
            <a:off x="1591056" y="39624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shaded area ∫ = 0.7468</a:t>
            </a:r>
          </a:p>
        </p:txBody>
      </p:sp>
      <p:sp>
        <p:nvSpPr>
          <p:cNvPr id="37" name="C1-E15 round_rect 35" descr="sci-ppt:o035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5 text 36" descr="sci-ppt:o036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Collapse time in dimensionless form</a:t>
            </a:r>
          </a:p>
        </p:txBody>
      </p:sp>
      <p:sp>
        <p:nvSpPr>
          <p:cNvPr id="39" name="C1-E15 text 37" descr="sci-ppt:o037"/>
          <p:cNvSpPr txBox="1"/>
          <p:nvPr/>
        </p:nvSpPr>
        <p:spPr>
          <a:xfrm>
            <a:off x="7360920" y="1828800"/>
            <a:ext cx="43891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t_c = ∫ dR / |Ṙ|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= Rₘₐₓ √(ρ/Δp_c) · Cₜ</a:t>
            </a:r>
          </a:p>
        </p:txBody>
      </p:sp>
      <p:sp>
        <p:nvSpPr>
          <p:cNvPr id="40" name="C1-E15 text 38" descr="sci-ppt:o038"/>
          <p:cNvSpPr txBox="1"/>
          <p:nvPr/>
        </p:nvSpPr>
        <p:spPr>
          <a:xfrm>
            <a:off x="7360920" y="274320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Cₜ = √(3/2) ∫₀¹ x^(3/2) / √(1 − x³) dx</a:t>
            </a:r>
          </a:p>
        </p:txBody>
      </p:sp>
      <p:sp>
        <p:nvSpPr>
          <p:cNvPr id="41" name="C1-E15 text 39" descr="sci-ppt:o039"/>
          <p:cNvSpPr txBox="1"/>
          <p:nvPr/>
        </p:nvSpPr>
        <p:spPr>
          <a:xfrm>
            <a:off x="7360920" y="333756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= √(3/2) × 0.7468 = 0.914681</a:t>
            </a:r>
          </a:p>
        </p:txBody>
      </p:sp>
      <p:sp>
        <p:nvSpPr>
          <p:cNvPr id="42" name="C1-E15 text 40" descr="sci-ppt:o040"/>
          <p:cNvSpPr txBox="1"/>
          <p:nvPr/>
        </p:nvSpPr>
        <p:spPr>
          <a:xfrm>
            <a:off x="7360920" y="3931920"/>
            <a:ext cx="43891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substitution x = R/Rₘₐₓ and dR = Rₘₐₓ dx moves all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dimensions into the prefactor.</a:t>
            </a:r>
          </a:p>
        </p:txBody>
      </p:sp>
      <p:sp>
        <p:nvSpPr>
          <p:cNvPr id="43" name="C1-E15 text 41" descr="sci-ppt:o041"/>
          <p:cNvSpPr txBox="1"/>
          <p:nvPr/>
        </p:nvSpPr>
        <p:spPr>
          <a:xfrm>
            <a:off x="914400" y="5733288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The endpoint singularity is integrable, so the ideal collapse takes a finite time, 0.91468 Rₘₐₓ √(ρ/Δp_c).</a:t>
            </a:r>
          </a:p>
        </p:txBody>
      </p:sp>
      <p:sp>
        <p:nvSpPr>
          <p:cNvPr id="44" name="C1-E15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Integrand from Eq. C1-E15; area by numerical quadrature.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C1-E16 · Evaluated beta-function coefficient</a:t>
            </a:r>
          </a:p>
        </p:txBody>
      </p:sp>
      <p:cxnSp>
        <p:nvCxnSpPr>
          <p:cNvPr id="3" name="C1-E16 line 1" descr="sci-ppt:o001"/>
          <p:cNvCxnSpPr/>
          <p:nvPr/>
        </p:nvCxnSpPr>
        <p:spPr>
          <a:xfrm>
            <a:off x="914400" y="484632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6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6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6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6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6 line 6" descr="sci-ppt:o006"/>
          <p:cNvCxnSpPr/>
          <p:nvPr/>
        </p:nvCxnSpPr>
        <p:spPr>
          <a:xfrm>
            <a:off x="2286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6 line 7" descr="sci-ppt:o007"/>
          <p:cNvCxnSpPr/>
          <p:nvPr/>
        </p:nvCxnSpPr>
        <p:spPr>
          <a:xfrm>
            <a:off x="2286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6 text 8" descr="sci-ppt:o008"/>
          <p:cNvSpPr txBox="1"/>
          <p:nvPr/>
        </p:nvSpPr>
        <p:spPr>
          <a:xfrm>
            <a:off x="1828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6 line 9" descr="sci-ppt:o009"/>
          <p:cNvCxnSpPr/>
          <p:nvPr/>
        </p:nvCxnSpPr>
        <p:spPr>
          <a:xfrm>
            <a:off x="36576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6 line 10" descr="sci-ppt:o010"/>
          <p:cNvCxnSpPr/>
          <p:nvPr/>
        </p:nvCxnSpPr>
        <p:spPr>
          <a:xfrm>
            <a:off x="36576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6 text 11" descr="sci-ppt:o011"/>
          <p:cNvSpPr txBox="1"/>
          <p:nvPr/>
        </p:nvSpPr>
        <p:spPr>
          <a:xfrm>
            <a:off x="32004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6 line 12" descr="sci-ppt:o012"/>
          <p:cNvCxnSpPr/>
          <p:nvPr/>
        </p:nvCxnSpPr>
        <p:spPr>
          <a:xfrm>
            <a:off x="50292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6 line 13" descr="sci-ppt:o013"/>
          <p:cNvCxnSpPr/>
          <p:nvPr/>
        </p:nvCxnSpPr>
        <p:spPr>
          <a:xfrm>
            <a:off x="50292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6 text 14" descr="sci-ppt:o014"/>
          <p:cNvSpPr txBox="1"/>
          <p:nvPr/>
        </p:nvSpPr>
        <p:spPr>
          <a:xfrm>
            <a:off x="45720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6 line 15" descr="sci-ppt:o015"/>
          <p:cNvCxnSpPr/>
          <p:nvPr/>
        </p:nvCxnSpPr>
        <p:spPr>
          <a:xfrm>
            <a:off x="64008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6 line 16" descr="sci-ppt:o016"/>
          <p:cNvCxnSpPr/>
          <p:nvPr/>
        </p:nvCxnSpPr>
        <p:spPr>
          <a:xfrm>
            <a:off x="64008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6 text 17" descr="sci-ppt:o017"/>
          <p:cNvSpPr txBox="1"/>
          <p:nvPr/>
        </p:nvSpPr>
        <p:spPr>
          <a:xfrm>
            <a:off x="59436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6 line 18" descr="sci-ppt:o018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6 line 19" descr="sci-ppt:o019"/>
          <p:cNvCxnSpPr/>
          <p:nvPr/>
        </p:nvCxnSpPr>
        <p:spPr>
          <a:xfrm>
            <a:off x="85039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6 line 20" descr="sci-ppt:o020"/>
          <p:cNvCxnSpPr/>
          <p:nvPr/>
        </p:nvCxnSpPr>
        <p:spPr>
          <a:xfrm>
            <a:off x="914400" y="368808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6 text 21" descr="sci-ppt:o021"/>
          <p:cNvSpPr txBox="1"/>
          <p:nvPr/>
        </p:nvSpPr>
        <p:spPr>
          <a:xfrm>
            <a:off x="4572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16 line 22" descr="sci-ppt:o022"/>
          <p:cNvCxnSpPr/>
          <p:nvPr/>
        </p:nvCxnSpPr>
        <p:spPr>
          <a:xfrm>
            <a:off x="850392" y="2529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6 line 23" descr="sci-ppt:o023"/>
          <p:cNvCxnSpPr/>
          <p:nvPr/>
        </p:nvCxnSpPr>
        <p:spPr>
          <a:xfrm>
            <a:off x="914400" y="252984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6 text 24" descr="sci-ppt:o024"/>
          <p:cNvSpPr txBox="1"/>
          <p:nvPr/>
        </p:nvSpPr>
        <p:spPr>
          <a:xfrm>
            <a:off x="45720" y="24475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1-E16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6 line 26" descr="sci-ppt:o026"/>
          <p:cNvCxnSpPr/>
          <p:nvPr/>
        </p:nvCxnSpPr>
        <p:spPr>
          <a:xfrm>
            <a:off x="914400" y="13716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6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1-E16 text 28" descr="sci-ppt:o028"/>
          <p:cNvSpPr txBox="1"/>
          <p:nvPr/>
        </p:nvSpPr>
        <p:spPr>
          <a:xfrm>
            <a:off x="914400" y="5129783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 = x³</a:t>
            </a:r>
          </a:p>
        </p:txBody>
      </p:sp>
      <p:sp>
        <p:nvSpPr>
          <p:cNvPr id="31" name="C1-E16 text 29" descr="sci-ppt:o029"/>
          <p:cNvSpPr txBox="1"/>
          <p:nvPr/>
        </p:nvSpPr>
        <p:spPr>
          <a:xfrm>
            <a:off x="36576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q^(−1/6) (1 − q)^(−1/2)</a:t>
            </a:r>
          </a:p>
        </p:txBody>
      </p:sp>
      <p:sp>
        <p:nvSpPr>
          <p:cNvPr id="32" name="C1-E16 polygon 30" descr="sci-ppt:o030"/>
          <p:cNvSpPr/>
          <p:nvPr/>
        </p:nvSpPr>
        <p:spPr>
          <a:xfrm>
            <a:off x="917143" y="1371600"/>
            <a:ext cx="5480913" cy="3474720"/>
          </a:xfrm>
          <a:custGeom>
            <a:avLst/>
            <a:gdLst/>
            <a:ahLst/>
            <a:cxnLst/>
            <a:rect l="l" t="t" r="r" b="b"/>
            <a:pathLst>
              <a:path w="5480913" h="3474720">
                <a:moveTo>
                  <a:pt x="0" y="1418598"/>
                </a:moveTo>
                <a:lnTo>
                  <a:pt x="3656" y="1688734"/>
                </a:lnTo>
                <a:lnTo>
                  <a:pt x="7312" y="1817764"/>
                </a:lnTo>
                <a:lnTo>
                  <a:pt x="10969" y="1900708"/>
                </a:lnTo>
                <a:lnTo>
                  <a:pt x="14625" y="1961006"/>
                </a:lnTo>
                <a:lnTo>
                  <a:pt x="18282" y="2007954"/>
                </a:lnTo>
                <a:lnTo>
                  <a:pt x="21938" y="2046153"/>
                </a:lnTo>
                <a:lnTo>
                  <a:pt x="25594" y="2078202"/>
                </a:lnTo>
                <a:lnTo>
                  <a:pt x="29251" y="2105706"/>
                </a:lnTo>
                <a:lnTo>
                  <a:pt x="32907" y="2129724"/>
                </a:lnTo>
                <a:lnTo>
                  <a:pt x="36563" y="2150989"/>
                </a:lnTo>
                <a:lnTo>
                  <a:pt x="40220" y="2170030"/>
                </a:lnTo>
                <a:lnTo>
                  <a:pt x="43876" y="2187237"/>
                </a:lnTo>
                <a:lnTo>
                  <a:pt x="47533" y="2202911"/>
                </a:lnTo>
                <a:lnTo>
                  <a:pt x="51189" y="2217282"/>
                </a:lnTo>
                <a:lnTo>
                  <a:pt x="54845" y="2230535"/>
                </a:lnTo>
                <a:lnTo>
                  <a:pt x="58502" y="2242820"/>
                </a:lnTo>
                <a:lnTo>
                  <a:pt x="62158" y="2254257"/>
                </a:lnTo>
                <a:lnTo>
                  <a:pt x="65815" y="2264946"/>
                </a:lnTo>
                <a:lnTo>
                  <a:pt x="69471" y="2274973"/>
                </a:lnTo>
                <a:lnTo>
                  <a:pt x="73127" y="2284406"/>
                </a:lnTo>
                <a:lnTo>
                  <a:pt x="76784" y="2293308"/>
                </a:lnTo>
                <a:lnTo>
                  <a:pt x="80440" y="2301729"/>
                </a:lnTo>
                <a:lnTo>
                  <a:pt x="84096" y="2309715"/>
                </a:lnTo>
                <a:lnTo>
                  <a:pt x="87753" y="2317303"/>
                </a:lnTo>
                <a:lnTo>
                  <a:pt x="91409" y="2324529"/>
                </a:lnTo>
                <a:lnTo>
                  <a:pt x="95066" y="2331422"/>
                </a:lnTo>
                <a:lnTo>
                  <a:pt x="98722" y="2338008"/>
                </a:lnTo>
                <a:lnTo>
                  <a:pt x="102378" y="2344311"/>
                </a:lnTo>
                <a:lnTo>
                  <a:pt x="106035" y="2350352"/>
                </a:lnTo>
                <a:lnTo>
                  <a:pt x="109691" y="2356150"/>
                </a:lnTo>
                <a:lnTo>
                  <a:pt x="113347" y="2361722"/>
                </a:lnTo>
                <a:lnTo>
                  <a:pt x="117004" y="2367082"/>
                </a:lnTo>
                <a:lnTo>
                  <a:pt x="120660" y="2372245"/>
                </a:lnTo>
                <a:lnTo>
                  <a:pt x="124317" y="2377223"/>
                </a:lnTo>
                <a:lnTo>
                  <a:pt x="127973" y="2382028"/>
                </a:lnTo>
                <a:lnTo>
                  <a:pt x="131629" y="2386669"/>
                </a:lnTo>
                <a:lnTo>
                  <a:pt x="135286" y="2391156"/>
                </a:lnTo>
                <a:lnTo>
                  <a:pt x="138942" y="2395499"/>
                </a:lnTo>
                <a:lnTo>
                  <a:pt x="142599" y="2399704"/>
                </a:lnTo>
                <a:lnTo>
                  <a:pt x="146255" y="2403780"/>
                </a:lnTo>
                <a:lnTo>
                  <a:pt x="149911" y="2407733"/>
                </a:lnTo>
                <a:lnTo>
                  <a:pt x="153568" y="2411569"/>
                </a:lnTo>
                <a:lnTo>
                  <a:pt x="157224" y="2415295"/>
                </a:lnTo>
                <a:lnTo>
                  <a:pt x="160880" y="2418915"/>
                </a:lnTo>
                <a:lnTo>
                  <a:pt x="164537" y="2422436"/>
                </a:lnTo>
                <a:lnTo>
                  <a:pt x="168193" y="2425861"/>
                </a:lnTo>
                <a:lnTo>
                  <a:pt x="171850" y="2429194"/>
                </a:lnTo>
                <a:lnTo>
                  <a:pt x="175506" y="2432441"/>
                </a:lnTo>
                <a:lnTo>
                  <a:pt x="179162" y="2435604"/>
                </a:lnTo>
                <a:lnTo>
                  <a:pt x="182819" y="2438688"/>
                </a:lnTo>
                <a:lnTo>
                  <a:pt x="186475" y="2441695"/>
                </a:lnTo>
                <a:lnTo>
                  <a:pt x="190131" y="2444630"/>
                </a:lnTo>
                <a:lnTo>
                  <a:pt x="193788" y="2447494"/>
                </a:lnTo>
                <a:lnTo>
                  <a:pt x="197444" y="2450291"/>
                </a:lnTo>
                <a:lnTo>
                  <a:pt x="201101" y="2453023"/>
                </a:lnTo>
                <a:lnTo>
                  <a:pt x="204757" y="2455693"/>
                </a:lnTo>
                <a:lnTo>
                  <a:pt x="208413" y="2458304"/>
                </a:lnTo>
                <a:lnTo>
                  <a:pt x="212070" y="2460856"/>
                </a:lnTo>
                <a:lnTo>
                  <a:pt x="215726" y="2463353"/>
                </a:lnTo>
                <a:lnTo>
                  <a:pt x="219382" y="2465797"/>
                </a:lnTo>
                <a:lnTo>
                  <a:pt x="223039" y="2468189"/>
                </a:lnTo>
                <a:lnTo>
                  <a:pt x="226695" y="2470532"/>
                </a:lnTo>
                <a:lnTo>
                  <a:pt x="230352" y="2472826"/>
                </a:lnTo>
                <a:lnTo>
                  <a:pt x="234008" y="2475073"/>
                </a:lnTo>
                <a:lnTo>
                  <a:pt x="237664" y="2477276"/>
                </a:lnTo>
                <a:lnTo>
                  <a:pt x="241321" y="2479435"/>
                </a:lnTo>
                <a:lnTo>
                  <a:pt x="244977" y="2481553"/>
                </a:lnTo>
                <a:lnTo>
                  <a:pt x="248634" y="2483629"/>
                </a:lnTo>
                <a:lnTo>
                  <a:pt x="252290" y="2485666"/>
                </a:lnTo>
                <a:lnTo>
                  <a:pt x="255946" y="2487665"/>
                </a:lnTo>
                <a:lnTo>
                  <a:pt x="259603" y="2489626"/>
                </a:lnTo>
                <a:lnTo>
                  <a:pt x="263259" y="2491552"/>
                </a:lnTo>
                <a:lnTo>
                  <a:pt x="266915" y="2493443"/>
                </a:lnTo>
                <a:lnTo>
                  <a:pt x="270572" y="2495300"/>
                </a:lnTo>
                <a:lnTo>
                  <a:pt x="274228" y="2497124"/>
                </a:lnTo>
                <a:lnTo>
                  <a:pt x="277885" y="2498916"/>
                </a:lnTo>
                <a:lnTo>
                  <a:pt x="281541" y="2500677"/>
                </a:lnTo>
                <a:lnTo>
                  <a:pt x="285197" y="2502407"/>
                </a:lnTo>
                <a:lnTo>
                  <a:pt x="288854" y="2504109"/>
                </a:lnTo>
                <a:lnTo>
                  <a:pt x="292510" y="2505781"/>
                </a:lnTo>
                <a:lnTo>
                  <a:pt x="296166" y="2507426"/>
                </a:lnTo>
                <a:lnTo>
                  <a:pt x="299823" y="2509044"/>
                </a:lnTo>
                <a:lnTo>
                  <a:pt x="303479" y="2510635"/>
                </a:lnTo>
                <a:lnTo>
                  <a:pt x="307136" y="2512201"/>
                </a:lnTo>
                <a:lnTo>
                  <a:pt x="310792" y="2513741"/>
                </a:lnTo>
                <a:lnTo>
                  <a:pt x="314448" y="2515257"/>
                </a:lnTo>
                <a:lnTo>
                  <a:pt x="318105" y="2516750"/>
                </a:lnTo>
                <a:lnTo>
                  <a:pt x="321761" y="2518218"/>
                </a:lnTo>
                <a:lnTo>
                  <a:pt x="325418" y="2519665"/>
                </a:lnTo>
                <a:lnTo>
                  <a:pt x="329074" y="2521089"/>
                </a:lnTo>
                <a:lnTo>
                  <a:pt x="332730" y="2522491"/>
                </a:lnTo>
                <a:lnTo>
                  <a:pt x="336387" y="2523872"/>
                </a:lnTo>
                <a:lnTo>
                  <a:pt x="340043" y="2525233"/>
                </a:lnTo>
                <a:lnTo>
                  <a:pt x="343699" y="2526574"/>
                </a:lnTo>
                <a:lnTo>
                  <a:pt x="347356" y="2527894"/>
                </a:lnTo>
                <a:lnTo>
                  <a:pt x="351012" y="2529196"/>
                </a:lnTo>
                <a:lnTo>
                  <a:pt x="354669" y="2530479"/>
                </a:lnTo>
                <a:lnTo>
                  <a:pt x="358325" y="2531743"/>
                </a:lnTo>
                <a:lnTo>
                  <a:pt x="361981" y="2532989"/>
                </a:lnTo>
                <a:lnTo>
                  <a:pt x="365638" y="2534218"/>
                </a:lnTo>
                <a:lnTo>
                  <a:pt x="369294" y="2535429"/>
                </a:lnTo>
                <a:lnTo>
                  <a:pt x="372950" y="2536623"/>
                </a:lnTo>
                <a:lnTo>
                  <a:pt x="376607" y="2537801"/>
                </a:lnTo>
                <a:lnTo>
                  <a:pt x="380263" y="2538963"/>
                </a:lnTo>
                <a:lnTo>
                  <a:pt x="383920" y="2540109"/>
                </a:lnTo>
                <a:lnTo>
                  <a:pt x="387576" y="2541239"/>
                </a:lnTo>
                <a:lnTo>
                  <a:pt x="391232" y="2542354"/>
                </a:lnTo>
                <a:lnTo>
                  <a:pt x="394889" y="2543454"/>
                </a:lnTo>
                <a:lnTo>
                  <a:pt x="398545" y="2544539"/>
                </a:lnTo>
                <a:lnTo>
                  <a:pt x="402201" y="2545610"/>
                </a:lnTo>
                <a:lnTo>
                  <a:pt x="405858" y="2546667"/>
                </a:lnTo>
                <a:lnTo>
                  <a:pt x="409514" y="2547710"/>
                </a:lnTo>
                <a:lnTo>
                  <a:pt x="413171" y="2548740"/>
                </a:lnTo>
                <a:lnTo>
                  <a:pt x="416827" y="2549756"/>
                </a:lnTo>
                <a:lnTo>
                  <a:pt x="420483" y="2550759"/>
                </a:lnTo>
                <a:lnTo>
                  <a:pt x="424140" y="2551750"/>
                </a:lnTo>
                <a:lnTo>
                  <a:pt x="427796" y="2552728"/>
                </a:lnTo>
                <a:lnTo>
                  <a:pt x="431453" y="2553693"/>
                </a:lnTo>
                <a:lnTo>
                  <a:pt x="435109" y="2554646"/>
                </a:lnTo>
                <a:lnTo>
                  <a:pt x="438765" y="2555588"/>
                </a:lnTo>
                <a:lnTo>
                  <a:pt x="442422" y="2556518"/>
                </a:lnTo>
                <a:lnTo>
                  <a:pt x="446078" y="2557436"/>
                </a:lnTo>
                <a:lnTo>
                  <a:pt x="449734" y="2558343"/>
                </a:lnTo>
                <a:lnTo>
                  <a:pt x="453391" y="2559239"/>
                </a:lnTo>
                <a:lnTo>
                  <a:pt x="457047" y="2560124"/>
                </a:lnTo>
                <a:lnTo>
                  <a:pt x="460704" y="2560998"/>
                </a:lnTo>
                <a:lnTo>
                  <a:pt x="464360" y="2561861"/>
                </a:lnTo>
                <a:lnTo>
                  <a:pt x="468016" y="2562715"/>
                </a:lnTo>
                <a:lnTo>
                  <a:pt x="471673" y="2563558"/>
                </a:lnTo>
                <a:lnTo>
                  <a:pt x="475329" y="2564391"/>
                </a:lnTo>
                <a:lnTo>
                  <a:pt x="478985" y="2565214"/>
                </a:lnTo>
                <a:lnTo>
                  <a:pt x="482642" y="2566028"/>
                </a:lnTo>
                <a:lnTo>
                  <a:pt x="486298" y="2566831"/>
                </a:lnTo>
                <a:lnTo>
                  <a:pt x="489955" y="2567626"/>
                </a:lnTo>
                <a:lnTo>
                  <a:pt x="493611" y="2568411"/>
                </a:lnTo>
                <a:lnTo>
                  <a:pt x="497267" y="2569187"/>
                </a:lnTo>
                <a:lnTo>
                  <a:pt x="500924" y="2569954"/>
                </a:lnTo>
                <a:lnTo>
                  <a:pt x="504580" y="2570713"/>
                </a:lnTo>
                <a:lnTo>
                  <a:pt x="508237" y="2571462"/>
                </a:lnTo>
                <a:lnTo>
                  <a:pt x="511893" y="2572204"/>
                </a:lnTo>
                <a:lnTo>
                  <a:pt x="515549" y="2572936"/>
                </a:lnTo>
                <a:lnTo>
                  <a:pt x="519206" y="2573660"/>
                </a:lnTo>
                <a:lnTo>
                  <a:pt x="522862" y="2574377"/>
                </a:lnTo>
                <a:lnTo>
                  <a:pt x="526518" y="2575085"/>
                </a:lnTo>
                <a:lnTo>
                  <a:pt x="530175" y="2575785"/>
                </a:lnTo>
                <a:lnTo>
                  <a:pt x="533831" y="2576477"/>
                </a:lnTo>
                <a:lnTo>
                  <a:pt x="537488" y="2577162"/>
                </a:lnTo>
                <a:lnTo>
                  <a:pt x="541144" y="2577839"/>
                </a:lnTo>
                <a:lnTo>
                  <a:pt x="544800" y="2578508"/>
                </a:lnTo>
                <a:lnTo>
                  <a:pt x="548457" y="2579170"/>
                </a:lnTo>
                <a:lnTo>
                  <a:pt x="552113" y="2579825"/>
                </a:lnTo>
                <a:lnTo>
                  <a:pt x="555769" y="2580472"/>
                </a:lnTo>
                <a:lnTo>
                  <a:pt x="559426" y="2581113"/>
                </a:lnTo>
                <a:lnTo>
                  <a:pt x="563082" y="2581746"/>
                </a:lnTo>
                <a:lnTo>
                  <a:pt x="566739" y="2582373"/>
                </a:lnTo>
                <a:lnTo>
                  <a:pt x="570395" y="2582992"/>
                </a:lnTo>
                <a:lnTo>
                  <a:pt x="574051" y="2583605"/>
                </a:lnTo>
                <a:lnTo>
                  <a:pt x="577708" y="2584212"/>
                </a:lnTo>
                <a:lnTo>
                  <a:pt x="581364" y="2584811"/>
                </a:lnTo>
                <a:lnTo>
                  <a:pt x="585020" y="2585405"/>
                </a:lnTo>
                <a:lnTo>
                  <a:pt x="588677" y="2585992"/>
                </a:lnTo>
                <a:lnTo>
                  <a:pt x="592333" y="2586572"/>
                </a:lnTo>
                <a:lnTo>
                  <a:pt x="595990" y="2587147"/>
                </a:lnTo>
                <a:lnTo>
                  <a:pt x="599646" y="2587715"/>
                </a:lnTo>
                <a:lnTo>
                  <a:pt x="603302" y="2588278"/>
                </a:lnTo>
                <a:lnTo>
                  <a:pt x="606959" y="2588834"/>
                </a:lnTo>
                <a:lnTo>
                  <a:pt x="610615" y="2589384"/>
                </a:lnTo>
                <a:lnTo>
                  <a:pt x="614272" y="2589929"/>
                </a:lnTo>
                <a:lnTo>
                  <a:pt x="617928" y="2590468"/>
                </a:lnTo>
                <a:lnTo>
                  <a:pt x="621584" y="2591001"/>
                </a:lnTo>
                <a:lnTo>
                  <a:pt x="625241" y="2591528"/>
                </a:lnTo>
                <a:lnTo>
                  <a:pt x="628897" y="2592050"/>
                </a:lnTo>
                <a:lnTo>
                  <a:pt x="632553" y="2592567"/>
                </a:lnTo>
                <a:lnTo>
                  <a:pt x="636210" y="2593078"/>
                </a:lnTo>
                <a:lnTo>
                  <a:pt x="639866" y="2593583"/>
                </a:lnTo>
                <a:lnTo>
                  <a:pt x="643523" y="2594084"/>
                </a:lnTo>
                <a:lnTo>
                  <a:pt x="647179" y="2594579"/>
                </a:lnTo>
                <a:lnTo>
                  <a:pt x="650835" y="2595069"/>
                </a:lnTo>
                <a:lnTo>
                  <a:pt x="654492" y="2595554"/>
                </a:lnTo>
                <a:lnTo>
                  <a:pt x="658148" y="2596034"/>
                </a:lnTo>
                <a:lnTo>
                  <a:pt x="661804" y="2596508"/>
                </a:lnTo>
                <a:lnTo>
                  <a:pt x="665461" y="2596978"/>
                </a:lnTo>
                <a:lnTo>
                  <a:pt x="669117" y="2597443"/>
                </a:lnTo>
                <a:lnTo>
                  <a:pt x="672774" y="2597904"/>
                </a:lnTo>
                <a:lnTo>
                  <a:pt x="676430" y="2598359"/>
                </a:lnTo>
                <a:lnTo>
                  <a:pt x="680086" y="2598810"/>
                </a:lnTo>
                <a:lnTo>
                  <a:pt x="683743" y="2599256"/>
                </a:lnTo>
                <a:lnTo>
                  <a:pt x="687399" y="2599697"/>
                </a:lnTo>
                <a:lnTo>
                  <a:pt x="691056" y="2600134"/>
                </a:lnTo>
                <a:lnTo>
                  <a:pt x="694712" y="2600566"/>
                </a:lnTo>
                <a:lnTo>
                  <a:pt x="698368" y="2600994"/>
                </a:lnTo>
                <a:lnTo>
                  <a:pt x="702025" y="2601418"/>
                </a:lnTo>
                <a:lnTo>
                  <a:pt x="705681" y="2601837"/>
                </a:lnTo>
                <a:lnTo>
                  <a:pt x="709337" y="2602251"/>
                </a:lnTo>
                <a:lnTo>
                  <a:pt x="712994" y="2602662"/>
                </a:lnTo>
                <a:lnTo>
                  <a:pt x="716650" y="2603068"/>
                </a:lnTo>
                <a:lnTo>
                  <a:pt x="720307" y="2603470"/>
                </a:lnTo>
                <a:lnTo>
                  <a:pt x="723963" y="2603868"/>
                </a:lnTo>
                <a:lnTo>
                  <a:pt x="727619" y="2604262"/>
                </a:lnTo>
                <a:lnTo>
                  <a:pt x="731276" y="2604651"/>
                </a:lnTo>
                <a:lnTo>
                  <a:pt x="734932" y="2605037"/>
                </a:lnTo>
                <a:lnTo>
                  <a:pt x="738588" y="2605418"/>
                </a:lnTo>
                <a:lnTo>
                  <a:pt x="742245" y="2605796"/>
                </a:lnTo>
                <a:lnTo>
                  <a:pt x="745901" y="2606170"/>
                </a:lnTo>
                <a:lnTo>
                  <a:pt x="749558" y="2606540"/>
                </a:lnTo>
                <a:lnTo>
                  <a:pt x="753214" y="2606906"/>
                </a:lnTo>
                <a:lnTo>
                  <a:pt x="756870" y="2607268"/>
                </a:lnTo>
                <a:lnTo>
                  <a:pt x="760527" y="2607627"/>
                </a:lnTo>
                <a:lnTo>
                  <a:pt x="764183" y="2607982"/>
                </a:lnTo>
                <a:lnTo>
                  <a:pt x="767839" y="2608333"/>
                </a:lnTo>
                <a:lnTo>
                  <a:pt x="771496" y="2608680"/>
                </a:lnTo>
                <a:lnTo>
                  <a:pt x="775152" y="2609024"/>
                </a:lnTo>
                <a:lnTo>
                  <a:pt x="778809" y="2609364"/>
                </a:lnTo>
                <a:lnTo>
                  <a:pt x="782465" y="2609701"/>
                </a:lnTo>
                <a:lnTo>
                  <a:pt x="786121" y="2610034"/>
                </a:lnTo>
                <a:lnTo>
                  <a:pt x="789778" y="2610364"/>
                </a:lnTo>
                <a:lnTo>
                  <a:pt x="793434" y="2610690"/>
                </a:lnTo>
                <a:lnTo>
                  <a:pt x="797091" y="2611013"/>
                </a:lnTo>
                <a:lnTo>
                  <a:pt x="800747" y="2611332"/>
                </a:lnTo>
                <a:lnTo>
                  <a:pt x="804403" y="2611649"/>
                </a:lnTo>
                <a:lnTo>
                  <a:pt x="808060" y="2611961"/>
                </a:lnTo>
                <a:lnTo>
                  <a:pt x="811716" y="2612271"/>
                </a:lnTo>
                <a:lnTo>
                  <a:pt x="815372" y="2612577"/>
                </a:lnTo>
                <a:lnTo>
                  <a:pt x="819029" y="2612880"/>
                </a:lnTo>
                <a:lnTo>
                  <a:pt x="822685" y="2613180"/>
                </a:lnTo>
                <a:lnTo>
                  <a:pt x="826342" y="2613476"/>
                </a:lnTo>
                <a:lnTo>
                  <a:pt x="829998" y="2613770"/>
                </a:lnTo>
                <a:lnTo>
                  <a:pt x="833654" y="2614060"/>
                </a:lnTo>
                <a:lnTo>
                  <a:pt x="837311" y="2614347"/>
                </a:lnTo>
                <a:lnTo>
                  <a:pt x="840967" y="2614631"/>
                </a:lnTo>
                <a:lnTo>
                  <a:pt x="844623" y="2614912"/>
                </a:lnTo>
                <a:lnTo>
                  <a:pt x="848280" y="2615190"/>
                </a:lnTo>
                <a:lnTo>
                  <a:pt x="851936" y="2615465"/>
                </a:lnTo>
                <a:lnTo>
                  <a:pt x="855593" y="2615737"/>
                </a:lnTo>
                <a:lnTo>
                  <a:pt x="859249" y="2616006"/>
                </a:lnTo>
                <a:lnTo>
                  <a:pt x="862905" y="2616272"/>
                </a:lnTo>
                <a:lnTo>
                  <a:pt x="866562" y="2616535"/>
                </a:lnTo>
                <a:lnTo>
                  <a:pt x="870218" y="2616796"/>
                </a:lnTo>
                <a:lnTo>
                  <a:pt x="873875" y="2617053"/>
                </a:lnTo>
                <a:lnTo>
                  <a:pt x="877531" y="2617308"/>
                </a:lnTo>
                <a:lnTo>
                  <a:pt x="881187" y="2617560"/>
                </a:lnTo>
                <a:lnTo>
                  <a:pt x="884844" y="2617809"/>
                </a:lnTo>
                <a:lnTo>
                  <a:pt x="888500" y="2618055"/>
                </a:lnTo>
                <a:lnTo>
                  <a:pt x="892156" y="2618299"/>
                </a:lnTo>
                <a:lnTo>
                  <a:pt x="895813" y="2618540"/>
                </a:lnTo>
                <a:lnTo>
                  <a:pt x="899469" y="2618778"/>
                </a:lnTo>
                <a:lnTo>
                  <a:pt x="903126" y="2619013"/>
                </a:lnTo>
                <a:lnTo>
                  <a:pt x="906782" y="2619246"/>
                </a:lnTo>
                <a:lnTo>
                  <a:pt x="910438" y="2619476"/>
                </a:lnTo>
                <a:lnTo>
                  <a:pt x="914095" y="2619704"/>
                </a:lnTo>
                <a:lnTo>
                  <a:pt x="917751" y="2619929"/>
                </a:lnTo>
                <a:lnTo>
                  <a:pt x="921407" y="2620151"/>
                </a:lnTo>
                <a:lnTo>
                  <a:pt x="925064" y="2620371"/>
                </a:lnTo>
                <a:lnTo>
                  <a:pt x="928720" y="2620588"/>
                </a:lnTo>
                <a:lnTo>
                  <a:pt x="932377" y="2620803"/>
                </a:lnTo>
                <a:lnTo>
                  <a:pt x="936033" y="2621015"/>
                </a:lnTo>
                <a:lnTo>
                  <a:pt x="939689" y="2621225"/>
                </a:lnTo>
                <a:lnTo>
                  <a:pt x="943346" y="2621432"/>
                </a:lnTo>
                <a:lnTo>
                  <a:pt x="947002" y="2621637"/>
                </a:lnTo>
                <a:lnTo>
                  <a:pt x="950658" y="2621839"/>
                </a:lnTo>
                <a:lnTo>
                  <a:pt x="954315" y="2622039"/>
                </a:lnTo>
                <a:lnTo>
                  <a:pt x="957971" y="2622237"/>
                </a:lnTo>
                <a:lnTo>
                  <a:pt x="961628" y="2622432"/>
                </a:lnTo>
                <a:lnTo>
                  <a:pt x="965284" y="2622625"/>
                </a:lnTo>
                <a:lnTo>
                  <a:pt x="968940" y="2622815"/>
                </a:lnTo>
                <a:lnTo>
                  <a:pt x="972597" y="2623003"/>
                </a:lnTo>
                <a:lnTo>
                  <a:pt x="976253" y="2623189"/>
                </a:lnTo>
                <a:lnTo>
                  <a:pt x="979910" y="2623373"/>
                </a:lnTo>
                <a:lnTo>
                  <a:pt x="983566" y="2623554"/>
                </a:lnTo>
                <a:lnTo>
                  <a:pt x="987222" y="2623733"/>
                </a:lnTo>
                <a:lnTo>
                  <a:pt x="990879" y="2623910"/>
                </a:lnTo>
                <a:lnTo>
                  <a:pt x="994535" y="2624084"/>
                </a:lnTo>
                <a:lnTo>
                  <a:pt x="998191" y="2624256"/>
                </a:lnTo>
                <a:lnTo>
                  <a:pt x="1001848" y="2624426"/>
                </a:lnTo>
                <a:lnTo>
                  <a:pt x="1005504" y="2624594"/>
                </a:lnTo>
                <a:lnTo>
                  <a:pt x="1009161" y="2624760"/>
                </a:lnTo>
                <a:lnTo>
                  <a:pt x="1012817" y="2624923"/>
                </a:lnTo>
                <a:lnTo>
                  <a:pt x="1016473" y="2625085"/>
                </a:lnTo>
                <a:lnTo>
                  <a:pt x="1020130" y="2625244"/>
                </a:lnTo>
                <a:lnTo>
                  <a:pt x="1023786" y="2625401"/>
                </a:lnTo>
                <a:lnTo>
                  <a:pt x="1027442" y="2625556"/>
                </a:lnTo>
                <a:lnTo>
                  <a:pt x="1031099" y="2625709"/>
                </a:lnTo>
                <a:lnTo>
                  <a:pt x="1034755" y="2625860"/>
                </a:lnTo>
                <a:lnTo>
                  <a:pt x="1038412" y="2626009"/>
                </a:lnTo>
                <a:lnTo>
                  <a:pt x="1042068" y="2626155"/>
                </a:lnTo>
                <a:lnTo>
                  <a:pt x="1045724" y="2626300"/>
                </a:lnTo>
                <a:lnTo>
                  <a:pt x="1049381" y="2626443"/>
                </a:lnTo>
                <a:lnTo>
                  <a:pt x="1053037" y="2626583"/>
                </a:lnTo>
                <a:lnTo>
                  <a:pt x="1056694" y="2626722"/>
                </a:lnTo>
                <a:lnTo>
                  <a:pt x="1060350" y="2626858"/>
                </a:lnTo>
                <a:lnTo>
                  <a:pt x="1064006" y="2626993"/>
                </a:lnTo>
                <a:lnTo>
                  <a:pt x="1067663" y="2627125"/>
                </a:lnTo>
                <a:lnTo>
                  <a:pt x="1071319" y="2627256"/>
                </a:lnTo>
                <a:lnTo>
                  <a:pt x="1074975" y="2627385"/>
                </a:lnTo>
                <a:lnTo>
                  <a:pt x="1078632" y="2627512"/>
                </a:lnTo>
                <a:lnTo>
                  <a:pt x="1082288" y="2627637"/>
                </a:lnTo>
                <a:lnTo>
                  <a:pt x="1085945" y="2627759"/>
                </a:lnTo>
                <a:lnTo>
                  <a:pt x="1089601" y="2627881"/>
                </a:lnTo>
                <a:lnTo>
                  <a:pt x="1093257" y="2628000"/>
                </a:lnTo>
                <a:lnTo>
                  <a:pt x="1096914" y="2628117"/>
                </a:lnTo>
                <a:lnTo>
                  <a:pt x="1100570" y="2628232"/>
                </a:lnTo>
                <a:lnTo>
                  <a:pt x="1104226" y="2628346"/>
                </a:lnTo>
                <a:lnTo>
                  <a:pt x="1107883" y="2628458"/>
                </a:lnTo>
                <a:lnTo>
                  <a:pt x="1111539" y="2628567"/>
                </a:lnTo>
                <a:lnTo>
                  <a:pt x="1115196" y="2628675"/>
                </a:lnTo>
                <a:lnTo>
                  <a:pt x="1118852" y="2628782"/>
                </a:lnTo>
                <a:lnTo>
                  <a:pt x="1122508" y="2628886"/>
                </a:lnTo>
                <a:lnTo>
                  <a:pt x="1126165" y="2628989"/>
                </a:lnTo>
                <a:lnTo>
                  <a:pt x="1129821" y="2629090"/>
                </a:lnTo>
                <a:lnTo>
                  <a:pt x="1133477" y="2629189"/>
                </a:lnTo>
                <a:lnTo>
                  <a:pt x="1137134" y="2629286"/>
                </a:lnTo>
                <a:lnTo>
                  <a:pt x="1140790" y="2629381"/>
                </a:lnTo>
                <a:lnTo>
                  <a:pt x="1144447" y="2629475"/>
                </a:lnTo>
                <a:lnTo>
                  <a:pt x="1148103" y="2629567"/>
                </a:lnTo>
                <a:lnTo>
                  <a:pt x="1151759" y="2629657"/>
                </a:lnTo>
                <a:lnTo>
                  <a:pt x="1155416" y="2629746"/>
                </a:lnTo>
                <a:lnTo>
                  <a:pt x="1159072" y="2629833"/>
                </a:lnTo>
                <a:lnTo>
                  <a:pt x="1162729" y="2629918"/>
                </a:lnTo>
                <a:lnTo>
                  <a:pt x="1166385" y="2630001"/>
                </a:lnTo>
                <a:lnTo>
                  <a:pt x="1170041" y="2630083"/>
                </a:lnTo>
                <a:lnTo>
                  <a:pt x="1173698" y="2630163"/>
                </a:lnTo>
                <a:lnTo>
                  <a:pt x="1177354" y="2630242"/>
                </a:lnTo>
                <a:lnTo>
                  <a:pt x="1181010" y="2630318"/>
                </a:lnTo>
                <a:lnTo>
                  <a:pt x="1184667" y="2630393"/>
                </a:lnTo>
                <a:lnTo>
                  <a:pt x="1188323" y="2630467"/>
                </a:lnTo>
                <a:lnTo>
                  <a:pt x="1191980" y="2630539"/>
                </a:lnTo>
                <a:lnTo>
                  <a:pt x="1195636" y="2630609"/>
                </a:lnTo>
                <a:lnTo>
                  <a:pt x="1199292" y="2630677"/>
                </a:lnTo>
                <a:lnTo>
                  <a:pt x="1202949" y="2630744"/>
                </a:lnTo>
                <a:lnTo>
                  <a:pt x="1206605" y="2630810"/>
                </a:lnTo>
                <a:lnTo>
                  <a:pt x="1210261" y="2630873"/>
                </a:lnTo>
                <a:lnTo>
                  <a:pt x="1213918" y="2630936"/>
                </a:lnTo>
                <a:lnTo>
                  <a:pt x="1217574" y="2630996"/>
                </a:lnTo>
                <a:lnTo>
                  <a:pt x="1221231" y="2631055"/>
                </a:lnTo>
                <a:lnTo>
                  <a:pt x="1224887" y="2631112"/>
                </a:lnTo>
                <a:lnTo>
                  <a:pt x="1228543" y="2631168"/>
                </a:lnTo>
                <a:lnTo>
                  <a:pt x="1232200" y="2631223"/>
                </a:lnTo>
                <a:lnTo>
                  <a:pt x="1235856" y="2631275"/>
                </a:lnTo>
                <a:lnTo>
                  <a:pt x="1239513" y="2631327"/>
                </a:lnTo>
                <a:lnTo>
                  <a:pt x="1243169" y="2631376"/>
                </a:lnTo>
                <a:lnTo>
                  <a:pt x="1246825" y="2631424"/>
                </a:lnTo>
                <a:lnTo>
                  <a:pt x="1250482" y="2631471"/>
                </a:lnTo>
                <a:lnTo>
                  <a:pt x="1254138" y="2631516"/>
                </a:lnTo>
                <a:lnTo>
                  <a:pt x="1257794" y="2631560"/>
                </a:lnTo>
                <a:lnTo>
                  <a:pt x="1261451" y="2631602"/>
                </a:lnTo>
                <a:lnTo>
                  <a:pt x="1265107" y="2631642"/>
                </a:lnTo>
                <a:lnTo>
                  <a:pt x="1268764" y="2631682"/>
                </a:lnTo>
                <a:lnTo>
                  <a:pt x="1272420" y="2631719"/>
                </a:lnTo>
                <a:lnTo>
                  <a:pt x="1276076" y="2631755"/>
                </a:lnTo>
                <a:lnTo>
                  <a:pt x="1279733" y="2631790"/>
                </a:lnTo>
                <a:lnTo>
                  <a:pt x="1283389" y="2631823"/>
                </a:lnTo>
                <a:lnTo>
                  <a:pt x="1287045" y="2631855"/>
                </a:lnTo>
                <a:lnTo>
                  <a:pt x="1290702" y="2631885"/>
                </a:lnTo>
                <a:lnTo>
                  <a:pt x="1294358" y="2631914"/>
                </a:lnTo>
                <a:lnTo>
                  <a:pt x="1298015" y="2631942"/>
                </a:lnTo>
                <a:lnTo>
                  <a:pt x="1301671" y="2631968"/>
                </a:lnTo>
                <a:lnTo>
                  <a:pt x="1305327" y="2631992"/>
                </a:lnTo>
                <a:lnTo>
                  <a:pt x="1308984" y="2632015"/>
                </a:lnTo>
                <a:lnTo>
                  <a:pt x="1312640" y="2632037"/>
                </a:lnTo>
                <a:lnTo>
                  <a:pt x="1316296" y="2632058"/>
                </a:lnTo>
                <a:lnTo>
                  <a:pt x="1319953" y="2632077"/>
                </a:lnTo>
                <a:lnTo>
                  <a:pt x="1323609" y="2632094"/>
                </a:lnTo>
                <a:lnTo>
                  <a:pt x="1327266" y="2632110"/>
                </a:lnTo>
                <a:lnTo>
                  <a:pt x="1330922" y="2632125"/>
                </a:lnTo>
                <a:lnTo>
                  <a:pt x="1334578" y="2632138"/>
                </a:lnTo>
                <a:lnTo>
                  <a:pt x="1338235" y="2632150"/>
                </a:lnTo>
                <a:lnTo>
                  <a:pt x="1341891" y="2632161"/>
                </a:lnTo>
                <a:lnTo>
                  <a:pt x="1345548" y="2632170"/>
                </a:lnTo>
                <a:lnTo>
                  <a:pt x="1349204" y="2632178"/>
                </a:lnTo>
                <a:lnTo>
                  <a:pt x="1352860" y="2632185"/>
                </a:lnTo>
                <a:lnTo>
                  <a:pt x="1356517" y="2632190"/>
                </a:lnTo>
                <a:lnTo>
                  <a:pt x="1360173" y="2632194"/>
                </a:lnTo>
                <a:lnTo>
                  <a:pt x="1363829" y="2632196"/>
                </a:lnTo>
                <a:lnTo>
                  <a:pt x="1367486" y="2632197"/>
                </a:lnTo>
                <a:lnTo>
                  <a:pt x="1371142" y="2632197"/>
                </a:lnTo>
                <a:lnTo>
                  <a:pt x="1374799" y="2632196"/>
                </a:lnTo>
                <a:lnTo>
                  <a:pt x="1378455" y="2632193"/>
                </a:lnTo>
                <a:lnTo>
                  <a:pt x="1382111" y="2632189"/>
                </a:lnTo>
                <a:lnTo>
                  <a:pt x="1385768" y="2632183"/>
                </a:lnTo>
                <a:lnTo>
                  <a:pt x="1389424" y="2632177"/>
                </a:lnTo>
                <a:lnTo>
                  <a:pt x="1393080" y="2632168"/>
                </a:lnTo>
                <a:lnTo>
                  <a:pt x="1396737" y="2632159"/>
                </a:lnTo>
                <a:lnTo>
                  <a:pt x="1400393" y="2632148"/>
                </a:lnTo>
                <a:lnTo>
                  <a:pt x="1404050" y="2632137"/>
                </a:lnTo>
                <a:lnTo>
                  <a:pt x="1407706" y="2632123"/>
                </a:lnTo>
                <a:lnTo>
                  <a:pt x="1411362" y="2632109"/>
                </a:lnTo>
                <a:lnTo>
                  <a:pt x="1415019" y="2632093"/>
                </a:lnTo>
                <a:lnTo>
                  <a:pt x="1418675" y="2632076"/>
                </a:lnTo>
                <a:lnTo>
                  <a:pt x="1422332" y="2632058"/>
                </a:lnTo>
                <a:lnTo>
                  <a:pt x="1425988" y="2632038"/>
                </a:lnTo>
                <a:lnTo>
                  <a:pt x="1429644" y="2632017"/>
                </a:lnTo>
                <a:lnTo>
                  <a:pt x="1433301" y="2631995"/>
                </a:lnTo>
                <a:lnTo>
                  <a:pt x="1436957" y="2631972"/>
                </a:lnTo>
                <a:lnTo>
                  <a:pt x="1440613" y="2631947"/>
                </a:lnTo>
                <a:lnTo>
                  <a:pt x="1444270" y="2631921"/>
                </a:lnTo>
                <a:lnTo>
                  <a:pt x="1447926" y="2631894"/>
                </a:lnTo>
                <a:lnTo>
                  <a:pt x="1451583" y="2631866"/>
                </a:lnTo>
                <a:lnTo>
                  <a:pt x="1455239" y="2631836"/>
                </a:lnTo>
                <a:lnTo>
                  <a:pt x="1458895" y="2631805"/>
                </a:lnTo>
                <a:lnTo>
                  <a:pt x="1462552" y="2631773"/>
                </a:lnTo>
                <a:lnTo>
                  <a:pt x="1466208" y="2631740"/>
                </a:lnTo>
                <a:lnTo>
                  <a:pt x="1469864" y="2631705"/>
                </a:lnTo>
                <a:lnTo>
                  <a:pt x="1473521" y="2631670"/>
                </a:lnTo>
                <a:lnTo>
                  <a:pt x="1477177" y="2631633"/>
                </a:lnTo>
                <a:lnTo>
                  <a:pt x="1480834" y="2631594"/>
                </a:lnTo>
                <a:lnTo>
                  <a:pt x="1484490" y="2631555"/>
                </a:lnTo>
                <a:lnTo>
                  <a:pt x="1488146" y="2631515"/>
                </a:lnTo>
                <a:lnTo>
                  <a:pt x="1491803" y="2631473"/>
                </a:lnTo>
                <a:lnTo>
                  <a:pt x="1495459" y="2631430"/>
                </a:lnTo>
                <a:lnTo>
                  <a:pt x="1499115" y="2631386"/>
                </a:lnTo>
                <a:lnTo>
                  <a:pt x="1502772" y="2631340"/>
                </a:lnTo>
                <a:lnTo>
                  <a:pt x="1506428" y="2631294"/>
                </a:lnTo>
                <a:lnTo>
                  <a:pt x="1510085" y="2631246"/>
                </a:lnTo>
                <a:lnTo>
                  <a:pt x="1513741" y="2631197"/>
                </a:lnTo>
                <a:lnTo>
                  <a:pt x="1517397" y="2631147"/>
                </a:lnTo>
                <a:lnTo>
                  <a:pt x="1521054" y="2631096"/>
                </a:lnTo>
                <a:lnTo>
                  <a:pt x="1524710" y="2631043"/>
                </a:lnTo>
                <a:lnTo>
                  <a:pt x="1528367" y="2630990"/>
                </a:lnTo>
                <a:lnTo>
                  <a:pt x="1532023" y="2630935"/>
                </a:lnTo>
                <a:lnTo>
                  <a:pt x="1535679" y="2630879"/>
                </a:lnTo>
                <a:lnTo>
                  <a:pt x="1539336" y="2630822"/>
                </a:lnTo>
                <a:lnTo>
                  <a:pt x="1542992" y="2630764"/>
                </a:lnTo>
                <a:lnTo>
                  <a:pt x="1546648" y="2630704"/>
                </a:lnTo>
                <a:lnTo>
                  <a:pt x="1550305" y="2630644"/>
                </a:lnTo>
                <a:lnTo>
                  <a:pt x="1553961" y="2630582"/>
                </a:lnTo>
                <a:lnTo>
                  <a:pt x="1557618" y="2630519"/>
                </a:lnTo>
                <a:lnTo>
                  <a:pt x="1561274" y="2630455"/>
                </a:lnTo>
                <a:lnTo>
                  <a:pt x="1564930" y="2630390"/>
                </a:lnTo>
                <a:lnTo>
                  <a:pt x="1568587" y="2630324"/>
                </a:lnTo>
                <a:lnTo>
                  <a:pt x="1572243" y="2630257"/>
                </a:lnTo>
                <a:lnTo>
                  <a:pt x="1575899" y="2630188"/>
                </a:lnTo>
                <a:lnTo>
                  <a:pt x="1579556" y="2630118"/>
                </a:lnTo>
                <a:lnTo>
                  <a:pt x="1583212" y="2630048"/>
                </a:lnTo>
                <a:lnTo>
                  <a:pt x="1586869" y="2629976"/>
                </a:lnTo>
                <a:lnTo>
                  <a:pt x="1590525" y="2629903"/>
                </a:lnTo>
                <a:lnTo>
                  <a:pt x="1594181" y="2629829"/>
                </a:lnTo>
                <a:lnTo>
                  <a:pt x="1597838" y="2629753"/>
                </a:lnTo>
                <a:lnTo>
                  <a:pt x="1601494" y="2629677"/>
                </a:lnTo>
                <a:lnTo>
                  <a:pt x="1605151" y="2629599"/>
                </a:lnTo>
                <a:lnTo>
                  <a:pt x="1608807" y="2629521"/>
                </a:lnTo>
                <a:lnTo>
                  <a:pt x="1612463" y="2629441"/>
                </a:lnTo>
                <a:lnTo>
                  <a:pt x="1616120" y="2629360"/>
                </a:lnTo>
                <a:lnTo>
                  <a:pt x="1619776" y="2629278"/>
                </a:lnTo>
                <a:lnTo>
                  <a:pt x="1623432" y="2629195"/>
                </a:lnTo>
                <a:lnTo>
                  <a:pt x="1627089" y="2629111"/>
                </a:lnTo>
                <a:lnTo>
                  <a:pt x="1630745" y="2629026"/>
                </a:lnTo>
                <a:lnTo>
                  <a:pt x="1634402" y="2628940"/>
                </a:lnTo>
                <a:lnTo>
                  <a:pt x="1638058" y="2628852"/>
                </a:lnTo>
                <a:lnTo>
                  <a:pt x="1641714" y="2628764"/>
                </a:lnTo>
                <a:lnTo>
                  <a:pt x="1645371" y="2628674"/>
                </a:lnTo>
                <a:lnTo>
                  <a:pt x="1649027" y="2628583"/>
                </a:lnTo>
                <a:lnTo>
                  <a:pt x="1652683" y="2628492"/>
                </a:lnTo>
                <a:lnTo>
                  <a:pt x="1656340" y="2628399"/>
                </a:lnTo>
                <a:lnTo>
                  <a:pt x="1659996" y="2628305"/>
                </a:lnTo>
                <a:lnTo>
                  <a:pt x="1663653" y="2628210"/>
                </a:lnTo>
                <a:lnTo>
                  <a:pt x="1667309" y="2628114"/>
                </a:lnTo>
                <a:lnTo>
                  <a:pt x="1670965" y="2628017"/>
                </a:lnTo>
                <a:lnTo>
                  <a:pt x="1674622" y="2627918"/>
                </a:lnTo>
                <a:lnTo>
                  <a:pt x="1678278" y="2627819"/>
                </a:lnTo>
                <a:lnTo>
                  <a:pt x="1681934" y="2627719"/>
                </a:lnTo>
                <a:lnTo>
                  <a:pt x="1685591" y="2627617"/>
                </a:lnTo>
                <a:lnTo>
                  <a:pt x="1689247" y="2627515"/>
                </a:lnTo>
                <a:lnTo>
                  <a:pt x="1692904" y="2627411"/>
                </a:lnTo>
                <a:lnTo>
                  <a:pt x="1696560" y="2627306"/>
                </a:lnTo>
                <a:lnTo>
                  <a:pt x="1700216" y="2627201"/>
                </a:lnTo>
                <a:lnTo>
                  <a:pt x="1703873" y="2627094"/>
                </a:lnTo>
                <a:lnTo>
                  <a:pt x="1707529" y="2626986"/>
                </a:lnTo>
                <a:lnTo>
                  <a:pt x="1711186" y="2626877"/>
                </a:lnTo>
                <a:lnTo>
                  <a:pt x="1714842" y="2626767"/>
                </a:lnTo>
                <a:lnTo>
                  <a:pt x="1718498" y="2626656"/>
                </a:lnTo>
                <a:lnTo>
                  <a:pt x="1722155" y="2626544"/>
                </a:lnTo>
                <a:lnTo>
                  <a:pt x="1725811" y="2626431"/>
                </a:lnTo>
                <a:lnTo>
                  <a:pt x="1729467" y="2626317"/>
                </a:lnTo>
                <a:lnTo>
                  <a:pt x="1733124" y="2626202"/>
                </a:lnTo>
                <a:lnTo>
                  <a:pt x="1736780" y="2626085"/>
                </a:lnTo>
                <a:lnTo>
                  <a:pt x="1740437" y="2625968"/>
                </a:lnTo>
                <a:lnTo>
                  <a:pt x="1744093" y="2625850"/>
                </a:lnTo>
                <a:lnTo>
                  <a:pt x="1747749" y="2625730"/>
                </a:lnTo>
                <a:lnTo>
                  <a:pt x="1751406" y="2625610"/>
                </a:lnTo>
                <a:lnTo>
                  <a:pt x="1755062" y="2625489"/>
                </a:lnTo>
                <a:lnTo>
                  <a:pt x="1758718" y="2625366"/>
                </a:lnTo>
                <a:lnTo>
                  <a:pt x="1762375" y="2625242"/>
                </a:lnTo>
                <a:lnTo>
                  <a:pt x="1766031" y="2625118"/>
                </a:lnTo>
                <a:lnTo>
                  <a:pt x="1769688" y="2624992"/>
                </a:lnTo>
                <a:lnTo>
                  <a:pt x="1773344" y="2624866"/>
                </a:lnTo>
                <a:lnTo>
                  <a:pt x="1777000" y="2624738"/>
                </a:lnTo>
                <a:lnTo>
                  <a:pt x="1780657" y="2624609"/>
                </a:lnTo>
                <a:lnTo>
                  <a:pt x="1784313" y="2624480"/>
                </a:lnTo>
                <a:lnTo>
                  <a:pt x="1787970" y="2624349"/>
                </a:lnTo>
                <a:lnTo>
                  <a:pt x="1791626" y="2624217"/>
                </a:lnTo>
                <a:lnTo>
                  <a:pt x="1795282" y="2624084"/>
                </a:lnTo>
                <a:lnTo>
                  <a:pt x="1798939" y="2623950"/>
                </a:lnTo>
                <a:lnTo>
                  <a:pt x="1802595" y="2623815"/>
                </a:lnTo>
                <a:lnTo>
                  <a:pt x="1806251" y="2623680"/>
                </a:lnTo>
                <a:lnTo>
                  <a:pt x="1809908" y="2623543"/>
                </a:lnTo>
                <a:lnTo>
                  <a:pt x="1813564" y="2623405"/>
                </a:lnTo>
                <a:lnTo>
                  <a:pt x="1817221" y="2623266"/>
                </a:lnTo>
                <a:lnTo>
                  <a:pt x="1820877" y="2623126"/>
                </a:lnTo>
                <a:lnTo>
                  <a:pt x="1824533" y="2622985"/>
                </a:lnTo>
                <a:lnTo>
                  <a:pt x="1828190" y="2622843"/>
                </a:lnTo>
                <a:lnTo>
                  <a:pt x="1831846" y="2622700"/>
                </a:lnTo>
                <a:lnTo>
                  <a:pt x="1835502" y="2622556"/>
                </a:lnTo>
                <a:lnTo>
                  <a:pt x="1839159" y="2622411"/>
                </a:lnTo>
                <a:lnTo>
                  <a:pt x="1842815" y="2622265"/>
                </a:lnTo>
                <a:lnTo>
                  <a:pt x="1846472" y="2622118"/>
                </a:lnTo>
                <a:lnTo>
                  <a:pt x="1850128" y="2621970"/>
                </a:lnTo>
                <a:lnTo>
                  <a:pt x="1853784" y="2621820"/>
                </a:lnTo>
                <a:lnTo>
                  <a:pt x="1857441" y="2621670"/>
                </a:lnTo>
                <a:lnTo>
                  <a:pt x="1861097" y="2621519"/>
                </a:lnTo>
                <a:lnTo>
                  <a:pt x="1864753" y="2621367"/>
                </a:lnTo>
                <a:lnTo>
                  <a:pt x="1868410" y="2621214"/>
                </a:lnTo>
                <a:lnTo>
                  <a:pt x="1872066" y="2621060"/>
                </a:lnTo>
                <a:lnTo>
                  <a:pt x="1875723" y="2620905"/>
                </a:lnTo>
                <a:lnTo>
                  <a:pt x="1879379" y="2620749"/>
                </a:lnTo>
                <a:lnTo>
                  <a:pt x="1883035" y="2620591"/>
                </a:lnTo>
                <a:lnTo>
                  <a:pt x="1886692" y="2620433"/>
                </a:lnTo>
                <a:lnTo>
                  <a:pt x="1890348" y="2620274"/>
                </a:lnTo>
                <a:lnTo>
                  <a:pt x="1894005" y="2620114"/>
                </a:lnTo>
                <a:lnTo>
                  <a:pt x="1897661" y="2619953"/>
                </a:lnTo>
                <a:lnTo>
                  <a:pt x="1901317" y="2619790"/>
                </a:lnTo>
                <a:lnTo>
                  <a:pt x="1904974" y="2619627"/>
                </a:lnTo>
                <a:lnTo>
                  <a:pt x="1908630" y="2619463"/>
                </a:lnTo>
                <a:lnTo>
                  <a:pt x="1912286" y="2619298"/>
                </a:lnTo>
                <a:lnTo>
                  <a:pt x="1915943" y="2619132"/>
                </a:lnTo>
                <a:lnTo>
                  <a:pt x="1919599" y="2618965"/>
                </a:lnTo>
                <a:lnTo>
                  <a:pt x="1923256" y="2618796"/>
                </a:lnTo>
                <a:lnTo>
                  <a:pt x="1926912" y="2618627"/>
                </a:lnTo>
                <a:lnTo>
                  <a:pt x="1930568" y="2618457"/>
                </a:lnTo>
                <a:lnTo>
                  <a:pt x="1934225" y="2618286"/>
                </a:lnTo>
                <a:lnTo>
                  <a:pt x="1937881" y="2618114"/>
                </a:lnTo>
                <a:lnTo>
                  <a:pt x="1941537" y="2617941"/>
                </a:lnTo>
                <a:lnTo>
                  <a:pt x="1945194" y="2617766"/>
                </a:lnTo>
                <a:lnTo>
                  <a:pt x="1948850" y="2617591"/>
                </a:lnTo>
                <a:lnTo>
                  <a:pt x="1952507" y="2617415"/>
                </a:lnTo>
                <a:lnTo>
                  <a:pt x="1956163" y="2617238"/>
                </a:lnTo>
                <a:lnTo>
                  <a:pt x="1959819" y="2617060"/>
                </a:lnTo>
                <a:lnTo>
                  <a:pt x="1963476" y="2616881"/>
                </a:lnTo>
                <a:lnTo>
                  <a:pt x="1967132" y="2616700"/>
                </a:lnTo>
                <a:lnTo>
                  <a:pt x="1970789" y="2616519"/>
                </a:lnTo>
                <a:lnTo>
                  <a:pt x="1974445" y="2616337"/>
                </a:lnTo>
                <a:lnTo>
                  <a:pt x="1978101" y="2616154"/>
                </a:lnTo>
                <a:lnTo>
                  <a:pt x="1981758" y="2615970"/>
                </a:lnTo>
                <a:lnTo>
                  <a:pt x="1985414" y="2615785"/>
                </a:lnTo>
                <a:lnTo>
                  <a:pt x="1989070" y="2615599"/>
                </a:lnTo>
                <a:lnTo>
                  <a:pt x="1992727" y="2615412"/>
                </a:lnTo>
                <a:lnTo>
                  <a:pt x="1996383" y="2615224"/>
                </a:lnTo>
                <a:lnTo>
                  <a:pt x="2000040" y="2615034"/>
                </a:lnTo>
                <a:lnTo>
                  <a:pt x="2003696" y="2614844"/>
                </a:lnTo>
                <a:lnTo>
                  <a:pt x="2007352" y="2614653"/>
                </a:lnTo>
                <a:lnTo>
                  <a:pt x="2011009" y="2614461"/>
                </a:lnTo>
                <a:lnTo>
                  <a:pt x="2014665" y="2614268"/>
                </a:lnTo>
                <a:lnTo>
                  <a:pt x="2018321" y="2614074"/>
                </a:lnTo>
                <a:lnTo>
                  <a:pt x="2021978" y="2613879"/>
                </a:lnTo>
                <a:lnTo>
                  <a:pt x="2025634" y="2613683"/>
                </a:lnTo>
                <a:lnTo>
                  <a:pt x="2029291" y="2613486"/>
                </a:lnTo>
                <a:lnTo>
                  <a:pt x="2032947" y="2613288"/>
                </a:lnTo>
                <a:lnTo>
                  <a:pt x="2036603" y="2613089"/>
                </a:lnTo>
                <a:lnTo>
                  <a:pt x="2040260" y="2612889"/>
                </a:lnTo>
                <a:lnTo>
                  <a:pt x="2043916" y="2612688"/>
                </a:lnTo>
                <a:lnTo>
                  <a:pt x="2047572" y="2612486"/>
                </a:lnTo>
                <a:lnTo>
                  <a:pt x="2051229" y="2612283"/>
                </a:lnTo>
                <a:lnTo>
                  <a:pt x="2054885" y="2612079"/>
                </a:lnTo>
                <a:lnTo>
                  <a:pt x="2058542" y="2611874"/>
                </a:lnTo>
                <a:lnTo>
                  <a:pt x="2062198" y="2611668"/>
                </a:lnTo>
                <a:lnTo>
                  <a:pt x="2065854" y="2611461"/>
                </a:lnTo>
                <a:lnTo>
                  <a:pt x="2069511" y="2611253"/>
                </a:lnTo>
                <a:lnTo>
                  <a:pt x="2073167" y="2611044"/>
                </a:lnTo>
                <a:lnTo>
                  <a:pt x="2076824" y="2610834"/>
                </a:lnTo>
                <a:lnTo>
                  <a:pt x="2080480" y="2610624"/>
                </a:lnTo>
                <a:lnTo>
                  <a:pt x="2084136" y="2610412"/>
                </a:lnTo>
                <a:lnTo>
                  <a:pt x="2087793" y="2610199"/>
                </a:lnTo>
                <a:lnTo>
                  <a:pt x="2091449" y="2609985"/>
                </a:lnTo>
                <a:lnTo>
                  <a:pt x="2095105" y="2609770"/>
                </a:lnTo>
                <a:lnTo>
                  <a:pt x="2098762" y="2609554"/>
                </a:lnTo>
                <a:lnTo>
                  <a:pt x="2102418" y="2609337"/>
                </a:lnTo>
                <a:lnTo>
                  <a:pt x="2106075" y="2609119"/>
                </a:lnTo>
                <a:lnTo>
                  <a:pt x="2109731" y="2608900"/>
                </a:lnTo>
                <a:lnTo>
                  <a:pt x="2113387" y="2608680"/>
                </a:lnTo>
                <a:lnTo>
                  <a:pt x="2117044" y="2608460"/>
                </a:lnTo>
                <a:lnTo>
                  <a:pt x="2120700" y="2608238"/>
                </a:lnTo>
                <a:lnTo>
                  <a:pt x="2124356" y="2608015"/>
                </a:lnTo>
                <a:lnTo>
                  <a:pt x="2128013" y="2607791"/>
                </a:lnTo>
                <a:lnTo>
                  <a:pt x="2131669" y="2607566"/>
                </a:lnTo>
                <a:lnTo>
                  <a:pt x="2135326" y="2607340"/>
                </a:lnTo>
                <a:lnTo>
                  <a:pt x="2138982" y="2607113"/>
                </a:lnTo>
                <a:lnTo>
                  <a:pt x="2142638" y="2606885"/>
                </a:lnTo>
                <a:lnTo>
                  <a:pt x="2146295" y="2606657"/>
                </a:lnTo>
                <a:lnTo>
                  <a:pt x="2149951" y="2606427"/>
                </a:lnTo>
                <a:lnTo>
                  <a:pt x="2153608" y="2606196"/>
                </a:lnTo>
                <a:lnTo>
                  <a:pt x="2157264" y="2605964"/>
                </a:lnTo>
                <a:lnTo>
                  <a:pt x="2160920" y="2605731"/>
                </a:lnTo>
                <a:lnTo>
                  <a:pt x="2164577" y="2605497"/>
                </a:lnTo>
                <a:lnTo>
                  <a:pt x="2168233" y="2605262"/>
                </a:lnTo>
                <a:lnTo>
                  <a:pt x="2171889" y="2605026"/>
                </a:lnTo>
                <a:lnTo>
                  <a:pt x="2175546" y="2604790"/>
                </a:lnTo>
                <a:lnTo>
                  <a:pt x="2179202" y="2604552"/>
                </a:lnTo>
                <a:lnTo>
                  <a:pt x="2182859" y="2604313"/>
                </a:lnTo>
                <a:lnTo>
                  <a:pt x="2186515" y="2604073"/>
                </a:lnTo>
                <a:lnTo>
                  <a:pt x="2190171" y="2603832"/>
                </a:lnTo>
                <a:lnTo>
                  <a:pt x="2193828" y="2603590"/>
                </a:lnTo>
                <a:lnTo>
                  <a:pt x="2197484" y="2603347"/>
                </a:lnTo>
                <a:lnTo>
                  <a:pt x="2201140" y="2603103"/>
                </a:lnTo>
                <a:lnTo>
                  <a:pt x="2204797" y="2602858"/>
                </a:lnTo>
                <a:lnTo>
                  <a:pt x="2208453" y="2602612"/>
                </a:lnTo>
                <a:lnTo>
                  <a:pt x="2212110" y="2602365"/>
                </a:lnTo>
                <a:lnTo>
                  <a:pt x="2215766" y="2602117"/>
                </a:lnTo>
                <a:lnTo>
                  <a:pt x="2219422" y="2601868"/>
                </a:lnTo>
                <a:lnTo>
                  <a:pt x="2223079" y="2601618"/>
                </a:lnTo>
                <a:lnTo>
                  <a:pt x="2226735" y="2601367"/>
                </a:lnTo>
                <a:lnTo>
                  <a:pt x="2230391" y="2601115"/>
                </a:lnTo>
                <a:lnTo>
                  <a:pt x="2234048" y="2600862"/>
                </a:lnTo>
                <a:lnTo>
                  <a:pt x="2237704" y="2600608"/>
                </a:lnTo>
                <a:lnTo>
                  <a:pt x="2241361" y="2600353"/>
                </a:lnTo>
                <a:lnTo>
                  <a:pt x="2245017" y="2600097"/>
                </a:lnTo>
                <a:lnTo>
                  <a:pt x="2248673" y="2599840"/>
                </a:lnTo>
                <a:lnTo>
                  <a:pt x="2252330" y="2599582"/>
                </a:lnTo>
                <a:lnTo>
                  <a:pt x="2255986" y="2599323"/>
                </a:lnTo>
                <a:lnTo>
                  <a:pt x="2259643" y="2599063"/>
                </a:lnTo>
                <a:lnTo>
                  <a:pt x="2263299" y="2598801"/>
                </a:lnTo>
                <a:lnTo>
                  <a:pt x="2266955" y="2598539"/>
                </a:lnTo>
                <a:lnTo>
                  <a:pt x="2270612" y="2598276"/>
                </a:lnTo>
                <a:lnTo>
                  <a:pt x="2274268" y="2598012"/>
                </a:lnTo>
                <a:lnTo>
                  <a:pt x="2277924" y="2597746"/>
                </a:lnTo>
                <a:lnTo>
                  <a:pt x="2281581" y="2597480"/>
                </a:lnTo>
                <a:lnTo>
                  <a:pt x="2285237" y="2597213"/>
                </a:lnTo>
                <a:lnTo>
                  <a:pt x="2288894" y="2596944"/>
                </a:lnTo>
                <a:lnTo>
                  <a:pt x="2292550" y="2596675"/>
                </a:lnTo>
                <a:lnTo>
                  <a:pt x="2296206" y="2596405"/>
                </a:lnTo>
                <a:lnTo>
                  <a:pt x="2299863" y="2596133"/>
                </a:lnTo>
                <a:lnTo>
                  <a:pt x="2303519" y="2595861"/>
                </a:lnTo>
                <a:lnTo>
                  <a:pt x="2307175" y="2595587"/>
                </a:lnTo>
                <a:lnTo>
                  <a:pt x="2310832" y="2595313"/>
                </a:lnTo>
                <a:lnTo>
                  <a:pt x="2314488" y="2595037"/>
                </a:lnTo>
                <a:lnTo>
                  <a:pt x="2318145" y="2594760"/>
                </a:lnTo>
                <a:lnTo>
                  <a:pt x="2321801" y="2594483"/>
                </a:lnTo>
                <a:lnTo>
                  <a:pt x="2325457" y="2594204"/>
                </a:lnTo>
                <a:lnTo>
                  <a:pt x="2329114" y="2593924"/>
                </a:lnTo>
                <a:lnTo>
                  <a:pt x="2332770" y="2593643"/>
                </a:lnTo>
                <a:lnTo>
                  <a:pt x="2336427" y="2593362"/>
                </a:lnTo>
                <a:lnTo>
                  <a:pt x="2340083" y="2593079"/>
                </a:lnTo>
                <a:lnTo>
                  <a:pt x="2343739" y="2592795"/>
                </a:lnTo>
                <a:lnTo>
                  <a:pt x="2347396" y="2592510"/>
                </a:lnTo>
                <a:lnTo>
                  <a:pt x="2351052" y="2592224"/>
                </a:lnTo>
                <a:lnTo>
                  <a:pt x="2354708" y="2591937"/>
                </a:lnTo>
                <a:lnTo>
                  <a:pt x="2358365" y="2591649"/>
                </a:lnTo>
                <a:lnTo>
                  <a:pt x="2362021" y="2591359"/>
                </a:lnTo>
                <a:lnTo>
                  <a:pt x="2365678" y="2591069"/>
                </a:lnTo>
                <a:lnTo>
                  <a:pt x="2369334" y="2590778"/>
                </a:lnTo>
                <a:lnTo>
                  <a:pt x="2372990" y="2590486"/>
                </a:lnTo>
                <a:lnTo>
                  <a:pt x="2376647" y="2590192"/>
                </a:lnTo>
                <a:lnTo>
                  <a:pt x="2380303" y="2589898"/>
                </a:lnTo>
                <a:lnTo>
                  <a:pt x="2383959" y="2589602"/>
                </a:lnTo>
                <a:lnTo>
                  <a:pt x="2387616" y="2589306"/>
                </a:lnTo>
                <a:lnTo>
                  <a:pt x="2391272" y="2589008"/>
                </a:lnTo>
                <a:lnTo>
                  <a:pt x="2394929" y="2588709"/>
                </a:lnTo>
                <a:lnTo>
                  <a:pt x="2398585" y="2588409"/>
                </a:lnTo>
                <a:lnTo>
                  <a:pt x="2402241" y="2588109"/>
                </a:lnTo>
                <a:lnTo>
                  <a:pt x="2405898" y="2587807"/>
                </a:lnTo>
                <a:lnTo>
                  <a:pt x="2409554" y="2587504"/>
                </a:lnTo>
                <a:lnTo>
                  <a:pt x="2413210" y="2587200"/>
                </a:lnTo>
                <a:lnTo>
                  <a:pt x="2416867" y="2586895"/>
                </a:lnTo>
                <a:lnTo>
                  <a:pt x="2420523" y="2586588"/>
                </a:lnTo>
                <a:lnTo>
                  <a:pt x="2424180" y="2586281"/>
                </a:lnTo>
                <a:lnTo>
                  <a:pt x="2427836" y="2585973"/>
                </a:lnTo>
                <a:lnTo>
                  <a:pt x="2431492" y="2585663"/>
                </a:lnTo>
                <a:lnTo>
                  <a:pt x="2435149" y="2585353"/>
                </a:lnTo>
                <a:lnTo>
                  <a:pt x="2438805" y="2585041"/>
                </a:lnTo>
                <a:lnTo>
                  <a:pt x="2442462" y="2584729"/>
                </a:lnTo>
                <a:lnTo>
                  <a:pt x="2446118" y="2584415"/>
                </a:lnTo>
                <a:lnTo>
                  <a:pt x="2449774" y="2584100"/>
                </a:lnTo>
                <a:lnTo>
                  <a:pt x="2453431" y="2583784"/>
                </a:lnTo>
                <a:lnTo>
                  <a:pt x="2457087" y="2583467"/>
                </a:lnTo>
                <a:lnTo>
                  <a:pt x="2460743" y="2583149"/>
                </a:lnTo>
                <a:lnTo>
                  <a:pt x="2464400" y="2582830"/>
                </a:lnTo>
                <a:lnTo>
                  <a:pt x="2468056" y="2582510"/>
                </a:lnTo>
                <a:lnTo>
                  <a:pt x="2471713" y="2582188"/>
                </a:lnTo>
                <a:lnTo>
                  <a:pt x="2475369" y="2581866"/>
                </a:lnTo>
                <a:lnTo>
                  <a:pt x="2479025" y="2581542"/>
                </a:lnTo>
                <a:lnTo>
                  <a:pt x="2482682" y="2581217"/>
                </a:lnTo>
                <a:lnTo>
                  <a:pt x="2486338" y="2580892"/>
                </a:lnTo>
                <a:lnTo>
                  <a:pt x="2489994" y="2580565"/>
                </a:lnTo>
                <a:lnTo>
                  <a:pt x="2493651" y="2580237"/>
                </a:lnTo>
                <a:lnTo>
                  <a:pt x="2497307" y="2579908"/>
                </a:lnTo>
                <a:lnTo>
                  <a:pt x="2500964" y="2579577"/>
                </a:lnTo>
                <a:lnTo>
                  <a:pt x="2504620" y="2579246"/>
                </a:lnTo>
                <a:lnTo>
                  <a:pt x="2508276" y="2578914"/>
                </a:lnTo>
                <a:lnTo>
                  <a:pt x="2511933" y="2578580"/>
                </a:lnTo>
                <a:lnTo>
                  <a:pt x="2515589" y="2578245"/>
                </a:lnTo>
                <a:lnTo>
                  <a:pt x="2519246" y="2577909"/>
                </a:lnTo>
                <a:lnTo>
                  <a:pt x="2522902" y="2577573"/>
                </a:lnTo>
                <a:lnTo>
                  <a:pt x="2526558" y="2577234"/>
                </a:lnTo>
                <a:lnTo>
                  <a:pt x="2530215" y="2576895"/>
                </a:lnTo>
                <a:lnTo>
                  <a:pt x="2533871" y="2576555"/>
                </a:lnTo>
                <a:lnTo>
                  <a:pt x="2537527" y="2576213"/>
                </a:lnTo>
                <a:lnTo>
                  <a:pt x="2541184" y="2575871"/>
                </a:lnTo>
                <a:lnTo>
                  <a:pt x="2544840" y="2575527"/>
                </a:lnTo>
                <a:lnTo>
                  <a:pt x="2548497" y="2575182"/>
                </a:lnTo>
                <a:lnTo>
                  <a:pt x="2552153" y="2574836"/>
                </a:lnTo>
                <a:lnTo>
                  <a:pt x="2555809" y="2574489"/>
                </a:lnTo>
                <a:lnTo>
                  <a:pt x="2559466" y="2574141"/>
                </a:lnTo>
                <a:lnTo>
                  <a:pt x="2563122" y="2573792"/>
                </a:lnTo>
                <a:lnTo>
                  <a:pt x="2566778" y="2573441"/>
                </a:lnTo>
                <a:lnTo>
                  <a:pt x="2570435" y="2573089"/>
                </a:lnTo>
                <a:lnTo>
                  <a:pt x="2574091" y="2572736"/>
                </a:lnTo>
                <a:lnTo>
                  <a:pt x="2577748" y="2572382"/>
                </a:lnTo>
                <a:lnTo>
                  <a:pt x="2581404" y="2572027"/>
                </a:lnTo>
                <a:lnTo>
                  <a:pt x="2585060" y="2571671"/>
                </a:lnTo>
                <a:lnTo>
                  <a:pt x="2588717" y="2571313"/>
                </a:lnTo>
                <a:lnTo>
                  <a:pt x="2592373" y="2570955"/>
                </a:lnTo>
                <a:lnTo>
                  <a:pt x="2596029" y="2570595"/>
                </a:lnTo>
                <a:lnTo>
                  <a:pt x="2599686" y="2570234"/>
                </a:lnTo>
                <a:lnTo>
                  <a:pt x="2603342" y="2569872"/>
                </a:lnTo>
                <a:lnTo>
                  <a:pt x="2606999" y="2569508"/>
                </a:lnTo>
                <a:lnTo>
                  <a:pt x="2610655" y="2569144"/>
                </a:lnTo>
                <a:lnTo>
                  <a:pt x="2614311" y="2568778"/>
                </a:lnTo>
                <a:lnTo>
                  <a:pt x="2617968" y="2568411"/>
                </a:lnTo>
                <a:lnTo>
                  <a:pt x="2621624" y="2568043"/>
                </a:lnTo>
                <a:lnTo>
                  <a:pt x="2625281" y="2567674"/>
                </a:lnTo>
                <a:lnTo>
                  <a:pt x="2628937" y="2567304"/>
                </a:lnTo>
                <a:lnTo>
                  <a:pt x="2632593" y="2566932"/>
                </a:lnTo>
                <a:lnTo>
                  <a:pt x="2636250" y="2566559"/>
                </a:lnTo>
                <a:lnTo>
                  <a:pt x="2639906" y="2566185"/>
                </a:lnTo>
                <a:lnTo>
                  <a:pt x="2643562" y="2565810"/>
                </a:lnTo>
                <a:lnTo>
                  <a:pt x="2647219" y="2565434"/>
                </a:lnTo>
                <a:lnTo>
                  <a:pt x="2650875" y="2565056"/>
                </a:lnTo>
                <a:lnTo>
                  <a:pt x="2654532" y="2564678"/>
                </a:lnTo>
                <a:lnTo>
                  <a:pt x="2658188" y="2564298"/>
                </a:lnTo>
                <a:lnTo>
                  <a:pt x="2661844" y="2563916"/>
                </a:lnTo>
                <a:lnTo>
                  <a:pt x="2665501" y="2563534"/>
                </a:lnTo>
                <a:lnTo>
                  <a:pt x="2669157" y="2563150"/>
                </a:lnTo>
                <a:lnTo>
                  <a:pt x="2672813" y="2562766"/>
                </a:lnTo>
                <a:lnTo>
                  <a:pt x="2676470" y="2562380"/>
                </a:lnTo>
                <a:lnTo>
                  <a:pt x="2680126" y="2561992"/>
                </a:lnTo>
                <a:lnTo>
                  <a:pt x="2683783" y="2561604"/>
                </a:lnTo>
                <a:lnTo>
                  <a:pt x="2687439" y="2561214"/>
                </a:lnTo>
                <a:lnTo>
                  <a:pt x="2691095" y="2560823"/>
                </a:lnTo>
                <a:lnTo>
                  <a:pt x="2694752" y="2560431"/>
                </a:lnTo>
                <a:lnTo>
                  <a:pt x="2698408" y="2560038"/>
                </a:lnTo>
                <a:lnTo>
                  <a:pt x="2702065" y="2559643"/>
                </a:lnTo>
                <a:lnTo>
                  <a:pt x="2705721" y="2559247"/>
                </a:lnTo>
                <a:lnTo>
                  <a:pt x="2709377" y="2558850"/>
                </a:lnTo>
                <a:lnTo>
                  <a:pt x="2713034" y="2558452"/>
                </a:lnTo>
                <a:lnTo>
                  <a:pt x="2716690" y="2558052"/>
                </a:lnTo>
                <a:lnTo>
                  <a:pt x="2720346" y="2557651"/>
                </a:lnTo>
                <a:lnTo>
                  <a:pt x="2724003" y="2557249"/>
                </a:lnTo>
                <a:lnTo>
                  <a:pt x="2727659" y="2556846"/>
                </a:lnTo>
                <a:lnTo>
                  <a:pt x="2731316" y="2556441"/>
                </a:lnTo>
                <a:lnTo>
                  <a:pt x="2734972" y="2556035"/>
                </a:lnTo>
                <a:lnTo>
                  <a:pt x="2738628" y="2555628"/>
                </a:lnTo>
                <a:lnTo>
                  <a:pt x="2742285" y="2555219"/>
                </a:lnTo>
                <a:lnTo>
                  <a:pt x="2745941" y="2554810"/>
                </a:lnTo>
                <a:lnTo>
                  <a:pt x="2749597" y="2554399"/>
                </a:lnTo>
                <a:lnTo>
                  <a:pt x="2753254" y="2553986"/>
                </a:lnTo>
                <a:lnTo>
                  <a:pt x="2756910" y="2553573"/>
                </a:lnTo>
                <a:lnTo>
                  <a:pt x="2760567" y="2553158"/>
                </a:lnTo>
                <a:lnTo>
                  <a:pt x="2764223" y="2552742"/>
                </a:lnTo>
                <a:lnTo>
                  <a:pt x="2767879" y="2552325"/>
                </a:lnTo>
                <a:lnTo>
                  <a:pt x="2771536" y="2551906"/>
                </a:lnTo>
                <a:lnTo>
                  <a:pt x="2775192" y="2551486"/>
                </a:lnTo>
                <a:lnTo>
                  <a:pt x="2778848" y="2551065"/>
                </a:lnTo>
                <a:lnTo>
                  <a:pt x="2782505" y="2550642"/>
                </a:lnTo>
                <a:lnTo>
                  <a:pt x="2786161" y="2550218"/>
                </a:lnTo>
                <a:lnTo>
                  <a:pt x="2789818" y="2549793"/>
                </a:lnTo>
                <a:lnTo>
                  <a:pt x="2793474" y="2549366"/>
                </a:lnTo>
                <a:lnTo>
                  <a:pt x="2797130" y="2548938"/>
                </a:lnTo>
                <a:lnTo>
                  <a:pt x="2800787" y="2548509"/>
                </a:lnTo>
                <a:lnTo>
                  <a:pt x="2804443" y="2548079"/>
                </a:lnTo>
                <a:lnTo>
                  <a:pt x="2808100" y="2547647"/>
                </a:lnTo>
                <a:lnTo>
                  <a:pt x="2811756" y="2547214"/>
                </a:lnTo>
                <a:lnTo>
                  <a:pt x="2815412" y="2546779"/>
                </a:lnTo>
                <a:lnTo>
                  <a:pt x="2819069" y="2546344"/>
                </a:lnTo>
                <a:lnTo>
                  <a:pt x="2822725" y="2545906"/>
                </a:lnTo>
                <a:lnTo>
                  <a:pt x="2826381" y="2545468"/>
                </a:lnTo>
                <a:lnTo>
                  <a:pt x="2830038" y="2545028"/>
                </a:lnTo>
                <a:lnTo>
                  <a:pt x="2833694" y="2544587"/>
                </a:lnTo>
                <a:lnTo>
                  <a:pt x="2837351" y="2544144"/>
                </a:lnTo>
                <a:lnTo>
                  <a:pt x="2841007" y="2543701"/>
                </a:lnTo>
                <a:lnTo>
                  <a:pt x="2844663" y="2543255"/>
                </a:lnTo>
                <a:lnTo>
                  <a:pt x="2848320" y="2542809"/>
                </a:lnTo>
                <a:lnTo>
                  <a:pt x="2851976" y="2542361"/>
                </a:lnTo>
                <a:lnTo>
                  <a:pt x="2855632" y="2541911"/>
                </a:lnTo>
                <a:lnTo>
                  <a:pt x="2859289" y="2541461"/>
                </a:lnTo>
                <a:lnTo>
                  <a:pt x="2862945" y="2541009"/>
                </a:lnTo>
                <a:lnTo>
                  <a:pt x="2866602" y="2540555"/>
                </a:lnTo>
                <a:lnTo>
                  <a:pt x="2870258" y="2540100"/>
                </a:lnTo>
                <a:lnTo>
                  <a:pt x="2873914" y="2539644"/>
                </a:lnTo>
                <a:lnTo>
                  <a:pt x="2877571" y="2539186"/>
                </a:lnTo>
                <a:lnTo>
                  <a:pt x="2881227" y="2538727"/>
                </a:lnTo>
                <a:lnTo>
                  <a:pt x="2884884" y="2538267"/>
                </a:lnTo>
                <a:lnTo>
                  <a:pt x="2888540" y="2537805"/>
                </a:lnTo>
                <a:lnTo>
                  <a:pt x="2892196" y="2537342"/>
                </a:lnTo>
                <a:lnTo>
                  <a:pt x="2895853" y="2536877"/>
                </a:lnTo>
                <a:lnTo>
                  <a:pt x="2899509" y="2536411"/>
                </a:lnTo>
                <a:lnTo>
                  <a:pt x="2903165" y="2535943"/>
                </a:lnTo>
                <a:lnTo>
                  <a:pt x="2906822" y="2535474"/>
                </a:lnTo>
                <a:lnTo>
                  <a:pt x="2910478" y="2535004"/>
                </a:lnTo>
                <a:lnTo>
                  <a:pt x="2914135" y="2534532"/>
                </a:lnTo>
                <a:lnTo>
                  <a:pt x="2917791" y="2534059"/>
                </a:lnTo>
                <a:lnTo>
                  <a:pt x="2921447" y="2533584"/>
                </a:lnTo>
                <a:lnTo>
                  <a:pt x="2925104" y="2533108"/>
                </a:lnTo>
                <a:lnTo>
                  <a:pt x="2928760" y="2532631"/>
                </a:lnTo>
                <a:lnTo>
                  <a:pt x="2932416" y="2532152"/>
                </a:lnTo>
                <a:lnTo>
                  <a:pt x="2936073" y="2531671"/>
                </a:lnTo>
                <a:lnTo>
                  <a:pt x="2939729" y="2531189"/>
                </a:lnTo>
                <a:lnTo>
                  <a:pt x="2943386" y="2530706"/>
                </a:lnTo>
                <a:lnTo>
                  <a:pt x="2947042" y="2530221"/>
                </a:lnTo>
                <a:lnTo>
                  <a:pt x="2950698" y="2529735"/>
                </a:lnTo>
                <a:lnTo>
                  <a:pt x="2954355" y="2529247"/>
                </a:lnTo>
                <a:lnTo>
                  <a:pt x="2958011" y="2528758"/>
                </a:lnTo>
                <a:lnTo>
                  <a:pt x="2961667" y="2528267"/>
                </a:lnTo>
                <a:lnTo>
                  <a:pt x="2965324" y="2527775"/>
                </a:lnTo>
                <a:lnTo>
                  <a:pt x="2968980" y="2527281"/>
                </a:lnTo>
                <a:lnTo>
                  <a:pt x="2972637" y="2526786"/>
                </a:lnTo>
                <a:lnTo>
                  <a:pt x="2976293" y="2526289"/>
                </a:lnTo>
                <a:lnTo>
                  <a:pt x="2979949" y="2525791"/>
                </a:lnTo>
                <a:lnTo>
                  <a:pt x="2983606" y="2525291"/>
                </a:lnTo>
                <a:lnTo>
                  <a:pt x="2987262" y="2524789"/>
                </a:lnTo>
                <a:lnTo>
                  <a:pt x="2990919" y="2524287"/>
                </a:lnTo>
                <a:lnTo>
                  <a:pt x="2994575" y="2523782"/>
                </a:lnTo>
                <a:lnTo>
                  <a:pt x="2998231" y="2523276"/>
                </a:lnTo>
                <a:lnTo>
                  <a:pt x="3001888" y="2522769"/>
                </a:lnTo>
                <a:lnTo>
                  <a:pt x="3005544" y="2522260"/>
                </a:lnTo>
                <a:lnTo>
                  <a:pt x="3009200" y="2521750"/>
                </a:lnTo>
                <a:lnTo>
                  <a:pt x="3012857" y="2521238"/>
                </a:lnTo>
                <a:lnTo>
                  <a:pt x="3016513" y="2520724"/>
                </a:lnTo>
                <a:lnTo>
                  <a:pt x="3020170" y="2520209"/>
                </a:lnTo>
                <a:lnTo>
                  <a:pt x="3023826" y="2519692"/>
                </a:lnTo>
                <a:lnTo>
                  <a:pt x="3027482" y="2519174"/>
                </a:lnTo>
                <a:lnTo>
                  <a:pt x="3031139" y="2518654"/>
                </a:lnTo>
                <a:lnTo>
                  <a:pt x="3034795" y="2518133"/>
                </a:lnTo>
                <a:lnTo>
                  <a:pt x="3038451" y="2517609"/>
                </a:lnTo>
                <a:lnTo>
                  <a:pt x="3042108" y="2517085"/>
                </a:lnTo>
                <a:lnTo>
                  <a:pt x="3045764" y="2516559"/>
                </a:lnTo>
                <a:lnTo>
                  <a:pt x="3049421" y="2516031"/>
                </a:lnTo>
                <a:lnTo>
                  <a:pt x="3053077" y="2515502"/>
                </a:lnTo>
                <a:lnTo>
                  <a:pt x="3056733" y="2514970"/>
                </a:lnTo>
                <a:lnTo>
                  <a:pt x="3060390" y="2514438"/>
                </a:lnTo>
                <a:lnTo>
                  <a:pt x="3064046" y="2513904"/>
                </a:lnTo>
                <a:lnTo>
                  <a:pt x="3067703" y="2513368"/>
                </a:lnTo>
                <a:lnTo>
                  <a:pt x="3071359" y="2512830"/>
                </a:lnTo>
                <a:lnTo>
                  <a:pt x="3075015" y="2512291"/>
                </a:lnTo>
                <a:lnTo>
                  <a:pt x="3078672" y="2511750"/>
                </a:lnTo>
                <a:lnTo>
                  <a:pt x="3082328" y="2511208"/>
                </a:lnTo>
                <a:lnTo>
                  <a:pt x="3085984" y="2510664"/>
                </a:lnTo>
                <a:lnTo>
                  <a:pt x="3089641" y="2510118"/>
                </a:lnTo>
                <a:lnTo>
                  <a:pt x="3093297" y="2509571"/>
                </a:lnTo>
                <a:lnTo>
                  <a:pt x="3096954" y="2509022"/>
                </a:lnTo>
                <a:lnTo>
                  <a:pt x="3100610" y="2508471"/>
                </a:lnTo>
                <a:lnTo>
                  <a:pt x="3104266" y="2507919"/>
                </a:lnTo>
                <a:lnTo>
                  <a:pt x="3107923" y="2507365"/>
                </a:lnTo>
                <a:lnTo>
                  <a:pt x="3111579" y="2506809"/>
                </a:lnTo>
                <a:lnTo>
                  <a:pt x="3115235" y="2506252"/>
                </a:lnTo>
                <a:lnTo>
                  <a:pt x="3118892" y="2505692"/>
                </a:lnTo>
                <a:lnTo>
                  <a:pt x="3122548" y="2505132"/>
                </a:lnTo>
                <a:lnTo>
                  <a:pt x="3126205" y="2504569"/>
                </a:lnTo>
                <a:lnTo>
                  <a:pt x="3129861" y="2504005"/>
                </a:lnTo>
                <a:lnTo>
                  <a:pt x="3133517" y="2503439"/>
                </a:lnTo>
                <a:lnTo>
                  <a:pt x="3137174" y="2502871"/>
                </a:lnTo>
                <a:lnTo>
                  <a:pt x="3140830" y="2502302"/>
                </a:lnTo>
                <a:lnTo>
                  <a:pt x="3144486" y="2501731"/>
                </a:lnTo>
                <a:lnTo>
                  <a:pt x="3148143" y="2501158"/>
                </a:lnTo>
                <a:lnTo>
                  <a:pt x="3151799" y="2500583"/>
                </a:lnTo>
                <a:lnTo>
                  <a:pt x="3155456" y="2500007"/>
                </a:lnTo>
                <a:lnTo>
                  <a:pt x="3159112" y="2499428"/>
                </a:lnTo>
                <a:lnTo>
                  <a:pt x="3162768" y="2498848"/>
                </a:lnTo>
                <a:lnTo>
                  <a:pt x="3166425" y="2498267"/>
                </a:lnTo>
                <a:lnTo>
                  <a:pt x="3170081" y="2497683"/>
                </a:lnTo>
                <a:lnTo>
                  <a:pt x="3173738" y="2497098"/>
                </a:lnTo>
                <a:lnTo>
                  <a:pt x="3177394" y="2496511"/>
                </a:lnTo>
                <a:lnTo>
                  <a:pt x="3181050" y="2495922"/>
                </a:lnTo>
                <a:lnTo>
                  <a:pt x="3184707" y="2495331"/>
                </a:lnTo>
                <a:lnTo>
                  <a:pt x="3188363" y="2494739"/>
                </a:lnTo>
                <a:lnTo>
                  <a:pt x="3192019" y="2494144"/>
                </a:lnTo>
                <a:lnTo>
                  <a:pt x="3195676" y="2493548"/>
                </a:lnTo>
                <a:lnTo>
                  <a:pt x="3199332" y="2492950"/>
                </a:lnTo>
                <a:lnTo>
                  <a:pt x="3202989" y="2492351"/>
                </a:lnTo>
                <a:lnTo>
                  <a:pt x="3206645" y="2491749"/>
                </a:lnTo>
                <a:lnTo>
                  <a:pt x="3210301" y="2491145"/>
                </a:lnTo>
                <a:lnTo>
                  <a:pt x="3213958" y="2490540"/>
                </a:lnTo>
                <a:lnTo>
                  <a:pt x="3217614" y="2489933"/>
                </a:lnTo>
                <a:lnTo>
                  <a:pt x="3221270" y="2489324"/>
                </a:lnTo>
                <a:lnTo>
                  <a:pt x="3224927" y="2488713"/>
                </a:lnTo>
                <a:lnTo>
                  <a:pt x="3228583" y="2488100"/>
                </a:lnTo>
                <a:lnTo>
                  <a:pt x="3232240" y="2487485"/>
                </a:lnTo>
                <a:lnTo>
                  <a:pt x="3235896" y="2486869"/>
                </a:lnTo>
                <a:lnTo>
                  <a:pt x="3239552" y="2486250"/>
                </a:lnTo>
                <a:lnTo>
                  <a:pt x="3243209" y="2485630"/>
                </a:lnTo>
                <a:lnTo>
                  <a:pt x="3246865" y="2485007"/>
                </a:lnTo>
                <a:lnTo>
                  <a:pt x="3250522" y="2484383"/>
                </a:lnTo>
                <a:lnTo>
                  <a:pt x="3254178" y="2483757"/>
                </a:lnTo>
                <a:lnTo>
                  <a:pt x="3257834" y="2483129"/>
                </a:lnTo>
                <a:lnTo>
                  <a:pt x="3261491" y="2482498"/>
                </a:lnTo>
                <a:lnTo>
                  <a:pt x="3265147" y="2481866"/>
                </a:lnTo>
                <a:lnTo>
                  <a:pt x="3268803" y="2481232"/>
                </a:lnTo>
                <a:lnTo>
                  <a:pt x="3272460" y="2480596"/>
                </a:lnTo>
                <a:lnTo>
                  <a:pt x="3276116" y="2479959"/>
                </a:lnTo>
                <a:lnTo>
                  <a:pt x="3279773" y="2479319"/>
                </a:lnTo>
                <a:lnTo>
                  <a:pt x="3283429" y="2478677"/>
                </a:lnTo>
                <a:lnTo>
                  <a:pt x="3287085" y="2478033"/>
                </a:lnTo>
                <a:lnTo>
                  <a:pt x="3290742" y="2477387"/>
                </a:lnTo>
                <a:lnTo>
                  <a:pt x="3294398" y="2476739"/>
                </a:lnTo>
                <a:lnTo>
                  <a:pt x="3298054" y="2476089"/>
                </a:lnTo>
                <a:lnTo>
                  <a:pt x="3301711" y="2475437"/>
                </a:lnTo>
                <a:lnTo>
                  <a:pt x="3305367" y="2474783"/>
                </a:lnTo>
                <a:lnTo>
                  <a:pt x="3309024" y="2474127"/>
                </a:lnTo>
                <a:lnTo>
                  <a:pt x="3312680" y="2473469"/>
                </a:lnTo>
                <a:lnTo>
                  <a:pt x="3316336" y="2472809"/>
                </a:lnTo>
                <a:lnTo>
                  <a:pt x="3319993" y="2472146"/>
                </a:lnTo>
                <a:lnTo>
                  <a:pt x="3323649" y="2471482"/>
                </a:lnTo>
                <a:lnTo>
                  <a:pt x="3327305" y="2470816"/>
                </a:lnTo>
                <a:lnTo>
                  <a:pt x="3330962" y="2470147"/>
                </a:lnTo>
                <a:lnTo>
                  <a:pt x="3334618" y="2469477"/>
                </a:lnTo>
                <a:lnTo>
                  <a:pt x="3338275" y="2468804"/>
                </a:lnTo>
                <a:lnTo>
                  <a:pt x="3341931" y="2468129"/>
                </a:lnTo>
                <a:lnTo>
                  <a:pt x="3345587" y="2467452"/>
                </a:lnTo>
                <a:lnTo>
                  <a:pt x="3349244" y="2466773"/>
                </a:lnTo>
                <a:lnTo>
                  <a:pt x="3352900" y="2466092"/>
                </a:lnTo>
                <a:lnTo>
                  <a:pt x="3356557" y="2465409"/>
                </a:lnTo>
                <a:lnTo>
                  <a:pt x="3360213" y="2464724"/>
                </a:lnTo>
                <a:lnTo>
                  <a:pt x="3363869" y="2464036"/>
                </a:lnTo>
                <a:lnTo>
                  <a:pt x="3367526" y="2463346"/>
                </a:lnTo>
                <a:lnTo>
                  <a:pt x="3371182" y="2462654"/>
                </a:lnTo>
                <a:lnTo>
                  <a:pt x="3374838" y="2461960"/>
                </a:lnTo>
                <a:lnTo>
                  <a:pt x="3378495" y="2461264"/>
                </a:lnTo>
                <a:lnTo>
                  <a:pt x="3382151" y="2460565"/>
                </a:lnTo>
                <a:lnTo>
                  <a:pt x="3385808" y="2459864"/>
                </a:lnTo>
                <a:lnTo>
                  <a:pt x="3389464" y="2459161"/>
                </a:lnTo>
                <a:lnTo>
                  <a:pt x="3393120" y="2458456"/>
                </a:lnTo>
                <a:lnTo>
                  <a:pt x="3396777" y="2457749"/>
                </a:lnTo>
                <a:lnTo>
                  <a:pt x="3400433" y="2457039"/>
                </a:lnTo>
                <a:lnTo>
                  <a:pt x="3404089" y="2456327"/>
                </a:lnTo>
                <a:lnTo>
                  <a:pt x="3407746" y="2455613"/>
                </a:lnTo>
                <a:lnTo>
                  <a:pt x="3411402" y="2454896"/>
                </a:lnTo>
                <a:lnTo>
                  <a:pt x="3415059" y="2454177"/>
                </a:lnTo>
                <a:lnTo>
                  <a:pt x="3418715" y="2453456"/>
                </a:lnTo>
                <a:lnTo>
                  <a:pt x="3422371" y="2452733"/>
                </a:lnTo>
                <a:lnTo>
                  <a:pt x="3426028" y="2452007"/>
                </a:lnTo>
                <a:lnTo>
                  <a:pt x="3429684" y="2451279"/>
                </a:lnTo>
                <a:lnTo>
                  <a:pt x="3433341" y="2450548"/>
                </a:lnTo>
                <a:lnTo>
                  <a:pt x="3436997" y="2449816"/>
                </a:lnTo>
                <a:lnTo>
                  <a:pt x="3440653" y="2449081"/>
                </a:lnTo>
                <a:lnTo>
                  <a:pt x="3444310" y="2448343"/>
                </a:lnTo>
                <a:lnTo>
                  <a:pt x="3447966" y="2447603"/>
                </a:lnTo>
                <a:lnTo>
                  <a:pt x="3451622" y="2446861"/>
                </a:lnTo>
                <a:lnTo>
                  <a:pt x="3455279" y="2446116"/>
                </a:lnTo>
                <a:lnTo>
                  <a:pt x="3458935" y="2445369"/>
                </a:lnTo>
                <a:lnTo>
                  <a:pt x="3462592" y="2444620"/>
                </a:lnTo>
                <a:lnTo>
                  <a:pt x="3466248" y="2443868"/>
                </a:lnTo>
                <a:lnTo>
                  <a:pt x="3469904" y="2443114"/>
                </a:lnTo>
                <a:lnTo>
                  <a:pt x="3473561" y="2442357"/>
                </a:lnTo>
                <a:lnTo>
                  <a:pt x="3477217" y="2441598"/>
                </a:lnTo>
                <a:lnTo>
                  <a:pt x="3480873" y="2440836"/>
                </a:lnTo>
                <a:lnTo>
                  <a:pt x="3484530" y="2440072"/>
                </a:lnTo>
                <a:lnTo>
                  <a:pt x="3488186" y="2439305"/>
                </a:lnTo>
                <a:lnTo>
                  <a:pt x="3491843" y="2438536"/>
                </a:lnTo>
                <a:lnTo>
                  <a:pt x="3495499" y="2437765"/>
                </a:lnTo>
                <a:lnTo>
                  <a:pt x="3499155" y="2436991"/>
                </a:lnTo>
                <a:lnTo>
                  <a:pt x="3502812" y="2436214"/>
                </a:lnTo>
                <a:lnTo>
                  <a:pt x="3506468" y="2435435"/>
                </a:lnTo>
                <a:lnTo>
                  <a:pt x="3510124" y="2434653"/>
                </a:lnTo>
                <a:lnTo>
                  <a:pt x="3513781" y="2433869"/>
                </a:lnTo>
                <a:lnTo>
                  <a:pt x="3517437" y="2433082"/>
                </a:lnTo>
                <a:lnTo>
                  <a:pt x="3521094" y="2432292"/>
                </a:lnTo>
                <a:lnTo>
                  <a:pt x="3524750" y="2431500"/>
                </a:lnTo>
                <a:lnTo>
                  <a:pt x="3528406" y="2430705"/>
                </a:lnTo>
                <a:lnTo>
                  <a:pt x="3532063" y="2429908"/>
                </a:lnTo>
                <a:lnTo>
                  <a:pt x="3535719" y="2429108"/>
                </a:lnTo>
                <a:lnTo>
                  <a:pt x="3539376" y="2428306"/>
                </a:lnTo>
                <a:lnTo>
                  <a:pt x="3543032" y="2427500"/>
                </a:lnTo>
                <a:lnTo>
                  <a:pt x="3546688" y="2426692"/>
                </a:lnTo>
                <a:lnTo>
                  <a:pt x="3550345" y="2425882"/>
                </a:lnTo>
                <a:lnTo>
                  <a:pt x="3554001" y="2425069"/>
                </a:lnTo>
                <a:lnTo>
                  <a:pt x="3557657" y="2424253"/>
                </a:lnTo>
                <a:lnTo>
                  <a:pt x="3561314" y="2423434"/>
                </a:lnTo>
                <a:lnTo>
                  <a:pt x="3564970" y="2422613"/>
                </a:lnTo>
                <a:lnTo>
                  <a:pt x="3568627" y="2421788"/>
                </a:lnTo>
                <a:lnTo>
                  <a:pt x="3572283" y="2420962"/>
                </a:lnTo>
                <a:lnTo>
                  <a:pt x="3575939" y="2420132"/>
                </a:lnTo>
                <a:lnTo>
                  <a:pt x="3579596" y="2419299"/>
                </a:lnTo>
                <a:lnTo>
                  <a:pt x="3583252" y="2418464"/>
                </a:lnTo>
                <a:lnTo>
                  <a:pt x="3586908" y="2417626"/>
                </a:lnTo>
                <a:lnTo>
                  <a:pt x="3590565" y="2416785"/>
                </a:lnTo>
                <a:lnTo>
                  <a:pt x="3594221" y="2415942"/>
                </a:lnTo>
                <a:lnTo>
                  <a:pt x="3597878" y="2415095"/>
                </a:lnTo>
                <a:lnTo>
                  <a:pt x="3601534" y="2414246"/>
                </a:lnTo>
                <a:lnTo>
                  <a:pt x="3605190" y="2413394"/>
                </a:lnTo>
                <a:lnTo>
                  <a:pt x="3608847" y="2412539"/>
                </a:lnTo>
                <a:lnTo>
                  <a:pt x="3612503" y="2411681"/>
                </a:lnTo>
                <a:lnTo>
                  <a:pt x="3616160" y="2410820"/>
                </a:lnTo>
                <a:lnTo>
                  <a:pt x="3619816" y="2409956"/>
                </a:lnTo>
                <a:lnTo>
                  <a:pt x="3623472" y="2409089"/>
                </a:lnTo>
                <a:lnTo>
                  <a:pt x="3627129" y="2408219"/>
                </a:lnTo>
                <a:lnTo>
                  <a:pt x="3630785" y="2407347"/>
                </a:lnTo>
                <a:lnTo>
                  <a:pt x="3634441" y="2406471"/>
                </a:lnTo>
                <a:lnTo>
                  <a:pt x="3638098" y="2405592"/>
                </a:lnTo>
                <a:lnTo>
                  <a:pt x="3641754" y="2404711"/>
                </a:lnTo>
                <a:lnTo>
                  <a:pt x="3645411" y="2403826"/>
                </a:lnTo>
                <a:lnTo>
                  <a:pt x="3649067" y="2402939"/>
                </a:lnTo>
                <a:lnTo>
                  <a:pt x="3652723" y="2402048"/>
                </a:lnTo>
                <a:lnTo>
                  <a:pt x="3656380" y="2401154"/>
                </a:lnTo>
                <a:lnTo>
                  <a:pt x="3660036" y="2400257"/>
                </a:lnTo>
                <a:lnTo>
                  <a:pt x="3663692" y="2399357"/>
                </a:lnTo>
                <a:lnTo>
                  <a:pt x="3667349" y="2398454"/>
                </a:lnTo>
                <a:lnTo>
                  <a:pt x="3671005" y="2397548"/>
                </a:lnTo>
                <a:lnTo>
                  <a:pt x="3674662" y="2396639"/>
                </a:lnTo>
                <a:lnTo>
                  <a:pt x="3678318" y="2395726"/>
                </a:lnTo>
                <a:lnTo>
                  <a:pt x="3681974" y="2394811"/>
                </a:lnTo>
                <a:lnTo>
                  <a:pt x="3685631" y="2393892"/>
                </a:lnTo>
                <a:lnTo>
                  <a:pt x="3689287" y="2392970"/>
                </a:lnTo>
                <a:lnTo>
                  <a:pt x="3692943" y="2392045"/>
                </a:lnTo>
                <a:lnTo>
                  <a:pt x="3696600" y="2391116"/>
                </a:lnTo>
                <a:lnTo>
                  <a:pt x="3700256" y="2390185"/>
                </a:lnTo>
                <a:lnTo>
                  <a:pt x="3703913" y="2389250"/>
                </a:lnTo>
                <a:lnTo>
                  <a:pt x="3707569" y="2388312"/>
                </a:lnTo>
                <a:lnTo>
                  <a:pt x="3711225" y="2387370"/>
                </a:lnTo>
                <a:lnTo>
                  <a:pt x="3714882" y="2386425"/>
                </a:lnTo>
                <a:lnTo>
                  <a:pt x="3718538" y="2385477"/>
                </a:lnTo>
                <a:lnTo>
                  <a:pt x="3722195" y="2384526"/>
                </a:lnTo>
                <a:lnTo>
                  <a:pt x="3725851" y="2383571"/>
                </a:lnTo>
                <a:lnTo>
                  <a:pt x="3729507" y="2382613"/>
                </a:lnTo>
                <a:lnTo>
                  <a:pt x="3733164" y="2381651"/>
                </a:lnTo>
                <a:lnTo>
                  <a:pt x="3736820" y="2380686"/>
                </a:lnTo>
                <a:lnTo>
                  <a:pt x="3740476" y="2379718"/>
                </a:lnTo>
                <a:lnTo>
                  <a:pt x="3744133" y="2378746"/>
                </a:lnTo>
                <a:lnTo>
                  <a:pt x="3747789" y="2377770"/>
                </a:lnTo>
                <a:lnTo>
                  <a:pt x="3751446" y="2376792"/>
                </a:lnTo>
                <a:lnTo>
                  <a:pt x="3755102" y="2375809"/>
                </a:lnTo>
                <a:lnTo>
                  <a:pt x="3758758" y="2374824"/>
                </a:lnTo>
                <a:lnTo>
                  <a:pt x="3762415" y="2373834"/>
                </a:lnTo>
                <a:lnTo>
                  <a:pt x="3766071" y="2372841"/>
                </a:lnTo>
                <a:lnTo>
                  <a:pt x="3769727" y="2371845"/>
                </a:lnTo>
                <a:lnTo>
                  <a:pt x="3773384" y="2370845"/>
                </a:lnTo>
                <a:lnTo>
                  <a:pt x="3777040" y="2369841"/>
                </a:lnTo>
                <a:lnTo>
                  <a:pt x="3780697" y="2368834"/>
                </a:lnTo>
                <a:lnTo>
                  <a:pt x="3784353" y="2367823"/>
                </a:lnTo>
                <a:lnTo>
                  <a:pt x="3788009" y="2366808"/>
                </a:lnTo>
                <a:lnTo>
                  <a:pt x="3791666" y="2365790"/>
                </a:lnTo>
                <a:lnTo>
                  <a:pt x="3795322" y="2364768"/>
                </a:lnTo>
                <a:lnTo>
                  <a:pt x="3798979" y="2363743"/>
                </a:lnTo>
                <a:lnTo>
                  <a:pt x="3802635" y="2362713"/>
                </a:lnTo>
                <a:lnTo>
                  <a:pt x="3806291" y="2361680"/>
                </a:lnTo>
                <a:lnTo>
                  <a:pt x="3809948" y="2360643"/>
                </a:lnTo>
                <a:lnTo>
                  <a:pt x="3813604" y="2359602"/>
                </a:lnTo>
                <a:lnTo>
                  <a:pt x="3817260" y="2358558"/>
                </a:lnTo>
                <a:lnTo>
                  <a:pt x="3820917" y="2357509"/>
                </a:lnTo>
                <a:lnTo>
                  <a:pt x="3824573" y="2356457"/>
                </a:lnTo>
                <a:lnTo>
                  <a:pt x="3828230" y="2355401"/>
                </a:lnTo>
                <a:lnTo>
                  <a:pt x="3831886" y="2354341"/>
                </a:lnTo>
                <a:lnTo>
                  <a:pt x="3835542" y="2353277"/>
                </a:lnTo>
                <a:lnTo>
                  <a:pt x="3839199" y="2352209"/>
                </a:lnTo>
                <a:lnTo>
                  <a:pt x="3842855" y="2351137"/>
                </a:lnTo>
                <a:lnTo>
                  <a:pt x="3846511" y="2350061"/>
                </a:lnTo>
                <a:lnTo>
                  <a:pt x="3850168" y="2348982"/>
                </a:lnTo>
                <a:lnTo>
                  <a:pt x="3853824" y="2347898"/>
                </a:lnTo>
                <a:lnTo>
                  <a:pt x="3857481" y="2346810"/>
                </a:lnTo>
                <a:lnTo>
                  <a:pt x="3861137" y="2345718"/>
                </a:lnTo>
                <a:lnTo>
                  <a:pt x="3864793" y="2344622"/>
                </a:lnTo>
                <a:lnTo>
                  <a:pt x="3868450" y="2343521"/>
                </a:lnTo>
                <a:lnTo>
                  <a:pt x="3872106" y="2342417"/>
                </a:lnTo>
                <a:lnTo>
                  <a:pt x="3875762" y="2341309"/>
                </a:lnTo>
                <a:lnTo>
                  <a:pt x="3879419" y="2340196"/>
                </a:lnTo>
                <a:lnTo>
                  <a:pt x="3883075" y="2339079"/>
                </a:lnTo>
                <a:lnTo>
                  <a:pt x="3886732" y="2337958"/>
                </a:lnTo>
                <a:lnTo>
                  <a:pt x="3890388" y="2336832"/>
                </a:lnTo>
                <a:lnTo>
                  <a:pt x="3894044" y="2335703"/>
                </a:lnTo>
                <a:lnTo>
                  <a:pt x="3897701" y="2334569"/>
                </a:lnTo>
                <a:lnTo>
                  <a:pt x="3901357" y="2333430"/>
                </a:lnTo>
                <a:lnTo>
                  <a:pt x="3905014" y="2332288"/>
                </a:lnTo>
                <a:lnTo>
                  <a:pt x="3908670" y="2331141"/>
                </a:lnTo>
                <a:lnTo>
                  <a:pt x="3912326" y="2329989"/>
                </a:lnTo>
                <a:lnTo>
                  <a:pt x="3915983" y="2328833"/>
                </a:lnTo>
                <a:lnTo>
                  <a:pt x="3919639" y="2327673"/>
                </a:lnTo>
                <a:lnTo>
                  <a:pt x="3923295" y="2326508"/>
                </a:lnTo>
                <a:lnTo>
                  <a:pt x="3926952" y="2325339"/>
                </a:lnTo>
                <a:lnTo>
                  <a:pt x="3930608" y="2324165"/>
                </a:lnTo>
                <a:lnTo>
                  <a:pt x="3934265" y="2322986"/>
                </a:lnTo>
                <a:lnTo>
                  <a:pt x="3937921" y="2321803"/>
                </a:lnTo>
                <a:lnTo>
                  <a:pt x="3941577" y="2320616"/>
                </a:lnTo>
                <a:lnTo>
                  <a:pt x="3945234" y="2319424"/>
                </a:lnTo>
                <a:lnTo>
                  <a:pt x="3948890" y="2318227"/>
                </a:lnTo>
                <a:lnTo>
                  <a:pt x="3952546" y="2317025"/>
                </a:lnTo>
                <a:lnTo>
                  <a:pt x="3956203" y="2315819"/>
                </a:lnTo>
                <a:lnTo>
                  <a:pt x="3959859" y="2314608"/>
                </a:lnTo>
                <a:lnTo>
                  <a:pt x="3963516" y="2313392"/>
                </a:lnTo>
                <a:lnTo>
                  <a:pt x="3967172" y="2312171"/>
                </a:lnTo>
                <a:lnTo>
                  <a:pt x="3970828" y="2310946"/>
                </a:lnTo>
                <a:lnTo>
                  <a:pt x="3974485" y="2309715"/>
                </a:lnTo>
                <a:lnTo>
                  <a:pt x="3978141" y="2308480"/>
                </a:lnTo>
                <a:lnTo>
                  <a:pt x="3981798" y="2307240"/>
                </a:lnTo>
                <a:lnTo>
                  <a:pt x="3985454" y="2305995"/>
                </a:lnTo>
                <a:lnTo>
                  <a:pt x="3989110" y="2304745"/>
                </a:lnTo>
                <a:lnTo>
                  <a:pt x="3992767" y="2303490"/>
                </a:lnTo>
                <a:lnTo>
                  <a:pt x="3996423" y="2302230"/>
                </a:lnTo>
                <a:lnTo>
                  <a:pt x="4000079" y="2300965"/>
                </a:lnTo>
                <a:lnTo>
                  <a:pt x="4003736" y="2299694"/>
                </a:lnTo>
                <a:lnTo>
                  <a:pt x="4007392" y="2298419"/>
                </a:lnTo>
                <a:lnTo>
                  <a:pt x="4011049" y="2297138"/>
                </a:lnTo>
                <a:lnTo>
                  <a:pt x="4014705" y="2295853"/>
                </a:lnTo>
                <a:lnTo>
                  <a:pt x="4018361" y="2294562"/>
                </a:lnTo>
                <a:lnTo>
                  <a:pt x="4022018" y="2293265"/>
                </a:lnTo>
                <a:lnTo>
                  <a:pt x="4025674" y="2291964"/>
                </a:lnTo>
                <a:lnTo>
                  <a:pt x="4029330" y="2290657"/>
                </a:lnTo>
                <a:lnTo>
                  <a:pt x="4032987" y="2289345"/>
                </a:lnTo>
                <a:lnTo>
                  <a:pt x="4036643" y="2288027"/>
                </a:lnTo>
                <a:lnTo>
                  <a:pt x="4040300" y="2286704"/>
                </a:lnTo>
                <a:lnTo>
                  <a:pt x="4043956" y="2285376"/>
                </a:lnTo>
                <a:lnTo>
                  <a:pt x="4047612" y="2284042"/>
                </a:lnTo>
                <a:lnTo>
                  <a:pt x="4051269" y="2282703"/>
                </a:lnTo>
                <a:lnTo>
                  <a:pt x="4054925" y="2281358"/>
                </a:lnTo>
                <a:lnTo>
                  <a:pt x="4058581" y="2280007"/>
                </a:lnTo>
                <a:lnTo>
                  <a:pt x="4062238" y="2278651"/>
                </a:lnTo>
                <a:lnTo>
                  <a:pt x="4065894" y="2277289"/>
                </a:lnTo>
                <a:lnTo>
                  <a:pt x="4069551" y="2275921"/>
                </a:lnTo>
                <a:lnTo>
                  <a:pt x="4073207" y="2274548"/>
                </a:lnTo>
                <a:lnTo>
                  <a:pt x="4076863" y="2273169"/>
                </a:lnTo>
                <a:lnTo>
                  <a:pt x="4080520" y="2271784"/>
                </a:lnTo>
                <a:lnTo>
                  <a:pt x="4084176" y="2270393"/>
                </a:lnTo>
                <a:lnTo>
                  <a:pt x="4087833" y="2268997"/>
                </a:lnTo>
                <a:lnTo>
                  <a:pt x="4091489" y="2267594"/>
                </a:lnTo>
                <a:lnTo>
                  <a:pt x="4095145" y="2266186"/>
                </a:lnTo>
                <a:lnTo>
                  <a:pt x="4098802" y="2264771"/>
                </a:lnTo>
                <a:lnTo>
                  <a:pt x="4102458" y="2263351"/>
                </a:lnTo>
                <a:lnTo>
                  <a:pt x="4106114" y="2261924"/>
                </a:lnTo>
                <a:lnTo>
                  <a:pt x="4109771" y="2260491"/>
                </a:lnTo>
                <a:lnTo>
                  <a:pt x="4113427" y="2259052"/>
                </a:lnTo>
                <a:lnTo>
                  <a:pt x="4117084" y="2257607"/>
                </a:lnTo>
                <a:lnTo>
                  <a:pt x="4120740" y="2256156"/>
                </a:lnTo>
                <a:lnTo>
                  <a:pt x="4124396" y="2254698"/>
                </a:lnTo>
                <a:lnTo>
                  <a:pt x="4128053" y="2253234"/>
                </a:lnTo>
                <a:lnTo>
                  <a:pt x="4131709" y="2251764"/>
                </a:lnTo>
                <a:lnTo>
                  <a:pt x="4135365" y="2250287"/>
                </a:lnTo>
                <a:lnTo>
                  <a:pt x="4139022" y="2248804"/>
                </a:lnTo>
                <a:lnTo>
                  <a:pt x="4142678" y="2247315"/>
                </a:lnTo>
                <a:lnTo>
                  <a:pt x="4146335" y="2245818"/>
                </a:lnTo>
                <a:lnTo>
                  <a:pt x="4149991" y="2244316"/>
                </a:lnTo>
                <a:lnTo>
                  <a:pt x="4153647" y="2242806"/>
                </a:lnTo>
                <a:lnTo>
                  <a:pt x="4157304" y="2241290"/>
                </a:lnTo>
                <a:lnTo>
                  <a:pt x="4160960" y="2239767"/>
                </a:lnTo>
                <a:lnTo>
                  <a:pt x="4164617" y="2238238"/>
                </a:lnTo>
                <a:lnTo>
                  <a:pt x="4168273" y="2236701"/>
                </a:lnTo>
                <a:lnTo>
                  <a:pt x="4171929" y="2235158"/>
                </a:lnTo>
                <a:lnTo>
                  <a:pt x="4175586" y="2233608"/>
                </a:lnTo>
                <a:lnTo>
                  <a:pt x="4179242" y="2232051"/>
                </a:lnTo>
                <a:lnTo>
                  <a:pt x="4182898" y="2230487"/>
                </a:lnTo>
                <a:lnTo>
                  <a:pt x="4186555" y="2228916"/>
                </a:lnTo>
                <a:lnTo>
                  <a:pt x="4190211" y="2227337"/>
                </a:lnTo>
                <a:lnTo>
                  <a:pt x="4193868" y="2225752"/>
                </a:lnTo>
                <a:lnTo>
                  <a:pt x="4197524" y="2224160"/>
                </a:lnTo>
                <a:lnTo>
                  <a:pt x="4201180" y="2222560"/>
                </a:lnTo>
                <a:lnTo>
                  <a:pt x="4204837" y="2220953"/>
                </a:lnTo>
                <a:lnTo>
                  <a:pt x="4208493" y="2219338"/>
                </a:lnTo>
                <a:lnTo>
                  <a:pt x="4212149" y="2217716"/>
                </a:lnTo>
                <a:lnTo>
                  <a:pt x="4215806" y="2216087"/>
                </a:lnTo>
                <a:lnTo>
                  <a:pt x="4219462" y="2214450"/>
                </a:lnTo>
                <a:lnTo>
                  <a:pt x="4223119" y="2212806"/>
                </a:lnTo>
                <a:lnTo>
                  <a:pt x="4226775" y="2211154"/>
                </a:lnTo>
                <a:lnTo>
                  <a:pt x="4230431" y="2209494"/>
                </a:lnTo>
                <a:lnTo>
                  <a:pt x="4234088" y="2207827"/>
                </a:lnTo>
                <a:lnTo>
                  <a:pt x="4237744" y="2206151"/>
                </a:lnTo>
                <a:lnTo>
                  <a:pt x="4241400" y="2204468"/>
                </a:lnTo>
                <a:lnTo>
                  <a:pt x="4245057" y="2202777"/>
                </a:lnTo>
                <a:lnTo>
                  <a:pt x="4248713" y="2201078"/>
                </a:lnTo>
                <a:lnTo>
                  <a:pt x="4252370" y="2199371"/>
                </a:lnTo>
                <a:lnTo>
                  <a:pt x="4256026" y="2197656"/>
                </a:lnTo>
                <a:lnTo>
                  <a:pt x="4259682" y="2195933"/>
                </a:lnTo>
                <a:lnTo>
                  <a:pt x="4263339" y="2194202"/>
                </a:lnTo>
                <a:lnTo>
                  <a:pt x="4266995" y="2192462"/>
                </a:lnTo>
                <a:lnTo>
                  <a:pt x="4270652" y="2190714"/>
                </a:lnTo>
                <a:lnTo>
                  <a:pt x="4274308" y="2188958"/>
                </a:lnTo>
                <a:lnTo>
                  <a:pt x="4277964" y="2187193"/>
                </a:lnTo>
                <a:lnTo>
                  <a:pt x="4281621" y="2185420"/>
                </a:lnTo>
                <a:lnTo>
                  <a:pt x="4285277" y="2183638"/>
                </a:lnTo>
                <a:lnTo>
                  <a:pt x="4288933" y="2181848"/>
                </a:lnTo>
                <a:lnTo>
                  <a:pt x="4292590" y="2180049"/>
                </a:lnTo>
                <a:lnTo>
                  <a:pt x="4296246" y="2178241"/>
                </a:lnTo>
                <a:lnTo>
                  <a:pt x="4299903" y="2176424"/>
                </a:lnTo>
                <a:lnTo>
                  <a:pt x="4303559" y="2174598"/>
                </a:lnTo>
                <a:lnTo>
                  <a:pt x="4307215" y="2172764"/>
                </a:lnTo>
                <a:lnTo>
                  <a:pt x="4310872" y="2170920"/>
                </a:lnTo>
                <a:lnTo>
                  <a:pt x="4314528" y="2169067"/>
                </a:lnTo>
                <a:lnTo>
                  <a:pt x="4318184" y="2167205"/>
                </a:lnTo>
                <a:lnTo>
                  <a:pt x="4321841" y="2165334"/>
                </a:lnTo>
                <a:lnTo>
                  <a:pt x="4325497" y="2163453"/>
                </a:lnTo>
                <a:lnTo>
                  <a:pt x="4329154" y="2161563"/>
                </a:lnTo>
                <a:lnTo>
                  <a:pt x="4332810" y="2159664"/>
                </a:lnTo>
                <a:lnTo>
                  <a:pt x="4336466" y="2157755"/>
                </a:lnTo>
                <a:lnTo>
                  <a:pt x="4340123" y="2155836"/>
                </a:lnTo>
                <a:lnTo>
                  <a:pt x="4343779" y="2153908"/>
                </a:lnTo>
                <a:lnTo>
                  <a:pt x="4347436" y="2151970"/>
                </a:lnTo>
                <a:lnTo>
                  <a:pt x="4351092" y="2150022"/>
                </a:lnTo>
                <a:lnTo>
                  <a:pt x="4354748" y="2148064"/>
                </a:lnTo>
                <a:lnTo>
                  <a:pt x="4358405" y="2146096"/>
                </a:lnTo>
                <a:lnTo>
                  <a:pt x="4362061" y="2144118"/>
                </a:lnTo>
                <a:lnTo>
                  <a:pt x="4365717" y="2142130"/>
                </a:lnTo>
                <a:lnTo>
                  <a:pt x="4369374" y="2140132"/>
                </a:lnTo>
                <a:lnTo>
                  <a:pt x="4373030" y="2138123"/>
                </a:lnTo>
                <a:lnTo>
                  <a:pt x="4376687" y="2136103"/>
                </a:lnTo>
                <a:lnTo>
                  <a:pt x="4380343" y="2134074"/>
                </a:lnTo>
                <a:lnTo>
                  <a:pt x="4383999" y="2132033"/>
                </a:lnTo>
                <a:lnTo>
                  <a:pt x="4387656" y="2129982"/>
                </a:lnTo>
                <a:lnTo>
                  <a:pt x="4391312" y="2127920"/>
                </a:lnTo>
                <a:lnTo>
                  <a:pt x="4394968" y="2125848"/>
                </a:lnTo>
                <a:lnTo>
                  <a:pt x="4398625" y="2123764"/>
                </a:lnTo>
                <a:lnTo>
                  <a:pt x="4402281" y="2121669"/>
                </a:lnTo>
                <a:lnTo>
                  <a:pt x="4405938" y="2119563"/>
                </a:lnTo>
                <a:lnTo>
                  <a:pt x="4409594" y="2117446"/>
                </a:lnTo>
                <a:lnTo>
                  <a:pt x="4413250" y="2115318"/>
                </a:lnTo>
                <a:lnTo>
                  <a:pt x="4416907" y="2113178"/>
                </a:lnTo>
                <a:lnTo>
                  <a:pt x="4420563" y="2111026"/>
                </a:lnTo>
                <a:lnTo>
                  <a:pt x="4424219" y="2108863"/>
                </a:lnTo>
                <a:lnTo>
                  <a:pt x="4427876" y="2106688"/>
                </a:lnTo>
                <a:lnTo>
                  <a:pt x="4431532" y="2104502"/>
                </a:lnTo>
                <a:lnTo>
                  <a:pt x="4435189" y="2102303"/>
                </a:lnTo>
                <a:lnTo>
                  <a:pt x="4438845" y="2100093"/>
                </a:lnTo>
                <a:lnTo>
                  <a:pt x="4442501" y="2097870"/>
                </a:lnTo>
                <a:lnTo>
                  <a:pt x="4446158" y="2095635"/>
                </a:lnTo>
                <a:lnTo>
                  <a:pt x="4449814" y="2093387"/>
                </a:lnTo>
                <a:lnTo>
                  <a:pt x="4453471" y="2091127"/>
                </a:lnTo>
                <a:lnTo>
                  <a:pt x="4457127" y="2088855"/>
                </a:lnTo>
                <a:lnTo>
                  <a:pt x="4460783" y="2086570"/>
                </a:lnTo>
                <a:lnTo>
                  <a:pt x="4464440" y="2084272"/>
                </a:lnTo>
                <a:lnTo>
                  <a:pt x="4468096" y="2081961"/>
                </a:lnTo>
                <a:lnTo>
                  <a:pt x="4471752" y="2079637"/>
                </a:lnTo>
                <a:lnTo>
                  <a:pt x="4475409" y="2077300"/>
                </a:lnTo>
                <a:lnTo>
                  <a:pt x="4479065" y="2074950"/>
                </a:lnTo>
                <a:lnTo>
                  <a:pt x="4482722" y="2072586"/>
                </a:lnTo>
                <a:lnTo>
                  <a:pt x="4486378" y="2070209"/>
                </a:lnTo>
                <a:lnTo>
                  <a:pt x="4490034" y="2067818"/>
                </a:lnTo>
                <a:lnTo>
                  <a:pt x="4493691" y="2065413"/>
                </a:lnTo>
                <a:lnTo>
                  <a:pt x="4497347" y="2062995"/>
                </a:lnTo>
                <a:lnTo>
                  <a:pt x="4501003" y="2060562"/>
                </a:lnTo>
                <a:lnTo>
                  <a:pt x="4504660" y="2058115"/>
                </a:lnTo>
                <a:lnTo>
                  <a:pt x="4508316" y="2055654"/>
                </a:lnTo>
                <a:lnTo>
                  <a:pt x="4511973" y="2053179"/>
                </a:lnTo>
                <a:lnTo>
                  <a:pt x="4515629" y="2050689"/>
                </a:lnTo>
                <a:lnTo>
                  <a:pt x="4519285" y="2048184"/>
                </a:lnTo>
                <a:lnTo>
                  <a:pt x="4522942" y="2045665"/>
                </a:lnTo>
                <a:lnTo>
                  <a:pt x="4526598" y="2043130"/>
                </a:lnTo>
                <a:lnTo>
                  <a:pt x="4530255" y="2040580"/>
                </a:lnTo>
                <a:lnTo>
                  <a:pt x="4533911" y="2038016"/>
                </a:lnTo>
                <a:lnTo>
                  <a:pt x="4537567" y="2035435"/>
                </a:lnTo>
                <a:lnTo>
                  <a:pt x="4541224" y="2032839"/>
                </a:lnTo>
                <a:lnTo>
                  <a:pt x="4544880" y="2030228"/>
                </a:lnTo>
                <a:lnTo>
                  <a:pt x="4548536" y="2027600"/>
                </a:lnTo>
                <a:lnTo>
                  <a:pt x="4552193" y="2024957"/>
                </a:lnTo>
                <a:lnTo>
                  <a:pt x="4555849" y="2022297"/>
                </a:lnTo>
                <a:lnTo>
                  <a:pt x="4559506" y="2019621"/>
                </a:lnTo>
                <a:lnTo>
                  <a:pt x="4563162" y="2016929"/>
                </a:lnTo>
                <a:lnTo>
                  <a:pt x="4566818" y="2014220"/>
                </a:lnTo>
                <a:lnTo>
                  <a:pt x="4570475" y="2011494"/>
                </a:lnTo>
                <a:lnTo>
                  <a:pt x="4574131" y="2008751"/>
                </a:lnTo>
                <a:lnTo>
                  <a:pt x="4577787" y="2005991"/>
                </a:lnTo>
                <a:lnTo>
                  <a:pt x="4581444" y="2003214"/>
                </a:lnTo>
                <a:lnTo>
                  <a:pt x="4585100" y="2000419"/>
                </a:lnTo>
                <a:lnTo>
                  <a:pt x="4588757" y="1997606"/>
                </a:lnTo>
                <a:lnTo>
                  <a:pt x="4592413" y="1994775"/>
                </a:lnTo>
                <a:lnTo>
                  <a:pt x="4596069" y="1991927"/>
                </a:lnTo>
                <a:lnTo>
                  <a:pt x="4599726" y="1989060"/>
                </a:lnTo>
                <a:lnTo>
                  <a:pt x="4603382" y="1986175"/>
                </a:lnTo>
                <a:lnTo>
                  <a:pt x="4607038" y="1983271"/>
                </a:lnTo>
                <a:lnTo>
                  <a:pt x="4610695" y="1980348"/>
                </a:lnTo>
                <a:lnTo>
                  <a:pt x="4614351" y="1977407"/>
                </a:lnTo>
                <a:lnTo>
                  <a:pt x="4618008" y="1974446"/>
                </a:lnTo>
                <a:lnTo>
                  <a:pt x="4621664" y="1971465"/>
                </a:lnTo>
                <a:lnTo>
                  <a:pt x="4625320" y="1968465"/>
                </a:lnTo>
                <a:lnTo>
                  <a:pt x="4628977" y="1965445"/>
                </a:lnTo>
                <a:lnTo>
                  <a:pt x="4632633" y="1962406"/>
                </a:lnTo>
                <a:lnTo>
                  <a:pt x="4636290" y="1959345"/>
                </a:lnTo>
                <a:lnTo>
                  <a:pt x="4639946" y="1956265"/>
                </a:lnTo>
                <a:lnTo>
                  <a:pt x="4643602" y="1953163"/>
                </a:lnTo>
                <a:lnTo>
                  <a:pt x="4647259" y="1950041"/>
                </a:lnTo>
                <a:lnTo>
                  <a:pt x="4650915" y="1946898"/>
                </a:lnTo>
                <a:lnTo>
                  <a:pt x="4654571" y="1943733"/>
                </a:lnTo>
                <a:lnTo>
                  <a:pt x="4658228" y="1940546"/>
                </a:lnTo>
                <a:lnTo>
                  <a:pt x="4661884" y="1937338"/>
                </a:lnTo>
                <a:lnTo>
                  <a:pt x="4665541" y="1934108"/>
                </a:lnTo>
                <a:lnTo>
                  <a:pt x="4669197" y="1930855"/>
                </a:lnTo>
                <a:lnTo>
                  <a:pt x="4672853" y="1927579"/>
                </a:lnTo>
                <a:lnTo>
                  <a:pt x="4676510" y="1924281"/>
                </a:lnTo>
                <a:lnTo>
                  <a:pt x="4680166" y="1920960"/>
                </a:lnTo>
                <a:lnTo>
                  <a:pt x="4683822" y="1917615"/>
                </a:lnTo>
                <a:lnTo>
                  <a:pt x="4687479" y="1914246"/>
                </a:lnTo>
                <a:lnTo>
                  <a:pt x="4691135" y="1910854"/>
                </a:lnTo>
                <a:lnTo>
                  <a:pt x="4694792" y="1907437"/>
                </a:lnTo>
                <a:lnTo>
                  <a:pt x="4698448" y="1903996"/>
                </a:lnTo>
                <a:lnTo>
                  <a:pt x="4702104" y="1900530"/>
                </a:lnTo>
                <a:lnTo>
                  <a:pt x="4705761" y="1897039"/>
                </a:lnTo>
                <a:lnTo>
                  <a:pt x="4709417" y="1893523"/>
                </a:lnTo>
                <a:lnTo>
                  <a:pt x="4713074" y="1889981"/>
                </a:lnTo>
                <a:lnTo>
                  <a:pt x="4716730" y="1886413"/>
                </a:lnTo>
                <a:lnTo>
                  <a:pt x="4720386" y="1882818"/>
                </a:lnTo>
                <a:lnTo>
                  <a:pt x="4724043" y="1879198"/>
                </a:lnTo>
                <a:lnTo>
                  <a:pt x="4727699" y="1875550"/>
                </a:lnTo>
                <a:lnTo>
                  <a:pt x="4731355" y="1871875"/>
                </a:lnTo>
                <a:lnTo>
                  <a:pt x="4735012" y="1868172"/>
                </a:lnTo>
                <a:lnTo>
                  <a:pt x="4738668" y="1864441"/>
                </a:lnTo>
                <a:lnTo>
                  <a:pt x="4742325" y="1860683"/>
                </a:lnTo>
                <a:lnTo>
                  <a:pt x="4745981" y="1856895"/>
                </a:lnTo>
                <a:lnTo>
                  <a:pt x="4749637" y="1853079"/>
                </a:lnTo>
                <a:lnTo>
                  <a:pt x="4753294" y="1849233"/>
                </a:lnTo>
                <a:lnTo>
                  <a:pt x="4756950" y="1845358"/>
                </a:lnTo>
                <a:lnTo>
                  <a:pt x="4760606" y="1841452"/>
                </a:lnTo>
                <a:lnTo>
                  <a:pt x="4764263" y="1837516"/>
                </a:lnTo>
                <a:lnTo>
                  <a:pt x="4767919" y="1833549"/>
                </a:lnTo>
                <a:lnTo>
                  <a:pt x="4771576" y="1829551"/>
                </a:lnTo>
                <a:lnTo>
                  <a:pt x="4775232" y="1825522"/>
                </a:lnTo>
                <a:lnTo>
                  <a:pt x="4778888" y="1821460"/>
                </a:lnTo>
                <a:lnTo>
                  <a:pt x="4782545" y="1817366"/>
                </a:lnTo>
                <a:lnTo>
                  <a:pt x="4786201" y="1813239"/>
                </a:lnTo>
                <a:lnTo>
                  <a:pt x="4789857" y="1809078"/>
                </a:lnTo>
                <a:lnTo>
                  <a:pt x="4793514" y="1804884"/>
                </a:lnTo>
                <a:lnTo>
                  <a:pt x="4797170" y="1800656"/>
                </a:lnTo>
                <a:lnTo>
                  <a:pt x="4800827" y="1796392"/>
                </a:lnTo>
                <a:lnTo>
                  <a:pt x="4804483" y="1792094"/>
                </a:lnTo>
                <a:lnTo>
                  <a:pt x="4808139" y="1787760"/>
                </a:lnTo>
                <a:lnTo>
                  <a:pt x="4811796" y="1783390"/>
                </a:lnTo>
                <a:lnTo>
                  <a:pt x="4815452" y="1778984"/>
                </a:lnTo>
                <a:lnTo>
                  <a:pt x="4819109" y="1774540"/>
                </a:lnTo>
                <a:lnTo>
                  <a:pt x="4822765" y="1770059"/>
                </a:lnTo>
                <a:lnTo>
                  <a:pt x="4826421" y="1765540"/>
                </a:lnTo>
                <a:lnTo>
                  <a:pt x="4830078" y="1760981"/>
                </a:lnTo>
                <a:lnTo>
                  <a:pt x="4833734" y="1756384"/>
                </a:lnTo>
                <a:lnTo>
                  <a:pt x="4837390" y="1751747"/>
                </a:lnTo>
                <a:lnTo>
                  <a:pt x="4841047" y="1747070"/>
                </a:lnTo>
                <a:lnTo>
                  <a:pt x="4844703" y="1742352"/>
                </a:lnTo>
                <a:lnTo>
                  <a:pt x="4848360" y="1737592"/>
                </a:lnTo>
                <a:lnTo>
                  <a:pt x="4852016" y="1732790"/>
                </a:lnTo>
                <a:lnTo>
                  <a:pt x="4855672" y="1727945"/>
                </a:lnTo>
                <a:lnTo>
                  <a:pt x="4859329" y="1723058"/>
                </a:lnTo>
                <a:lnTo>
                  <a:pt x="4862985" y="1718126"/>
                </a:lnTo>
                <a:lnTo>
                  <a:pt x="4866641" y="1713149"/>
                </a:lnTo>
                <a:lnTo>
                  <a:pt x="4870298" y="1708127"/>
                </a:lnTo>
                <a:lnTo>
                  <a:pt x="4873954" y="1703060"/>
                </a:lnTo>
                <a:lnTo>
                  <a:pt x="4877611" y="1697945"/>
                </a:lnTo>
                <a:lnTo>
                  <a:pt x="4881267" y="1692784"/>
                </a:lnTo>
                <a:lnTo>
                  <a:pt x="4884923" y="1687574"/>
                </a:lnTo>
                <a:lnTo>
                  <a:pt x="4888580" y="1682315"/>
                </a:lnTo>
                <a:lnTo>
                  <a:pt x="4892236" y="1677007"/>
                </a:lnTo>
                <a:lnTo>
                  <a:pt x="4895893" y="1671648"/>
                </a:lnTo>
                <a:lnTo>
                  <a:pt x="4899549" y="1666239"/>
                </a:lnTo>
                <a:lnTo>
                  <a:pt x="4903205" y="1660777"/>
                </a:lnTo>
                <a:lnTo>
                  <a:pt x="4906862" y="1655263"/>
                </a:lnTo>
                <a:lnTo>
                  <a:pt x="4910518" y="1649695"/>
                </a:lnTo>
                <a:lnTo>
                  <a:pt x="4914174" y="1644072"/>
                </a:lnTo>
                <a:lnTo>
                  <a:pt x="4917831" y="1638394"/>
                </a:lnTo>
                <a:lnTo>
                  <a:pt x="4921487" y="1632660"/>
                </a:lnTo>
                <a:lnTo>
                  <a:pt x="4925144" y="1626869"/>
                </a:lnTo>
                <a:lnTo>
                  <a:pt x="4928800" y="1621020"/>
                </a:lnTo>
                <a:lnTo>
                  <a:pt x="4932456" y="1615112"/>
                </a:lnTo>
                <a:lnTo>
                  <a:pt x="4936113" y="1609143"/>
                </a:lnTo>
                <a:lnTo>
                  <a:pt x="4939769" y="1603114"/>
                </a:lnTo>
                <a:lnTo>
                  <a:pt x="4943425" y="1597022"/>
                </a:lnTo>
                <a:lnTo>
                  <a:pt x="4947082" y="1590867"/>
                </a:lnTo>
                <a:lnTo>
                  <a:pt x="4950738" y="1584648"/>
                </a:lnTo>
                <a:lnTo>
                  <a:pt x="4954395" y="1578364"/>
                </a:lnTo>
                <a:lnTo>
                  <a:pt x="4958051" y="1572013"/>
                </a:lnTo>
                <a:lnTo>
                  <a:pt x="4961707" y="1565595"/>
                </a:lnTo>
                <a:lnTo>
                  <a:pt x="4965364" y="1559108"/>
                </a:lnTo>
                <a:lnTo>
                  <a:pt x="4969020" y="1552551"/>
                </a:lnTo>
                <a:lnTo>
                  <a:pt x="4972676" y="1545922"/>
                </a:lnTo>
                <a:lnTo>
                  <a:pt x="4976333" y="1539221"/>
                </a:lnTo>
                <a:lnTo>
                  <a:pt x="4979989" y="1532446"/>
                </a:lnTo>
                <a:lnTo>
                  <a:pt x="4983646" y="1525596"/>
                </a:lnTo>
                <a:lnTo>
                  <a:pt x="4987302" y="1518669"/>
                </a:lnTo>
                <a:lnTo>
                  <a:pt x="4990958" y="1511664"/>
                </a:lnTo>
                <a:lnTo>
                  <a:pt x="4994615" y="1504579"/>
                </a:lnTo>
                <a:lnTo>
                  <a:pt x="4998271" y="1497414"/>
                </a:lnTo>
                <a:lnTo>
                  <a:pt x="5001928" y="1490166"/>
                </a:lnTo>
                <a:lnTo>
                  <a:pt x="5005584" y="1482833"/>
                </a:lnTo>
                <a:lnTo>
                  <a:pt x="5009240" y="1475415"/>
                </a:lnTo>
                <a:lnTo>
                  <a:pt x="5012897" y="1467910"/>
                </a:lnTo>
                <a:lnTo>
                  <a:pt x="5016553" y="1460316"/>
                </a:lnTo>
                <a:lnTo>
                  <a:pt x="5020209" y="1452630"/>
                </a:lnTo>
                <a:lnTo>
                  <a:pt x="5023866" y="1444852"/>
                </a:lnTo>
                <a:lnTo>
                  <a:pt x="5027522" y="1436980"/>
                </a:lnTo>
                <a:lnTo>
                  <a:pt x="5031179" y="1429011"/>
                </a:lnTo>
                <a:lnTo>
                  <a:pt x="5034835" y="1420944"/>
                </a:lnTo>
                <a:lnTo>
                  <a:pt x="5038491" y="1412776"/>
                </a:lnTo>
                <a:lnTo>
                  <a:pt x="5042148" y="1404506"/>
                </a:lnTo>
                <a:lnTo>
                  <a:pt x="5045804" y="1396131"/>
                </a:lnTo>
                <a:lnTo>
                  <a:pt x="5049460" y="1387649"/>
                </a:lnTo>
                <a:lnTo>
                  <a:pt x="5053117" y="1379058"/>
                </a:lnTo>
                <a:lnTo>
                  <a:pt x="5056773" y="1370356"/>
                </a:lnTo>
                <a:lnTo>
                  <a:pt x="5060430" y="1361540"/>
                </a:lnTo>
                <a:lnTo>
                  <a:pt x="5064086" y="1352607"/>
                </a:lnTo>
                <a:lnTo>
                  <a:pt x="5067742" y="1343556"/>
                </a:lnTo>
                <a:lnTo>
                  <a:pt x="5071399" y="1334383"/>
                </a:lnTo>
                <a:lnTo>
                  <a:pt x="5075055" y="1325086"/>
                </a:lnTo>
                <a:lnTo>
                  <a:pt x="5078712" y="1315662"/>
                </a:lnTo>
                <a:lnTo>
                  <a:pt x="5082368" y="1306108"/>
                </a:lnTo>
                <a:lnTo>
                  <a:pt x="5086024" y="1296421"/>
                </a:lnTo>
                <a:lnTo>
                  <a:pt x="5089681" y="1286599"/>
                </a:lnTo>
                <a:lnTo>
                  <a:pt x="5093337" y="1276637"/>
                </a:lnTo>
                <a:lnTo>
                  <a:pt x="5096993" y="1266532"/>
                </a:lnTo>
                <a:lnTo>
                  <a:pt x="5100650" y="1256282"/>
                </a:lnTo>
                <a:lnTo>
                  <a:pt x="5104306" y="1245883"/>
                </a:lnTo>
                <a:lnTo>
                  <a:pt x="5107963" y="1235330"/>
                </a:lnTo>
                <a:lnTo>
                  <a:pt x="5111619" y="1224621"/>
                </a:lnTo>
                <a:lnTo>
                  <a:pt x="5115275" y="1213751"/>
                </a:lnTo>
                <a:lnTo>
                  <a:pt x="5118932" y="1202717"/>
                </a:lnTo>
                <a:lnTo>
                  <a:pt x="5122588" y="1191513"/>
                </a:lnTo>
                <a:lnTo>
                  <a:pt x="5126244" y="1180137"/>
                </a:lnTo>
                <a:lnTo>
                  <a:pt x="5129901" y="1168583"/>
                </a:lnTo>
                <a:lnTo>
                  <a:pt x="5133557" y="1156847"/>
                </a:lnTo>
                <a:lnTo>
                  <a:pt x="5137214" y="1144924"/>
                </a:lnTo>
                <a:lnTo>
                  <a:pt x="5140870" y="1132809"/>
                </a:lnTo>
                <a:lnTo>
                  <a:pt x="5144526" y="1120497"/>
                </a:lnTo>
                <a:lnTo>
                  <a:pt x="5148183" y="1107982"/>
                </a:lnTo>
                <a:lnTo>
                  <a:pt x="5151839" y="1095260"/>
                </a:lnTo>
                <a:lnTo>
                  <a:pt x="5155495" y="1082323"/>
                </a:lnTo>
                <a:lnTo>
                  <a:pt x="5159152" y="1069167"/>
                </a:lnTo>
                <a:lnTo>
                  <a:pt x="5162808" y="1055784"/>
                </a:lnTo>
                <a:lnTo>
                  <a:pt x="5166465" y="1042169"/>
                </a:lnTo>
                <a:lnTo>
                  <a:pt x="5170121" y="1028315"/>
                </a:lnTo>
                <a:lnTo>
                  <a:pt x="5173777" y="1014214"/>
                </a:lnTo>
                <a:lnTo>
                  <a:pt x="5177434" y="999859"/>
                </a:lnTo>
                <a:lnTo>
                  <a:pt x="5181090" y="985243"/>
                </a:lnTo>
                <a:lnTo>
                  <a:pt x="5184747" y="970357"/>
                </a:lnTo>
                <a:lnTo>
                  <a:pt x="5188403" y="955194"/>
                </a:lnTo>
                <a:lnTo>
                  <a:pt x="5192059" y="939745"/>
                </a:lnTo>
                <a:lnTo>
                  <a:pt x="5195716" y="923999"/>
                </a:lnTo>
                <a:lnTo>
                  <a:pt x="5199372" y="907949"/>
                </a:lnTo>
                <a:lnTo>
                  <a:pt x="5203028" y="891584"/>
                </a:lnTo>
                <a:lnTo>
                  <a:pt x="5206685" y="874894"/>
                </a:lnTo>
                <a:lnTo>
                  <a:pt x="5210341" y="857868"/>
                </a:lnTo>
                <a:lnTo>
                  <a:pt x="5213998" y="840494"/>
                </a:lnTo>
                <a:lnTo>
                  <a:pt x="5217654" y="822761"/>
                </a:lnTo>
                <a:lnTo>
                  <a:pt x="5221310" y="804656"/>
                </a:lnTo>
                <a:lnTo>
                  <a:pt x="5224967" y="786166"/>
                </a:lnTo>
                <a:lnTo>
                  <a:pt x="5228623" y="767278"/>
                </a:lnTo>
                <a:lnTo>
                  <a:pt x="5232279" y="747976"/>
                </a:lnTo>
                <a:lnTo>
                  <a:pt x="5235936" y="728246"/>
                </a:lnTo>
                <a:lnTo>
                  <a:pt x="5239592" y="708071"/>
                </a:lnTo>
                <a:lnTo>
                  <a:pt x="5243249" y="687435"/>
                </a:lnTo>
                <a:lnTo>
                  <a:pt x="5246905" y="666321"/>
                </a:lnTo>
                <a:lnTo>
                  <a:pt x="5250561" y="644708"/>
                </a:lnTo>
                <a:lnTo>
                  <a:pt x="5254218" y="622578"/>
                </a:lnTo>
                <a:lnTo>
                  <a:pt x="5257874" y="599910"/>
                </a:lnTo>
                <a:lnTo>
                  <a:pt x="5261531" y="576681"/>
                </a:lnTo>
                <a:lnTo>
                  <a:pt x="5265187" y="552869"/>
                </a:lnTo>
                <a:lnTo>
                  <a:pt x="5268843" y="528448"/>
                </a:lnTo>
                <a:lnTo>
                  <a:pt x="5272500" y="503392"/>
                </a:lnTo>
                <a:lnTo>
                  <a:pt x="5276156" y="477673"/>
                </a:lnTo>
                <a:lnTo>
                  <a:pt x="5279812" y="451263"/>
                </a:lnTo>
                <a:lnTo>
                  <a:pt x="5283469" y="424128"/>
                </a:lnTo>
                <a:lnTo>
                  <a:pt x="5287125" y="396236"/>
                </a:lnTo>
                <a:lnTo>
                  <a:pt x="5290782" y="367551"/>
                </a:lnTo>
                <a:lnTo>
                  <a:pt x="5294438" y="338035"/>
                </a:lnTo>
                <a:lnTo>
                  <a:pt x="5298094" y="307647"/>
                </a:lnTo>
                <a:lnTo>
                  <a:pt x="5301751" y="276343"/>
                </a:lnTo>
                <a:lnTo>
                  <a:pt x="5305407" y="244077"/>
                </a:lnTo>
                <a:lnTo>
                  <a:pt x="5309063" y="210798"/>
                </a:lnTo>
                <a:lnTo>
                  <a:pt x="5312720" y="176453"/>
                </a:lnTo>
                <a:lnTo>
                  <a:pt x="5316376" y="140984"/>
                </a:lnTo>
                <a:lnTo>
                  <a:pt x="5320033" y="104327"/>
                </a:lnTo>
                <a:lnTo>
                  <a:pt x="5323689" y="66416"/>
                </a:lnTo>
                <a:lnTo>
                  <a:pt x="5327345" y="27178"/>
                </a:lnTo>
                <a:lnTo>
                  <a:pt x="5331002" y="0"/>
                </a:lnTo>
                <a:lnTo>
                  <a:pt x="5334658" y="0"/>
                </a:lnTo>
                <a:lnTo>
                  <a:pt x="5338314" y="0"/>
                </a:lnTo>
                <a:lnTo>
                  <a:pt x="5341971" y="0"/>
                </a:lnTo>
                <a:lnTo>
                  <a:pt x="5345627" y="0"/>
                </a:lnTo>
                <a:lnTo>
                  <a:pt x="5349284" y="0"/>
                </a:lnTo>
                <a:lnTo>
                  <a:pt x="5352940" y="0"/>
                </a:lnTo>
                <a:lnTo>
                  <a:pt x="5356596" y="0"/>
                </a:lnTo>
                <a:lnTo>
                  <a:pt x="5360253" y="0"/>
                </a:lnTo>
                <a:lnTo>
                  <a:pt x="5363909" y="0"/>
                </a:lnTo>
                <a:lnTo>
                  <a:pt x="5367566" y="0"/>
                </a:lnTo>
                <a:lnTo>
                  <a:pt x="5371222" y="0"/>
                </a:lnTo>
                <a:lnTo>
                  <a:pt x="5374878" y="0"/>
                </a:lnTo>
                <a:lnTo>
                  <a:pt x="5378535" y="0"/>
                </a:lnTo>
                <a:lnTo>
                  <a:pt x="5382191" y="0"/>
                </a:lnTo>
                <a:lnTo>
                  <a:pt x="5385847" y="0"/>
                </a:lnTo>
                <a:lnTo>
                  <a:pt x="5389504" y="0"/>
                </a:lnTo>
                <a:lnTo>
                  <a:pt x="5393160" y="0"/>
                </a:lnTo>
                <a:lnTo>
                  <a:pt x="5396817" y="0"/>
                </a:lnTo>
                <a:lnTo>
                  <a:pt x="5400473" y="0"/>
                </a:lnTo>
                <a:lnTo>
                  <a:pt x="5404129" y="0"/>
                </a:lnTo>
                <a:lnTo>
                  <a:pt x="5407786" y="0"/>
                </a:lnTo>
                <a:lnTo>
                  <a:pt x="5411442" y="0"/>
                </a:lnTo>
                <a:lnTo>
                  <a:pt x="5415098" y="0"/>
                </a:lnTo>
                <a:lnTo>
                  <a:pt x="5418755" y="0"/>
                </a:lnTo>
                <a:lnTo>
                  <a:pt x="5422411" y="0"/>
                </a:lnTo>
                <a:lnTo>
                  <a:pt x="5426068" y="0"/>
                </a:lnTo>
                <a:lnTo>
                  <a:pt x="5429724" y="0"/>
                </a:lnTo>
                <a:lnTo>
                  <a:pt x="5433380" y="0"/>
                </a:lnTo>
                <a:lnTo>
                  <a:pt x="5437037" y="0"/>
                </a:lnTo>
                <a:lnTo>
                  <a:pt x="5440693" y="0"/>
                </a:lnTo>
                <a:lnTo>
                  <a:pt x="5444350" y="0"/>
                </a:lnTo>
                <a:lnTo>
                  <a:pt x="5448006" y="0"/>
                </a:lnTo>
                <a:lnTo>
                  <a:pt x="5451662" y="0"/>
                </a:lnTo>
                <a:lnTo>
                  <a:pt x="5455319" y="0"/>
                </a:lnTo>
                <a:lnTo>
                  <a:pt x="5458975" y="0"/>
                </a:lnTo>
                <a:lnTo>
                  <a:pt x="5462631" y="0"/>
                </a:lnTo>
                <a:lnTo>
                  <a:pt x="5466288" y="0"/>
                </a:lnTo>
                <a:lnTo>
                  <a:pt x="5469944" y="0"/>
                </a:lnTo>
                <a:lnTo>
                  <a:pt x="5473601" y="0"/>
                </a:lnTo>
                <a:lnTo>
                  <a:pt x="5477257" y="0"/>
                </a:lnTo>
                <a:lnTo>
                  <a:pt x="5480913" y="0"/>
                </a:lnTo>
                <a:lnTo>
                  <a:pt x="5480913" y="3474720"/>
                </a:lnTo>
                <a:lnTo>
                  <a:pt x="5477257" y="3474720"/>
                </a:lnTo>
                <a:lnTo>
                  <a:pt x="5473601" y="3474720"/>
                </a:lnTo>
                <a:lnTo>
                  <a:pt x="5469944" y="3474720"/>
                </a:lnTo>
                <a:lnTo>
                  <a:pt x="5466288" y="3474720"/>
                </a:lnTo>
                <a:lnTo>
                  <a:pt x="5462631" y="3474720"/>
                </a:lnTo>
                <a:lnTo>
                  <a:pt x="5458975" y="3474720"/>
                </a:lnTo>
                <a:lnTo>
                  <a:pt x="5455319" y="3474720"/>
                </a:lnTo>
                <a:lnTo>
                  <a:pt x="5451662" y="3474720"/>
                </a:lnTo>
                <a:lnTo>
                  <a:pt x="5448006" y="3474720"/>
                </a:lnTo>
                <a:lnTo>
                  <a:pt x="5444350" y="3474720"/>
                </a:lnTo>
                <a:lnTo>
                  <a:pt x="5440693" y="3474720"/>
                </a:lnTo>
                <a:lnTo>
                  <a:pt x="5437037" y="3474720"/>
                </a:lnTo>
                <a:lnTo>
                  <a:pt x="5433380" y="3474720"/>
                </a:lnTo>
                <a:lnTo>
                  <a:pt x="5429724" y="3474720"/>
                </a:lnTo>
                <a:lnTo>
                  <a:pt x="5426068" y="3474720"/>
                </a:lnTo>
                <a:lnTo>
                  <a:pt x="5422411" y="3474720"/>
                </a:lnTo>
                <a:lnTo>
                  <a:pt x="5418755" y="3474720"/>
                </a:lnTo>
                <a:lnTo>
                  <a:pt x="5415098" y="3474720"/>
                </a:lnTo>
                <a:lnTo>
                  <a:pt x="5411442" y="3474720"/>
                </a:lnTo>
                <a:lnTo>
                  <a:pt x="5407786" y="3474720"/>
                </a:lnTo>
                <a:lnTo>
                  <a:pt x="5404129" y="3474720"/>
                </a:lnTo>
                <a:lnTo>
                  <a:pt x="5400473" y="3474720"/>
                </a:lnTo>
                <a:lnTo>
                  <a:pt x="5396817" y="3474720"/>
                </a:lnTo>
                <a:lnTo>
                  <a:pt x="5393160" y="3474720"/>
                </a:lnTo>
                <a:lnTo>
                  <a:pt x="5389504" y="3474720"/>
                </a:lnTo>
                <a:lnTo>
                  <a:pt x="5385847" y="3474720"/>
                </a:lnTo>
                <a:lnTo>
                  <a:pt x="5382191" y="3474720"/>
                </a:lnTo>
                <a:lnTo>
                  <a:pt x="5378535" y="3474720"/>
                </a:lnTo>
                <a:lnTo>
                  <a:pt x="5374878" y="3474720"/>
                </a:lnTo>
                <a:lnTo>
                  <a:pt x="5371222" y="3474720"/>
                </a:lnTo>
                <a:lnTo>
                  <a:pt x="5367566" y="3474720"/>
                </a:lnTo>
                <a:lnTo>
                  <a:pt x="5363909" y="3474720"/>
                </a:lnTo>
                <a:lnTo>
                  <a:pt x="5360253" y="3474720"/>
                </a:lnTo>
                <a:lnTo>
                  <a:pt x="5356596" y="3474720"/>
                </a:lnTo>
                <a:lnTo>
                  <a:pt x="5352940" y="3474720"/>
                </a:lnTo>
                <a:lnTo>
                  <a:pt x="5349284" y="3474720"/>
                </a:lnTo>
                <a:lnTo>
                  <a:pt x="5345627" y="3474720"/>
                </a:lnTo>
                <a:lnTo>
                  <a:pt x="5341971" y="3474720"/>
                </a:lnTo>
                <a:lnTo>
                  <a:pt x="5338314" y="3474720"/>
                </a:lnTo>
                <a:lnTo>
                  <a:pt x="5334658" y="3474720"/>
                </a:lnTo>
                <a:lnTo>
                  <a:pt x="5331002" y="3474720"/>
                </a:lnTo>
                <a:lnTo>
                  <a:pt x="5327345" y="3474720"/>
                </a:lnTo>
                <a:lnTo>
                  <a:pt x="5323689" y="3474720"/>
                </a:lnTo>
                <a:lnTo>
                  <a:pt x="5320033" y="3474720"/>
                </a:lnTo>
                <a:lnTo>
                  <a:pt x="5316376" y="3474720"/>
                </a:lnTo>
                <a:lnTo>
                  <a:pt x="5312720" y="3474720"/>
                </a:lnTo>
                <a:lnTo>
                  <a:pt x="5309063" y="3474720"/>
                </a:lnTo>
                <a:lnTo>
                  <a:pt x="5305407" y="3474720"/>
                </a:lnTo>
                <a:lnTo>
                  <a:pt x="5301751" y="3474720"/>
                </a:lnTo>
                <a:lnTo>
                  <a:pt x="5298094" y="3474720"/>
                </a:lnTo>
                <a:lnTo>
                  <a:pt x="5294438" y="3474720"/>
                </a:lnTo>
                <a:lnTo>
                  <a:pt x="5290782" y="3474720"/>
                </a:lnTo>
                <a:lnTo>
                  <a:pt x="5287125" y="3474720"/>
                </a:lnTo>
                <a:lnTo>
                  <a:pt x="5283469" y="3474720"/>
                </a:lnTo>
                <a:lnTo>
                  <a:pt x="5279812" y="3474720"/>
                </a:lnTo>
                <a:lnTo>
                  <a:pt x="5276156" y="3474720"/>
                </a:lnTo>
                <a:lnTo>
                  <a:pt x="5272500" y="3474720"/>
                </a:lnTo>
                <a:lnTo>
                  <a:pt x="5268843" y="3474720"/>
                </a:lnTo>
                <a:lnTo>
                  <a:pt x="5265187" y="3474720"/>
                </a:lnTo>
                <a:lnTo>
                  <a:pt x="5261531" y="3474720"/>
                </a:lnTo>
                <a:lnTo>
                  <a:pt x="5257874" y="3474720"/>
                </a:lnTo>
                <a:lnTo>
                  <a:pt x="5254218" y="3474720"/>
                </a:lnTo>
                <a:lnTo>
                  <a:pt x="5250561" y="3474720"/>
                </a:lnTo>
                <a:lnTo>
                  <a:pt x="5246905" y="3474720"/>
                </a:lnTo>
                <a:lnTo>
                  <a:pt x="5243249" y="3474720"/>
                </a:lnTo>
                <a:lnTo>
                  <a:pt x="5239592" y="3474720"/>
                </a:lnTo>
                <a:lnTo>
                  <a:pt x="5235936" y="3474720"/>
                </a:lnTo>
                <a:lnTo>
                  <a:pt x="5232279" y="3474720"/>
                </a:lnTo>
                <a:lnTo>
                  <a:pt x="5228623" y="3474720"/>
                </a:lnTo>
                <a:lnTo>
                  <a:pt x="5224967" y="3474720"/>
                </a:lnTo>
                <a:lnTo>
                  <a:pt x="5221310" y="3474720"/>
                </a:lnTo>
                <a:lnTo>
                  <a:pt x="5217654" y="3474720"/>
                </a:lnTo>
                <a:lnTo>
                  <a:pt x="5213998" y="3474720"/>
                </a:lnTo>
                <a:lnTo>
                  <a:pt x="5210341" y="3474720"/>
                </a:lnTo>
                <a:lnTo>
                  <a:pt x="5206685" y="3474720"/>
                </a:lnTo>
                <a:lnTo>
                  <a:pt x="5203028" y="3474720"/>
                </a:lnTo>
                <a:lnTo>
                  <a:pt x="5199372" y="3474720"/>
                </a:lnTo>
                <a:lnTo>
                  <a:pt x="5195716" y="3474720"/>
                </a:lnTo>
                <a:lnTo>
                  <a:pt x="5192059" y="3474720"/>
                </a:lnTo>
                <a:lnTo>
                  <a:pt x="5188403" y="3474720"/>
                </a:lnTo>
                <a:lnTo>
                  <a:pt x="5184747" y="3474720"/>
                </a:lnTo>
                <a:lnTo>
                  <a:pt x="5181090" y="3474720"/>
                </a:lnTo>
                <a:lnTo>
                  <a:pt x="5177434" y="3474720"/>
                </a:lnTo>
                <a:lnTo>
                  <a:pt x="5173777" y="3474720"/>
                </a:lnTo>
                <a:lnTo>
                  <a:pt x="5170121" y="3474720"/>
                </a:lnTo>
                <a:lnTo>
                  <a:pt x="5166465" y="3474720"/>
                </a:lnTo>
                <a:lnTo>
                  <a:pt x="5162808" y="3474720"/>
                </a:lnTo>
                <a:lnTo>
                  <a:pt x="5159152" y="3474720"/>
                </a:lnTo>
                <a:lnTo>
                  <a:pt x="5155495" y="3474720"/>
                </a:lnTo>
                <a:lnTo>
                  <a:pt x="5151839" y="3474720"/>
                </a:lnTo>
                <a:lnTo>
                  <a:pt x="5148183" y="3474720"/>
                </a:lnTo>
                <a:lnTo>
                  <a:pt x="5144526" y="3474720"/>
                </a:lnTo>
                <a:lnTo>
                  <a:pt x="5140870" y="3474720"/>
                </a:lnTo>
                <a:lnTo>
                  <a:pt x="5137214" y="3474720"/>
                </a:lnTo>
                <a:lnTo>
                  <a:pt x="5133557" y="3474720"/>
                </a:lnTo>
                <a:lnTo>
                  <a:pt x="5129901" y="3474720"/>
                </a:lnTo>
                <a:lnTo>
                  <a:pt x="5126244" y="3474720"/>
                </a:lnTo>
                <a:lnTo>
                  <a:pt x="5122588" y="3474720"/>
                </a:lnTo>
                <a:lnTo>
                  <a:pt x="5118932" y="3474720"/>
                </a:lnTo>
                <a:lnTo>
                  <a:pt x="5115275" y="3474720"/>
                </a:lnTo>
                <a:lnTo>
                  <a:pt x="5111619" y="3474720"/>
                </a:lnTo>
                <a:lnTo>
                  <a:pt x="5107963" y="3474720"/>
                </a:lnTo>
                <a:lnTo>
                  <a:pt x="5104306" y="3474720"/>
                </a:lnTo>
                <a:lnTo>
                  <a:pt x="5100650" y="3474720"/>
                </a:lnTo>
                <a:lnTo>
                  <a:pt x="5096993" y="3474720"/>
                </a:lnTo>
                <a:lnTo>
                  <a:pt x="5093337" y="3474720"/>
                </a:lnTo>
                <a:lnTo>
                  <a:pt x="5089681" y="3474720"/>
                </a:lnTo>
                <a:lnTo>
                  <a:pt x="5086024" y="3474720"/>
                </a:lnTo>
                <a:lnTo>
                  <a:pt x="5082368" y="3474720"/>
                </a:lnTo>
                <a:lnTo>
                  <a:pt x="5078712" y="3474720"/>
                </a:lnTo>
                <a:lnTo>
                  <a:pt x="5075055" y="3474720"/>
                </a:lnTo>
                <a:lnTo>
                  <a:pt x="5071399" y="3474720"/>
                </a:lnTo>
                <a:lnTo>
                  <a:pt x="5067742" y="3474720"/>
                </a:lnTo>
                <a:lnTo>
                  <a:pt x="5064086" y="3474720"/>
                </a:lnTo>
                <a:lnTo>
                  <a:pt x="5060430" y="3474720"/>
                </a:lnTo>
                <a:lnTo>
                  <a:pt x="5056773" y="3474720"/>
                </a:lnTo>
                <a:lnTo>
                  <a:pt x="5053117" y="3474720"/>
                </a:lnTo>
                <a:lnTo>
                  <a:pt x="5049460" y="3474720"/>
                </a:lnTo>
                <a:lnTo>
                  <a:pt x="5045804" y="3474720"/>
                </a:lnTo>
                <a:lnTo>
                  <a:pt x="5042148" y="3474720"/>
                </a:lnTo>
                <a:lnTo>
                  <a:pt x="5038491" y="3474720"/>
                </a:lnTo>
                <a:lnTo>
                  <a:pt x="5034835" y="3474720"/>
                </a:lnTo>
                <a:lnTo>
                  <a:pt x="5031179" y="3474720"/>
                </a:lnTo>
                <a:lnTo>
                  <a:pt x="5027522" y="3474720"/>
                </a:lnTo>
                <a:lnTo>
                  <a:pt x="5023866" y="3474720"/>
                </a:lnTo>
                <a:lnTo>
                  <a:pt x="5020209" y="3474720"/>
                </a:lnTo>
                <a:lnTo>
                  <a:pt x="5016553" y="3474720"/>
                </a:lnTo>
                <a:lnTo>
                  <a:pt x="5012897" y="3474720"/>
                </a:lnTo>
                <a:lnTo>
                  <a:pt x="5009240" y="3474720"/>
                </a:lnTo>
                <a:lnTo>
                  <a:pt x="5005584" y="3474720"/>
                </a:lnTo>
                <a:lnTo>
                  <a:pt x="5001928" y="3474720"/>
                </a:lnTo>
                <a:lnTo>
                  <a:pt x="4998271" y="3474720"/>
                </a:lnTo>
                <a:lnTo>
                  <a:pt x="4994615" y="3474720"/>
                </a:lnTo>
                <a:lnTo>
                  <a:pt x="4990958" y="3474720"/>
                </a:lnTo>
                <a:lnTo>
                  <a:pt x="4987302" y="3474720"/>
                </a:lnTo>
                <a:lnTo>
                  <a:pt x="4983646" y="3474720"/>
                </a:lnTo>
                <a:lnTo>
                  <a:pt x="4979989" y="3474720"/>
                </a:lnTo>
                <a:lnTo>
                  <a:pt x="4976333" y="3474720"/>
                </a:lnTo>
                <a:lnTo>
                  <a:pt x="4972676" y="3474720"/>
                </a:lnTo>
                <a:lnTo>
                  <a:pt x="4969020" y="3474720"/>
                </a:lnTo>
                <a:lnTo>
                  <a:pt x="4965364" y="3474720"/>
                </a:lnTo>
                <a:lnTo>
                  <a:pt x="4961707" y="3474720"/>
                </a:lnTo>
                <a:lnTo>
                  <a:pt x="4958051" y="3474720"/>
                </a:lnTo>
                <a:lnTo>
                  <a:pt x="4954395" y="3474720"/>
                </a:lnTo>
                <a:lnTo>
                  <a:pt x="4950738" y="3474720"/>
                </a:lnTo>
                <a:lnTo>
                  <a:pt x="4947082" y="3474720"/>
                </a:lnTo>
                <a:lnTo>
                  <a:pt x="4943425" y="3474720"/>
                </a:lnTo>
                <a:lnTo>
                  <a:pt x="4939769" y="3474720"/>
                </a:lnTo>
                <a:lnTo>
                  <a:pt x="4936113" y="3474720"/>
                </a:lnTo>
                <a:lnTo>
                  <a:pt x="4932456" y="3474720"/>
                </a:lnTo>
                <a:lnTo>
                  <a:pt x="4928800" y="3474720"/>
                </a:lnTo>
                <a:lnTo>
                  <a:pt x="4925144" y="3474720"/>
                </a:lnTo>
                <a:lnTo>
                  <a:pt x="4921487" y="3474720"/>
                </a:lnTo>
                <a:lnTo>
                  <a:pt x="4917831" y="3474720"/>
                </a:lnTo>
                <a:lnTo>
                  <a:pt x="4914174" y="3474720"/>
                </a:lnTo>
                <a:lnTo>
                  <a:pt x="4910518" y="3474720"/>
                </a:lnTo>
                <a:lnTo>
                  <a:pt x="4906862" y="3474720"/>
                </a:lnTo>
                <a:lnTo>
                  <a:pt x="4903205" y="3474720"/>
                </a:lnTo>
                <a:lnTo>
                  <a:pt x="4899549" y="3474720"/>
                </a:lnTo>
                <a:lnTo>
                  <a:pt x="4895893" y="3474720"/>
                </a:lnTo>
                <a:lnTo>
                  <a:pt x="4892236" y="3474720"/>
                </a:lnTo>
                <a:lnTo>
                  <a:pt x="4888580" y="3474720"/>
                </a:lnTo>
                <a:lnTo>
                  <a:pt x="4884923" y="3474720"/>
                </a:lnTo>
                <a:lnTo>
                  <a:pt x="4881267" y="3474720"/>
                </a:lnTo>
                <a:lnTo>
                  <a:pt x="4877611" y="3474720"/>
                </a:lnTo>
                <a:lnTo>
                  <a:pt x="4873954" y="3474720"/>
                </a:lnTo>
                <a:lnTo>
                  <a:pt x="4870298" y="3474720"/>
                </a:lnTo>
                <a:lnTo>
                  <a:pt x="4866641" y="3474720"/>
                </a:lnTo>
                <a:lnTo>
                  <a:pt x="4862985" y="3474720"/>
                </a:lnTo>
                <a:lnTo>
                  <a:pt x="4859329" y="3474720"/>
                </a:lnTo>
                <a:lnTo>
                  <a:pt x="4855672" y="3474720"/>
                </a:lnTo>
                <a:lnTo>
                  <a:pt x="4852016" y="3474720"/>
                </a:lnTo>
                <a:lnTo>
                  <a:pt x="4848360" y="3474720"/>
                </a:lnTo>
                <a:lnTo>
                  <a:pt x="4844703" y="3474720"/>
                </a:lnTo>
                <a:lnTo>
                  <a:pt x="4841047" y="3474720"/>
                </a:lnTo>
                <a:lnTo>
                  <a:pt x="4837390" y="3474720"/>
                </a:lnTo>
                <a:lnTo>
                  <a:pt x="4833734" y="3474720"/>
                </a:lnTo>
                <a:lnTo>
                  <a:pt x="4830078" y="3474720"/>
                </a:lnTo>
                <a:lnTo>
                  <a:pt x="4826421" y="3474720"/>
                </a:lnTo>
                <a:lnTo>
                  <a:pt x="4822765" y="3474720"/>
                </a:lnTo>
                <a:lnTo>
                  <a:pt x="4819109" y="3474720"/>
                </a:lnTo>
                <a:lnTo>
                  <a:pt x="4815452" y="3474720"/>
                </a:lnTo>
                <a:lnTo>
                  <a:pt x="4811796" y="3474720"/>
                </a:lnTo>
                <a:lnTo>
                  <a:pt x="4808139" y="3474720"/>
                </a:lnTo>
                <a:lnTo>
                  <a:pt x="4804483" y="3474720"/>
                </a:lnTo>
                <a:lnTo>
                  <a:pt x="4800827" y="3474720"/>
                </a:lnTo>
                <a:lnTo>
                  <a:pt x="4797170" y="3474720"/>
                </a:lnTo>
                <a:lnTo>
                  <a:pt x="4793514" y="3474720"/>
                </a:lnTo>
                <a:lnTo>
                  <a:pt x="4789857" y="3474720"/>
                </a:lnTo>
                <a:lnTo>
                  <a:pt x="4786201" y="3474720"/>
                </a:lnTo>
                <a:lnTo>
                  <a:pt x="4782545" y="3474720"/>
                </a:lnTo>
                <a:lnTo>
                  <a:pt x="4778888" y="3474720"/>
                </a:lnTo>
                <a:lnTo>
                  <a:pt x="4775232" y="3474720"/>
                </a:lnTo>
                <a:lnTo>
                  <a:pt x="4771576" y="3474720"/>
                </a:lnTo>
                <a:lnTo>
                  <a:pt x="4767919" y="3474720"/>
                </a:lnTo>
                <a:lnTo>
                  <a:pt x="4764263" y="3474720"/>
                </a:lnTo>
                <a:lnTo>
                  <a:pt x="4760606" y="3474720"/>
                </a:lnTo>
                <a:lnTo>
                  <a:pt x="4756950" y="3474720"/>
                </a:lnTo>
                <a:lnTo>
                  <a:pt x="4753294" y="3474720"/>
                </a:lnTo>
                <a:lnTo>
                  <a:pt x="4749637" y="3474720"/>
                </a:lnTo>
                <a:lnTo>
                  <a:pt x="4745981" y="3474720"/>
                </a:lnTo>
                <a:lnTo>
                  <a:pt x="4742325" y="3474720"/>
                </a:lnTo>
                <a:lnTo>
                  <a:pt x="4738668" y="3474720"/>
                </a:lnTo>
                <a:lnTo>
                  <a:pt x="4735012" y="3474720"/>
                </a:lnTo>
                <a:lnTo>
                  <a:pt x="4731355" y="3474720"/>
                </a:lnTo>
                <a:lnTo>
                  <a:pt x="4727699" y="3474720"/>
                </a:lnTo>
                <a:lnTo>
                  <a:pt x="4724043" y="3474720"/>
                </a:lnTo>
                <a:lnTo>
                  <a:pt x="4720386" y="3474720"/>
                </a:lnTo>
                <a:lnTo>
                  <a:pt x="4716730" y="3474720"/>
                </a:lnTo>
                <a:lnTo>
                  <a:pt x="4713074" y="3474720"/>
                </a:lnTo>
                <a:lnTo>
                  <a:pt x="4709417" y="3474720"/>
                </a:lnTo>
                <a:lnTo>
                  <a:pt x="4705761" y="3474720"/>
                </a:lnTo>
                <a:lnTo>
                  <a:pt x="4702104" y="3474720"/>
                </a:lnTo>
                <a:lnTo>
                  <a:pt x="4698448" y="3474720"/>
                </a:lnTo>
                <a:lnTo>
                  <a:pt x="4694792" y="3474720"/>
                </a:lnTo>
                <a:lnTo>
                  <a:pt x="4691135" y="3474720"/>
                </a:lnTo>
                <a:lnTo>
                  <a:pt x="4687479" y="3474720"/>
                </a:lnTo>
                <a:lnTo>
                  <a:pt x="4683822" y="3474720"/>
                </a:lnTo>
                <a:lnTo>
                  <a:pt x="4680166" y="3474720"/>
                </a:lnTo>
                <a:lnTo>
                  <a:pt x="4676510" y="3474720"/>
                </a:lnTo>
                <a:lnTo>
                  <a:pt x="4672853" y="3474720"/>
                </a:lnTo>
                <a:lnTo>
                  <a:pt x="4669197" y="3474720"/>
                </a:lnTo>
                <a:lnTo>
                  <a:pt x="4665541" y="3474720"/>
                </a:lnTo>
                <a:lnTo>
                  <a:pt x="4661884" y="3474720"/>
                </a:lnTo>
                <a:lnTo>
                  <a:pt x="4658228" y="3474720"/>
                </a:lnTo>
                <a:lnTo>
                  <a:pt x="4654571" y="3474720"/>
                </a:lnTo>
                <a:lnTo>
                  <a:pt x="4650915" y="3474720"/>
                </a:lnTo>
                <a:lnTo>
                  <a:pt x="4647259" y="3474720"/>
                </a:lnTo>
                <a:lnTo>
                  <a:pt x="4643602" y="3474720"/>
                </a:lnTo>
                <a:lnTo>
                  <a:pt x="4639946" y="3474720"/>
                </a:lnTo>
                <a:lnTo>
                  <a:pt x="4636290" y="3474720"/>
                </a:lnTo>
                <a:lnTo>
                  <a:pt x="4632633" y="3474720"/>
                </a:lnTo>
                <a:lnTo>
                  <a:pt x="4628977" y="3474720"/>
                </a:lnTo>
                <a:lnTo>
                  <a:pt x="4625320" y="3474720"/>
                </a:lnTo>
                <a:lnTo>
                  <a:pt x="4621664" y="3474720"/>
                </a:lnTo>
                <a:lnTo>
                  <a:pt x="4618008" y="3474720"/>
                </a:lnTo>
                <a:lnTo>
                  <a:pt x="4614351" y="3474720"/>
                </a:lnTo>
                <a:lnTo>
                  <a:pt x="4610695" y="3474720"/>
                </a:lnTo>
                <a:lnTo>
                  <a:pt x="4607038" y="3474720"/>
                </a:lnTo>
                <a:lnTo>
                  <a:pt x="4603382" y="3474720"/>
                </a:lnTo>
                <a:lnTo>
                  <a:pt x="4599726" y="3474720"/>
                </a:lnTo>
                <a:lnTo>
                  <a:pt x="4596069" y="3474720"/>
                </a:lnTo>
                <a:lnTo>
                  <a:pt x="4592413" y="3474720"/>
                </a:lnTo>
                <a:lnTo>
                  <a:pt x="4588757" y="3474720"/>
                </a:lnTo>
                <a:lnTo>
                  <a:pt x="4585100" y="3474720"/>
                </a:lnTo>
                <a:lnTo>
                  <a:pt x="4581444" y="3474720"/>
                </a:lnTo>
                <a:lnTo>
                  <a:pt x="4577787" y="3474720"/>
                </a:lnTo>
                <a:lnTo>
                  <a:pt x="4574131" y="3474720"/>
                </a:lnTo>
                <a:lnTo>
                  <a:pt x="4570475" y="3474720"/>
                </a:lnTo>
                <a:lnTo>
                  <a:pt x="4566818" y="3474720"/>
                </a:lnTo>
                <a:lnTo>
                  <a:pt x="4563162" y="3474720"/>
                </a:lnTo>
                <a:lnTo>
                  <a:pt x="4559506" y="3474720"/>
                </a:lnTo>
                <a:lnTo>
                  <a:pt x="4555849" y="3474720"/>
                </a:lnTo>
                <a:lnTo>
                  <a:pt x="4552193" y="3474720"/>
                </a:lnTo>
                <a:lnTo>
                  <a:pt x="4548536" y="3474720"/>
                </a:lnTo>
                <a:lnTo>
                  <a:pt x="4544880" y="3474720"/>
                </a:lnTo>
                <a:lnTo>
                  <a:pt x="4541224" y="3474720"/>
                </a:lnTo>
                <a:lnTo>
                  <a:pt x="4537567" y="3474720"/>
                </a:lnTo>
                <a:lnTo>
                  <a:pt x="4533911" y="3474720"/>
                </a:lnTo>
                <a:lnTo>
                  <a:pt x="4530255" y="3474720"/>
                </a:lnTo>
                <a:lnTo>
                  <a:pt x="4526598" y="3474720"/>
                </a:lnTo>
                <a:lnTo>
                  <a:pt x="4522942" y="3474720"/>
                </a:lnTo>
                <a:lnTo>
                  <a:pt x="4519285" y="3474720"/>
                </a:lnTo>
                <a:lnTo>
                  <a:pt x="4515629" y="3474720"/>
                </a:lnTo>
                <a:lnTo>
                  <a:pt x="4511973" y="3474720"/>
                </a:lnTo>
                <a:lnTo>
                  <a:pt x="4508316" y="3474720"/>
                </a:lnTo>
                <a:lnTo>
                  <a:pt x="4504660" y="3474720"/>
                </a:lnTo>
                <a:lnTo>
                  <a:pt x="4501003" y="3474720"/>
                </a:lnTo>
                <a:lnTo>
                  <a:pt x="4497347" y="3474720"/>
                </a:lnTo>
                <a:lnTo>
                  <a:pt x="4493691" y="3474720"/>
                </a:lnTo>
                <a:lnTo>
                  <a:pt x="4490034" y="3474720"/>
                </a:lnTo>
                <a:lnTo>
                  <a:pt x="4486378" y="3474720"/>
                </a:lnTo>
                <a:lnTo>
                  <a:pt x="4482722" y="3474720"/>
                </a:lnTo>
                <a:lnTo>
                  <a:pt x="4479065" y="3474720"/>
                </a:lnTo>
                <a:lnTo>
                  <a:pt x="4475409" y="3474720"/>
                </a:lnTo>
                <a:lnTo>
                  <a:pt x="4471752" y="3474720"/>
                </a:lnTo>
                <a:lnTo>
                  <a:pt x="4468096" y="3474720"/>
                </a:lnTo>
                <a:lnTo>
                  <a:pt x="4464440" y="3474720"/>
                </a:lnTo>
                <a:lnTo>
                  <a:pt x="4460783" y="3474720"/>
                </a:lnTo>
                <a:lnTo>
                  <a:pt x="4457127" y="3474720"/>
                </a:lnTo>
                <a:lnTo>
                  <a:pt x="4453471" y="3474720"/>
                </a:lnTo>
                <a:lnTo>
                  <a:pt x="4449814" y="3474720"/>
                </a:lnTo>
                <a:lnTo>
                  <a:pt x="4446158" y="3474720"/>
                </a:lnTo>
                <a:lnTo>
                  <a:pt x="4442501" y="3474720"/>
                </a:lnTo>
                <a:lnTo>
                  <a:pt x="4438845" y="3474720"/>
                </a:lnTo>
                <a:lnTo>
                  <a:pt x="4435189" y="3474720"/>
                </a:lnTo>
                <a:lnTo>
                  <a:pt x="4431532" y="3474720"/>
                </a:lnTo>
                <a:lnTo>
                  <a:pt x="4427876" y="3474720"/>
                </a:lnTo>
                <a:lnTo>
                  <a:pt x="4424219" y="3474720"/>
                </a:lnTo>
                <a:lnTo>
                  <a:pt x="4420563" y="3474720"/>
                </a:lnTo>
                <a:lnTo>
                  <a:pt x="4416907" y="3474720"/>
                </a:lnTo>
                <a:lnTo>
                  <a:pt x="4413250" y="3474720"/>
                </a:lnTo>
                <a:lnTo>
                  <a:pt x="4409594" y="3474720"/>
                </a:lnTo>
                <a:lnTo>
                  <a:pt x="4405938" y="3474720"/>
                </a:lnTo>
                <a:lnTo>
                  <a:pt x="4402281" y="3474720"/>
                </a:lnTo>
                <a:lnTo>
                  <a:pt x="4398625" y="3474720"/>
                </a:lnTo>
                <a:lnTo>
                  <a:pt x="4394968" y="3474720"/>
                </a:lnTo>
                <a:lnTo>
                  <a:pt x="4391312" y="3474720"/>
                </a:lnTo>
                <a:lnTo>
                  <a:pt x="4387656" y="3474720"/>
                </a:lnTo>
                <a:lnTo>
                  <a:pt x="4383999" y="3474720"/>
                </a:lnTo>
                <a:lnTo>
                  <a:pt x="4380343" y="3474720"/>
                </a:lnTo>
                <a:lnTo>
                  <a:pt x="4376687" y="3474720"/>
                </a:lnTo>
                <a:lnTo>
                  <a:pt x="4373030" y="3474720"/>
                </a:lnTo>
                <a:lnTo>
                  <a:pt x="4369374" y="3474720"/>
                </a:lnTo>
                <a:lnTo>
                  <a:pt x="4365717" y="3474720"/>
                </a:lnTo>
                <a:lnTo>
                  <a:pt x="4362061" y="3474720"/>
                </a:lnTo>
                <a:lnTo>
                  <a:pt x="4358405" y="3474720"/>
                </a:lnTo>
                <a:lnTo>
                  <a:pt x="4354748" y="3474720"/>
                </a:lnTo>
                <a:lnTo>
                  <a:pt x="4351092" y="3474720"/>
                </a:lnTo>
                <a:lnTo>
                  <a:pt x="4347436" y="3474720"/>
                </a:lnTo>
                <a:lnTo>
                  <a:pt x="4343779" y="3474720"/>
                </a:lnTo>
                <a:lnTo>
                  <a:pt x="4340123" y="3474720"/>
                </a:lnTo>
                <a:lnTo>
                  <a:pt x="4336466" y="3474720"/>
                </a:lnTo>
                <a:lnTo>
                  <a:pt x="4332810" y="3474720"/>
                </a:lnTo>
                <a:lnTo>
                  <a:pt x="4329154" y="3474720"/>
                </a:lnTo>
                <a:lnTo>
                  <a:pt x="4325497" y="3474720"/>
                </a:lnTo>
                <a:lnTo>
                  <a:pt x="4321841" y="3474720"/>
                </a:lnTo>
                <a:lnTo>
                  <a:pt x="4318184" y="3474720"/>
                </a:lnTo>
                <a:lnTo>
                  <a:pt x="4314528" y="3474720"/>
                </a:lnTo>
                <a:lnTo>
                  <a:pt x="4310872" y="3474720"/>
                </a:lnTo>
                <a:lnTo>
                  <a:pt x="4307215" y="3474720"/>
                </a:lnTo>
                <a:lnTo>
                  <a:pt x="4303559" y="3474720"/>
                </a:lnTo>
                <a:lnTo>
                  <a:pt x="4299903" y="3474720"/>
                </a:lnTo>
                <a:lnTo>
                  <a:pt x="4296246" y="3474720"/>
                </a:lnTo>
                <a:lnTo>
                  <a:pt x="4292590" y="3474720"/>
                </a:lnTo>
                <a:lnTo>
                  <a:pt x="4288933" y="3474720"/>
                </a:lnTo>
                <a:lnTo>
                  <a:pt x="4285277" y="3474720"/>
                </a:lnTo>
                <a:lnTo>
                  <a:pt x="4281621" y="3474720"/>
                </a:lnTo>
                <a:lnTo>
                  <a:pt x="4277964" y="3474720"/>
                </a:lnTo>
                <a:lnTo>
                  <a:pt x="4274308" y="3474720"/>
                </a:lnTo>
                <a:lnTo>
                  <a:pt x="4270652" y="3474720"/>
                </a:lnTo>
                <a:lnTo>
                  <a:pt x="4266995" y="3474720"/>
                </a:lnTo>
                <a:lnTo>
                  <a:pt x="4263339" y="3474720"/>
                </a:lnTo>
                <a:lnTo>
                  <a:pt x="4259682" y="3474720"/>
                </a:lnTo>
                <a:lnTo>
                  <a:pt x="4256026" y="3474720"/>
                </a:lnTo>
                <a:lnTo>
                  <a:pt x="4252370" y="3474720"/>
                </a:lnTo>
                <a:lnTo>
                  <a:pt x="4248713" y="3474720"/>
                </a:lnTo>
                <a:lnTo>
                  <a:pt x="4245057" y="3474720"/>
                </a:lnTo>
                <a:lnTo>
                  <a:pt x="4241400" y="3474720"/>
                </a:lnTo>
                <a:lnTo>
                  <a:pt x="4237744" y="3474720"/>
                </a:lnTo>
                <a:lnTo>
                  <a:pt x="4234088" y="3474720"/>
                </a:lnTo>
                <a:lnTo>
                  <a:pt x="4230431" y="3474720"/>
                </a:lnTo>
                <a:lnTo>
                  <a:pt x="4226775" y="3474720"/>
                </a:lnTo>
                <a:lnTo>
                  <a:pt x="4223119" y="3474720"/>
                </a:lnTo>
                <a:lnTo>
                  <a:pt x="4219462" y="3474720"/>
                </a:lnTo>
                <a:lnTo>
                  <a:pt x="4215806" y="3474720"/>
                </a:lnTo>
                <a:lnTo>
                  <a:pt x="4212149" y="3474720"/>
                </a:lnTo>
                <a:lnTo>
                  <a:pt x="4208493" y="3474720"/>
                </a:lnTo>
                <a:lnTo>
                  <a:pt x="4204837" y="3474720"/>
                </a:lnTo>
                <a:lnTo>
                  <a:pt x="4201180" y="3474720"/>
                </a:lnTo>
                <a:lnTo>
                  <a:pt x="4197524" y="3474720"/>
                </a:lnTo>
                <a:lnTo>
                  <a:pt x="4193868" y="3474720"/>
                </a:lnTo>
                <a:lnTo>
                  <a:pt x="4190211" y="3474720"/>
                </a:lnTo>
                <a:lnTo>
                  <a:pt x="4186555" y="3474720"/>
                </a:lnTo>
                <a:lnTo>
                  <a:pt x="4182898" y="3474720"/>
                </a:lnTo>
                <a:lnTo>
                  <a:pt x="4179242" y="3474720"/>
                </a:lnTo>
                <a:lnTo>
                  <a:pt x="4175586" y="3474720"/>
                </a:lnTo>
                <a:lnTo>
                  <a:pt x="4171929" y="3474720"/>
                </a:lnTo>
                <a:lnTo>
                  <a:pt x="4168273" y="3474720"/>
                </a:lnTo>
                <a:lnTo>
                  <a:pt x="4164617" y="3474720"/>
                </a:lnTo>
                <a:lnTo>
                  <a:pt x="4160960" y="3474720"/>
                </a:lnTo>
                <a:lnTo>
                  <a:pt x="4157304" y="3474720"/>
                </a:lnTo>
                <a:lnTo>
                  <a:pt x="4153647" y="3474720"/>
                </a:lnTo>
                <a:lnTo>
                  <a:pt x="4149991" y="3474720"/>
                </a:lnTo>
                <a:lnTo>
                  <a:pt x="4146335" y="3474720"/>
                </a:lnTo>
                <a:lnTo>
                  <a:pt x="4142678" y="3474720"/>
                </a:lnTo>
                <a:lnTo>
                  <a:pt x="4139022" y="3474720"/>
                </a:lnTo>
                <a:lnTo>
                  <a:pt x="4135365" y="3474720"/>
                </a:lnTo>
                <a:lnTo>
                  <a:pt x="4131709" y="3474720"/>
                </a:lnTo>
                <a:lnTo>
                  <a:pt x="4128053" y="3474720"/>
                </a:lnTo>
                <a:lnTo>
                  <a:pt x="4124396" y="3474720"/>
                </a:lnTo>
                <a:lnTo>
                  <a:pt x="4120740" y="3474720"/>
                </a:lnTo>
                <a:lnTo>
                  <a:pt x="4117084" y="3474720"/>
                </a:lnTo>
                <a:lnTo>
                  <a:pt x="4113427" y="3474720"/>
                </a:lnTo>
                <a:lnTo>
                  <a:pt x="4109771" y="3474720"/>
                </a:lnTo>
                <a:lnTo>
                  <a:pt x="4106114" y="3474720"/>
                </a:lnTo>
                <a:lnTo>
                  <a:pt x="4102458" y="3474720"/>
                </a:lnTo>
                <a:lnTo>
                  <a:pt x="4098802" y="3474720"/>
                </a:lnTo>
                <a:lnTo>
                  <a:pt x="4095145" y="3474720"/>
                </a:lnTo>
                <a:lnTo>
                  <a:pt x="4091489" y="3474720"/>
                </a:lnTo>
                <a:lnTo>
                  <a:pt x="4087833" y="3474720"/>
                </a:lnTo>
                <a:lnTo>
                  <a:pt x="4084176" y="3474720"/>
                </a:lnTo>
                <a:lnTo>
                  <a:pt x="4080520" y="3474720"/>
                </a:lnTo>
                <a:lnTo>
                  <a:pt x="4076863" y="3474720"/>
                </a:lnTo>
                <a:lnTo>
                  <a:pt x="4073207" y="3474720"/>
                </a:lnTo>
                <a:lnTo>
                  <a:pt x="4069551" y="3474720"/>
                </a:lnTo>
                <a:lnTo>
                  <a:pt x="4065894" y="3474720"/>
                </a:lnTo>
                <a:lnTo>
                  <a:pt x="4062238" y="3474720"/>
                </a:lnTo>
                <a:lnTo>
                  <a:pt x="4058581" y="3474720"/>
                </a:lnTo>
                <a:lnTo>
                  <a:pt x="4054925" y="3474720"/>
                </a:lnTo>
                <a:lnTo>
                  <a:pt x="4051269" y="3474720"/>
                </a:lnTo>
                <a:lnTo>
                  <a:pt x="4047612" y="3474720"/>
                </a:lnTo>
                <a:lnTo>
                  <a:pt x="4043956" y="3474720"/>
                </a:lnTo>
                <a:lnTo>
                  <a:pt x="4040300" y="3474720"/>
                </a:lnTo>
                <a:lnTo>
                  <a:pt x="4036643" y="3474720"/>
                </a:lnTo>
                <a:lnTo>
                  <a:pt x="4032987" y="3474720"/>
                </a:lnTo>
                <a:lnTo>
                  <a:pt x="4029330" y="3474720"/>
                </a:lnTo>
                <a:lnTo>
                  <a:pt x="4025674" y="3474720"/>
                </a:lnTo>
                <a:lnTo>
                  <a:pt x="4022018" y="3474720"/>
                </a:lnTo>
                <a:lnTo>
                  <a:pt x="4018361" y="3474720"/>
                </a:lnTo>
                <a:lnTo>
                  <a:pt x="4014705" y="3474720"/>
                </a:lnTo>
                <a:lnTo>
                  <a:pt x="4011049" y="3474720"/>
                </a:lnTo>
                <a:lnTo>
                  <a:pt x="4007392" y="3474720"/>
                </a:lnTo>
                <a:lnTo>
                  <a:pt x="4003736" y="3474720"/>
                </a:lnTo>
                <a:lnTo>
                  <a:pt x="4000079" y="3474720"/>
                </a:lnTo>
                <a:lnTo>
                  <a:pt x="3996423" y="3474720"/>
                </a:lnTo>
                <a:lnTo>
                  <a:pt x="3992767" y="3474720"/>
                </a:lnTo>
                <a:lnTo>
                  <a:pt x="3989110" y="3474720"/>
                </a:lnTo>
                <a:lnTo>
                  <a:pt x="3985454" y="3474720"/>
                </a:lnTo>
                <a:lnTo>
                  <a:pt x="3981798" y="3474720"/>
                </a:lnTo>
                <a:lnTo>
                  <a:pt x="3978141" y="3474720"/>
                </a:lnTo>
                <a:lnTo>
                  <a:pt x="3974485" y="3474720"/>
                </a:lnTo>
                <a:lnTo>
                  <a:pt x="3970828" y="3474720"/>
                </a:lnTo>
                <a:lnTo>
                  <a:pt x="3967172" y="3474720"/>
                </a:lnTo>
                <a:lnTo>
                  <a:pt x="3963516" y="3474720"/>
                </a:lnTo>
                <a:lnTo>
                  <a:pt x="3959859" y="3474720"/>
                </a:lnTo>
                <a:lnTo>
                  <a:pt x="3956203" y="3474720"/>
                </a:lnTo>
                <a:lnTo>
                  <a:pt x="3952546" y="3474720"/>
                </a:lnTo>
                <a:lnTo>
                  <a:pt x="3948890" y="3474720"/>
                </a:lnTo>
                <a:lnTo>
                  <a:pt x="3945234" y="3474720"/>
                </a:lnTo>
                <a:lnTo>
                  <a:pt x="3941577" y="3474720"/>
                </a:lnTo>
                <a:lnTo>
                  <a:pt x="3937921" y="3474720"/>
                </a:lnTo>
                <a:lnTo>
                  <a:pt x="3934265" y="3474720"/>
                </a:lnTo>
                <a:lnTo>
                  <a:pt x="3930608" y="3474720"/>
                </a:lnTo>
                <a:lnTo>
                  <a:pt x="3926952" y="3474720"/>
                </a:lnTo>
                <a:lnTo>
                  <a:pt x="3923295" y="3474720"/>
                </a:lnTo>
                <a:lnTo>
                  <a:pt x="3919639" y="3474720"/>
                </a:lnTo>
                <a:lnTo>
                  <a:pt x="3915983" y="3474720"/>
                </a:lnTo>
                <a:lnTo>
                  <a:pt x="3912326" y="3474720"/>
                </a:lnTo>
                <a:lnTo>
                  <a:pt x="3908670" y="3474720"/>
                </a:lnTo>
                <a:lnTo>
                  <a:pt x="3905014" y="3474720"/>
                </a:lnTo>
                <a:lnTo>
                  <a:pt x="3901357" y="3474720"/>
                </a:lnTo>
                <a:lnTo>
                  <a:pt x="3897701" y="3474720"/>
                </a:lnTo>
                <a:lnTo>
                  <a:pt x="3894044" y="3474720"/>
                </a:lnTo>
                <a:lnTo>
                  <a:pt x="3890388" y="3474720"/>
                </a:lnTo>
                <a:lnTo>
                  <a:pt x="3886732" y="3474720"/>
                </a:lnTo>
                <a:lnTo>
                  <a:pt x="3883075" y="3474720"/>
                </a:lnTo>
                <a:lnTo>
                  <a:pt x="3879419" y="3474720"/>
                </a:lnTo>
                <a:lnTo>
                  <a:pt x="3875762" y="3474720"/>
                </a:lnTo>
                <a:lnTo>
                  <a:pt x="3872106" y="3474720"/>
                </a:lnTo>
                <a:lnTo>
                  <a:pt x="3868450" y="3474720"/>
                </a:lnTo>
                <a:lnTo>
                  <a:pt x="3864793" y="3474720"/>
                </a:lnTo>
                <a:lnTo>
                  <a:pt x="3861137" y="3474720"/>
                </a:lnTo>
                <a:lnTo>
                  <a:pt x="3857481" y="3474720"/>
                </a:lnTo>
                <a:lnTo>
                  <a:pt x="3853824" y="3474720"/>
                </a:lnTo>
                <a:lnTo>
                  <a:pt x="3850168" y="3474720"/>
                </a:lnTo>
                <a:lnTo>
                  <a:pt x="3846511" y="3474720"/>
                </a:lnTo>
                <a:lnTo>
                  <a:pt x="3842855" y="3474720"/>
                </a:lnTo>
                <a:lnTo>
                  <a:pt x="3839199" y="3474720"/>
                </a:lnTo>
                <a:lnTo>
                  <a:pt x="3835542" y="3474720"/>
                </a:lnTo>
                <a:lnTo>
                  <a:pt x="3831886" y="3474720"/>
                </a:lnTo>
                <a:lnTo>
                  <a:pt x="3828230" y="3474720"/>
                </a:lnTo>
                <a:lnTo>
                  <a:pt x="3824573" y="3474720"/>
                </a:lnTo>
                <a:lnTo>
                  <a:pt x="3820917" y="3474720"/>
                </a:lnTo>
                <a:lnTo>
                  <a:pt x="3817260" y="3474720"/>
                </a:lnTo>
                <a:lnTo>
                  <a:pt x="3813604" y="3474720"/>
                </a:lnTo>
                <a:lnTo>
                  <a:pt x="3809948" y="3474720"/>
                </a:lnTo>
                <a:lnTo>
                  <a:pt x="3806291" y="3474720"/>
                </a:lnTo>
                <a:lnTo>
                  <a:pt x="3802635" y="3474720"/>
                </a:lnTo>
                <a:lnTo>
                  <a:pt x="3798979" y="3474720"/>
                </a:lnTo>
                <a:lnTo>
                  <a:pt x="3795322" y="3474720"/>
                </a:lnTo>
                <a:lnTo>
                  <a:pt x="3791666" y="3474720"/>
                </a:lnTo>
                <a:lnTo>
                  <a:pt x="3788009" y="3474720"/>
                </a:lnTo>
                <a:lnTo>
                  <a:pt x="3784353" y="3474720"/>
                </a:lnTo>
                <a:lnTo>
                  <a:pt x="3780697" y="3474720"/>
                </a:lnTo>
                <a:lnTo>
                  <a:pt x="3777040" y="3474720"/>
                </a:lnTo>
                <a:lnTo>
                  <a:pt x="3773384" y="3474720"/>
                </a:lnTo>
                <a:lnTo>
                  <a:pt x="3769727" y="3474720"/>
                </a:lnTo>
                <a:lnTo>
                  <a:pt x="3766071" y="3474720"/>
                </a:lnTo>
                <a:lnTo>
                  <a:pt x="3762415" y="3474720"/>
                </a:lnTo>
                <a:lnTo>
                  <a:pt x="3758758" y="3474720"/>
                </a:lnTo>
                <a:lnTo>
                  <a:pt x="3755102" y="3474720"/>
                </a:lnTo>
                <a:lnTo>
                  <a:pt x="3751446" y="3474720"/>
                </a:lnTo>
                <a:lnTo>
                  <a:pt x="3747789" y="3474720"/>
                </a:lnTo>
                <a:lnTo>
                  <a:pt x="3744133" y="3474720"/>
                </a:lnTo>
                <a:lnTo>
                  <a:pt x="3740476" y="3474720"/>
                </a:lnTo>
                <a:lnTo>
                  <a:pt x="3736820" y="3474720"/>
                </a:lnTo>
                <a:lnTo>
                  <a:pt x="3733164" y="3474720"/>
                </a:lnTo>
                <a:lnTo>
                  <a:pt x="3729507" y="3474720"/>
                </a:lnTo>
                <a:lnTo>
                  <a:pt x="3725851" y="3474720"/>
                </a:lnTo>
                <a:lnTo>
                  <a:pt x="3722195" y="3474720"/>
                </a:lnTo>
                <a:lnTo>
                  <a:pt x="3718538" y="3474720"/>
                </a:lnTo>
                <a:lnTo>
                  <a:pt x="3714882" y="3474720"/>
                </a:lnTo>
                <a:lnTo>
                  <a:pt x="3711225" y="3474720"/>
                </a:lnTo>
                <a:lnTo>
                  <a:pt x="3707569" y="3474720"/>
                </a:lnTo>
                <a:lnTo>
                  <a:pt x="3703913" y="3474720"/>
                </a:lnTo>
                <a:lnTo>
                  <a:pt x="3700256" y="3474720"/>
                </a:lnTo>
                <a:lnTo>
                  <a:pt x="3696600" y="3474720"/>
                </a:lnTo>
                <a:lnTo>
                  <a:pt x="3692943" y="3474720"/>
                </a:lnTo>
                <a:lnTo>
                  <a:pt x="3689287" y="3474720"/>
                </a:lnTo>
                <a:lnTo>
                  <a:pt x="3685631" y="3474720"/>
                </a:lnTo>
                <a:lnTo>
                  <a:pt x="3681974" y="3474720"/>
                </a:lnTo>
                <a:lnTo>
                  <a:pt x="3678318" y="3474720"/>
                </a:lnTo>
                <a:lnTo>
                  <a:pt x="3674662" y="3474720"/>
                </a:lnTo>
                <a:lnTo>
                  <a:pt x="3671005" y="3474720"/>
                </a:lnTo>
                <a:lnTo>
                  <a:pt x="3667349" y="3474720"/>
                </a:lnTo>
                <a:lnTo>
                  <a:pt x="3663692" y="3474720"/>
                </a:lnTo>
                <a:lnTo>
                  <a:pt x="3660036" y="3474720"/>
                </a:lnTo>
                <a:lnTo>
                  <a:pt x="3656380" y="3474720"/>
                </a:lnTo>
                <a:lnTo>
                  <a:pt x="3652723" y="3474720"/>
                </a:lnTo>
                <a:lnTo>
                  <a:pt x="3649067" y="3474720"/>
                </a:lnTo>
                <a:lnTo>
                  <a:pt x="3645411" y="3474720"/>
                </a:lnTo>
                <a:lnTo>
                  <a:pt x="3641754" y="3474720"/>
                </a:lnTo>
                <a:lnTo>
                  <a:pt x="3638098" y="3474720"/>
                </a:lnTo>
                <a:lnTo>
                  <a:pt x="3634441" y="3474720"/>
                </a:lnTo>
                <a:lnTo>
                  <a:pt x="3630785" y="3474720"/>
                </a:lnTo>
                <a:lnTo>
                  <a:pt x="3627129" y="3474720"/>
                </a:lnTo>
                <a:lnTo>
                  <a:pt x="3623472" y="3474720"/>
                </a:lnTo>
                <a:lnTo>
                  <a:pt x="3619816" y="3474720"/>
                </a:lnTo>
                <a:lnTo>
                  <a:pt x="3616160" y="3474720"/>
                </a:lnTo>
                <a:lnTo>
                  <a:pt x="3612503" y="3474720"/>
                </a:lnTo>
                <a:lnTo>
                  <a:pt x="3608847" y="3474720"/>
                </a:lnTo>
                <a:lnTo>
                  <a:pt x="3605190" y="3474720"/>
                </a:lnTo>
                <a:lnTo>
                  <a:pt x="3601534" y="3474720"/>
                </a:lnTo>
                <a:lnTo>
                  <a:pt x="3597878" y="3474720"/>
                </a:lnTo>
                <a:lnTo>
                  <a:pt x="3594221" y="3474720"/>
                </a:lnTo>
                <a:lnTo>
                  <a:pt x="3590565" y="3474720"/>
                </a:lnTo>
                <a:lnTo>
                  <a:pt x="3586908" y="3474720"/>
                </a:lnTo>
                <a:lnTo>
                  <a:pt x="3583252" y="3474720"/>
                </a:lnTo>
                <a:lnTo>
                  <a:pt x="3579596" y="3474720"/>
                </a:lnTo>
                <a:lnTo>
                  <a:pt x="3575939" y="3474720"/>
                </a:lnTo>
                <a:lnTo>
                  <a:pt x="3572283" y="3474720"/>
                </a:lnTo>
                <a:lnTo>
                  <a:pt x="3568627" y="3474720"/>
                </a:lnTo>
                <a:lnTo>
                  <a:pt x="3564970" y="3474720"/>
                </a:lnTo>
                <a:lnTo>
                  <a:pt x="3561314" y="3474720"/>
                </a:lnTo>
                <a:lnTo>
                  <a:pt x="3557657" y="3474720"/>
                </a:lnTo>
                <a:lnTo>
                  <a:pt x="3554001" y="3474720"/>
                </a:lnTo>
                <a:lnTo>
                  <a:pt x="3550345" y="3474720"/>
                </a:lnTo>
                <a:lnTo>
                  <a:pt x="3546688" y="3474720"/>
                </a:lnTo>
                <a:lnTo>
                  <a:pt x="3543032" y="3474720"/>
                </a:lnTo>
                <a:lnTo>
                  <a:pt x="3539376" y="3474720"/>
                </a:lnTo>
                <a:lnTo>
                  <a:pt x="3535719" y="3474720"/>
                </a:lnTo>
                <a:lnTo>
                  <a:pt x="3532063" y="3474720"/>
                </a:lnTo>
                <a:lnTo>
                  <a:pt x="3528406" y="3474720"/>
                </a:lnTo>
                <a:lnTo>
                  <a:pt x="3524750" y="3474720"/>
                </a:lnTo>
                <a:lnTo>
                  <a:pt x="3521094" y="3474720"/>
                </a:lnTo>
                <a:lnTo>
                  <a:pt x="3517437" y="3474720"/>
                </a:lnTo>
                <a:lnTo>
                  <a:pt x="3513781" y="3474720"/>
                </a:lnTo>
                <a:lnTo>
                  <a:pt x="3510124" y="3474720"/>
                </a:lnTo>
                <a:lnTo>
                  <a:pt x="3506468" y="3474720"/>
                </a:lnTo>
                <a:lnTo>
                  <a:pt x="3502812" y="3474720"/>
                </a:lnTo>
                <a:lnTo>
                  <a:pt x="3499155" y="3474720"/>
                </a:lnTo>
                <a:lnTo>
                  <a:pt x="3495499" y="3474720"/>
                </a:lnTo>
                <a:lnTo>
                  <a:pt x="3491843" y="3474720"/>
                </a:lnTo>
                <a:lnTo>
                  <a:pt x="3488186" y="3474720"/>
                </a:lnTo>
                <a:lnTo>
                  <a:pt x="3484530" y="3474720"/>
                </a:lnTo>
                <a:lnTo>
                  <a:pt x="3480873" y="3474720"/>
                </a:lnTo>
                <a:lnTo>
                  <a:pt x="3477217" y="3474720"/>
                </a:lnTo>
                <a:lnTo>
                  <a:pt x="3473561" y="3474720"/>
                </a:lnTo>
                <a:lnTo>
                  <a:pt x="3469904" y="3474720"/>
                </a:lnTo>
                <a:lnTo>
                  <a:pt x="3466248" y="3474720"/>
                </a:lnTo>
                <a:lnTo>
                  <a:pt x="3462592" y="3474720"/>
                </a:lnTo>
                <a:lnTo>
                  <a:pt x="3458935" y="3474720"/>
                </a:lnTo>
                <a:lnTo>
                  <a:pt x="3455279" y="3474720"/>
                </a:lnTo>
                <a:lnTo>
                  <a:pt x="3451622" y="3474720"/>
                </a:lnTo>
                <a:lnTo>
                  <a:pt x="3447966" y="3474720"/>
                </a:lnTo>
                <a:lnTo>
                  <a:pt x="3444310" y="3474720"/>
                </a:lnTo>
                <a:lnTo>
                  <a:pt x="3440653" y="3474720"/>
                </a:lnTo>
                <a:lnTo>
                  <a:pt x="3436997" y="3474720"/>
                </a:lnTo>
                <a:lnTo>
                  <a:pt x="3433341" y="3474720"/>
                </a:lnTo>
                <a:lnTo>
                  <a:pt x="3429684" y="3474720"/>
                </a:lnTo>
                <a:lnTo>
                  <a:pt x="3426028" y="3474720"/>
                </a:lnTo>
                <a:lnTo>
                  <a:pt x="3422371" y="3474720"/>
                </a:lnTo>
                <a:lnTo>
                  <a:pt x="3418715" y="3474720"/>
                </a:lnTo>
                <a:lnTo>
                  <a:pt x="3415059" y="3474720"/>
                </a:lnTo>
                <a:lnTo>
                  <a:pt x="3411402" y="3474720"/>
                </a:lnTo>
                <a:lnTo>
                  <a:pt x="3407746" y="3474720"/>
                </a:lnTo>
                <a:lnTo>
                  <a:pt x="3404089" y="3474720"/>
                </a:lnTo>
                <a:lnTo>
                  <a:pt x="3400433" y="3474720"/>
                </a:lnTo>
                <a:lnTo>
                  <a:pt x="3396777" y="3474720"/>
                </a:lnTo>
                <a:lnTo>
                  <a:pt x="3393120" y="3474720"/>
                </a:lnTo>
                <a:lnTo>
                  <a:pt x="3389464" y="3474720"/>
                </a:lnTo>
                <a:lnTo>
                  <a:pt x="3385808" y="3474720"/>
                </a:lnTo>
                <a:lnTo>
                  <a:pt x="3382151" y="3474720"/>
                </a:lnTo>
                <a:lnTo>
                  <a:pt x="3378495" y="3474720"/>
                </a:lnTo>
                <a:lnTo>
                  <a:pt x="3374838" y="3474720"/>
                </a:lnTo>
                <a:lnTo>
                  <a:pt x="3371182" y="3474720"/>
                </a:lnTo>
                <a:lnTo>
                  <a:pt x="3367526" y="3474720"/>
                </a:lnTo>
                <a:lnTo>
                  <a:pt x="3363869" y="3474720"/>
                </a:lnTo>
                <a:lnTo>
                  <a:pt x="3360213" y="3474720"/>
                </a:lnTo>
                <a:lnTo>
                  <a:pt x="3356557" y="3474720"/>
                </a:lnTo>
                <a:lnTo>
                  <a:pt x="3352900" y="3474720"/>
                </a:lnTo>
                <a:lnTo>
                  <a:pt x="3349244" y="3474720"/>
                </a:lnTo>
                <a:lnTo>
                  <a:pt x="3345587" y="3474720"/>
                </a:lnTo>
                <a:lnTo>
                  <a:pt x="3341931" y="3474720"/>
                </a:lnTo>
                <a:lnTo>
                  <a:pt x="3338275" y="3474720"/>
                </a:lnTo>
                <a:lnTo>
                  <a:pt x="3334618" y="3474720"/>
                </a:lnTo>
                <a:lnTo>
                  <a:pt x="3330962" y="3474720"/>
                </a:lnTo>
                <a:lnTo>
                  <a:pt x="3327305" y="3474720"/>
                </a:lnTo>
                <a:lnTo>
                  <a:pt x="3323649" y="3474720"/>
                </a:lnTo>
                <a:lnTo>
                  <a:pt x="3319993" y="3474720"/>
                </a:lnTo>
                <a:lnTo>
                  <a:pt x="3316336" y="3474720"/>
                </a:lnTo>
                <a:lnTo>
                  <a:pt x="3312680" y="3474720"/>
                </a:lnTo>
                <a:lnTo>
                  <a:pt x="3309024" y="3474720"/>
                </a:lnTo>
                <a:lnTo>
                  <a:pt x="3305367" y="3474720"/>
                </a:lnTo>
                <a:lnTo>
                  <a:pt x="3301711" y="3474720"/>
                </a:lnTo>
                <a:lnTo>
                  <a:pt x="3298054" y="3474720"/>
                </a:lnTo>
                <a:lnTo>
                  <a:pt x="3294398" y="3474720"/>
                </a:lnTo>
                <a:lnTo>
                  <a:pt x="3290742" y="3474720"/>
                </a:lnTo>
                <a:lnTo>
                  <a:pt x="3287085" y="3474720"/>
                </a:lnTo>
                <a:lnTo>
                  <a:pt x="3283429" y="3474720"/>
                </a:lnTo>
                <a:lnTo>
                  <a:pt x="3279773" y="3474720"/>
                </a:lnTo>
                <a:lnTo>
                  <a:pt x="3276116" y="3474720"/>
                </a:lnTo>
                <a:lnTo>
                  <a:pt x="3272460" y="3474720"/>
                </a:lnTo>
                <a:lnTo>
                  <a:pt x="3268803" y="3474720"/>
                </a:lnTo>
                <a:lnTo>
                  <a:pt x="3265147" y="3474720"/>
                </a:lnTo>
                <a:lnTo>
                  <a:pt x="3261491" y="3474720"/>
                </a:lnTo>
                <a:lnTo>
                  <a:pt x="3257834" y="3474720"/>
                </a:lnTo>
                <a:lnTo>
                  <a:pt x="3254178" y="3474720"/>
                </a:lnTo>
                <a:lnTo>
                  <a:pt x="3250522" y="3474720"/>
                </a:lnTo>
                <a:lnTo>
                  <a:pt x="3246865" y="3474720"/>
                </a:lnTo>
                <a:lnTo>
                  <a:pt x="3243209" y="3474720"/>
                </a:lnTo>
                <a:lnTo>
                  <a:pt x="3239552" y="3474720"/>
                </a:lnTo>
                <a:lnTo>
                  <a:pt x="3235896" y="3474720"/>
                </a:lnTo>
                <a:lnTo>
                  <a:pt x="3232240" y="3474720"/>
                </a:lnTo>
                <a:lnTo>
                  <a:pt x="3228583" y="3474720"/>
                </a:lnTo>
                <a:lnTo>
                  <a:pt x="3224927" y="3474720"/>
                </a:lnTo>
                <a:lnTo>
                  <a:pt x="3221270" y="3474720"/>
                </a:lnTo>
                <a:lnTo>
                  <a:pt x="3217614" y="3474720"/>
                </a:lnTo>
                <a:lnTo>
                  <a:pt x="3213958" y="3474720"/>
                </a:lnTo>
                <a:lnTo>
                  <a:pt x="3210301" y="3474720"/>
                </a:lnTo>
                <a:lnTo>
                  <a:pt x="3206645" y="3474720"/>
                </a:lnTo>
                <a:lnTo>
                  <a:pt x="3202989" y="3474720"/>
                </a:lnTo>
                <a:lnTo>
                  <a:pt x="3199332" y="3474720"/>
                </a:lnTo>
                <a:lnTo>
                  <a:pt x="3195676" y="3474720"/>
                </a:lnTo>
                <a:lnTo>
                  <a:pt x="3192019" y="3474720"/>
                </a:lnTo>
                <a:lnTo>
                  <a:pt x="3188363" y="3474720"/>
                </a:lnTo>
                <a:lnTo>
                  <a:pt x="3184707" y="3474720"/>
                </a:lnTo>
                <a:lnTo>
                  <a:pt x="3181050" y="3474720"/>
                </a:lnTo>
                <a:lnTo>
                  <a:pt x="3177394" y="3474720"/>
                </a:lnTo>
                <a:lnTo>
                  <a:pt x="3173738" y="3474720"/>
                </a:lnTo>
                <a:lnTo>
                  <a:pt x="3170081" y="3474720"/>
                </a:lnTo>
                <a:lnTo>
                  <a:pt x="3166425" y="3474720"/>
                </a:lnTo>
                <a:lnTo>
                  <a:pt x="3162768" y="3474720"/>
                </a:lnTo>
                <a:lnTo>
                  <a:pt x="3159112" y="3474720"/>
                </a:lnTo>
                <a:lnTo>
                  <a:pt x="3155456" y="3474720"/>
                </a:lnTo>
                <a:lnTo>
                  <a:pt x="3151799" y="3474720"/>
                </a:lnTo>
                <a:lnTo>
                  <a:pt x="3148143" y="3474720"/>
                </a:lnTo>
                <a:lnTo>
                  <a:pt x="3144486" y="3474720"/>
                </a:lnTo>
                <a:lnTo>
                  <a:pt x="3140830" y="3474720"/>
                </a:lnTo>
                <a:lnTo>
                  <a:pt x="3137174" y="3474720"/>
                </a:lnTo>
                <a:lnTo>
                  <a:pt x="3133517" y="3474720"/>
                </a:lnTo>
                <a:lnTo>
                  <a:pt x="3129861" y="3474720"/>
                </a:lnTo>
                <a:lnTo>
                  <a:pt x="3126205" y="3474720"/>
                </a:lnTo>
                <a:lnTo>
                  <a:pt x="3122548" y="3474720"/>
                </a:lnTo>
                <a:lnTo>
                  <a:pt x="3118892" y="3474720"/>
                </a:lnTo>
                <a:lnTo>
                  <a:pt x="3115235" y="3474720"/>
                </a:lnTo>
                <a:lnTo>
                  <a:pt x="3111579" y="3474720"/>
                </a:lnTo>
                <a:lnTo>
                  <a:pt x="3107923" y="3474720"/>
                </a:lnTo>
                <a:lnTo>
                  <a:pt x="3104266" y="3474720"/>
                </a:lnTo>
                <a:lnTo>
                  <a:pt x="3100610" y="3474720"/>
                </a:lnTo>
                <a:lnTo>
                  <a:pt x="3096954" y="3474720"/>
                </a:lnTo>
                <a:lnTo>
                  <a:pt x="3093297" y="3474720"/>
                </a:lnTo>
                <a:lnTo>
                  <a:pt x="3089641" y="3474720"/>
                </a:lnTo>
                <a:lnTo>
                  <a:pt x="3085984" y="3474720"/>
                </a:lnTo>
                <a:lnTo>
                  <a:pt x="3082328" y="3474720"/>
                </a:lnTo>
                <a:lnTo>
                  <a:pt x="3078672" y="3474720"/>
                </a:lnTo>
                <a:lnTo>
                  <a:pt x="3075015" y="3474720"/>
                </a:lnTo>
                <a:lnTo>
                  <a:pt x="3071359" y="3474720"/>
                </a:lnTo>
                <a:lnTo>
                  <a:pt x="3067703" y="3474720"/>
                </a:lnTo>
                <a:lnTo>
                  <a:pt x="3064046" y="3474720"/>
                </a:lnTo>
                <a:lnTo>
                  <a:pt x="3060390" y="3474720"/>
                </a:lnTo>
                <a:lnTo>
                  <a:pt x="3056733" y="3474720"/>
                </a:lnTo>
                <a:lnTo>
                  <a:pt x="3053077" y="3474720"/>
                </a:lnTo>
                <a:lnTo>
                  <a:pt x="3049421" y="3474720"/>
                </a:lnTo>
                <a:lnTo>
                  <a:pt x="3045764" y="3474720"/>
                </a:lnTo>
                <a:lnTo>
                  <a:pt x="3042108" y="3474720"/>
                </a:lnTo>
                <a:lnTo>
                  <a:pt x="3038451" y="3474720"/>
                </a:lnTo>
                <a:lnTo>
                  <a:pt x="3034795" y="3474720"/>
                </a:lnTo>
                <a:lnTo>
                  <a:pt x="3031139" y="3474720"/>
                </a:lnTo>
                <a:lnTo>
                  <a:pt x="3027482" y="3474720"/>
                </a:lnTo>
                <a:lnTo>
                  <a:pt x="3023826" y="3474720"/>
                </a:lnTo>
                <a:lnTo>
                  <a:pt x="3020170" y="3474720"/>
                </a:lnTo>
                <a:lnTo>
                  <a:pt x="3016513" y="3474720"/>
                </a:lnTo>
                <a:lnTo>
                  <a:pt x="3012857" y="3474720"/>
                </a:lnTo>
                <a:lnTo>
                  <a:pt x="3009200" y="3474720"/>
                </a:lnTo>
                <a:lnTo>
                  <a:pt x="3005544" y="3474720"/>
                </a:lnTo>
                <a:lnTo>
                  <a:pt x="3001888" y="3474720"/>
                </a:lnTo>
                <a:lnTo>
                  <a:pt x="2998231" y="3474720"/>
                </a:lnTo>
                <a:lnTo>
                  <a:pt x="2994575" y="3474720"/>
                </a:lnTo>
                <a:lnTo>
                  <a:pt x="2990919" y="3474720"/>
                </a:lnTo>
                <a:lnTo>
                  <a:pt x="2987262" y="3474720"/>
                </a:lnTo>
                <a:lnTo>
                  <a:pt x="2983606" y="3474720"/>
                </a:lnTo>
                <a:lnTo>
                  <a:pt x="2979949" y="3474720"/>
                </a:lnTo>
                <a:lnTo>
                  <a:pt x="2976293" y="3474720"/>
                </a:lnTo>
                <a:lnTo>
                  <a:pt x="2972637" y="3474720"/>
                </a:lnTo>
                <a:lnTo>
                  <a:pt x="2968980" y="3474720"/>
                </a:lnTo>
                <a:lnTo>
                  <a:pt x="2965324" y="3474720"/>
                </a:lnTo>
                <a:lnTo>
                  <a:pt x="2961667" y="3474720"/>
                </a:lnTo>
                <a:lnTo>
                  <a:pt x="2958011" y="3474720"/>
                </a:lnTo>
                <a:lnTo>
                  <a:pt x="2954355" y="3474720"/>
                </a:lnTo>
                <a:lnTo>
                  <a:pt x="2950698" y="3474720"/>
                </a:lnTo>
                <a:lnTo>
                  <a:pt x="2947042" y="3474720"/>
                </a:lnTo>
                <a:lnTo>
                  <a:pt x="2943386" y="3474720"/>
                </a:lnTo>
                <a:lnTo>
                  <a:pt x="2939729" y="3474720"/>
                </a:lnTo>
                <a:lnTo>
                  <a:pt x="2936073" y="3474720"/>
                </a:lnTo>
                <a:lnTo>
                  <a:pt x="2932416" y="3474720"/>
                </a:lnTo>
                <a:lnTo>
                  <a:pt x="2928760" y="3474720"/>
                </a:lnTo>
                <a:lnTo>
                  <a:pt x="2925104" y="3474720"/>
                </a:lnTo>
                <a:lnTo>
                  <a:pt x="2921447" y="3474720"/>
                </a:lnTo>
                <a:lnTo>
                  <a:pt x="2917791" y="3474720"/>
                </a:lnTo>
                <a:lnTo>
                  <a:pt x="2914135" y="3474720"/>
                </a:lnTo>
                <a:lnTo>
                  <a:pt x="2910478" y="3474720"/>
                </a:lnTo>
                <a:lnTo>
                  <a:pt x="2906822" y="3474720"/>
                </a:lnTo>
                <a:lnTo>
                  <a:pt x="2903165" y="3474720"/>
                </a:lnTo>
                <a:lnTo>
                  <a:pt x="2899509" y="3474720"/>
                </a:lnTo>
                <a:lnTo>
                  <a:pt x="2895853" y="3474720"/>
                </a:lnTo>
                <a:lnTo>
                  <a:pt x="2892196" y="3474720"/>
                </a:lnTo>
                <a:lnTo>
                  <a:pt x="2888540" y="3474720"/>
                </a:lnTo>
                <a:lnTo>
                  <a:pt x="2884884" y="3474720"/>
                </a:lnTo>
                <a:lnTo>
                  <a:pt x="2881227" y="3474720"/>
                </a:lnTo>
                <a:lnTo>
                  <a:pt x="2877571" y="3474720"/>
                </a:lnTo>
                <a:lnTo>
                  <a:pt x="2873914" y="3474720"/>
                </a:lnTo>
                <a:lnTo>
                  <a:pt x="2870258" y="3474720"/>
                </a:lnTo>
                <a:lnTo>
                  <a:pt x="2866602" y="3474720"/>
                </a:lnTo>
                <a:lnTo>
                  <a:pt x="2862945" y="3474720"/>
                </a:lnTo>
                <a:lnTo>
                  <a:pt x="2859289" y="3474720"/>
                </a:lnTo>
                <a:lnTo>
                  <a:pt x="2855632" y="3474720"/>
                </a:lnTo>
                <a:lnTo>
                  <a:pt x="2851976" y="3474720"/>
                </a:lnTo>
                <a:lnTo>
                  <a:pt x="2848320" y="3474720"/>
                </a:lnTo>
                <a:lnTo>
                  <a:pt x="2844663" y="3474720"/>
                </a:lnTo>
                <a:lnTo>
                  <a:pt x="2841007" y="3474720"/>
                </a:lnTo>
                <a:lnTo>
                  <a:pt x="2837351" y="3474720"/>
                </a:lnTo>
                <a:lnTo>
                  <a:pt x="2833694" y="3474720"/>
                </a:lnTo>
                <a:lnTo>
                  <a:pt x="2830038" y="3474720"/>
                </a:lnTo>
                <a:lnTo>
                  <a:pt x="2826381" y="3474720"/>
                </a:lnTo>
                <a:lnTo>
                  <a:pt x="2822725" y="3474720"/>
                </a:lnTo>
                <a:lnTo>
                  <a:pt x="2819069" y="3474720"/>
                </a:lnTo>
                <a:lnTo>
                  <a:pt x="2815412" y="3474720"/>
                </a:lnTo>
                <a:lnTo>
                  <a:pt x="2811756" y="3474720"/>
                </a:lnTo>
                <a:lnTo>
                  <a:pt x="2808100" y="3474720"/>
                </a:lnTo>
                <a:lnTo>
                  <a:pt x="2804443" y="3474720"/>
                </a:lnTo>
                <a:lnTo>
                  <a:pt x="2800787" y="3474720"/>
                </a:lnTo>
                <a:lnTo>
                  <a:pt x="2797130" y="3474720"/>
                </a:lnTo>
                <a:lnTo>
                  <a:pt x="2793474" y="3474720"/>
                </a:lnTo>
                <a:lnTo>
                  <a:pt x="2789818" y="3474720"/>
                </a:lnTo>
                <a:lnTo>
                  <a:pt x="2786161" y="3474720"/>
                </a:lnTo>
                <a:lnTo>
                  <a:pt x="2782505" y="3474720"/>
                </a:lnTo>
                <a:lnTo>
                  <a:pt x="2778848" y="3474720"/>
                </a:lnTo>
                <a:lnTo>
                  <a:pt x="2775192" y="3474720"/>
                </a:lnTo>
                <a:lnTo>
                  <a:pt x="2771536" y="3474720"/>
                </a:lnTo>
                <a:lnTo>
                  <a:pt x="2767879" y="3474720"/>
                </a:lnTo>
                <a:lnTo>
                  <a:pt x="2764223" y="3474720"/>
                </a:lnTo>
                <a:lnTo>
                  <a:pt x="2760567" y="3474720"/>
                </a:lnTo>
                <a:lnTo>
                  <a:pt x="2756910" y="3474720"/>
                </a:lnTo>
                <a:lnTo>
                  <a:pt x="2753254" y="3474720"/>
                </a:lnTo>
                <a:lnTo>
                  <a:pt x="2749597" y="3474720"/>
                </a:lnTo>
                <a:lnTo>
                  <a:pt x="2745941" y="3474720"/>
                </a:lnTo>
                <a:lnTo>
                  <a:pt x="2742285" y="3474720"/>
                </a:lnTo>
                <a:lnTo>
                  <a:pt x="2738628" y="3474720"/>
                </a:lnTo>
                <a:lnTo>
                  <a:pt x="2734972" y="3474720"/>
                </a:lnTo>
                <a:lnTo>
                  <a:pt x="2731316" y="3474720"/>
                </a:lnTo>
                <a:lnTo>
                  <a:pt x="2727659" y="3474720"/>
                </a:lnTo>
                <a:lnTo>
                  <a:pt x="2724003" y="3474720"/>
                </a:lnTo>
                <a:lnTo>
                  <a:pt x="2720346" y="3474720"/>
                </a:lnTo>
                <a:lnTo>
                  <a:pt x="2716690" y="3474720"/>
                </a:lnTo>
                <a:lnTo>
                  <a:pt x="2713034" y="3474720"/>
                </a:lnTo>
                <a:lnTo>
                  <a:pt x="2709377" y="3474720"/>
                </a:lnTo>
                <a:lnTo>
                  <a:pt x="2705721" y="3474720"/>
                </a:lnTo>
                <a:lnTo>
                  <a:pt x="2702065" y="3474720"/>
                </a:lnTo>
                <a:lnTo>
                  <a:pt x="2698408" y="3474720"/>
                </a:lnTo>
                <a:lnTo>
                  <a:pt x="2694752" y="3474720"/>
                </a:lnTo>
                <a:lnTo>
                  <a:pt x="2691095" y="3474720"/>
                </a:lnTo>
                <a:lnTo>
                  <a:pt x="2687439" y="3474720"/>
                </a:lnTo>
                <a:lnTo>
                  <a:pt x="2683783" y="3474720"/>
                </a:lnTo>
                <a:lnTo>
                  <a:pt x="2680126" y="3474720"/>
                </a:lnTo>
                <a:lnTo>
                  <a:pt x="2676470" y="3474720"/>
                </a:lnTo>
                <a:lnTo>
                  <a:pt x="2672813" y="3474720"/>
                </a:lnTo>
                <a:lnTo>
                  <a:pt x="2669157" y="3474720"/>
                </a:lnTo>
                <a:lnTo>
                  <a:pt x="2665501" y="3474720"/>
                </a:lnTo>
                <a:lnTo>
                  <a:pt x="2661844" y="3474720"/>
                </a:lnTo>
                <a:lnTo>
                  <a:pt x="2658188" y="3474720"/>
                </a:lnTo>
                <a:lnTo>
                  <a:pt x="2654532" y="3474720"/>
                </a:lnTo>
                <a:lnTo>
                  <a:pt x="2650875" y="3474720"/>
                </a:lnTo>
                <a:lnTo>
                  <a:pt x="2647219" y="3474720"/>
                </a:lnTo>
                <a:lnTo>
                  <a:pt x="2643562" y="3474720"/>
                </a:lnTo>
                <a:lnTo>
                  <a:pt x="2639906" y="3474720"/>
                </a:lnTo>
                <a:lnTo>
                  <a:pt x="2636250" y="3474720"/>
                </a:lnTo>
                <a:lnTo>
                  <a:pt x="2632593" y="3474720"/>
                </a:lnTo>
                <a:lnTo>
                  <a:pt x="2628937" y="3474720"/>
                </a:lnTo>
                <a:lnTo>
                  <a:pt x="2625281" y="3474720"/>
                </a:lnTo>
                <a:lnTo>
                  <a:pt x="2621624" y="3474720"/>
                </a:lnTo>
                <a:lnTo>
                  <a:pt x="2617968" y="3474720"/>
                </a:lnTo>
                <a:lnTo>
                  <a:pt x="2614311" y="3474720"/>
                </a:lnTo>
                <a:lnTo>
                  <a:pt x="2610655" y="3474720"/>
                </a:lnTo>
                <a:lnTo>
                  <a:pt x="2606999" y="3474720"/>
                </a:lnTo>
                <a:lnTo>
                  <a:pt x="2603342" y="3474720"/>
                </a:lnTo>
                <a:lnTo>
                  <a:pt x="2599686" y="3474720"/>
                </a:lnTo>
                <a:lnTo>
                  <a:pt x="2596029" y="3474720"/>
                </a:lnTo>
                <a:lnTo>
                  <a:pt x="2592373" y="3474720"/>
                </a:lnTo>
                <a:lnTo>
                  <a:pt x="2588717" y="3474720"/>
                </a:lnTo>
                <a:lnTo>
                  <a:pt x="2585060" y="3474720"/>
                </a:lnTo>
                <a:lnTo>
                  <a:pt x="2581404" y="3474720"/>
                </a:lnTo>
                <a:lnTo>
                  <a:pt x="2577748" y="3474720"/>
                </a:lnTo>
                <a:lnTo>
                  <a:pt x="2574091" y="3474720"/>
                </a:lnTo>
                <a:lnTo>
                  <a:pt x="2570435" y="3474720"/>
                </a:lnTo>
                <a:lnTo>
                  <a:pt x="2566778" y="3474720"/>
                </a:lnTo>
                <a:lnTo>
                  <a:pt x="2563122" y="3474720"/>
                </a:lnTo>
                <a:lnTo>
                  <a:pt x="2559466" y="3474720"/>
                </a:lnTo>
                <a:lnTo>
                  <a:pt x="2555809" y="3474720"/>
                </a:lnTo>
                <a:lnTo>
                  <a:pt x="2552153" y="3474720"/>
                </a:lnTo>
                <a:lnTo>
                  <a:pt x="2548497" y="3474720"/>
                </a:lnTo>
                <a:lnTo>
                  <a:pt x="2544840" y="3474720"/>
                </a:lnTo>
                <a:lnTo>
                  <a:pt x="2541184" y="3474720"/>
                </a:lnTo>
                <a:lnTo>
                  <a:pt x="2537527" y="3474720"/>
                </a:lnTo>
                <a:lnTo>
                  <a:pt x="2533871" y="3474720"/>
                </a:lnTo>
                <a:lnTo>
                  <a:pt x="2530215" y="3474720"/>
                </a:lnTo>
                <a:lnTo>
                  <a:pt x="2526558" y="3474720"/>
                </a:lnTo>
                <a:lnTo>
                  <a:pt x="2522902" y="3474720"/>
                </a:lnTo>
                <a:lnTo>
                  <a:pt x="2519246" y="3474720"/>
                </a:lnTo>
                <a:lnTo>
                  <a:pt x="2515589" y="3474720"/>
                </a:lnTo>
                <a:lnTo>
                  <a:pt x="2511933" y="3474720"/>
                </a:lnTo>
                <a:lnTo>
                  <a:pt x="2508276" y="3474720"/>
                </a:lnTo>
                <a:lnTo>
                  <a:pt x="2504620" y="3474720"/>
                </a:lnTo>
                <a:lnTo>
                  <a:pt x="2500964" y="3474720"/>
                </a:lnTo>
                <a:lnTo>
                  <a:pt x="2497307" y="3474720"/>
                </a:lnTo>
                <a:lnTo>
                  <a:pt x="2493651" y="3474720"/>
                </a:lnTo>
                <a:lnTo>
                  <a:pt x="2489994" y="3474720"/>
                </a:lnTo>
                <a:lnTo>
                  <a:pt x="2486338" y="3474720"/>
                </a:lnTo>
                <a:lnTo>
                  <a:pt x="2482682" y="3474720"/>
                </a:lnTo>
                <a:lnTo>
                  <a:pt x="2479025" y="3474720"/>
                </a:lnTo>
                <a:lnTo>
                  <a:pt x="2475369" y="3474720"/>
                </a:lnTo>
                <a:lnTo>
                  <a:pt x="2471713" y="3474720"/>
                </a:lnTo>
                <a:lnTo>
                  <a:pt x="2468056" y="3474720"/>
                </a:lnTo>
                <a:lnTo>
                  <a:pt x="2464400" y="3474720"/>
                </a:lnTo>
                <a:lnTo>
                  <a:pt x="2460743" y="3474720"/>
                </a:lnTo>
                <a:lnTo>
                  <a:pt x="2457087" y="3474720"/>
                </a:lnTo>
                <a:lnTo>
                  <a:pt x="2453431" y="3474720"/>
                </a:lnTo>
                <a:lnTo>
                  <a:pt x="2449774" y="3474720"/>
                </a:lnTo>
                <a:lnTo>
                  <a:pt x="2446118" y="3474720"/>
                </a:lnTo>
                <a:lnTo>
                  <a:pt x="2442462" y="3474720"/>
                </a:lnTo>
                <a:lnTo>
                  <a:pt x="2438805" y="3474720"/>
                </a:lnTo>
                <a:lnTo>
                  <a:pt x="2435149" y="3474720"/>
                </a:lnTo>
                <a:lnTo>
                  <a:pt x="2431492" y="3474720"/>
                </a:lnTo>
                <a:lnTo>
                  <a:pt x="2427836" y="3474720"/>
                </a:lnTo>
                <a:lnTo>
                  <a:pt x="2424180" y="3474720"/>
                </a:lnTo>
                <a:lnTo>
                  <a:pt x="2420523" y="3474720"/>
                </a:lnTo>
                <a:lnTo>
                  <a:pt x="2416867" y="3474720"/>
                </a:lnTo>
                <a:lnTo>
                  <a:pt x="2413210" y="3474720"/>
                </a:lnTo>
                <a:lnTo>
                  <a:pt x="2409554" y="3474720"/>
                </a:lnTo>
                <a:lnTo>
                  <a:pt x="2405898" y="3474720"/>
                </a:lnTo>
                <a:lnTo>
                  <a:pt x="2402241" y="3474720"/>
                </a:lnTo>
                <a:lnTo>
                  <a:pt x="2398585" y="3474720"/>
                </a:lnTo>
                <a:lnTo>
                  <a:pt x="2394929" y="3474720"/>
                </a:lnTo>
                <a:lnTo>
                  <a:pt x="2391272" y="3474720"/>
                </a:lnTo>
                <a:lnTo>
                  <a:pt x="2387616" y="3474720"/>
                </a:lnTo>
                <a:lnTo>
                  <a:pt x="2383959" y="3474720"/>
                </a:lnTo>
                <a:lnTo>
                  <a:pt x="2380303" y="3474720"/>
                </a:lnTo>
                <a:lnTo>
                  <a:pt x="2376647" y="3474720"/>
                </a:lnTo>
                <a:lnTo>
                  <a:pt x="2372990" y="3474720"/>
                </a:lnTo>
                <a:lnTo>
                  <a:pt x="2369334" y="3474720"/>
                </a:lnTo>
                <a:lnTo>
                  <a:pt x="2365678" y="3474720"/>
                </a:lnTo>
                <a:lnTo>
                  <a:pt x="2362021" y="3474720"/>
                </a:lnTo>
                <a:lnTo>
                  <a:pt x="2358365" y="3474720"/>
                </a:lnTo>
                <a:lnTo>
                  <a:pt x="2354708" y="3474720"/>
                </a:lnTo>
                <a:lnTo>
                  <a:pt x="2351052" y="3474720"/>
                </a:lnTo>
                <a:lnTo>
                  <a:pt x="2347396" y="3474720"/>
                </a:lnTo>
                <a:lnTo>
                  <a:pt x="2343739" y="3474720"/>
                </a:lnTo>
                <a:lnTo>
                  <a:pt x="2340083" y="3474720"/>
                </a:lnTo>
                <a:lnTo>
                  <a:pt x="2336427" y="3474720"/>
                </a:lnTo>
                <a:lnTo>
                  <a:pt x="2332770" y="3474720"/>
                </a:lnTo>
                <a:lnTo>
                  <a:pt x="2329114" y="3474720"/>
                </a:lnTo>
                <a:lnTo>
                  <a:pt x="2325457" y="3474720"/>
                </a:lnTo>
                <a:lnTo>
                  <a:pt x="2321801" y="3474720"/>
                </a:lnTo>
                <a:lnTo>
                  <a:pt x="2318145" y="3474720"/>
                </a:lnTo>
                <a:lnTo>
                  <a:pt x="2314488" y="3474720"/>
                </a:lnTo>
                <a:lnTo>
                  <a:pt x="2310832" y="3474720"/>
                </a:lnTo>
                <a:lnTo>
                  <a:pt x="2307175" y="3474720"/>
                </a:lnTo>
                <a:lnTo>
                  <a:pt x="2303519" y="3474720"/>
                </a:lnTo>
                <a:lnTo>
                  <a:pt x="2299863" y="3474720"/>
                </a:lnTo>
                <a:lnTo>
                  <a:pt x="2296206" y="3474720"/>
                </a:lnTo>
                <a:lnTo>
                  <a:pt x="2292550" y="3474720"/>
                </a:lnTo>
                <a:lnTo>
                  <a:pt x="2288894" y="3474720"/>
                </a:lnTo>
                <a:lnTo>
                  <a:pt x="2285237" y="3474720"/>
                </a:lnTo>
                <a:lnTo>
                  <a:pt x="2281581" y="3474720"/>
                </a:lnTo>
                <a:lnTo>
                  <a:pt x="2277924" y="3474720"/>
                </a:lnTo>
                <a:lnTo>
                  <a:pt x="2274268" y="3474720"/>
                </a:lnTo>
                <a:lnTo>
                  <a:pt x="2270612" y="3474720"/>
                </a:lnTo>
                <a:lnTo>
                  <a:pt x="2266955" y="3474720"/>
                </a:lnTo>
                <a:lnTo>
                  <a:pt x="2263299" y="3474720"/>
                </a:lnTo>
                <a:lnTo>
                  <a:pt x="2259643" y="3474720"/>
                </a:lnTo>
                <a:lnTo>
                  <a:pt x="2255986" y="3474720"/>
                </a:lnTo>
                <a:lnTo>
                  <a:pt x="2252330" y="3474720"/>
                </a:lnTo>
                <a:lnTo>
                  <a:pt x="2248673" y="3474720"/>
                </a:lnTo>
                <a:lnTo>
                  <a:pt x="2245017" y="3474720"/>
                </a:lnTo>
                <a:lnTo>
                  <a:pt x="2241361" y="3474720"/>
                </a:lnTo>
                <a:lnTo>
                  <a:pt x="2237704" y="3474720"/>
                </a:lnTo>
                <a:lnTo>
                  <a:pt x="2234048" y="3474720"/>
                </a:lnTo>
                <a:lnTo>
                  <a:pt x="2230391" y="3474720"/>
                </a:lnTo>
                <a:lnTo>
                  <a:pt x="2226735" y="3474720"/>
                </a:lnTo>
                <a:lnTo>
                  <a:pt x="2223079" y="3474720"/>
                </a:lnTo>
                <a:lnTo>
                  <a:pt x="2219422" y="3474720"/>
                </a:lnTo>
                <a:lnTo>
                  <a:pt x="2215766" y="3474720"/>
                </a:lnTo>
                <a:lnTo>
                  <a:pt x="2212110" y="3474720"/>
                </a:lnTo>
                <a:lnTo>
                  <a:pt x="2208453" y="3474720"/>
                </a:lnTo>
                <a:lnTo>
                  <a:pt x="2204797" y="3474720"/>
                </a:lnTo>
                <a:lnTo>
                  <a:pt x="2201140" y="3474720"/>
                </a:lnTo>
                <a:lnTo>
                  <a:pt x="2197484" y="3474720"/>
                </a:lnTo>
                <a:lnTo>
                  <a:pt x="2193828" y="3474720"/>
                </a:lnTo>
                <a:lnTo>
                  <a:pt x="2190171" y="3474720"/>
                </a:lnTo>
                <a:lnTo>
                  <a:pt x="2186515" y="3474720"/>
                </a:lnTo>
                <a:lnTo>
                  <a:pt x="2182859" y="3474720"/>
                </a:lnTo>
                <a:lnTo>
                  <a:pt x="2179202" y="3474720"/>
                </a:lnTo>
                <a:lnTo>
                  <a:pt x="2175546" y="3474720"/>
                </a:lnTo>
                <a:lnTo>
                  <a:pt x="2171889" y="3474720"/>
                </a:lnTo>
                <a:lnTo>
                  <a:pt x="2168233" y="3474720"/>
                </a:lnTo>
                <a:lnTo>
                  <a:pt x="2164577" y="3474720"/>
                </a:lnTo>
                <a:lnTo>
                  <a:pt x="2160920" y="3474720"/>
                </a:lnTo>
                <a:lnTo>
                  <a:pt x="2157264" y="3474720"/>
                </a:lnTo>
                <a:lnTo>
                  <a:pt x="2153608" y="3474720"/>
                </a:lnTo>
                <a:lnTo>
                  <a:pt x="2149951" y="3474720"/>
                </a:lnTo>
                <a:lnTo>
                  <a:pt x="2146295" y="3474720"/>
                </a:lnTo>
                <a:lnTo>
                  <a:pt x="2142638" y="3474720"/>
                </a:lnTo>
                <a:lnTo>
                  <a:pt x="2138982" y="3474720"/>
                </a:lnTo>
                <a:lnTo>
                  <a:pt x="2135326" y="3474720"/>
                </a:lnTo>
                <a:lnTo>
                  <a:pt x="2131669" y="3474720"/>
                </a:lnTo>
                <a:lnTo>
                  <a:pt x="2128013" y="3474720"/>
                </a:lnTo>
                <a:lnTo>
                  <a:pt x="2124356" y="3474720"/>
                </a:lnTo>
                <a:lnTo>
                  <a:pt x="2120700" y="3474720"/>
                </a:lnTo>
                <a:lnTo>
                  <a:pt x="2117044" y="3474720"/>
                </a:lnTo>
                <a:lnTo>
                  <a:pt x="2113387" y="3474720"/>
                </a:lnTo>
                <a:lnTo>
                  <a:pt x="2109731" y="3474720"/>
                </a:lnTo>
                <a:lnTo>
                  <a:pt x="2106075" y="3474720"/>
                </a:lnTo>
                <a:lnTo>
                  <a:pt x="2102418" y="3474720"/>
                </a:lnTo>
                <a:lnTo>
                  <a:pt x="2098762" y="3474720"/>
                </a:lnTo>
                <a:lnTo>
                  <a:pt x="2095105" y="3474720"/>
                </a:lnTo>
                <a:lnTo>
                  <a:pt x="2091449" y="3474720"/>
                </a:lnTo>
                <a:lnTo>
                  <a:pt x="2087793" y="3474720"/>
                </a:lnTo>
                <a:lnTo>
                  <a:pt x="2084136" y="3474720"/>
                </a:lnTo>
                <a:lnTo>
                  <a:pt x="2080480" y="3474720"/>
                </a:lnTo>
                <a:lnTo>
                  <a:pt x="2076824" y="3474720"/>
                </a:lnTo>
                <a:lnTo>
                  <a:pt x="2073167" y="3474720"/>
                </a:lnTo>
                <a:lnTo>
                  <a:pt x="2069511" y="3474720"/>
                </a:lnTo>
                <a:lnTo>
                  <a:pt x="2065854" y="3474720"/>
                </a:lnTo>
                <a:lnTo>
                  <a:pt x="2062198" y="3474720"/>
                </a:lnTo>
                <a:lnTo>
                  <a:pt x="2058542" y="3474720"/>
                </a:lnTo>
                <a:lnTo>
                  <a:pt x="2054885" y="3474720"/>
                </a:lnTo>
                <a:lnTo>
                  <a:pt x="2051229" y="3474720"/>
                </a:lnTo>
                <a:lnTo>
                  <a:pt x="2047572" y="3474720"/>
                </a:lnTo>
                <a:lnTo>
                  <a:pt x="2043916" y="3474720"/>
                </a:lnTo>
                <a:lnTo>
                  <a:pt x="2040260" y="3474720"/>
                </a:lnTo>
                <a:lnTo>
                  <a:pt x="2036603" y="3474720"/>
                </a:lnTo>
                <a:lnTo>
                  <a:pt x="2032947" y="3474720"/>
                </a:lnTo>
                <a:lnTo>
                  <a:pt x="2029291" y="3474720"/>
                </a:lnTo>
                <a:lnTo>
                  <a:pt x="2025634" y="3474720"/>
                </a:lnTo>
                <a:lnTo>
                  <a:pt x="2021978" y="3474720"/>
                </a:lnTo>
                <a:lnTo>
                  <a:pt x="2018321" y="3474720"/>
                </a:lnTo>
                <a:lnTo>
                  <a:pt x="2014665" y="3474720"/>
                </a:lnTo>
                <a:lnTo>
                  <a:pt x="2011009" y="3474720"/>
                </a:lnTo>
                <a:lnTo>
                  <a:pt x="2007352" y="3474720"/>
                </a:lnTo>
                <a:lnTo>
                  <a:pt x="2003696" y="3474720"/>
                </a:lnTo>
                <a:lnTo>
                  <a:pt x="2000040" y="3474720"/>
                </a:lnTo>
                <a:lnTo>
                  <a:pt x="1996383" y="3474720"/>
                </a:lnTo>
                <a:lnTo>
                  <a:pt x="1992727" y="3474720"/>
                </a:lnTo>
                <a:lnTo>
                  <a:pt x="1989070" y="3474720"/>
                </a:lnTo>
                <a:lnTo>
                  <a:pt x="1985414" y="3474720"/>
                </a:lnTo>
                <a:lnTo>
                  <a:pt x="1981758" y="3474720"/>
                </a:lnTo>
                <a:lnTo>
                  <a:pt x="1978101" y="3474720"/>
                </a:lnTo>
                <a:lnTo>
                  <a:pt x="1974445" y="3474720"/>
                </a:lnTo>
                <a:lnTo>
                  <a:pt x="1970789" y="3474720"/>
                </a:lnTo>
                <a:lnTo>
                  <a:pt x="1967132" y="3474720"/>
                </a:lnTo>
                <a:lnTo>
                  <a:pt x="1963476" y="3474720"/>
                </a:lnTo>
                <a:lnTo>
                  <a:pt x="1959819" y="3474720"/>
                </a:lnTo>
                <a:lnTo>
                  <a:pt x="1956163" y="3474720"/>
                </a:lnTo>
                <a:lnTo>
                  <a:pt x="1952507" y="3474720"/>
                </a:lnTo>
                <a:lnTo>
                  <a:pt x="1948850" y="3474720"/>
                </a:lnTo>
                <a:lnTo>
                  <a:pt x="1945194" y="3474720"/>
                </a:lnTo>
                <a:lnTo>
                  <a:pt x="1941537" y="3474720"/>
                </a:lnTo>
                <a:lnTo>
                  <a:pt x="1937881" y="3474720"/>
                </a:lnTo>
                <a:lnTo>
                  <a:pt x="1934225" y="3474720"/>
                </a:lnTo>
                <a:lnTo>
                  <a:pt x="1930568" y="3474720"/>
                </a:lnTo>
                <a:lnTo>
                  <a:pt x="1926912" y="3474720"/>
                </a:lnTo>
                <a:lnTo>
                  <a:pt x="1923256" y="3474720"/>
                </a:lnTo>
                <a:lnTo>
                  <a:pt x="1919599" y="3474720"/>
                </a:lnTo>
                <a:lnTo>
                  <a:pt x="1915943" y="3474720"/>
                </a:lnTo>
                <a:lnTo>
                  <a:pt x="1912286" y="3474720"/>
                </a:lnTo>
                <a:lnTo>
                  <a:pt x="1908630" y="3474720"/>
                </a:lnTo>
                <a:lnTo>
                  <a:pt x="1904974" y="3474720"/>
                </a:lnTo>
                <a:lnTo>
                  <a:pt x="1901317" y="3474720"/>
                </a:lnTo>
                <a:lnTo>
                  <a:pt x="1897661" y="3474720"/>
                </a:lnTo>
                <a:lnTo>
                  <a:pt x="1894005" y="3474720"/>
                </a:lnTo>
                <a:lnTo>
                  <a:pt x="1890348" y="3474720"/>
                </a:lnTo>
                <a:lnTo>
                  <a:pt x="1886692" y="3474720"/>
                </a:lnTo>
                <a:lnTo>
                  <a:pt x="1883035" y="3474720"/>
                </a:lnTo>
                <a:lnTo>
                  <a:pt x="1879379" y="3474720"/>
                </a:lnTo>
                <a:lnTo>
                  <a:pt x="1875723" y="3474720"/>
                </a:lnTo>
                <a:lnTo>
                  <a:pt x="1872066" y="3474720"/>
                </a:lnTo>
                <a:lnTo>
                  <a:pt x="1868410" y="3474720"/>
                </a:lnTo>
                <a:lnTo>
                  <a:pt x="1864753" y="3474720"/>
                </a:lnTo>
                <a:lnTo>
                  <a:pt x="1861097" y="3474720"/>
                </a:lnTo>
                <a:lnTo>
                  <a:pt x="1857441" y="3474720"/>
                </a:lnTo>
                <a:lnTo>
                  <a:pt x="1853784" y="3474720"/>
                </a:lnTo>
                <a:lnTo>
                  <a:pt x="1850128" y="3474720"/>
                </a:lnTo>
                <a:lnTo>
                  <a:pt x="1846472" y="3474720"/>
                </a:lnTo>
                <a:lnTo>
                  <a:pt x="1842815" y="3474720"/>
                </a:lnTo>
                <a:lnTo>
                  <a:pt x="1839159" y="3474720"/>
                </a:lnTo>
                <a:lnTo>
                  <a:pt x="1835502" y="3474720"/>
                </a:lnTo>
                <a:lnTo>
                  <a:pt x="1831846" y="3474720"/>
                </a:lnTo>
                <a:lnTo>
                  <a:pt x="1828190" y="3474720"/>
                </a:lnTo>
                <a:lnTo>
                  <a:pt x="1824533" y="3474720"/>
                </a:lnTo>
                <a:lnTo>
                  <a:pt x="1820877" y="3474720"/>
                </a:lnTo>
                <a:lnTo>
                  <a:pt x="1817221" y="3474720"/>
                </a:lnTo>
                <a:lnTo>
                  <a:pt x="1813564" y="3474720"/>
                </a:lnTo>
                <a:lnTo>
                  <a:pt x="1809908" y="3474720"/>
                </a:lnTo>
                <a:lnTo>
                  <a:pt x="1806251" y="3474720"/>
                </a:lnTo>
                <a:lnTo>
                  <a:pt x="1802595" y="3474720"/>
                </a:lnTo>
                <a:lnTo>
                  <a:pt x="1798939" y="3474720"/>
                </a:lnTo>
                <a:lnTo>
                  <a:pt x="1795282" y="3474720"/>
                </a:lnTo>
                <a:lnTo>
                  <a:pt x="1791626" y="3474720"/>
                </a:lnTo>
                <a:lnTo>
                  <a:pt x="1787970" y="3474720"/>
                </a:lnTo>
                <a:lnTo>
                  <a:pt x="1784313" y="3474720"/>
                </a:lnTo>
                <a:lnTo>
                  <a:pt x="1780657" y="3474720"/>
                </a:lnTo>
                <a:lnTo>
                  <a:pt x="1777000" y="3474720"/>
                </a:lnTo>
                <a:lnTo>
                  <a:pt x="1773344" y="3474720"/>
                </a:lnTo>
                <a:lnTo>
                  <a:pt x="1769688" y="3474720"/>
                </a:lnTo>
                <a:lnTo>
                  <a:pt x="1766031" y="3474720"/>
                </a:lnTo>
                <a:lnTo>
                  <a:pt x="1762375" y="3474720"/>
                </a:lnTo>
                <a:lnTo>
                  <a:pt x="1758718" y="3474720"/>
                </a:lnTo>
                <a:lnTo>
                  <a:pt x="1755062" y="3474720"/>
                </a:lnTo>
                <a:lnTo>
                  <a:pt x="1751406" y="3474720"/>
                </a:lnTo>
                <a:lnTo>
                  <a:pt x="1747749" y="3474720"/>
                </a:lnTo>
                <a:lnTo>
                  <a:pt x="1744093" y="3474720"/>
                </a:lnTo>
                <a:lnTo>
                  <a:pt x="1740437" y="3474720"/>
                </a:lnTo>
                <a:lnTo>
                  <a:pt x="1736780" y="3474720"/>
                </a:lnTo>
                <a:lnTo>
                  <a:pt x="1733124" y="3474720"/>
                </a:lnTo>
                <a:lnTo>
                  <a:pt x="1729467" y="3474720"/>
                </a:lnTo>
                <a:lnTo>
                  <a:pt x="1725811" y="3474720"/>
                </a:lnTo>
                <a:lnTo>
                  <a:pt x="1722155" y="3474720"/>
                </a:lnTo>
                <a:lnTo>
                  <a:pt x="1718498" y="3474720"/>
                </a:lnTo>
                <a:lnTo>
                  <a:pt x="1714842" y="3474720"/>
                </a:lnTo>
                <a:lnTo>
                  <a:pt x="1711186" y="3474720"/>
                </a:lnTo>
                <a:lnTo>
                  <a:pt x="1707529" y="3474720"/>
                </a:lnTo>
                <a:lnTo>
                  <a:pt x="1703873" y="3474720"/>
                </a:lnTo>
                <a:lnTo>
                  <a:pt x="1700216" y="3474720"/>
                </a:lnTo>
                <a:lnTo>
                  <a:pt x="1696560" y="3474720"/>
                </a:lnTo>
                <a:lnTo>
                  <a:pt x="1692904" y="3474720"/>
                </a:lnTo>
                <a:lnTo>
                  <a:pt x="1689247" y="3474720"/>
                </a:lnTo>
                <a:lnTo>
                  <a:pt x="1685591" y="3474720"/>
                </a:lnTo>
                <a:lnTo>
                  <a:pt x="1681934" y="3474720"/>
                </a:lnTo>
                <a:lnTo>
                  <a:pt x="1678278" y="3474720"/>
                </a:lnTo>
                <a:lnTo>
                  <a:pt x="1674622" y="3474720"/>
                </a:lnTo>
                <a:lnTo>
                  <a:pt x="1670965" y="3474720"/>
                </a:lnTo>
                <a:lnTo>
                  <a:pt x="1667309" y="3474720"/>
                </a:lnTo>
                <a:lnTo>
                  <a:pt x="1663653" y="3474720"/>
                </a:lnTo>
                <a:lnTo>
                  <a:pt x="1659996" y="3474720"/>
                </a:lnTo>
                <a:lnTo>
                  <a:pt x="1656340" y="3474720"/>
                </a:lnTo>
                <a:lnTo>
                  <a:pt x="1652683" y="3474720"/>
                </a:lnTo>
                <a:lnTo>
                  <a:pt x="1649027" y="3474720"/>
                </a:lnTo>
                <a:lnTo>
                  <a:pt x="1645371" y="3474720"/>
                </a:lnTo>
                <a:lnTo>
                  <a:pt x="1641714" y="3474720"/>
                </a:lnTo>
                <a:lnTo>
                  <a:pt x="1638058" y="3474720"/>
                </a:lnTo>
                <a:lnTo>
                  <a:pt x="1634402" y="3474720"/>
                </a:lnTo>
                <a:lnTo>
                  <a:pt x="1630745" y="3474720"/>
                </a:lnTo>
                <a:lnTo>
                  <a:pt x="1627089" y="3474720"/>
                </a:lnTo>
                <a:lnTo>
                  <a:pt x="1623432" y="3474720"/>
                </a:lnTo>
                <a:lnTo>
                  <a:pt x="1619776" y="3474720"/>
                </a:lnTo>
                <a:lnTo>
                  <a:pt x="1616120" y="3474720"/>
                </a:lnTo>
                <a:lnTo>
                  <a:pt x="1612463" y="3474720"/>
                </a:lnTo>
                <a:lnTo>
                  <a:pt x="1608807" y="3474720"/>
                </a:lnTo>
                <a:lnTo>
                  <a:pt x="1605151" y="3474720"/>
                </a:lnTo>
                <a:lnTo>
                  <a:pt x="1601494" y="3474720"/>
                </a:lnTo>
                <a:lnTo>
                  <a:pt x="1597838" y="3474720"/>
                </a:lnTo>
                <a:lnTo>
                  <a:pt x="1594181" y="3474720"/>
                </a:lnTo>
                <a:lnTo>
                  <a:pt x="1590525" y="3474720"/>
                </a:lnTo>
                <a:lnTo>
                  <a:pt x="1586869" y="3474720"/>
                </a:lnTo>
                <a:lnTo>
                  <a:pt x="1583212" y="3474720"/>
                </a:lnTo>
                <a:lnTo>
                  <a:pt x="1579556" y="3474720"/>
                </a:lnTo>
                <a:lnTo>
                  <a:pt x="1575899" y="3474720"/>
                </a:lnTo>
                <a:lnTo>
                  <a:pt x="1572243" y="3474720"/>
                </a:lnTo>
                <a:lnTo>
                  <a:pt x="1568587" y="3474720"/>
                </a:lnTo>
                <a:lnTo>
                  <a:pt x="1564930" y="3474720"/>
                </a:lnTo>
                <a:lnTo>
                  <a:pt x="1561274" y="3474720"/>
                </a:lnTo>
                <a:lnTo>
                  <a:pt x="1557618" y="3474720"/>
                </a:lnTo>
                <a:lnTo>
                  <a:pt x="1553961" y="3474720"/>
                </a:lnTo>
                <a:lnTo>
                  <a:pt x="1550305" y="3474720"/>
                </a:lnTo>
                <a:lnTo>
                  <a:pt x="1546648" y="3474720"/>
                </a:lnTo>
                <a:lnTo>
                  <a:pt x="1542992" y="3474720"/>
                </a:lnTo>
                <a:lnTo>
                  <a:pt x="1539336" y="3474720"/>
                </a:lnTo>
                <a:lnTo>
                  <a:pt x="1535679" y="3474720"/>
                </a:lnTo>
                <a:lnTo>
                  <a:pt x="1532023" y="3474720"/>
                </a:lnTo>
                <a:lnTo>
                  <a:pt x="1528367" y="3474720"/>
                </a:lnTo>
                <a:lnTo>
                  <a:pt x="1524710" y="3474720"/>
                </a:lnTo>
                <a:lnTo>
                  <a:pt x="1521054" y="3474720"/>
                </a:lnTo>
                <a:lnTo>
                  <a:pt x="1517397" y="3474720"/>
                </a:lnTo>
                <a:lnTo>
                  <a:pt x="1513741" y="3474720"/>
                </a:lnTo>
                <a:lnTo>
                  <a:pt x="1510085" y="3474720"/>
                </a:lnTo>
                <a:lnTo>
                  <a:pt x="1506428" y="3474720"/>
                </a:lnTo>
                <a:lnTo>
                  <a:pt x="1502772" y="3474720"/>
                </a:lnTo>
                <a:lnTo>
                  <a:pt x="1499115" y="3474720"/>
                </a:lnTo>
                <a:lnTo>
                  <a:pt x="1495459" y="3474720"/>
                </a:lnTo>
                <a:lnTo>
                  <a:pt x="1491803" y="3474720"/>
                </a:lnTo>
                <a:lnTo>
                  <a:pt x="1488146" y="3474720"/>
                </a:lnTo>
                <a:lnTo>
                  <a:pt x="1484490" y="3474720"/>
                </a:lnTo>
                <a:lnTo>
                  <a:pt x="1480834" y="3474720"/>
                </a:lnTo>
                <a:lnTo>
                  <a:pt x="1477177" y="3474720"/>
                </a:lnTo>
                <a:lnTo>
                  <a:pt x="1473521" y="3474720"/>
                </a:lnTo>
                <a:lnTo>
                  <a:pt x="1469864" y="3474720"/>
                </a:lnTo>
                <a:lnTo>
                  <a:pt x="1466208" y="3474720"/>
                </a:lnTo>
                <a:lnTo>
                  <a:pt x="1462552" y="3474720"/>
                </a:lnTo>
                <a:lnTo>
                  <a:pt x="1458895" y="3474720"/>
                </a:lnTo>
                <a:lnTo>
                  <a:pt x="1455239" y="3474720"/>
                </a:lnTo>
                <a:lnTo>
                  <a:pt x="1451583" y="3474720"/>
                </a:lnTo>
                <a:lnTo>
                  <a:pt x="1447926" y="3474720"/>
                </a:lnTo>
                <a:lnTo>
                  <a:pt x="1444270" y="3474720"/>
                </a:lnTo>
                <a:lnTo>
                  <a:pt x="1440613" y="3474720"/>
                </a:lnTo>
                <a:lnTo>
                  <a:pt x="1436957" y="3474720"/>
                </a:lnTo>
                <a:lnTo>
                  <a:pt x="1433301" y="3474720"/>
                </a:lnTo>
                <a:lnTo>
                  <a:pt x="1429644" y="3474720"/>
                </a:lnTo>
                <a:lnTo>
                  <a:pt x="1425988" y="3474720"/>
                </a:lnTo>
                <a:lnTo>
                  <a:pt x="1422332" y="3474720"/>
                </a:lnTo>
                <a:lnTo>
                  <a:pt x="1418675" y="3474720"/>
                </a:lnTo>
                <a:lnTo>
                  <a:pt x="1415019" y="3474720"/>
                </a:lnTo>
                <a:lnTo>
                  <a:pt x="1411362" y="3474720"/>
                </a:lnTo>
                <a:lnTo>
                  <a:pt x="1407706" y="3474720"/>
                </a:lnTo>
                <a:lnTo>
                  <a:pt x="1404050" y="3474720"/>
                </a:lnTo>
                <a:lnTo>
                  <a:pt x="1400393" y="3474720"/>
                </a:lnTo>
                <a:lnTo>
                  <a:pt x="1396737" y="3474720"/>
                </a:lnTo>
                <a:lnTo>
                  <a:pt x="1393080" y="3474720"/>
                </a:lnTo>
                <a:lnTo>
                  <a:pt x="1389424" y="3474720"/>
                </a:lnTo>
                <a:lnTo>
                  <a:pt x="1385768" y="3474720"/>
                </a:lnTo>
                <a:lnTo>
                  <a:pt x="1382111" y="3474720"/>
                </a:lnTo>
                <a:lnTo>
                  <a:pt x="1378455" y="3474720"/>
                </a:lnTo>
                <a:lnTo>
                  <a:pt x="1374799" y="3474720"/>
                </a:lnTo>
                <a:lnTo>
                  <a:pt x="1371142" y="3474720"/>
                </a:lnTo>
                <a:lnTo>
                  <a:pt x="1367486" y="3474720"/>
                </a:lnTo>
                <a:lnTo>
                  <a:pt x="1363829" y="3474720"/>
                </a:lnTo>
                <a:lnTo>
                  <a:pt x="1360173" y="3474720"/>
                </a:lnTo>
                <a:lnTo>
                  <a:pt x="1356517" y="3474720"/>
                </a:lnTo>
                <a:lnTo>
                  <a:pt x="1352860" y="3474720"/>
                </a:lnTo>
                <a:lnTo>
                  <a:pt x="1349204" y="3474720"/>
                </a:lnTo>
                <a:lnTo>
                  <a:pt x="1345548" y="3474720"/>
                </a:lnTo>
                <a:lnTo>
                  <a:pt x="1341891" y="3474720"/>
                </a:lnTo>
                <a:lnTo>
                  <a:pt x="1338235" y="3474720"/>
                </a:lnTo>
                <a:lnTo>
                  <a:pt x="1334578" y="3474720"/>
                </a:lnTo>
                <a:lnTo>
                  <a:pt x="1330922" y="3474720"/>
                </a:lnTo>
                <a:lnTo>
                  <a:pt x="1327266" y="3474720"/>
                </a:lnTo>
                <a:lnTo>
                  <a:pt x="1323609" y="3474720"/>
                </a:lnTo>
                <a:lnTo>
                  <a:pt x="1319953" y="3474720"/>
                </a:lnTo>
                <a:lnTo>
                  <a:pt x="1316296" y="3474720"/>
                </a:lnTo>
                <a:lnTo>
                  <a:pt x="1312640" y="3474720"/>
                </a:lnTo>
                <a:lnTo>
                  <a:pt x="1308984" y="3474720"/>
                </a:lnTo>
                <a:lnTo>
                  <a:pt x="1305327" y="3474720"/>
                </a:lnTo>
                <a:lnTo>
                  <a:pt x="1301671" y="3474720"/>
                </a:lnTo>
                <a:lnTo>
                  <a:pt x="1298015" y="3474720"/>
                </a:lnTo>
                <a:lnTo>
                  <a:pt x="1294358" y="3474720"/>
                </a:lnTo>
                <a:lnTo>
                  <a:pt x="1290702" y="3474720"/>
                </a:lnTo>
                <a:lnTo>
                  <a:pt x="1287045" y="3474720"/>
                </a:lnTo>
                <a:lnTo>
                  <a:pt x="1283389" y="3474720"/>
                </a:lnTo>
                <a:lnTo>
                  <a:pt x="1279733" y="3474720"/>
                </a:lnTo>
                <a:lnTo>
                  <a:pt x="1276076" y="3474720"/>
                </a:lnTo>
                <a:lnTo>
                  <a:pt x="1272420" y="3474720"/>
                </a:lnTo>
                <a:lnTo>
                  <a:pt x="1268764" y="3474720"/>
                </a:lnTo>
                <a:lnTo>
                  <a:pt x="1265107" y="3474720"/>
                </a:lnTo>
                <a:lnTo>
                  <a:pt x="1261451" y="3474720"/>
                </a:lnTo>
                <a:lnTo>
                  <a:pt x="1257794" y="3474720"/>
                </a:lnTo>
                <a:lnTo>
                  <a:pt x="1254138" y="3474720"/>
                </a:lnTo>
                <a:lnTo>
                  <a:pt x="1250482" y="3474720"/>
                </a:lnTo>
                <a:lnTo>
                  <a:pt x="1246825" y="3474720"/>
                </a:lnTo>
                <a:lnTo>
                  <a:pt x="1243169" y="3474720"/>
                </a:lnTo>
                <a:lnTo>
                  <a:pt x="1239513" y="3474720"/>
                </a:lnTo>
                <a:lnTo>
                  <a:pt x="1235856" y="3474720"/>
                </a:lnTo>
                <a:lnTo>
                  <a:pt x="1232200" y="3474720"/>
                </a:lnTo>
                <a:lnTo>
                  <a:pt x="1228543" y="3474720"/>
                </a:lnTo>
                <a:lnTo>
                  <a:pt x="1224887" y="3474720"/>
                </a:lnTo>
                <a:lnTo>
                  <a:pt x="1221231" y="3474720"/>
                </a:lnTo>
                <a:lnTo>
                  <a:pt x="1217574" y="3474720"/>
                </a:lnTo>
                <a:lnTo>
                  <a:pt x="1213918" y="3474720"/>
                </a:lnTo>
                <a:lnTo>
                  <a:pt x="1210261" y="3474720"/>
                </a:lnTo>
                <a:lnTo>
                  <a:pt x="1206605" y="3474720"/>
                </a:lnTo>
                <a:lnTo>
                  <a:pt x="1202949" y="3474720"/>
                </a:lnTo>
                <a:lnTo>
                  <a:pt x="1199292" y="3474720"/>
                </a:lnTo>
                <a:lnTo>
                  <a:pt x="1195636" y="3474720"/>
                </a:lnTo>
                <a:lnTo>
                  <a:pt x="1191980" y="3474720"/>
                </a:lnTo>
                <a:lnTo>
                  <a:pt x="1188323" y="3474720"/>
                </a:lnTo>
                <a:lnTo>
                  <a:pt x="1184667" y="3474720"/>
                </a:lnTo>
                <a:lnTo>
                  <a:pt x="1181010" y="3474720"/>
                </a:lnTo>
                <a:lnTo>
                  <a:pt x="1177354" y="3474720"/>
                </a:lnTo>
                <a:lnTo>
                  <a:pt x="1173698" y="3474720"/>
                </a:lnTo>
                <a:lnTo>
                  <a:pt x="1170041" y="3474720"/>
                </a:lnTo>
                <a:lnTo>
                  <a:pt x="1166385" y="3474720"/>
                </a:lnTo>
                <a:lnTo>
                  <a:pt x="1162729" y="3474720"/>
                </a:lnTo>
                <a:lnTo>
                  <a:pt x="1159072" y="3474720"/>
                </a:lnTo>
                <a:lnTo>
                  <a:pt x="1155416" y="3474720"/>
                </a:lnTo>
                <a:lnTo>
                  <a:pt x="1151759" y="3474720"/>
                </a:lnTo>
                <a:lnTo>
                  <a:pt x="1148103" y="3474720"/>
                </a:lnTo>
                <a:lnTo>
                  <a:pt x="1144447" y="3474720"/>
                </a:lnTo>
                <a:lnTo>
                  <a:pt x="1140790" y="3474720"/>
                </a:lnTo>
                <a:lnTo>
                  <a:pt x="1137134" y="3474720"/>
                </a:lnTo>
                <a:lnTo>
                  <a:pt x="1133477" y="3474720"/>
                </a:lnTo>
                <a:lnTo>
                  <a:pt x="1129821" y="3474720"/>
                </a:lnTo>
                <a:lnTo>
                  <a:pt x="1126165" y="3474720"/>
                </a:lnTo>
                <a:lnTo>
                  <a:pt x="1122508" y="3474720"/>
                </a:lnTo>
                <a:lnTo>
                  <a:pt x="1118852" y="3474720"/>
                </a:lnTo>
                <a:lnTo>
                  <a:pt x="1115196" y="3474720"/>
                </a:lnTo>
                <a:lnTo>
                  <a:pt x="1111539" y="3474720"/>
                </a:lnTo>
                <a:lnTo>
                  <a:pt x="1107883" y="3474720"/>
                </a:lnTo>
                <a:lnTo>
                  <a:pt x="1104226" y="3474720"/>
                </a:lnTo>
                <a:lnTo>
                  <a:pt x="1100570" y="3474720"/>
                </a:lnTo>
                <a:lnTo>
                  <a:pt x="1096914" y="3474720"/>
                </a:lnTo>
                <a:lnTo>
                  <a:pt x="1093257" y="3474720"/>
                </a:lnTo>
                <a:lnTo>
                  <a:pt x="1089601" y="3474720"/>
                </a:lnTo>
                <a:lnTo>
                  <a:pt x="1085945" y="3474720"/>
                </a:lnTo>
                <a:lnTo>
                  <a:pt x="1082288" y="3474720"/>
                </a:lnTo>
                <a:lnTo>
                  <a:pt x="1078632" y="3474720"/>
                </a:lnTo>
                <a:lnTo>
                  <a:pt x="1074975" y="3474720"/>
                </a:lnTo>
                <a:lnTo>
                  <a:pt x="1071319" y="3474720"/>
                </a:lnTo>
                <a:lnTo>
                  <a:pt x="1067663" y="3474720"/>
                </a:lnTo>
                <a:lnTo>
                  <a:pt x="1064006" y="3474720"/>
                </a:lnTo>
                <a:lnTo>
                  <a:pt x="1060350" y="3474720"/>
                </a:lnTo>
                <a:lnTo>
                  <a:pt x="1056694" y="3474720"/>
                </a:lnTo>
                <a:lnTo>
                  <a:pt x="1053037" y="3474720"/>
                </a:lnTo>
                <a:lnTo>
                  <a:pt x="1049381" y="3474720"/>
                </a:lnTo>
                <a:lnTo>
                  <a:pt x="1045724" y="3474720"/>
                </a:lnTo>
                <a:lnTo>
                  <a:pt x="1042068" y="3474720"/>
                </a:lnTo>
                <a:lnTo>
                  <a:pt x="1038412" y="3474720"/>
                </a:lnTo>
                <a:lnTo>
                  <a:pt x="1034755" y="3474720"/>
                </a:lnTo>
                <a:lnTo>
                  <a:pt x="1031099" y="3474720"/>
                </a:lnTo>
                <a:lnTo>
                  <a:pt x="1027442" y="3474720"/>
                </a:lnTo>
                <a:lnTo>
                  <a:pt x="1023786" y="3474720"/>
                </a:lnTo>
                <a:lnTo>
                  <a:pt x="1020130" y="3474720"/>
                </a:lnTo>
                <a:lnTo>
                  <a:pt x="1016473" y="3474720"/>
                </a:lnTo>
                <a:lnTo>
                  <a:pt x="1012817" y="3474720"/>
                </a:lnTo>
                <a:lnTo>
                  <a:pt x="1009161" y="3474720"/>
                </a:lnTo>
                <a:lnTo>
                  <a:pt x="1005504" y="3474720"/>
                </a:lnTo>
                <a:lnTo>
                  <a:pt x="1001848" y="3474720"/>
                </a:lnTo>
                <a:lnTo>
                  <a:pt x="998191" y="3474720"/>
                </a:lnTo>
                <a:lnTo>
                  <a:pt x="994535" y="3474720"/>
                </a:lnTo>
                <a:lnTo>
                  <a:pt x="990879" y="3474720"/>
                </a:lnTo>
                <a:lnTo>
                  <a:pt x="987222" y="3474720"/>
                </a:lnTo>
                <a:lnTo>
                  <a:pt x="983566" y="3474720"/>
                </a:lnTo>
                <a:lnTo>
                  <a:pt x="979910" y="3474720"/>
                </a:lnTo>
                <a:lnTo>
                  <a:pt x="976253" y="3474720"/>
                </a:lnTo>
                <a:lnTo>
                  <a:pt x="972597" y="3474720"/>
                </a:lnTo>
                <a:lnTo>
                  <a:pt x="968940" y="3474720"/>
                </a:lnTo>
                <a:lnTo>
                  <a:pt x="965284" y="3474720"/>
                </a:lnTo>
                <a:lnTo>
                  <a:pt x="961628" y="3474720"/>
                </a:lnTo>
                <a:lnTo>
                  <a:pt x="957971" y="3474720"/>
                </a:lnTo>
                <a:lnTo>
                  <a:pt x="954315" y="3474720"/>
                </a:lnTo>
                <a:lnTo>
                  <a:pt x="950658" y="3474720"/>
                </a:lnTo>
                <a:lnTo>
                  <a:pt x="947002" y="3474720"/>
                </a:lnTo>
                <a:lnTo>
                  <a:pt x="943346" y="3474720"/>
                </a:lnTo>
                <a:lnTo>
                  <a:pt x="939689" y="3474720"/>
                </a:lnTo>
                <a:lnTo>
                  <a:pt x="936033" y="3474720"/>
                </a:lnTo>
                <a:lnTo>
                  <a:pt x="932377" y="3474720"/>
                </a:lnTo>
                <a:lnTo>
                  <a:pt x="928720" y="3474720"/>
                </a:lnTo>
                <a:lnTo>
                  <a:pt x="925064" y="3474720"/>
                </a:lnTo>
                <a:lnTo>
                  <a:pt x="921407" y="3474720"/>
                </a:lnTo>
                <a:lnTo>
                  <a:pt x="917751" y="3474720"/>
                </a:lnTo>
                <a:lnTo>
                  <a:pt x="914095" y="3474720"/>
                </a:lnTo>
                <a:lnTo>
                  <a:pt x="910438" y="3474720"/>
                </a:lnTo>
                <a:lnTo>
                  <a:pt x="906782" y="3474720"/>
                </a:lnTo>
                <a:lnTo>
                  <a:pt x="903126" y="3474720"/>
                </a:lnTo>
                <a:lnTo>
                  <a:pt x="899469" y="3474720"/>
                </a:lnTo>
                <a:lnTo>
                  <a:pt x="895813" y="3474720"/>
                </a:lnTo>
                <a:lnTo>
                  <a:pt x="892156" y="3474720"/>
                </a:lnTo>
                <a:lnTo>
                  <a:pt x="888500" y="3474720"/>
                </a:lnTo>
                <a:lnTo>
                  <a:pt x="884844" y="3474720"/>
                </a:lnTo>
                <a:lnTo>
                  <a:pt x="881187" y="3474720"/>
                </a:lnTo>
                <a:lnTo>
                  <a:pt x="877531" y="3474720"/>
                </a:lnTo>
                <a:lnTo>
                  <a:pt x="873875" y="3474720"/>
                </a:lnTo>
                <a:lnTo>
                  <a:pt x="870218" y="3474720"/>
                </a:lnTo>
                <a:lnTo>
                  <a:pt x="866562" y="3474720"/>
                </a:lnTo>
                <a:lnTo>
                  <a:pt x="862905" y="3474720"/>
                </a:lnTo>
                <a:lnTo>
                  <a:pt x="859249" y="3474720"/>
                </a:lnTo>
                <a:lnTo>
                  <a:pt x="855593" y="3474720"/>
                </a:lnTo>
                <a:lnTo>
                  <a:pt x="851936" y="3474720"/>
                </a:lnTo>
                <a:lnTo>
                  <a:pt x="848280" y="3474720"/>
                </a:lnTo>
                <a:lnTo>
                  <a:pt x="844623" y="3474720"/>
                </a:lnTo>
                <a:lnTo>
                  <a:pt x="840967" y="3474720"/>
                </a:lnTo>
                <a:lnTo>
                  <a:pt x="837311" y="3474720"/>
                </a:lnTo>
                <a:lnTo>
                  <a:pt x="833654" y="3474720"/>
                </a:lnTo>
                <a:lnTo>
                  <a:pt x="829998" y="3474720"/>
                </a:lnTo>
                <a:lnTo>
                  <a:pt x="826342" y="3474720"/>
                </a:lnTo>
                <a:lnTo>
                  <a:pt x="822685" y="3474720"/>
                </a:lnTo>
                <a:lnTo>
                  <a:pt x="819029" y="3474720"/>
                </a:lnTo>
                <a:lnTo>
                  <a:pt x="815372" y="3474720"/>
                </a:lnTo>
                <a:lnTo>
                  <a:pt x="811716" y="3474720"/>
                </a:lnTo>
                <a:lnTo>
                  <a:pt x="808060" y="3474720"/>
                </a:lnTo>
                <a:lnTo>
                  <a:pt x="804403" y="3474720"/>
                </a:lnTo>
                <a:lnTo>
                  <a:pt x="800747" y="3474720"/>
                </a:lnTo>
                <a:lnTo>
                  <a:pt x="797091" y="3474720"/>
                </a:lnTo>
                <a:lnTo>
                  <a:pt x="793434" y="3474720"/>
                </a:lnTo>
                <a:lnTo>
                  <a:pt x="789778" y="3474720"/>
                </a:lnTo>
                <a:lnTo>
                  <a:pt x="786121" y="3474720"/>
                </a:lnTo>
                <a:lnTo>
                  <a:pt x="782465" y="3474720"/>
                </a:lnTo>
                <a:lnTo>
                  <a:pt x="778809" y="3474720"/>
                </a:lnTo>
                <a:lnTo>
                  <a:pt x="775152" y="3474720"/>
                </a:lnTo>
                <a:lnTo>
                  <a:pt x="771496" y="3474720"/>
                </a:lnTo>
                <a:lnTo>
                  <a:pt x="767839" y="3474720"/>
                </a:lnTo>
                <a:lnTo>
                  <a:pt x="764183" y="3474720"/>
                </a:lnTo>
                <a:lnTo>
                  <a:pt x="760527" y="3474720"/>
                </a:lnTo>
                <a:lnTo>
                  <a:pt x="756870" y="3474720"/>
                </a:lnTo>
                <a:lnTo>
                  <a:pt x="753214" y="3474720"/>
                </a:lnTo>
                <a:lnTo>
                  <a:pt x="749558" y="3474720"/>
                </a:lnTo>
                <a:lnTo>
                  <a:pt x="745901" y="3474720"/>
                </a:lnTo>
                <a:lnTo>
                  <a:pt x="742245" y="3474720"/>
                </a:lnTo>
                <a:lnTo>
                  <a:pt x="738588" y="3474720"/>
                </a:lnTo>
                <a:lnTo>
                  <a:pt x="734932" y="3474720"/>
                </a:lnTo>
                <a:lnTo>
                  <a:pt x="731276" y="3474720"/>
                </a:lnTo>
                <a:lnTo>
                  <a:pt x="727619" y="3474720"/>
                </a:lnTo>
                <a:lnTo>
                  <a:pt x="723963" y="3474720"/>
                </a:lnTo>
                <a:lnTo>
                  <a:pt x="720307" y="3474720"/>
                </a:lnTo>
                <a:lnTo>
                  <a:pt x="716650" y="3474720"/>
                </a:lnTo>
                <a:lnTo>
                  <a:pt x="712994" y="3474720"/>
                </a:lnTo>
                <a:lnTo>
                  <a:pt x="709337" y="3474720"/>
                </a:lnTo>
                <a:lnTo>
                  <a:pt x="705681" y="3474720"/>
                </a:lnTo>
                <a:lnTo>
                  <a:pt x="702025" y="3474720"/>
                </a:lnTo>
                <a:lnTo>
                  <a:pt x="698368" y="3474720"/>
                </a:lnTo>
                <a:lnTo>
                  <a:pt x="694712" y="3474720"/>
                </a:lnTo>
                <a:lnTo>
                  <a:pt x="691056" y="3474720"/>
                </a:lnTo>
                <a:lnTo>
                  <a:pt x="687399" y="3474720"/>
                </a:lnTo>
                <a:lnTo>
                  <a:pt x="683743" y="3474720"/>
                </a:lnTo>
                <a:lnTo>
                  <a:pt x="680086" y="3474720"/>
                </a:lnTo>
                <a:lnTo>
                  <a:pt x="676430" y="3474720"/>
                </a:lnTo>
                <a:lnTo>
                  <a:pt x="672774" y="3474720"/>
                </a:lnTo>
                <a:lnTo>
                  <a:pt x="669117" y="3474720"/>
                </a:lnTo>
                <a:lnTo>
                  <a:pt x="665461" y="3474720"/>
                </a:lnTo>
                <a:lnTo>
                  <a:pt x="661804" y="3474720"/>
                </a:lnTo>
                <a:lnTo>
                  <a:pt x="658148" y="3474720"/>
                </a:lnTo>
                <a:lnTo>
                  <a:pt x="654492" y="3474720"/>
                </a:lnTo>
                <a:lnTo>
                  <a:pt x="650835" y="3474720"/>
                </a:lnTo>
                <a:lnTo>
                  <a:pt x="647179" y="3474720"/>
                </a:lnTo>
                <a:lnTo>
                  <a:pt x="643523" y="3474720"/>
                </a:lnTo>
                <a:lnTo>
                  <a:pt x="639866" y="3474720"/>
                </a:lnTo>
                <a:lnTo>
                  <a:pt x="636210" y="3474720"/>
                </a:lnTo>
                <a:lnTo>
                  <a:pt x="632553" y="3474720"/>
                </a:lnTo>
                <a:lnTo>
                  <a:pt x="628897" y="3474720"/>
                </a:lnTo>
                <a:lnTo>
                  <a:pt x="625241" y="3474720"/>
                </a:lnTo>
                <a:lnTo>
                  <a:pt x="621584" y="3474720"/>
                </a:lnTo>
                <a:lnTo>
                  <a:pt x="617928" y="3474720"/>
                </a:lnTo>
                <a:lnTo>
                  <a:pt x="614272" y="3474720"/>
                </a:lnTo>
                <a:lnTo>
                  <a:pt x="610615" y="3474720"/>
                </a:lnTo>
                <a:lnTo>
                  <a:pt x="606959" y="3474720"/>
                </a:lnTo>
                <a:lnTo>
                  <a:pt x="603302" y="3474720"/>
                </a:lnTo>
                <a:lnTo>
                  <a:pt x="599646" y="3474720"/>
                </a:lnTo>
                <a:lnTo>
                  <a:pt x="595990" y="3474720"/>
                </a:lnTo>
                <a:lnTo>
                  <a:pt x="592333" y="3474720"/>
                </a:lnTo>
                <a:lnTo>
                  <a:pt x="588677" y="3474720"/>
                </a:lnTo>
                <a:lnTo>
                  <a:pt x="585020" y="3474720"/>
                </a:lnTo>
                <a:lnTo>
                  <a:pt x="581364" y="3474720"/>
                </a:lnTo>
                <a:lnTo>
                  <a:pt x="577708" y="3474720"/>
                </a:lnTo>
                <a:lnTo>
                  <a:pt x="574051" y="3474720"/>
                </a:lnTo>
                <a:lnTo>
                  <a:pt x="570395" y="3474720"/>
                </a:lnTo>
                <a:lnTo>
                  <a:pt x="566739" y="3474720"/>
                </a:lnTo>
                <a:lnTo>
                  <a:pt x="563082" y="3474720"/>
                </a:lnTo>
                <a:lnTo>
                  <a:pt x="559426" y="3474720"/>
                </a:lnTo>
                <a:lnTo>
                  <a:pt x="555769" y="3474720"/>
                </a:lnTo>
                <a:lnTo>
                  <a:pt x="552113" y="3474720"/>
                </a:lnTo>
                <a:lnTo>
                  <a:pt x="548457" y="3474720"/>
                </a:lnTo>
                <a:lnTo>
                  <a:pt x="544800" y="3474720"/>
                </a:lnTo>
                <a:lnTo>
                  <a:pt x="541144" y="3474720"/>
                </a:lnTo>
                <a:lnTo>
                  <a:pt x="537488" y="3474720"/>
                </a:lnTo>
                <a:lnTo>
                  <a:pt x="533831" y="3474720"/>
                </a:lnTo>
                <a:lnTo>
                  <a:pt x="530175" y="3474720"/>
                </a:lnTo>
                <a:lnTo>
                  <a:pt x="526518" y="3474720"/>
                </a:lnTo>
                <a:lnTo>
                  <a:pt x="522862" y="3474720"/>
                </a:lnTo>
                <a:lnTo>
                  <a:pt x="519206" y="3474720"/>
                </a:lnTo>
                <a:lnTo>
                  <a:pt x="515549" y="3474720"/>
                </a:lnTo>
                <a:lnTo>
                  <a:pt x="511893" y="3474720"/>
                </a:lnTo>
                <a:lnTo>
                  <a:pt x="508237" y="3474720"/>
                </a:lnTo>
                <a:lnTo>
                  <a:pt x="504580" y="3474720"/>
                </a:lnTo>
                <a:lnTo>
                  <a:pt x="500924" y="3474720"/>
                </a:lnTo>
                <a:lnTo>
                  <a:pt x="497267" y="3474720"/>
                </a:lnTo>
                <a:lnTo>
                  <a:pt x="493611" y="3474720"/>
                </a:lnTo>
                <a:lnTo>
                  <a:pt x="489955" y="3474720"/>
                </a:lnTo>
                <a:lnTo>
                  <a:pt x="486298" y="3474720"/>
                </a:lnTo>
                <a:lnTo>
                  <a:pt x="482642" y="3474720"/>
                </a:lnTo>
                <a:lnTo>
                  <a:pt x="478985" y="3474720"/>
                </a:lnTo>
                <a:lnTo>
                  <a:pt x="475329" y="3474720"/>
                </a:lnTo>
                <a:lnTo>
                  <a:pt x="471673" y="3474720"/>
                </a:lnTo>
                <a:lnTo>
                  <a:pt x="468016" y="3474720"/>
                </a:lnTo>
                <a:lnTo>
                  <a:pt x="464360" y="3474720"/>
                </a:lnTo>
                <a:lnTo>
                  <a:pt x="460704" y="3474720"/>
                </a:lnTo>
                <a:lnTo>
                  <a:pt x="457047" y="3474720"/>
                </a:lnTo>
                <a:lnTo>
                  <a:pt x="453391" y="3474720"/>
                </a:lnTo>
                <a:lnTo>
                  <a:pt x="449734" y="3474720"/>
                </a:lnTo>
                <a:lnTo>
                  <a:pt x="446078" y="3474720"/>
                </a:lnTo>
                <a:lnTo>
                  <a:pt x="442422" y="3474720"/>
                </a:lnTo>
                <a:lnTo>
                  <a:pt x="438765" y="3474720"/>
                </a:lnTo>
                <a:lnTo>
                  <a:pt x="435109" y="3474720"/>
                </a:lnTo>
                <a:lnTo>
                  <a:pt x="431453" y="3474720"/>
                </a:lnTo>
                <a:lnTo>
                  <a:pt x="427796" y="3474720"/>
                </a:lnTo>
                <a:lnTo>
                  <a:pt x="424140" y="3474720"/>
                </a:lnTo>
                <a:lnTo>
                  <a:pt x="420483" y="3474720"/>
                </a:lnTo>
                <a:lnTo>
                  <a:pt x="416827" y="3474720"/>
                </a:lnTo>
                <a:lnTo>
                  <a:pt x="413171" y="3474720"/>
                </a:lnTo>
                <a:lnTo>
                  <a:pt x="409514" y="3474720"/>
                </a:lnTo>
                <a:lnTo>
                  <a:pt x="405858" y="3474720"/>
                </a:lnTo>
                <a:lnTo>
                  <a:pt x="402201" y="3474720"/>
                </a:lnTo>
                <a:lnTo>
                  <a:pt x="398545" y="3474720"/>
                </a:lnTo>
                <a:lnTo>
                  <a:pt x="394889" y="3474720"/>
                </a:lnTo>
                <a:lnTo>
                  <a:pt x="391232" y="3474720"/>
                </a:lnTo>
                <a:lnTo>
                  <a:pt x="387576" y="3474720"/>
                </a:lnTo>
                <a:lnTo>
                  <a:pt x="383920" y="3474720"/>
                </a:lnTo>
                <a:lnTo>
                  <a:pt x="380263" y="3474720"/>
                </a:lnTo>
                <a:lnTo>
                  <a:pt x="376607" y="3474720"/>
                </a:lnTo>
                <a:lnTo>
                  <a:pt x="372950" y="3474720"/>
                </a:lnTo>
                <a:lnTo>
                  <a:pt x="369294" y="3474720"/>
                </a:lnTo>
                <a:lnTo>
                  <a:pt x="365638" y="3474720"/>
                </a:lnTo>
                <a:lnTo>
                  <a:pt x="361981" y="3474720"/>
                </a:lnTo>
                <a:lnTo>
                  <a:pt x="358325" y="3474720"/>
                </a:lnTo>
                <a:lnTo>
                  <a:pt x="354669" y="3474720"/>
                </a:lnTo>
                <a:lnTo>
                  <a:pt x="351012" y="3474720"/>
                </a:lnTo>
                <a:lnTo>
                  <a:pt x="347356" y="3474720"/>
                </a:lnTo>
                <a:lnTo>
                  <a:pt x="343699" y="3474720"/>
                </a:lnTo>
                <a:lnTo>
                  <a:pt x="340043" y="3474720"/>
                </a:lnTo>
                <a:lnTo>
                  <a:pt x="336387" y="3474720"/>
                </a:lnTo>
                <a:lnTo>
                  <a:pt x="332730" y="3474720"/>
                </a:lnTo>
                <a:lnTo>
                  <a:pt x="329074" y="3474720"/>
                </a:lnTo>
                <a:lnTo>
                  <a:pt x="325418" y="3474720"/>
                </a:lnTo>
                <a:lnTo>
                  <a:pt x="321761" y="3474720"/>
                </a:lnTo>
                <a:lnTo>
                  <a:pt x="318105" y="3474720"/>
                </a:lnTo>
                <a:lnTo>
                  <a:pt x="314448" y="3474720"/>
                </a:lnTo>
                <a:lnTo>
                  <a:pt x="310792" y="3474720"/>
                </a:lnTo>
                <a:lnTo>
                  <a:pt x="307136" y="3474720"/>
                </a:lnTo>
                <a:lnTo>
                  <a:pt x="303479" y="3474720"/>
                </a:lnTo>
                <a:lnTo>
                  <a:pt x="299823" y="3474720"/>
                </a:lnTo>
                <a:lnTo>
                  <a:pt x="296166" y="3474720"/>
                </a:lnTo>
                <a:lnTo>
                  <a:pt x="292510" y="3474720"/>
                </a:lnTo>
                <a:lnTo>
                  <a:pt x="288854" y="3474720"/>
                </a:lnTo>
                <a:lnTo>
                  <a:pt x="285197" y="3474720"/>
                </a:lnTo>
                <a:lnTo>
                  <a:pt x="281541" y="3474720"/>
                </a:lnTo>
                <a:lnTo>
                  <a:pt x="277885" y="3474720"/>
                </a:lnTo>
                <a:lnTo>
                  <a:pt x="274228" y="3474720"/>
                </a:lnTo>
                <a:lnTo>
                  <a:pt x="270572" y="3474720"/>
                </a:lnTo>
                <a:lnTo>
                  <a:pt x="266915" y="3474720"/>
                </a:lnTo>
                <a:lnTo>
                  <a:pt x="263259" y="3474720"/>
                </a:lnTo>
                <a:lnTo>
                  <a:pt x="259603" y="3474720"/>
                </a:lnTo>
                <a:lnTo>
                  <a:pt x="255946" y="3474720"/>
                </a:lnTo>
                <a:lnTo>
                  <a:pt x="252290" y="3474720"/>
                </a:lnTo>
                <a:lnTo>
                  <a:pt x="248634" y="3474720"/>
                </a:lnTo>
                <a:lnTo>
                  <a:pt x="244977" y="3474720"/>
                </a:lnTo>
                <a:lnTo>
                  <a:pt x="241321" y="3474720"/>
                </a:lnTo>
                <a:lnTo>
                  <a:pt x="237664" y="3474720"/>
                </a:lnTo>
                <a:lnTo>
                  <a:pt x="234008" y="3474720"/>
                </a:lnTo>
                <a:lnTo>
                  <a:pt x="230352" y="3474720"/>
                </a:lnTo>
                <a:lnTo>
                  <a:pt x="226695" y="3474720"/>
                </a:lnTo>
                <a:lnTo>
                  <a:pt x="223039" y="3474720"/>
                </a:lnTo>
                <a:lnTo>
                  <a:pt x="219382" y="3474720"/>
                </a:lnTo>
                <a:lnTo>
                  <a:pt x="215726" y="3474720"/>
                </a:lnTo>
                <a:lnTo>
                  <a:pt x="212070" y="3474720"/>
                </a:lnTo>
                <a:lnTo>
                  <a:pt x="208413" y="3474720"/>
                </a:lnTo>
                <a:lnTo>
                  <a:pt x="204757" y="3474720"/>
                </a:lnTo>
                <a:lnTo>
                  <a:pt x="201101" y="3474720"/>
                </a:lnTo>
                <a:lnTo>
                  <a:pt x="197444" y="3474720"/>
                </a:lnTo>
                <a:lnTo>
                  <a:pt x="193788" y="3474720"/>
                </a:lnTo>
                <a:lnTo>
                  <a:pt x="190131" y="3474720"/>
                </a:lnTo>
                <a:lnTo>
                  <a:pt x="186475" y="3474720"/>
                </a:lnTo>
                <a:lnTo>
                  <a:pt x="182819" y="3474720"/>
                </a:lnTo>
                <a:lnTo>
                  <a:pt x="179162" y="3474720"/>
                </a:lnTo>
                <a:lnTo>
                  <a:pt x="175506" y="3474720"/>
                </a:lnTo>
                <a:lnTo>
                  <a:pt x="171850" y="3474720"/>
                </a:lnTo>
                <a:lnTo>
                  <a:pt x="168193" y="3474720"/>
                </a:lnTo>
                <a:lnTo>
                  <a:pt x="164537" y="3474720"/>
                </a:lnTo>
                <a:lnTo>
                  <a:pt x="160880" y="3474720"/>
                </a:lnTo>
                <a:lnTo>
                  <a:pt x="157224" y="3474720"/>
                </a:lnTo>
                <a:lnTo>
                  <a:pt x="153568" y="3474720"/>
                </a:lnTo>
                <a:lnTo>
                  <a:pt x="149911" y="3474720"/>
                </a:lnTo>
                <a:lnTo>
                  <a:pt x="146255" y="3474720"/>
                </a:lnTo>
                <a:lnTo>
                  <a:pt x="142599" y="3474720"/>
                </a:lnTo>
                <a:lnTo>
                  <a:pt x="138942" y="3474720"/>
                </a:lnTo>
                <a:lnTo>
                  <a:pt x="135286" y="3474720"/>
                </a:lnTo>
                <a:lnTo>
                  <a:pt x="131629" y="3474720"/>
                </a:lnTo>
                <a:lnTo>
                  <a:pt x="127973" y="3474720"/>
                </a:lnTo>
                <a:lnTo>
                  <a:pt x="124317" y="3474720"/>
                </a:lnTo>
                <a:lnTo>
                  <a:pt x="120660" y="3474720"/>
                </a:lnTo>
                <a:lnTo>
                  <a:pt x="117004" y="3474720"/>
                </a:lnTo>
                <a:lnTo>
                  <a:pt x="113347" y="3474720"/>
                </a:lnTo>
                <a:lnTo>
                  <a:pt x="109691" y="3474720"/>
                </a:lnTo>
                <a:lnTo>
                  <a:pt x="106035" y="3474720"/>
                </a:lnTo>
                <a:lnTo>
                  <a:pt x="102378" y="3474720"/>
                </a:lnTo>
                <a:lnTo>
                  <a:pt x="98722" y="3474720"/>
                </a:lnTo>
                <a:lnTo>
                  <a:pt x="95066" y="3474720"/>
                </a:lnTo>
                <a:lnTo>
                  <a:pt x="91409" y="3474720"/>
                </a:lnTo>
                <a:lnTo>
                  <a:pt x="87753" y="3474720"/>
                </a:lnTo>
                <a:lnTo>
                  <a:pt x="84096" y="3474720"/>
                </a:lnTo>
                <a:lnTo>
                  <a:pt x="80440" y="3474720"/>
                </a:lnTo>
                <a:lnTo>
                  <a:pt x="76784" y="3474720"/>
                </a:lnTo>
                <a:lnTo>
                  <a:pt x="73127" y="3474720"/>
                </a:lnTo>
                <a:lnTo>
                  <a:pt x="69471" y="3474720"/>
                </a:lnTo>
                <a:lnTo>
                  <a:pt x="65815" y="3474720"/>
                </a:lnTo>
                <a:lnTo>
                  <a:pt x="62158" y="3474720"/>
                </a:lnTo>
                <a:lnTo>
                  <a:pt x="58502" y="3474720"/>
                </a:lnTo>
                <a:lnTo>
                  <a:pt x="54845" y="3474720"/>
                </a:lnTo>
                <a:lnTo>
                  <a:pt x="51189" y="3474720"/>
                </a:lnTo>
                <a:lnTo>
                  <a:pt x="47533" y="3474720"/>
                </a:lnTo>
                <a:lnTo>
                  <a:pt x="43876" y="3474720"/>
                </a:lnTo>
                <a:lnTo>
                  <a:pt x="40220" y="3474720"/>
                </a:lnTo>
                <a:lnTo>
                  <a:pt x="36563" y="3474720"/>
                </a:lnTo>
                <a:lnTo>
                  <a:pt x="32907" y="3474720"/>
                </a:lnTo>
                <a:lnTo>
                  <a:pt x="29251" y="3474720"/>
                </a:lnTo>
                <a:lnTo>
                  <a:pt x="25594" y="3474720"/>
                </a:lnTo>
                <a:lnTo>
                  <a:pt x="21938" y="3474720"/>
                </a:lnTo>
                <a:lnTo>
                  <a:pt x="18282" y="3474720"/>
                </a:lnTo>
                <a:lnTo>
                  <a:pt x="14625" y="3474720"/>
                </a:lnTo>
                <a:lnTo>
                  <a:pt x="10969" y="3474720"/>
                </a:lnTo>
                <a:lnTo>
                  <a:pt x="7312" y="3474720"/>
                </a:lnTo>
                <a:lnTo>
                  <a:pt x="3656" y="3474720"/>
                </a:lnTo>
                <a:lnTo>
                  <a:pt x="0" y="3474720"/>
                </a:lnTo>
                <a:close/>
              </a:path>
            </a:pathLst>
          </a:custGeom>
          <a:solidFill>
            <a:srgbClr val="F2B880">
              <a:alpha val="28000"/>
            </a:srgbClr>
          </a:solidFill>
          <a:ln w="10160">
            <a:solidFill>
              <a:srgbClr val="F2B880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6 polygon 31" descr="sci-ppt:o031"/>
          <p:cNvSpPr/>
          <p:nvPr/>
        </p:nvSpPr>
        <p:spPr>
          <a:xfrm>
            <a:off x="917143" y="1647943"/>
            <a:ext cx="5301751" cy="2355842"/>
          </a:xfrm>
          <a:custGeom>
            <a:avLst/>
            <a:gdLst/>
            <a:ahLst/>
            <a:cxnLst/>
            <a:rect l="l" t="t" r="r" b="b"/>
            <a:pathLst>
              <a:path w="5301751" h="2355842">
                <a:moveTo>
                  <a:pt x="0" y="1142255"/>
                </a:moveTo>
                <a:lnTo>
                  <a:pt x="36563" y="1874646"/>
                </a:lnTo>
                <a:lnTo>
                  <a:pt x="73127" y="2008063"/>
                </a:lnTo>
                <a:lnTo>
                  <a:pt x="109691" y="2079807"/>
                </a:lnTo>
                <a:lnTo>
                  <a:pt x="146255" y="2127437"/>
                </a:lnTo>
                <a:lnTo>
                  <a:pt x="182819" y="2162345"/>
                </a:lnTo>
                <a:lnTo>
                  <a:pt x="219382" y="2189454"/>
                </a:lnTo>
                <a:lnTo>
                  <a:pt x="255946" y="2211322"/>
                </a:lnTo>
                <a:lnTo>
                  <a:pt x="292510" y="2229438"/>
                </a:lnTo>
                <a:lnTo>
                  <a:pt x="329074" y="2244746"/>
                </a:lnTo>
                <a:lnTo>
                  <a:pt x="365638" y="2257875"/>
                </a:lnTo>
                <a:lnTo>
                  <a:pt x="402201" y="2269267"/>
                </a:lnTo>
                <a:lnTo>
                  <a:pt x="438765" y="2279245"/>
                </a:lnTo>
                <a:lnTo>
                  <a:pt x="475329" y="2288048"/>
                </a:lnTo>
                <a:lnTo>
                  <a:pt x="511893" y="2295861"/>
                </a:lnTo>
                <a:lnTo>
                  <a:pt x="548457" y="2302827"/>
                </a:lnTo>
                <a:lnTo>
                  <a:pt x="585020" y="2309062"/>
                </a:lnTo>
                <a:lnTo>
                  <a:pt x="621584" y="2314658"/>
                </a:lnTo>
                <a:lnTo>
                  <a:pt x="658148" y="2319691"/>
                </a:lnTo>
                <a:lnTo>
                  <a:pt x="694712" y="2324223"/>
                </a:lnTo>
                <a:lnTo>
                  <a:pt x="731276" y="2328308"/>
                </a:lnTo>
                <a:lnTo>
                  <a:pt x="767839" y="2331990"/>
                </a:lnTo>
                <a:lnTo>
                  <a:pt x="804403" y="2335306"/>
                </a:lnTo>
                <a:lnTo>
                  <a:pt x="840967" y="2338288"/>
                </a:lnTo>
                <a:lnTo>
                  <a:pt x="877531" y="2340965"/>
                </a:lnTo>
                <a:lnTo>
                  <a:pt x="914095" y="2343361"/>
                </a:lnTo>
                <a:lnTo>
                  <a:pt x="950658" y="2345496"/>
                </a:lnTo>
                <a:lnTo>
                  <a:pt x="987222" y="2347390"/>
                </a:lnTo>
                <a:lnTo>
                  <a:pt x="1023786" y="2349058"/>
                </a:lnTo>
                <a:lnTo>
                  <a:pt x="1060350" y="2350515"/>
                </a:lnTo>
                <a:lnTo>
                  <a:pt x="1096914" y="2351774"/>
                </a:lnTo>
                <a:lnTo>
                  <a:pt x="1133477" y="2352846"/>
                </a:lnTo>
                <a:lnTo>
                  <a:pt x="1170041" y="2353740"/>
                </a:lnTo>
                <a:lnTo>
                  <a:pt x="1206605" y="2354467"/>
                </a:lnTo>
                <a:lnTo>
                  <a:pt x="1243169" y="2355033"/>
                </a:lnTo>
                <a:lnTo>
                  <a:pt x="1279733" y="2355447"/>
                </a:lnTo>
                <a:lnTo>
                  <a:pt x="1316296" y="2355715"/>
                </a:lnTo>
                <a:lnTo>
                  <a:pt x="1352860" y="2355842"/>
                </a:lnTo>
                <a:lnTo>
                  <a:pt x="1389424" y="2355834"/>
                </a:lnTo>
                <a:lnTo>
                  <a:pt x="1425988" y="2355695"/>
                </a:lnTo>
                <a:lnTo>
                  <a:pt x="1462552" y="2355430"/>
                </a:lnTo>
                <a:lnTo>
                  <a:pt x="1499115" y="2355043"/>
                </a:lnTo>
                <a:lnTo>
                  <a:pt x="1535679" y="2354536"/>
                </a:lnTo>
                <a:lnTo>
                  <a:pt x="1572243" y="2353914"/>
                </a:lnTo>
                <a:lnTo>
                  <a:pt x="1608807" y="2353178"/>
                </a:lnTo>
                <a:lnTo>
                  <a:pt x="1645371" y="2352331"/>
                </a:lnTo>
                <a:lnTo>
                  <a:pt x="1681934" y="2351376"/>
                </a:lnTo>
                <a:lnTo>
                  <a:pt x="1718498" y="2350313"/>
                </a:lnTo>
                <a:lnTo>
                  <a:pt x="1755062" y="2349146"/>
                </a:lnTo>
                <a:lnTo>
                  <a:pt x="1791626" y="2347874"/>
                </a:lnTo>
                <a:lnTo>
                  <a:pt x="1828190" y="2346500"/>
                </a:lnTo>
                <a:lnTo>
                  <a:pt x="1864753" y="2345024"/>
                </a:lnTo>
                <a:lnTo>
                  <a:pt x="1901317" y="2343447"/>
                </a:lnTo>
                <a:lnTo>
                  <a:pt x="1937881" y="2341771"/>
                </a:lnTo>
                <a:lnTo>
                  <a:pt x="1974445" y="2339994"/>
                </a:lnTo>
                <a:lnTo>
                  <a:pt x="2011009" y="2338118"/>
                </a:lnTo>
                <a:lnTo>
                  <a:pt x="2047572" y="2336143"/>
                </a:lnTo>
                <a:lnTo>
                  <a:pt x="2084136" y="2334069"/>
                </a:lnTo>
                <a:lnTo>
                  <a:pt x="2120700" y="2331895"/>
                </a:lnTo>
                <a:lnTo>
                  <a:pt x="2157264" y="2329621"/>
                </a:lnTo>
                <a:lnTo>
                  <a:pt x="2193828" y="2327247"/>
                </a:lnTo>
                <a:lnTo>
                  <a:pt x="2230391" y="2324772"/>
                </a:lnTo>
                <a:lnTo>
                  <a:pt x="2266955" y="2322196"/>
                </a:lnTo>
                <a:lnTo>
                  <a:pt x="2303519" y="2319518"/>
                </a:lnTo>
                <a:lnTo>
                  <a:pt x="2340083" y="2316736"/>
                </a:lnTo>
                <a:lnTo>
                  <a:pt x="2376647" y="2313849"/>
                </a:lnTo>
                <a:lnTo>
                  <a:pt x="2413210" y="2310857"/>
                </a:lnTo>
                <a:lnTo>
                  <a:pt x="2449774" y="2307757"/>
                </a:lnTo>
                <a:lnTo>
                  <a:pt x="2486338" y="2304549"/>
                </a:lnTo>
                <a:lnTo>
                  <a:pt x="2522902" y="2301230"/>
                </a:lnTo>
                <a:lnTo>
                  <a:pt x="2559466" y="2297798"/>
                </a:lnTo>
                <a:lnTo>
                  <a:pt x="2596029" y="2294252"/>
                </a:lnTo>
                <a:lnTo>
                  <a:pt x="2632593" y="2290589"/>
                </a:lnTo>
                <a:lnTo>
                  <a:pt x="2669157" y="2286807"/>
                </a:lnTo>
                <a:lnTo>
                  <a:pt x="2705721" y="2282904"/>
                </a:lnTo>
                <a:lnTo>
                  <a:pt x="2742285" y="2278876"/>
                </a:lnTo>
                <a:lnTo>
                  <a:pt x="2778848" y="2274722"/>
                </a:lnTo>
                <a:lnTo>
                  <a:pt x="2815412" y="2270436"/>
                </a:lnTo>
                <a:lnTo>
                  <a:pt x="2851976" y="2266018"/>
                </a:lnTo>
                <a:lnTo>
                  <a:pt x="2888540" y="2261462"/>
                </a:lnTo>
                <a:lnTo>
                  <a:pt x="2925104" y="2256765"/>
                </a:lnTo>
                <a:lnTo>
                  <a:pt x="2961667" y="2251924"/>
                </a:lnTo>
                <a:lnTo>
                  <a:pt x="2998231" y="2246933"/>
                </a:lnTo>
                <a:lnTo>
                  <a:pt x="3034795" y="2241790"/>
                </a:lnTo>
                <a:lnTo>
                  <a:pt x="3071359" y="2236487"/>
                </a:lnTo>
                <a:lnTo>
                  <a:pt x="3107923" y="2231022"/>
                </a:lnTo>
                <a:lnTo>
                  <a:pt x="3144486" y="2225388"/>
                </a:lnTo>
                <a:lnTo>
                  <a:pt x="3181050" y="2219579"/>
                </a:lnTo>
                <a:lnTo>
                  <a:pt x="3217614" y="2213590"/>
                </a:lnTo>
                <a:lnTo>
                  <a:pt x="3254178" y="2207414"/>
                </a:lnTo>
                <a:lnTo>
                  <a:pt x="3290742" y="2201044"/>
                </a:lnTo>
                <a:lnTo>
                  <a:pt x="3327305" y="2194473"/>
                </a:lnTo>
                <a:lnTo>
                  <a:pt x="3363869" y="2187693"/>
                </a:lnTo>
                <a:lnTo>
                  <a:pt x="3400433" y="2180696"/>
                </a:lnTo>
                <a:lnTo>
                  <a:pt x="3436997" y="2173473"/>
                </a:lnTo>
                <a:lnTo>
                  <a:pt x="3473561" y="2166014"/>
                </a:lnTo>
                <a:lnTo>
                  <a:pt x="3510124" y="2158310"/>
                </a:lnTo>
                <a:lnTo>
                  <a:pt x="3546688" y="2150349"/>
                </a:lnTo>
                <a:lnTo>
                  <a:pt x="3583252" y="2142121"/>
                </a:lnTo>
                <a:lnTo>
                  <a:pt x="3619816" y="2133613"/>
                </a:lnTo>
                <a:lnTo>
                  <a:pt x="3656380" y="2124811"/>
                </a:lnTo>
                <a:lnTo>
                  <a:pt x="3692943" y="2115702"/>
                </a:lnTo>
                <a:lnTo>
                  <a:pt x="3729507" y="2106270"/>
                </a:lnTo>
                <a:lnTo>
                  <a:pt x="3766071" y="2096498"/>
                </a:lnTo>
                <a:lnTo>
                  <a:pt x="3802635" y="2086370"/>
                </a:lnTo>
                <a:lnTo>
                  <a:pt x="3839199" y="2075866"/>
                </a:lnTo>
                <a:lnTo>
                  <a:pt x="3875762" y="2064966"/>
                </a:lnTo>
                <a:lnTo>
                  <a:pt x="3912326" y="2053646"/>
                </a:lnTo>
                <a:lnTo>
                  <a:pt x="3948890" y="2041884"/>
                </a:lnTo>
                <a:lnTo>
                  <a:pt x="3985454" y="2029652"/>
                </a:lnTo>
                <a:lnTo>
                  <a:pt x="4022018" y="2016922"/>
                </a:lnTo>
                <a:lnTo>
                  <a:pt x="4058581" y="2003664"/>
                </a:lnTo>
                <a:lnTo>
                  <a:pt x="4095145" y="1989843"/>
                </a:lnTo>
                <a:lnTo>
                  <a:pt x="4131709" y="1975421"/>
                </a:lnTo>
                <a:lnTo>
                  <a:pt x="4168273" y="1960358"/>
                </a:lnTo>
                <a:lnTo>
                  <a:pt x="4204837" y="1944610"/>
                </a:lnTo>
                <a:lnTo>
                  <a:pt x="4241400" y="1928125"/>
                </a:lnTo>
                <a:lnTo>
                  <a:pt x="4277964" y="1910850"/>
                </a:lnTo>
                <a:lnTo>
                  <a:pt x="4314528" y="1892724"/>
                </a:lnTo>
                <a:lnTo>
                  <a:pt x="4351092" y="1873679"/>
                </a:lnTo>
                <a:lnTo>
                  <a:pt x="4387656" y="1853639"/>
                </a:lnTo>
                <a:lnTo>
                  <a:pt x="4424219" y="1832520"/>
                </a:lnTo>
                <a:lnTo>
                  <a:pt x="4460783" y="1810227"/>
                </a:lnTo>
                <a:lnTo>
                  <a:pt x="4497347" y="1786652"/>
                </a:lnTo>
                <a:lnTo>
                  <a:pt x="4533911" y="1761673"/>
                </a:lnTo>
                <a:lnTo>
                  <a:pt x="4570475" y="1735151"/>
                </a:lnTo>
                <a:lnTo>
                  <a:pt x="4607038" y="1706928"/>
                </a:lnTo>
                <a:lnTo>
                  <a:pt x="4643602" y="1676820"/>
                </a:lnTo>
                <a:lnTo>
                  <a:pt x="4680166" y="1644617"/>
                </a:lnTo>
                <a:lnTo>
                  <a:pt x="4716730" y="1610070"/>
                </a:lnTo>
                <a:lnTo>
                  <a:pt x="4753294" y="1572890"/>
                </a:lnTo>
                <a:lnTo>
                  <a:pt x="4789857" y="1532735"/>
                </a:lnTo>
                <a:lnTo>
                  <a:pt x="4826421" y="1489197"/>
                </a:lnTo>
                <a:lnTo>
                  <a:pt x="4862985" y="1441783"/>
                </a:lnTo>
                <a:lnTo>
                  <a:pt x="4899549" y="1389896"/>
                </a:lnTo>
                <a:lnTo>
                  <a:pt x="4936113" y="1332800"/>
                </a:lnTo>
                <a:lnTo>
                  <a:pt x="4972676" y="1269579"/>
                </a:lnTo>
                <a:lnTo>
                  <a:pt x="5009240" y="1199072"/>
                </a:lnTo>
                <a:lnTo>
                  <a:pt x="5045804" y="1119788"/>
                </a:lnTo>
                <a:lnTo>
                  <a:pt x="5082368" y="1029765"/>
                </a:lnTo>
                <a:lnTo>
                  <a:pt x="5118932" y="926374"/>
                </a:lnTo>
                <a:lnTo>
                  <a:pt x="5155495" y="805980"/>
                </a:lnTo>
                <a:lnTo>
                  <a:pt x="5192059" y="663402"/>
                </a:lnTo>
                <a:lnTo>
                  <a:pt x="5228623" y="490935"/>
                </a:lnTo>
                <a:lnTo>
                  <a:pt x="5265187" y="276526"/>
                </a:lnTo>
                <a:lnTo>
                  <a:pt x="5301751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16 text 32" descr="sci-ppt:o032"/>
          <p:cNvSpPr txBox="1"/>
          <p:nvPr/>
        </p:nvSpPr>
        <p:spPr>
          <a:xfrm>
            <a:off x="1536192" y="1569720"/>
            <a:ext cx="31089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area = B(5/6, 1/2) = 2.2405</a:t>
            </a:r>
          </a:p>
        </p:txBody>
      </p:sp>
      <p:sp>
        <p:nvSpPr>
          <p:cNvPr id="35" name="C1-E16 text 33" descr="sci-ppt:o033"/>
          <p:cNvSpPr txBox="1"/>
          <p:nvPr/>
        </p:nvSpPr>
        <p:spPr>
          <a:xfrm>
            <a:off x="1152144" y="2901696"/>
            <a:ext cx="146304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mild q^(−1/6)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spike at 0</a:t>
            </a:r>
          </a:p>
        </p:txBody>
      </p:sp>
      <p:sp>
        <p:nvSpPr>
          <p:cNvPr id="36" name="C1-E16 text 34" descr="sci-ppt:o034"/>
          <p:cNvSpPr txBox="1"/>
          <p:nvPr/>
        </p:nvSpPr>
        <p:spPr>
          <a:xfrm>
            <a:off x="4005072" y="2670048"/>
            <a:ext cx="1828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sharp (1 − q)^(−1/2)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spike at 1</a:t>
            </a:r>
          </a:p>
        </p:txBody>
      </p:sp>
      <p:cxnSp>
        <p:nvCxnSpPr>
          <p:cNvPr id="37" name="C1-E16 line 35" descr="sci-ppt:o035"/>
          <p:cNvCxnSpPr/>
          <p:nvPr/>
        </p:nvCxnSpPr>
        <p:spPr>
          <a:xfrm>
            <a:off x="7406640" y="4846320"/>
            <a:ext cx="4114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8" name="C1-E16 line 36" descr="sci-ppt:o036"/>
          <p:cNvCxnSpPr/>
          <p:nvPr/>
        </p:nvCxnSpPr>
        <p:spPr>
          <a:xfrm>
            <a:off x="740664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9" name="C1-E16 line 37" descr="sci-ppt:o037"/>
          <p:cNvCxnSpPr/>
          <p:nvPr/>
        </p:nvCxnSpPr>
        <p:spPr>
          <a:xfrm>
            <a:off x="74066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1-E16 line 38" descr="sci-ppt:o038"/>
          <p:cNvCxnSpPr/>
          <p:nvPr/>
        </p:nvCxnSpPr>
        <p:spPr>
          <a:xfrm>
            <a:off x="74066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1-E16 text 39" descr="sci-ppt:o039"/>
          <p:cNvSpPr txBox="1"/>
          <p:nvPr/>
        </p:nvSpPr>
        <p:spPr>
          <a:xfrm>
            <a:off x="69494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42" name="C1-E16 line 40" descr="sci-ppt:o040"/>
          <p:cNvCxnSpPr/>
          <p:nvPr/>
        </p:nvCxnSpPr>
        <p:spPr>
          <a:xfrm>
            <a:off x="94640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1-E16 line 41" descr="sci-ppt:o041"/>
          <p:cNvCxnSpPr/>
          <p:nvPr/>
        </p:nvCxnSpPr>
        <p:spPr>
          <a:xfrm>
            <a:off x="94640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C1-E16 text 42" descr="sci-ppt:o042"/>
          <p:cNvSpPr txBox="1"/>
          <p:nvPr/>
        </p:nvSpPr>
        <p:spPr>
          <a:xfrm>
            <a:off x="90068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5" name="C1-E16 line 43" descr="sci-ppt:o043"/>
          <p:cNvCxnSpPr/>
          <p:nvPr/>
        </p:nvCxnSpPr>
        <p:spPr>
          <a:xfrm>
            <a:off x="115214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16 line 44" descr="sci-ppt:o044"/>
          <p:cNvCxnSpPr/>
          <p:nvPr/>
        </p:nvCxnSpPr>
        <p:spPr>
          <a:xfrm>
            <a:off x="115214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1-E16 text 45" descr="sci-ppt:o045"/>
          <p:cNvSpPr txBox="1"/>
          <p:nvPr/>
        </p:nvSpPr>
        <p:spPr>
          <a:xfrm>
            <a:off x="110642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8" name="C1-E16 line 46" descr="sci-ppt:o046"/>
          <p:cNvCxnSpPr/>
          <p:nvPr/>
        </p:nvCxnSpPr>
        <p:spPr>
          <a:xfrm>
            <a:off x="7342631" y="48463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6 line 47" descr="sci-ppt:o047"/>
          <p:cNvCxnSpPr/>
          <p:nvPr/>
        </p:nvCxnSpPr>
        <p:spPr>
          <a:xfrm>
            <a:off x="7342631" y="31089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0" name="C1-E16 line 48" descr="sci-ppt:o048"/>
          <p:cNvCxnSpPr/>
          <p:nvPr/>
        </p:nvCxnSpPr>
        <p:spPr>
          <a:xfrm>
            <a:off x="7406640" y="3108960"/>
            <a:ext cx="4114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1" name="C1-E16 text 49" descr="sci-ppt:o049"/>
          <p:cNvSpPr txBox="1"/>
          <p:nvPr/>
        </p:nvSpPr>
        <p:spPr>
          <a:xfrm>
            <a:off x="6537959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52" name="C1-E16 line 50" descr="sci-ppt:o050"/>
          <p:cNvCxnSpPr/>
          <p:nvPr/>
        </p:nvCxnSpPr>
        <p:spPr>
          <a:xfrm>
            <a:off x="7342631" y="1371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3" name="C1-E16 line 51" descr="sci-ppt:o051"/>
          <p:cNvCxnSpPr/>
          <p:nvPr/>
        </p:nvCxnSpPr>
        <p:spPr>
          <a:xfrm>
            <a:off x="7406640" y="1371600"/>
            <a:ext cx="4114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4" name="C1-E16 text 52" descr="sci-ppt:o052"/>
          <p:cNvSpPr txBox="1"/>
          <p:nvPr/>
        </p:nvSpPr>
        <p:spPr>
          <a:xfrm>
            <a:off x="6537959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55" name="C1-E16 text 53" descr="sci-ppt:o053"/>
          <p:cNvSpPr txBox="1"/>
          <p:nvPr/>
        </p:nvSpPr>
        <p:spPr>
          <a:xfrm>
            <a:off x="7406640" y="5129783"/>
            <a:ext cx="4114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56" name="C1-E16 text 54" descr="sci-ppt:o054"/>
          <p:cNvSpPr txBox="1"/>
          <p:nvPr/>
        </p:nvSpPr>
        <p:spPr>
          <a:xfrm>
            <a:off x="6858000" y="1024128"/>
            <a:ext cx="4114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 = x³</a:t>
            </a:r>
          </a:p>
        </p:txBody>
      </p:sp>
      <p:sp>
        <p:nvSpPr>
          <p:cNvPr id="57" name="C1-E16 polygon 55" descr="sci-ppt:o055"/>
          <p:cNvSpPr/>
          <p:nvPr/>
        </p:nvSpPr>
        <p:spPr>
          <a:xfrm>
            <a:off x="7406640" y="1371600"/>
            <a:ext cx="4114800" cy="3474720"/>
          </a:xfrm>
          <a:custGeom>
            <a:avLst/>
            <a:gdLst/>
            <a:ahLst/>
            <a:cxnLst/>
            <a:rect l="l" t="t" r="r" b="b"/>
            <a:pathLst>
              <a:path w="4114800" h="3474720">
                <a:moveTo>
                  <a:pt x="0" y="3474720"/>
                </a:moveTo>
                <a:lnTo>
                  <a:pt x="41563" y="3474716"/>
                </a:lnTo>
                <a:lnTo>
                  <a:pt x="83127" y="3474691"/>
                </a:lnTo>
                <a:lnTo>
                  <a:pt x="124690" y="3474623"/>
                </a:lnTo>
                <a:lnTo>
                  <a:pt x="166254" y="3474490"/>
                </a:lnTo>
                <a:lnTo>
                  <a:pt x="207818" y="3474272"/>
                </a:lnTo>
                <a:lnTo>
                  <a:pt x="249381" y="3473946"/>
                </a:lnTo>
                <a:lnTo>
                  <a:pt x="290945" y="3473491"/>
                </a:lnTo>
                <a:lnTo>
                  <a:pt x="332509" y="3472886"/>
                </a:lnTo>
                <a:lnTo>
                  <a:pt x="374072" y="3472109"/>
                </a:lnTo>
                <a:lnTo>
                  <a:pt x="415636" y="3471138"/>
                </a:lnTo>
                <a:lnTo>
                  <a:pt x="457200" y="3469953"/>
                </a:lnTo>
                <a:lnTo>
                  <a:pt x="498763" y="3468531"/>
                </a:lnTo>
                <a:lnTo>
                  <a:pt x="540327" y="3466852"/>
                </a:lnTo>
                <a:lnTo>
                  <a:pt x="581890" y="3464893"/>
                </a:lnTo>
                <a:lnTo>
                  <a:pt x="623454" y="3462633"/>
                </a:lnTo>
                <a:lnTo>
                  <a:pt x="665018" y="3460051"/>
                </a:lnTo>
                <a:lnTo>
                  <a:pt x="706581" y="3457126"/>
                </a:lnTo>
                <a:lnTo>
                  <a:pt x="748145" y="3453835"/>
                </a:lnTo>
                <a:lnTo>
                  <a:pt x="789709" y="3450157"/>
                </a:lnTo>
                <a:lnTo>
                  <a:pt x="831272" y="3446071"/>
                </a:lnTo>
                <a:lnTo>
                  <a:pt x="872836" y="3441555"/>
                </a:lnTo>
                <a:lnTo>
                  <a:pt x="914400" y="3436588"/>
                </a:lnTo>
                <a:lnTo>
                  <a:pt x="955963" y="3431148"/>
                </a:lnTo>
                <a:lnTo>
                  <a:pt x="997527" y="3425215"/>
                </a:lnTo>
                <a:lnTo>
                  <a:pt x="1039090" y="3418765"/>
                </a:lnTo>
                <a:lnTo>
                  <a:pt x="1080654" y="3411778"/>
                </a:lnTo>
                <a:lnTo>
                  <a:pt x="1122218" y="3404233"/>
                </a:lnTo>
                <a:lnTo>
                  <a:pt x="1163781" y="3396108"/>
                </a:lnTo>
                <a:lnTo>
                  <a:pt x="1205345" y="3387380"/>
                </a:lnTo>
                <a:lnTo>
                  <a:pt x="1246909" y="3378030"/>
                </a:lnTo>
                <a:lnTo>
                  <a:pt x="1288472" y="3368035"/>
                </a:lnTo>
                <a:lnTo>
                  <a:pt x="1330036" y="3357375"/>
                </a:lnTo>
                <a:lnTo>
                  <a:pt x="1371600" y="3346026"/>
                </a:lnTo>
                <a:lnTo>
                  <a:pt x="1413163" y="3333969"/>
                </a:lnTo>
                <a:lnTo>
                  <a:pt x="1454727" y="3321181"/>
                </a:lnTo>
                <a:lnTo>
                  <a:pt x="1496290" y="3307641"/>
                </a:lnTo>
                <a:lnTo>
                  <a:pt x="1537854" y="3293327"/>
                </a:lnTo>
                <a:lnTo>
                  <a:pt x="1579418" y="3278218"/>
                </a:lnTo>
                <a:lnTo>
                  <a:pt x="1620981" y="3262293"/>
                </a:lnTo>
                <a:lnTo>
                  <a:pt x="1662545" y="3245530"/>
                </a:lnTo>
                <a:lnTo>
                  <a:pt x="1704109" y="3227908"/>
                </a:lnTo>
                <a:lnTo>
                  <a:pt x="1745672" y="3209404"/>
                </a:lnTo>
                <a:lnTo>
                  <a:pt x="1787236" y="3189998"/>
                </a:lnTo>
                <a:lnTo>
                  <a:pt x="1828800" y="3169669"/>
                </a:lnTo>
                <a:lnTo>
                  <a:pt x="1870363" y="3148393"/>
                </a:lnTo>
                <a:lnTo>
                  <a:pt x="1911927" y="3126151"/>
                </a:lnTo>
                <a:lnTo>
                  <a:pt x="1953490" y="3102921"/>
                </a:lnTo>
                <a:lnTo>
                  <a:pt x="1995054" y="3078681"/>
                </a:lnTo>
                <a:lnTo>
                  <a:pt x="2036618" y="3053409"/>
                </a:lnTo>
                <a:lnTo>
                  <a:pt x="2078181" y="3027084"/>
                </a:lnTo>
                <a:lnTo>
                  <a:pt x="2119745" y="2999685"/>
                </a:lnTo>
                <a:lnTo>
                  <a:pt x="2161309" y="2971191"/>
                </a:lnTo>
                <a:lnTo>
                  <a:pt x="2202872" y="2941579"/>
                </a:lnTo>
                <a:lnTo>
                  <a:pt x="2244436" y="2910828"/>
                </a:lnTo>
                <a:lnTo>
                  <a:pt x="2286000" y="2878917"/>
                </a:lnTo>
                <a:lnTo>
                  <a:pt x="2327563" y="2845824"/>
                </a:lnTo>
                <a:lnTo>
                  <a:pt x="2369127" y="2811528"/>
                </a:lnTo>
                <a:lnTo>
                  <a:pt x="2410690" y="2776007"/>
                </a:lnTo>
                <a:lnTo>
                  <a:pt x="2452254" y="2739241"/>
                </a:lnTo>
                <a:lnTo>
                  <a:pt x="2493818" y="2701206"/>
                </a:lnTo>
                <a:lnTo>
                  <a:pt x="2535381" y="2661882"/>
                </a:lnTo>
                <a:lnTo>
                  <a:pt x="2576945" y="2621247"/>
                </a:lnTo>
                <a:lnTo>
                  <a:pt x="2618509" y="2579281"/>
                </a:lnTo>
                <a:lnTo>
                  <a:pt x="2660072" y="2535960"/>
                </a:lnTo>
                <a:lnTo>
                  <a:pt x="2701636" y="2491265"/>
                </a:lnTo>
                <a:lnTo>
                  <a:pt x="2743200" y="2445173"/>
                </a:lnTo>
                <a:lnTo>
                  <a:pt x="2784763" y="2397663"/>
                </a:lnTo>
                <a:lnTo>
                  <a:pt x="2826327" y="2348713"/>
                </a:lnTo>
                <a:lnTo>
                  <a:pt x="2867890" y="2298302"/>
                </a:lnTo>
                <a:lnTo>
                  <a:pt x="2909454" y="2246408"/>
                </a:lnTo>
                <a:lnTo>
                  <a:pt x="2951018" y="2193011"/>
                </a:lnTo>
                <a:lnTo>
                  <a:pt x="2992581" y="2138088"/>
                </a:lnTo>
                <a:lnTo>
                  <a:pt x="3034145" y="2081618"/>
                </a:lnTo>
                <a:lnTo>
                  <a:pt x="3075709" y="2023579"/>
                </a:lnTo>
                <a:lnTo>
                  <a:pt x="3117272" y="1963951"/>
                </a:lnTo>
                <a:lnTo>
                  <a:pt x="3158836" y="1902711"/>
                </a:lnTo>
                <a:lnTo>
                  <a:pt x="3200400" y="1839838"/>
                </a:lnTo>
                <a:lnTo>
                  <a:pt x="3241963" y="1775310"/>
                </a:lnTo>
                <a:lnTo>
                  <a:pt x="3283527" y="1709107"/>
                </a:lnTo>
                <a:lnTo>
                  <a:pt x="3325090" y="1641206"/>
                </a:lnTo>
                <a:lnTo>
                  <a:pt x="3366654" y="1571586"/>
                </a:lnTo>
                <a:lnTo>
                  <a:pt x="3408218" y="1500226"/>
                </a:lnTo>
                <a:lnTo>
                  <a:pt x="3449781" y="1427104"/>
                </a:lnTo>
                <a:lnTo>
                  <a:pt x="3491345" y="1352198"/>
                </a:lnTo>
                <a:lnTo>
                  <a:pt x="3532909" y="1275488"/>
                </a:lnTo>
                <a:lnTo>
                  <a:pt x="3574472" y="1196951"/>
                </a:lnTo>
                <a:lnTo>
                  <a:pt x="3616036" y="1116566"/>
                </a:lnTo>
                <a:lnTo>
                  <a:pt x="3657600" y="1034313"/>
                </a:lnTo>
                <a:lnTo>
                  <a:pt x="3699163" y="950168"/>
                </a:lnTo>
                <a:lnTo>
                  <a:pt x="3740727" y="864111"/>
                </a:lnTo>
                <a:lnTo>
                  <a:pt x="3782290" y="776120"/>
                </a:lnTo>
                <a:lnTo>
                  <a:pt x="3823854" y="686174"/>
                </a:lnTo>
                <a:lnTo>
                  <a:pt x="3865418" y="594251"/>
                </a:lnTo>
                <a:lnTo>
                  <a:pt x="3906981" y="500330"/>
                </a:lnTo>
                <a:lnTo>
                  <a:pt x="3948545" y="404390"/>
                </a:lnTo>
                <a:lnTo>
                  <a:pt x="3990109" y="306408"/>
                </a:lnTo>
                <a:lnTo>
                  <a:pt x="4031672" y="206363"/>
                </a:lnTo>
                <a:lnTo>
                  <a:pt x="4073236" y="104234"/>
                </a:lnTo>
                <a:lnTo>
                  <a:pt x="411480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1-E16 line 56" descr="sci-ppt:o056"/>
          <p:cNvCxnSpPr/>
          <p:nvPr/>
        </p:nvCxnSpPr>
        <p:spPr>
          <a:xfrm flipV="1">
            <a:off x="7406640" y="1371600"/>
            <a:ext cx="4114800" cy="3474720"/>
          </a:xfrm>
          <a:prstGeom prst="line">
            <a:avLst/>
          </a:prstGeom>
          <a:ln w="15240">
            <a:solidFill>
              <a:srgbClr val="2E4756"/>
            </a:solidFill>
            <a:prstDash val="dash"/>
          </a:ln>
          <a:effectLst/>
        </p:spPr>
      </p:cxnSp>
      <p:sp>
        <p:nvSpPr>
          <p:cNvPr id="59" name="C1-E16 text 57" descr="sci-ppt:o057"/>
          <p:cNvSpPr txBox="1"/>
          <p:nvPr/>
        </p:nvSpPr>
        <p:spPr>
          <a:xfrm>
            <a:off x="7891271" y="1801367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dx = (1/3) q^(−2/3) dq</a:t>
            </a:r>
          </a:p>
        </p:txBody>
      </p:sp>
      <p:sp>
        <p:nvSpPr>
          <p:cNvPr id="60" name="C1-E16 text 58" descr="sci-ppt:o058"/>
          <p:cNvSpPr txBox="1"/>
          <p:nvPr/>
        </p:nvSpPr>
        <p:spPr>
          <a:xfrm>
            <a:off x="914400" y="5733288"/>
            <a:ext cx="109728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Cₜ = (1/√6) B(5/6, 1/2) = 2.2405/√6 = 0.9146813565…</a:t>
            </a:r>
          </a:p>
        </p:txBody>
      </p:sp>
      <p:sp>
        <p:nvSpPr>
          <p:cNvPr id="61" name="C1-E16 text 59" descr="sci-ppt:o059"/>
          <p:cNvSpPr txBox="1"/>
          <p:nvPr/>
        </p:nvSpPr>
        <p:spPr>
          <a:xfrm>
            <a:off x="914400" y="6126480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cube-law change of variable turns the collapse integral into a standard beta integral with known value.</a:t>
            </a:r>
          </a:p>
        </p:txBody>
      </p:sp>
      <p:sp>
        <p:nvSpPr>
          <p:cNvPr id="62" name="C1-E16 text 60" descr="sci-ppt:o06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B(a, b) = ∫ q^(a−1)(1 − q)^(b−1) dq for a, b &gt; 0 (Eq. C1-E16).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C1-E17 · Independent pressure-work conservation check</a:t>
            </a:r>
          </a:p>
        </p:txBody>
      </p:sp>
      <p:cxnSp>
        <p:nvCxnSpPr>
          <p:cNvPr id="3" name="C1-E17 line 1" descr="sci-ppt:o001"/>
          <p:cNvCxnSpPr/>
          <p:nvPr/>
        </p:nvCxnSpPr>
        <p:spPr>
          <a:xfrm>
            <a:off x="914400" y="5029200"/>
            <a:ext cx="59436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7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7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7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7 line 6" descr="sci-ppt:o006"/>
          <p:cNvCxnSpPr/>
          <p:nvPr/>
        </p:nvCxnSpPr>
        <p:spPr>
          <a:xfrm>
            <a:off x="24003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7 line 7" descr="sci-ppt:o007"/>
          <p:cNvCxnSpPr/>
          <p:nvPr/>
        </p:nvCxnSpPr>
        <p:spPr>
          <a:xfrm>
            <a:off x="24003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7 text 8" descr="sci-ppt:o008"/>
          <p:cNvSpPr txBox="1"/>
          <p:nvPr/>
        </p:nvSpPr>
        <p:spPr>
          <a:xfrm>
            <a:off x="19431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7 line 9" descr="sci-ppt:o009"/>
          <p:cNvCxnSpPr/>
          <p:nvPr/>
        </p:nvCxnSpPr>
        <p:spPr>
          <a:xfrm>
            <a:off x="38862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7 line 10" descr="sci-ppt:o010"/>
          <p:cNvCxnSpPr/>
          <p:nvPr/>
        </p:nvCxnSpPr>
        <p:spPr>
          <a:xfrm>
            <a:off x="38862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7 text 11" descr="sci-ppt:o011"/>
          <p:cNvSpPr txBox="1"/>
          <p:nvPr/>
        </p:nvSpPr>
        <p:spPr>
          <a:xfrm>
            <a:off x="34290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7 line 12" descr="sci-ppt:o012"/>
          <p:cNvCxnSpPr/>
          <p:nvPr/>
        </p:nvCxnSpPr>
        <p:spPr>
          <a:xfrm>
            <a:off x="53721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7 line 13" descr="sci-ppt:o013"/>
          <p:cNvCxnSpPr/>
          <p:nvPr/>
        </p:nvCxnSpPr>
        <p:spPr>
          <a:xfrm>
            <a:off x="53721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7 text 14" descr="sci-ppt:o014"/>
          <p:cNvSpPr txBox="1"/>
          <p:nvPr/>
        </p:nvSpPr>
        <p:spPr>
          <a:xfrm>
            <a:off x="49149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7 line 15" descr="sci-ppt:o015"/>
          <p:cNvCxnSpPr/>
          <p:nvPr/>
        </p:nvCxnSpPr>
        <p:spPr>
          <a:xfrm>
            <a:off x="6858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7 line 16" descr="sci-ppt:o016"/>
          <p:cNvCxnSpPr/>
          <p:nvPr/>
        </p:nvCxnSpPr>
        <p:spPr>
          <a:xfrm>
            <a:off x="6858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7 text 17" descr="sci-ppt:o017"/>
          <p:cNvSpPr txBox="1"/>
          <p:nvPr/>
        </p:nvSpPr>
        <p:spPr>
          <a:xfrm>
            <a:off x="6400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7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7 line 19" descr="sci-ppt:o019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7 line 20" descr="sci-ppt:o020"/>
          <p:cNvCxnSpPr/>
          <p:nvPr/>
        </p:nvCxnSpPr>
        <p:spPr>
          <a:xfrm>
            <a:off x="914400" y="4158342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7 text 21" descr="sci-ppt:o021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4" name="C1-E17 line 22" descr="sci-ppt:o022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7 line 23" descr="sci-ppt:o023"/>
          <p:cNvCxnSpPr/>
          <p:nvPr/>
        </p:nvCxnSpPr>
        <p:spPr>
          <a:xfrm>
            <a:off x="914400" y="3287485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7 text 24" descr="sci-ppt:o024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7" name="C1-E17 line 25" descr="sci-ppt:o025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7 line 26" descr="sci-ppt:o026"/>
          <p:cNvCxnSpPr/>
          <p:nvPr/>
        </p:nvCxnSpPr>
        <p:spPr>
          <a:xfrm>
            <a:off x="914400" y="2416628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7 text 27" descr="sci-ppt:o027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0" name="C1-E17 line 28" descr="sci-ppt:o028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7 line 29" descr="sci-ppt:o029"/>
          <p:cNvCxnSpPr/>
          <p:nvPr/>
        </p:nvCxnSpPr>
        <p:spPr>
          <a:xfrm>
            <a:off x="914400" y="1545771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7 text 30" descr="sci-ppt:o030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C1-E17 text 31" descr="sci-ppt:o031"/>
          <p:cNvSpPr txBox="1"/>
          <p:nvPr/>
        </p:nvSpPr>
        <p:spPr>
          <a:xfrm>
            <a:off x="914400" y="5312664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4" name="C1-E17 text 32" descr="sci-ppt:o032"/>
          <p:cNvSpPr txBox="1"/>
          <p:nvPr/>
        </p:nvSpPr>
        <p:spPr>
          <a:xfrm>
            <a:off x="365760" y="1024128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/ E_B</a:t>
            </a:r>
          </a:p>
        </p:txBody>
      </p:sp>
      <p:sp>
        <p:nvSpPr>
          <p:cNvPr id="35" name="C1-E17 polygon 33" descr="sci-ppt:o033"/>
          <p:cNvSpPr/>
          <p:nvPr/>
        </p:nvSpPr>
        <p:spPr>
          <a:xfrm>
            <a:off x="1033271" y="1545799"/>
            <a:ext cx="5824729" cy="3483401"/>
          </a:xfrm>
          <a:custGeom>
            <a:avLst/>
            <a:gdLst/>
            <a:ahLst/>
            <a:cxnLst/>
            <a:rect l="l" t="t" r="r" b="b"/>
            <a:pathLst>
              <a:path w="5824729" h="3483401">
                <a:moveTo>
                  <a:pt x="0" y="0"/>
                </a:moveTo>
                <a:lnTo>
                  <a:pt x="29270" y="26"/>
                </a:lnTo>
                <a:lnTo>
                  <a:pt x="58540" y="65"/>
                </a:lnTo>
                <a:lnTo>
                  <a:pt x="87810" y="118"/>
                </a:lnTo>
                <a:lnTo>
                  <a:pt x="117080" y="190"/>
                </a:lnTo>
                <a:lnTo>
                  <a:pt x="146350" y="281"/>
                </a:lnTo>
                <a:lnTo>
                  <a:pt x="175620" y="396"/>
                </a:lnTo>
                <a:lnTo>
                  <a:pt x="204890" y="535"/>
                </a:lnTo>
                <a:lnTo>
                  <a:pt x="234160" y="702"/>
                </a:lnTo>
                <a:lnTo>
                  <a:pt x="263430" y="899"/>
                </a:lnTo>
                <a:lnTo>
                  <a:pt x="292700" y="1129"/>
                </a:lnTo>
                <a:lnTo>
                  <a:pt x="321970" y="1393"/>
                </a:lnTo>
                <a:lnTo>
                  <a:pt x="351240" y="1696"/>
                </a:lnTo>
                <a:lnTo>
                  <a:pt x="380510" y="2038"/>
                </a:lnTo>
                <a:lnTo>
                  <a:pt x="409780" y="2423"/>
                </a:lnTo>
                <a:lnTo>
                  <a:pt x="439050" y="2853"/>
                </a:lnTo>
                <a:lnTo>
                  <a:pt x="468320" y="3331"/>
                </a:lnTo>
                <a:lnTo>
                  <a:pt x="497590" y="3859"/>
                </a:lnTo>
                <a:lnTo>
                  <a:pt x="526860" y="4439"/>
                </a:lnTo>
                <a:lnTo>
                  <a:pt x="556130" y="5074"/>
                </a:lnTo>
                <a:lnTo>
                  <a:pt x="585400" y="5767"/>
                </a:lnTo>
                <a:lnTo>
                  <a:pt x="614670" y="6520"/>
                </a:lnTo>
                <a:lnTo>
                  <a:pt x="643940" y="7336"/>
                </a:lnTo>
                <a:lnTo>
                  <a:pt x="673210" y="8217"/>
                </a:lnTo>
                <a:lnTo>
                  <a:pt x="702480" y="9165"/>
                </a:lnTo>
                <a:lnTo>
                  <a:pt x="731750" y="10183"/>
                </a:lnTo>
                <a:lnTo>
                  <a:pt x="761020" y="11274"/>
                </a:lnTo>
                <a:lnTo>
                  <a:pt x="790290" y="12439"/>
                </a:lnTo>
                <a:lnTo>
                  <a:pt x="819560" y="13683"/>
                </a:lnTo>
                <a:lnTo>
                  <a:pt x="848830" y="15006"/>
                </a:lnTo>
                <a:lnTo>
                  <a:pt x="878100" y="16412"/>
                </a:lnTo>
                <a:lnTo>
                  <a:pt x="907370" y="17903"/>
                </a:lnTo>
                <a:lnTo>
                  <a:pt x="936640" y="19481"/>
                </a:lnTo>
                <a:lnTo>
                  <a:pt x="965910" y="21150"/>
                </a:lnTo>
                <a:lnTo>
                  <a:pt x="995180" y="22911"/>
                </a:lnTo>
                <a:lnTo>
                  <a:pt x="1024450" y="24767"/>
                </a:lnTo>
                <a:lnTo>
                  <a:pt x="1053720" y="26720"/>
                </a:lnTo>
                <a:lnTo>
                  <a:pt x="1082990" y="28774"/>
                </a:lnTo>
                <a:lnTo>
                  <a:pt x="1112260" y="30930"/>
                </a:lnTo>
                <a:lnTo>
                  <a:pt x="1141530" y="33191"/>
                </a:lnTo>
                <a:lnTo>
                  <a:pt x="1170800" y="35559"/>
                </a:lnTo>
                <a:lnTo>
                  <a:pt x="1200070" y="38038"/>
                </a:lnTo>
                <a:lnTo>
                  <a:pt x="1229340" y="40629"/>
                </a:lnTo>
                <a:lnTo>
                  <a:pt x="1258610" y="43335"/>
                </a:lnTo>
                <a:lnTo>
                  <a:pt x="1287880" y="46158"/>
                </a:lnTo>
                <a:lnTo>
                  <a:pt x="1317150" y="49101"/>
                </a:lnTo>
                <a:lnTo>
                  <a:pt x="1346420" y="52167"/>
                </a:lnTo>
                <a:lnTo>
                  <a:pt x="1375690" y="55358"/>
                </a:lnTo>
                <a:lnTo>
                  <a:pt x="1404960" y="58676"/>
                </a:lnTo>
                <a:lnTo>
                  <a:pt x="1434230" y="62124"/>
                </a:lnTo>
                <a:lnTo>
                  <a:pt x="1463500" y="65705"/>
                </a:lnTo>
                <a:lnTo>
                  <a:pt x="1492770" y="69421"/>
                </a:lnTo>
                <a:lnTo>
                  <a:pt x="1522040" y="73274"/>
                </a:lnTo>
                <a:lnTo>
                  <a:pt x="1551310" y="77267"/>
                </a:lnTo>
                <a:lnTo>
                  <a:pt x="1580580" y="81402"/>
                </a:lnTo>
                <a:lnTo>
                  <a:pt x="1609850" y="85682"/>
                </a:lnTo>
                <a:lnTo>
                  <a:pt x="1639120" y="90110"/>
                </a:lnTo>
                <a:lnTo>
                  <a:pt x="1668390" y="94688"/>
                </a:lnTo>
                <a:lnTo>
                  <a:pt x="1697660" y="99418"/>
                </a:lnTo>
                <a:lnTo>
                  <a:pt x="1726930" y="104303"/>
                </a:lnTo>
                <a:lnTo>
                  <a:pt x="1756200" y="109345"/>
                </a:lnTo>
                <a:lnTo>
                  <a:pt x="1785470" y="114548"/>
                </a:lnTo>
                <a:lnTo>
                  <a:pt x="1814740" y="119912"/>
                </a:lnTo>
                <a:lnTo>
                  <a:pt x="1844010" y="125442"/>
                </a:lnTo>
                <a:lnTo>
                  <a:pt x="1873280" y="131139"/>
                </a:lnTo>
                <a:lnTo>
                  <a:pt x="1902550" y="137006"/>
                </a:lnTo>
                <a:lnTo>
                  <a:pt x="1931820" y="143045"/>
                </a:lnTo>
                <a:lnTo>
                  <a:pt x="1961090" y="149260"/>
                </a:lnTo>
                <a:lnTo>
                  <a:pt x="1990360" y="155651"/>
                </a:lnTo>
                <a:lnTo>
                  <a:pt x="2019630" y="162223"/>
                </a:lnTo>
                <a:lnTo>
                  <a:pt x="2048900" y="168977"/>
                </a:lnTo>
                <a:lnTo>
                  <a:pt x="2078170" y="175915"/>
                </a:lnTo>
                <a:lnTo>
                  <a:pt x="2107440" y="183041"/>
                </a:lnTo>
                <a:lnTo>
                  <a:pt x="2136710" y="190357"/>
                </a:lnTo>
                <a:lnTo>
                  <a:pt x="2165980" y="197866"/>
                </a:lnTo>
                <a:lnTo>
                  <a:pt x="2195250" y="205569"/>
                </a:lnTo>
                <a:lnTo>
                  <a:pt x="2224520" y="213469"/>
                </a:lnTo>
                <a:lnTo>
                  <a:pt x="2253790" y="221570"/>
                </a:lnTo>
                <a:lnTo>
                  <a:pt x="2283060" y="229872"/>
                </a:lnTo>
                <a:lnTo>
                  <a:pt x="2312330" y="238380"/>
                </a:lnTo>
                <a:lnTo>
                  <a:pt x="2341600" y="247095"/>
                </a:lnTo>
                <a:lnTo>
                  <a:pt x="2370870" y="256020"/>
                </a:lnTo>
                <a:lnTo>
                  <a:pt x="2400140" y="265157"/>
                </a:lnTo>
                <a:lnTo>
                  <a:pt x="2429410" y="274509"/>
                </a:lnTo>
                <a:lnTo>
                  <a:pt x="2458680" y="284078"/>
                </a:lnTo>
                <a:lnTo>
                  <a:pt x="2487950" y="293867"/>
                </a:lnTo>
                <a:lnTo>
                  <a:pt x="2517220" y="303878"/>
                </a:lnTo>
                <a:lnTo>
                  <a:pt x="2546490" y="314114"/>
                </a:lnTo>
                <a:lnTo>
                  <a:pt x="2575760" y="324578"/>
                </a:lnTo>
                <a:lnTo>
                  <a:pt x="2605030" y="335271"/>
                </a:lnTo>
                <a:lnTo>
                  <a:pt x="2634300" y="346196"/>
                </a:lnTo>
                <a:lnTo>
                  <a:pt x="2663570" y="357357"/>
                </a:lnTo>
                <a:lnTo>
                  <a:pt x="2692840" y="368754"/>
                </a:lnTo>
                <a:lnTo>
                  <a:pt x="2722110" y="380392"/>
                </a:lnTo>
                <a:lnTo>
                  <a:pt x="2751380" y="392272"/>
                </a:lnTo>
                <a:lnTo>
                  <a:pt x="2780650" y="404396"/>
                </a:lnTo>
                <a:lnTo>
                  <a:pt x="2809920" y="416768"/>
                </a:lnTo>
                <a:lnTo>
                  <a:pt x="2839190" y="429389"/>
                </a:lnTo>
                <a:lnTo>
                  <a:pt x="2868460" y="442263"/>
                </a:lnTo>
                <a:lnTo>
                  <a:pt x="2897730" y="455392"/>
                </a:lnTo>
                <a:lnTo>
                  <a:pt x="2926999" y="468777"/>
                </a:lnTo>
                <a:lnTo>
                  <a:pt x="2956269" y="482423"/>
                </a:lnTo>
                <a:lnTo>
                  <a:pt x="2985539" y="496331"/>
                </a:lnTo>
                <a:lnTo>
                  <a:pt x="3014809" y="510503"/>
                </a:lnTo>
                <a:lnTo>
                  <a:pt x="3044079" y="524943"/>
                </a:lnTo>
                <a:lnTo>
                  <a:pt x="3073349" y="539653"/>
                </a:lnTo>
                <a:lnTo>
                  <a:pt x="3102619" y="554635"/>
                </a:lnTo>
                <a:lnTo>
                  <a:pt x="3131889" y="569891"/>
                </a:lnTo>
                <a:lnTo>
                  <a:pt x="3161159" y="585425"/>
                </a:lnTo>
                <a:lnTo>
                  <a:pt x="3190429" y="601238"/>
                </a:lnTo>
                <a:lnTo>
                  <a:pt x="3219699" y="617334"/>
                </a:lnTo>
                <a:lnTo>
                  <a:pt x="3248969" y="633715"/>
                </a:lnTo>
                <a:lnTo>
                  <a:pt x="3278239" y="650382"/>
                </a:lnTo>
                <a:lnTo>
                  <a:pt x="3307509" y="667339"/>
                </a:lnTo>
                <a:lnTo>
                  <a:pt x="3336779" y="684589"/>
                </a:lnTo>
                <a:lnTo>
                  <a:pt x="3366049" y="702133"/>
                </a:lnTo>
                <a:lnTo>
                  <a:pt x="3395319" y="719975"/>
                </a:lnTo>
                <a:lnTo>
                  <a:pt x="3424589" y="738116"/>
                </a:lnTo>
                <a:lnTo>
                  <a:pt x="3453859" y="756559"/>
                </a:lnTo>
                <a:lnTo>
                  <a:pt x="3483129" y="775307"/>
                </a:lnTo>
                <a:lnTo>
                  <a:pt x="3512399" y="794363"/>
                </a:lnTo>
                <a:lnTo>
                  <a:pt x="3541669" y="813727"/>
                </a:lnTo>
                <a:lnTo>
                  <a:pt x="3570939" y="833405"/>
                </a:lnTo>
                <a:lnTo>
                  <a:pt x="3600209" y="853396"/>
                </a:lnTo>
                <a:lnTo>
                  <a:pt x="3629479" y="873705"/>
                </a:lnTo>
                <a:lnTo>
                  <a:pt x="3658749" y="894334"/>
                </a:lnTo>
                <a:lnTo>
                  <a:pt x="3688019" y="915284"/>
                </a:lnTo>
                <a:lnTo>
                  <a:pt x="3717289" y="936560"/>
                </a:lnTo>
                <a:lnTo>
                  <a:pt x="3746559" y="958162"/>
                </a:lnTo>
                <a:lnTo>
                  <a:pt x="3775829" y="980095"/>
                </a:lnTo>
                <a:lnTo>
                  <a:pt x="3805099" y="1002359"/>
                </a:lnTo>
                <a:lnTo>
                  <a:pt x="3834369" y="1024958"/>
                </a:lnTo>
                <a:lnTo>
                  <a:pt x="3863639" y="1047894"/>
                </a:lnTo>
                <a:lnTo>
                  <a:pt x="3892909" y="1071170"/>
                </a:lnTo>
                <a:lnTo>
                  <a:pt x="3922179" y="1094788"/>
                </a:lnTo>
                <a:lnTo>
                  <a:pt x="3951449" y="1118750"/>
                </a:lnTo>
                <a:lnTo>
                  <a:pt x="3980719" y="1143060"/>
                </a:lnTo>
                <a:lnTo>
                  <a:pt x="4009989" y="1167719"/>
                </a:lnTo>
                <a:lnTo>
                  <a:pt x="4039259" y="1192731"/>
                </a:lnTo>
                <a:lnTo>
                  <a:pt x="4068529" y="1218097"/>
                </a:lnTo>
                <a:lnTo>
                  <a:pt x="4097799" y="1243820"/>
                </a:lnTo>
                <a:lnTo>
                  <a:pt x="4127069" y="1269902"/>
                </a:lnTo>
                <a:lnTo>
                  <a:pt x="4156339" y="1296347"/>
                </a:lnTo>
                <a:lnTo>
                  <a:pt x="4185609" y="1323157"/>
                </a:lnTo>
                <a:lnTo>
                  <a:pt x="4214879" y="1350333"/>
                </a:lnTo>
                <a:lnTo>
                  <a:pt x="4244149" y="1377879"/>
                </a:lnTo>
                <a:lnTo>
                  <a:pt x="4273419" y="1405797"/>
                </a:lnTo>
                <a:lnTo>
                  <a:pt x="4302689" y="1434090"/>
                </a:lnTo>
                <a:lnTo>
                  <a:pt x="4331959" y="1462760"/>
                </a:lnTo>
                <a:lnTo>
                  <a:pt x="4361229" y="1491809"/>
                </a:lnTo>
                <a:lnTo>
                  <a:pt x="4390499" y="1521241"/>
                </a:lnTo>
                <a:lnTo>
                  <a:pt x="4419769" y="1551057"/>
                </a:lnTo>
                <a:lnTo>
                  <a:pt x="4449039" y="1581260"/>
                </a:lnTo>
                <a:lnTo>
                  <a:pt x="4478309" y="1611852"/>
                </a:lnTo>
                <a:lnTo>
                  <a:pt x="4507579" y="1642837"/>
                </a:lnTo>
                <a:lnTo>
                  <a:pt x="4536849" y="1674216"/>
                </a:lnTo>
                <a:lnTo>
                  <a:pt x="4566119" y="1705993"/>
                </a:lnTo>
                <a:lnTo>
                  <a:pt x="4595389" y="1738169"/>
                </a:lnTo>
                <a:lnTo>
                  <a:pt x="4624659" y="1770746"/>
                </a:lnTo>
                <a:lnTo>
                  <a:pt x="4653929" y="1803729"/>
                </a:lnTo>
                <a:lnTo>
                  <a:pt x="4683199" y="1837118"/>
                </a:lnTo>
                <a:lnTo>
                  <a:pt x="4712469" y="1870917"/>
                </a:lnTo>
                <a:lnTo>
                  <a:pt x="4741739" y="1905128"/>
                </a:lnTo>
                <a:lnTo>
                  <a:pt x="4771009" y="1939754"/>
                </a:lnTo>
                <a:lnTo>
                  <a:pt x="4800279" y="1974796"/>
                </a:lnTo>
                <a:lnTo>
                  <a:pt x="4829549" y="2010258"/>
                </a:lnTo>
                <a:lnTo>
                  <a:pt x="4858819" y="2046142"/>
                </a:lnTo>
                <a:lnTo>
                  <a:pt x="4888089" y="2082451"/>
                </a:lnTo>
                <a:lnTo>
                  <a:pt x="4917359" y="2119187"/>
                </a:lnTo>
                <a:lnTo>
                  <a:pt x="4946629" y="2156352"/>
                </a:lnTo>
                <a:lnTo>
                  <a:pt x="4975899" y="2193949"/>
                </a:lnTo>
                <a:lnTo>
                  <a:pt x="5005169" y="2231980"/>
                </a:lnTo>
                <a:lnTo>
                  <a:pt x="5034439" y="2270449"/>
                </a:lnTo>
                <a:lnTo>
                  <a:pt x="5063709" y="2309357"/>
                </a:lnTo>
                <a:lnTo>
                  <a:pt x="5092979" y="2348707"/>
                </a:lnTo>
                <a:lnTo>
                  <a:pt x="5122249" y="2388501"/>
                </a:lnTo>
                <a:lnTo>
                  <a:pt x="5151519" y="2428743"/>
                </a:lnTo>
                <a:lnTo>
                  <a:pt x="5180789" y="2469433"/>
                </a:lnTo>
                <a:lnTo>
                  <a:pt x="5210059" y="2510576"/>
                </a:lnTo>
                <a:lnTo>
                  <a:pt x="5239329" y="2552174"/>
                </a:lnTo>
                <a:lnTo>
                  <a:pt x="5268599" y="2594228"/>
                </a:lnTo>
                <a:lnTo>
                  <a:pt x="5297869" y="2636742"/>
                </a:lnTo>
                <a:lnTo>
                  <a:pt x="5327139" y="2679717"/>
                </a:lnTo>
                <a:lnTo>
                  <a:pt x="5356409" y="2723157"/>
                </a:lnTo>
                <a:lnTo>
                  <a:pt x="5385679" y="2767064"/>
                </a:lnTo>
                <a:lnTo>
                  <a:pt x="5414949" y="2811441"/>
                </a:lnTo>
                <a:lnTo>
                  <a:pt x="5444219" y="2856289"/>
                </a:lnTo>
                <a:lnTo>
                  <a:pt x="5473489" y="2901612"/>
                </a:lnTo>
                <a:lnTo>
                  <a:pt x="5502759" y="2947412"/>
                </a:lnTo>
                <a:lnTo>
                  <a:pt x="5532029" y="2993691"/>
                </a:lnTo>
                <a:lnTo>
                  <a:pt x="5561299" y="3040452"/>
                </a:lnTo>
                <a:lnTo>
                  <a:pt x="5590569" y="3087698"/>
                </a:lnTo>
                <a:lnTo>
                  <a:pt x="5619839" y="3135430"/>
                </a:lnTo>
                <a:lnTo>
                  <a:pt x="5649109" y="3183652"/>
                </a:lnTo>
                <a:lnTo>
                  <a:pt x="5678379" y="3232366"/>
                </a:lnTo>
                <a:lnTo>
                  <a:pt x="5707649" y="3281574"/>
                </a:lnTo>
                <a:lnTo>
                  <a:pt x="5736919" y="3331279"/>
                </a:lnTo>
                <a:lnTo>
                  <a:pt x="5766189" y="3381483"/>
                </a:lnTo>
                <a:lnTo>
                  <a:pt x="5795459" y="3432190"/>
                </a:lnTo>
                <a:lnTo>
                  <a:pt x="5824729" y="348340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7 ellipse 34" descr="sci-ppt:o034"/>
          <p:cNvSpPr/>
          <p:nvPr/>
        </p:nvSpPr>
        <p:spPr>
          <a:xfrm>
            <a:off x="6803133" y="4974330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7 ellipse 35" descr="sci-ppt:o035"/>
          <p:cNvSpPr/>
          <p:nvPr/>
        </p:nvSpPr>
        <p:spPr>
          <a:xfrm>
            <a:off x="6798253" y="4965759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7 ellipse 36" descr="sci-ppt:o036"/>
          <p:cNvSpPr/>
          <p:nvPr/>
        </p:nvSpPr>
        <p:spPr>
          <a:xfrm>
            <a:off x="6784056" y="4940897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17 ellipse 37" descr="sci-ppt:o037"/>
          <p:cNvSpPr/>
          <p:nvPr/>
        </p:nvSpPr>
        <p:spPr>
          <a:xfrm>
            <a:off x="6760451" y="4899823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17 ellipse 38" descr="sci-ppt:o038"/>
          <p:cNvSpPr/>
          <p:nvPr/>
        </p:nvSpPr>
        <p:spPr>
          <a:xfrm>
            <a:off x="6726804" y="4841842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17 ellipse 39" descr="sci-ppt:o039"/>
          <p:cNvSpPr/>
          <p:nvPr/>
        </p:nvSpPr>
        <p:spPr>
          <a:xfrm>
            <a:off x="6683735" y="4768589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17 ellipse 40" descr="sci-ppt:o040"/>
          <p:cNvSpPr/>
          <p:nvPr/>
        </p:nvSpPr>
        <p:spPr>
          <a:xfrm>
            <a:off x="6630591" y="4679682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17 ellipse 41" descr="sci-ppt:o041"/>
          <p:cNvSpPr/>
          <p:nvPr/>
        </p:nvSpPr>
        <p:spPr>
          <a:xfrm>
            <a:off x="6566121" y="4574005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17 ellipse 42" descr="sci-ppt:o042"/>
          <p:cNvSpPr/>
          <p:nvPr/>
        </p:nvSpPr>
        <p:spPr>
          <a:xfrm>
            <a:off x="6491457" y="4454565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1-E17 ellipse 43" descr="sci-ppt:o043"/>
          <p:cNvSpPr/>
          <p:nvPr/>
        </p:nvSpPr>
        <p:spPr>
          <a:xfrm>
            <a:off x="6405267" y="4320570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1-E17 ellipse 44" descr="sci-ppt:o044"/>
          <p:cNvSpPr/>
          <p:nvPr/>
        </p:nvSpPr>
        <p:spPr>
          <a:xfrm>
            <a:off x="6305486" y="4170564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17 ellipse 45" descr="sci-ppt:o045"/>
          <p:cNvSpPr/>
          <p:nvPr/>
        </p:nvSpPr>
        <p:spPr>
          <a:xfrm>
            <a:off x="6193684" y="4008894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1-E17 ellipse 46" descr="sci-ppt:o046"/>
          <p:cNvSpPr/>
          <p:nvPr/>
        </p:nvSpPr>
        <p:spPr>
          <a:xfrm>
            <a:off x="6067549" y="3834458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17 ellipse 47" descr="sci-ppt:o047"/>
          <p:cNvSpPr/>
          <p:nvPr/>
        </p:nvSpPr>
        <p:spPr>
          <a:xfrm>
            <a:off x="5925633" y="3648049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17 ellipse 48" descr="sci-ppt:o048"/>
          <p:cNvSpPr/>
          <p:nvPr/>
        </p:nvSpPr>
        <p:spPr>
          <a:xfrm>
            <a:off x="5763942" y="3448027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17 ellipse 49" descr="sci-ppt:o049"/>
          <p:cNvSpPr/>
          <p:nvPr/>
        </p:nvSpPr>
        <p:spPr>
          <a:xfrm>
            <a:off x="5584065" y="3240488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17 ellipse 50" descr="sci-ppt:o050"/>
          <p:cNvSpPr/>
          <p:nvPr/>
        </p:nvSpPr>
        <p:spPr>
          <a:xfrm>
            <a:off x="5380835" y="3024281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17 ellipse 51" descr="sci-ppt:o051"/>
          <p:cNvSpPr/>
          <p:nvPr/>
        </p:nvSpPr>
        <p:spPr>
          <a:xfrm>
            <a:off x="5146590" y="2798086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1-E17 ellipse 52" descr="sci-ppt:o052"/>
          <p:cNvSpPr/>
          <p:nvPr/>
        </p:nvSpPr>
        <p:spPr>
          <a:xfrm>
            <a:off x="4880502" y="2569480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17 ellipse 53" descr="sci-ppt:o053"/>
          <p:cNvSpPr/>
          <p:nvPr/>
        </p:nvSpPr>
        <p:spPr>
          <a:xfrm>
            <a:off x="4569550" y="2338105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1-E17 ellipse 54" descr="sci-ppt:o054"/>
          <p:cNvSpPr/>
          <p:nvPr/>
        </p:nvSpPr>
        <p:spPr>
          <a:xfrm>
            <a:off x="4190983" y="2104326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1-E17 ellipse 55" descr="sci-ppt:o055"/>
          <p:cNvSpPr/>
          <p:nvPr/>
        </p:nvSpPr>
        <p:spPr>
          <a:xfrm>
            <a:off x="3719128" y="1878853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1-E17 ellipse 56" descr="sci-ppt:o056"/>
          <p:cNvSpPr/>
          <p:nvPr/>
        </p:nvSpPr>
        <p:spPr>
          <a:xfrm>
            <a:off x="3057991" y="1667190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1-E17 ellipse 57" descr="sci-ppt:o057"/>
          <p:cNvSpPr/>
          <p:nvPr/>
        </p:nvSpPr>
        <p:spPr>
          <a:xfrm>
            <a:off x="1400513" y="1493534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C1-E17 text 58" descr="sci-ppt:o058"/>
          <p:cNvSpPr txBox="1"/>
          <p:nvPr/>
        </p:nvSpPr>
        <p:spPr>
          <a:xfrm>
            <a:off x="1225296" y="356616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line: 1 − (R/Rₘₐₓ)³ from Eq. C1-E17</a:t>
            </a:r>
          </a:p>
        </p:txBody>
      </p:sp>
      <p:sp>
        <p:nvSpPr>
          <p:cNvPr id="61" name="C1-E17 text 59" descr="sci-ppt:o059"/>
          <p:cNvSpPr txBox="1"/>
          <p:nvPr/>
        </p:nvSpPr>
        <p:spPr>
          <a:xfrm>
            <a:off x="1225296" y="4053840"/>
            <a:ext cx="31089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dots: direct ODE solution; largest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difference 9e-11</a:t>
            </a:r>
          </a:p>
        </p:txBody>
      </p:sp>
      <p:sp>
        <p:nvSpPr>
          <p:cNvPr id="62" name="C1-E17 round_rect 60" descr="sci-ppt:o060"/>
          <p:cNvSpPr/>
          <p:nvPr/>
        </p:nvSpPr>
        <p:spPr>
          <a:xfrm>
            <a:off x="7315200" y="1371600"/>
            <a:ext cx="452628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1-E17 text 61" descr="sci-ppt:o061"/>
          <p:cNvSpPr txBox="1"/>
          <p:nvPr/>
        </p:nvSpPr>
        <p:spPr>
          <a:xfrm>
            <a:off x="7424927" y="1426464"/>
            <a:ext cx="4306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Two independent routes</a:t>
            </a:r>
          </a:p>
        </p:txBody>
      </p:sp>
      <p:sp>
        <p:nvSpPr>
          <p:cNvPr id="64" name="C1-E17 text 62" descr="sci-ppt:o062"/>
          <p:cNvSpPr txBox="1"/>
          <p:nvPr/>
        </p:nvSpPr>
        <p:spPr>
          <a:xfrm>
            <a:off x="7452360" y="1828800"/>
            <a:ext cx="4297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Route 1: speed solution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Kₗ = 2πρR³Ṙ² with Ṙ from Eq. C1-E14</a:t>
            </a:r>
          </a:p>
        </p:txBody>
      </p:sp>
      <p:sp>
        <p:nvSpPr>
          <p:cNvPr id="65" name="C1-E17 text 63" descr="sci-ppt:o063"/>
          <p:cNvSpPr txBox="1"/>
          <p:nvPr/>
        </p:nvSpPr>
        <p:spPr>
          <a:xfrm>
            <a:off x="7452360" y="2743200"/>
            <a:ext cx="4297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Route 2: pressure work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E_B = Δp_c Vₘₐₓ = (4π/3) Δp_c Rₘₐₓ³</a:t>
            </a:r>
          </a:p>
        </p:txBody>
      </p:sp>
      <p:sp>
        <p:nvSpPr>
          <p:cNvPr id="66" name="C1-E17 text 64" descr="sci-ppt:o064"/>
          <p:cNvSpPr txBox="1"/>
          <p:nvPr/>
        </p:nvSpPr>
        <p:spPr>
          <a:xfrm>
            <a:off x="7452360" y="3657600"/>
            <a:ext cx="4297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Kₗ/E_B = 1 − (R/Rₘₐₓ)³  holds at every radius, so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no energy is created or lost.</a:t>
            </a:r>
          </a:p>
        </p:txBody>
      </p:sp>
      <p:sp>
        <p:nvSpPr>
          <p:cNvPr id="67" name="C1-E17 text 65" descr="sci-ppt:o065"/>
          <p:cNvSpPr txBox="1"/>
          <p:nvPr/>
        </p:nvSpPr>
        <p:spPr>
          <a:xfrm>
            <a:off x="914400" y="5733288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Half the radius has released 7/8 of the stored pressure work as kinetic energy.</a:t>
            </a:r>
          </a:p>
        </p:txBody>
      </p:sp>
      <p:sp>
        <p:nvSpPr>
          <p:cNvPr id="68" name="C1-E17 text 66" descr="sci-ppt:o06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Dots: numerical integration of R R̈ + 3Ṙ²/2 = −Δp_c/ρ (Eq. C1-E12); no viscosity, tension or gas.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C1-E18 · Declared teaching calculation</a:t>
            </a:r>
          </a:p>
        </p:txBody>
      </p:sp>
      <p:cxnSp>
        <p:nvCxnSpPr>
          <p:cNvPr id="3" name="C1-E18 line 1" descr="sci-ppt:o001"/>
          <p:cNvCxnSpPr/>
          <p:nvPr/>
        </p:nvCxnSpPr>
        <p:spPr>
          <a:xfrm>
            <a:off x="914400" y="310896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8 line 2" descr="sci-ppt:o002"/>
          <p:cNvCxnSpPr/>
          <p:nvPr/>
        </p:nvCxnSpPr>
        <p:spPr>
          <a:xfrm>
            <a:off x="914400" y="1280160"/>
            <a:ext cx="0" cy="1828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8 line 3" descr="sci-ppt:o003"/>
          <p:cNvCxnSpPr/>
          <p:nvPr/>
        </p:nvCxnSpPr>
        <p:spPr>
          <a:xfrm>
            <a:off x="914400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8 line 4" descr="sci-ppt:o004"/>
          <p:cNvCxnSpPr/>
          <p:nvPr/>
        </p:nvCxnSpPr>
        <p:spPr>
          <a:xfrm>
            <a:off x="914400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8 text 5" descr="sci-ppt:o005"/>
          <p:cNvSpPr txBox="1"/>
          <p:nvPr/>
        </p:nvSpPr>
        <p:spPr>
          <a:xfrm>
            <a:off x="457200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18 line 6" descr="sci-ppt:o006"/>
          <p:cNvCxnSpPr/>
          <p:nvPr/>
        </p:nvCxnSpPr>
        <p:spPr>
          <a:xfrm>
            <a:off x="2834639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8 line 7" descr="sci-ppt:o007"/>
          <p:cNvCxnSpPr/>
          <p:nvPr/>
        </p:nvCxnSpPr>
        <p:spPr>
          <a:xfrm>
            <a:off x="2834639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8 text 8" descr="sci-ppt:o008"/>
          <p:cNvSpPr txBox="1"/>
          <p:nvPr/>
        </p:nvSpPr>
        <p:spPr>
          <a:xfrm>
            <a:off x="2377439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18 line 9" descr="sci-ppt:o009"/>
          <p:cNvCxnSpPr/>
          <p:nvPr/>
        </p:nvCxnSpPr>
        <p:spPr>
          <a:xfrm>
            <a:off x="4754879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8 line 10" descr="sci-ppt:o010"/>
          <p:cNvCxnSpPr/>
          <p:nvPr/>
        </p:nvCxnSpPr>
        <p:spPr>
          <a:xfrm>
            <a:off x="4754879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8 text 11" descr="sci-ppt:o011"/>
          <p:cNvSpPr txBox="1"/>
          <p:nvPr/>
        </p:nvSpPr>
        <p:spPr>
          <a:xfrm>
            <a:off x="4297679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18 line 12" descr="sci-ppt:o012"/>
          <p:cNvCxnSpPr/>
          <p:nvPr/>
        </p:nvCxnSpPr>
        <p:spPr>
          <a:xfrm>
            <a:off x="6675120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8 line 13" descr="sci-ppt:o013"/>
          <p:cNvCxnSpPr/>
          <p:nvPr/>
        </p:nvCxnSpPr>
        <p:spPr>
          <a:xfrm>
            <a:off x="6675120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8 text 14" descr="sci-ppt:o014"/>
          <p:cNvSpPr txBox="1"/>
          <p:nvPr/>
        </p:nvSpPr>
        <p:spPr>
          <a:xfrm>
            <a:off x="6217920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1-E18 line 15" descr="sci-ppt:o015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8 line 16" descr="sci-ppt:o016"/>
          <p:cNvCxnSpPr/>
          <p:nvPr/>
        </p:nvCxnSpPr>
        <p:spPr>
          <a:xfrm>
            <a:off x="850392" y="25374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8 line 17" descr="sci-ppt:o017"/>
          <p:cNvCxnSpPr/>
          <p:nvPr/>
        </p:nvCxnSpPr>
        <p:spPr>
          <a:xfrm>
            <a:off x="914400" y="25374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8 text 18" descr="sci-ppt:o018"/>
          <p:cNvSpPr txBox="1"/>
          <p:nvPr/>
        </p:nvSpPr>
        <p:spPr>
          <a:xfrm>
            <a:off x="45720" y="24551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1" name="C1-E18 line 19" descr="sci-ppt:o019"/>
          <p:cNvCxnSpPr/>
          <p:nvPr/>
        </p:nvCxnSpPr>
        <p:spPr>
          <a:xfrm>
            <a:off x="850392" y="1965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8 line 20" descr="sci-ppt:o020"/>
          <p:cNvCxnSpPr/>
          <p:nvPr/>
        </p:nvCxnSpPr>
        <p:spPr>
          <a:xfrm>
            <a:off x="914400" y="19659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8 text 21" descr="sci-ppt:o021"/>
          <p:cNvSpPr txBox="1"/>
          <p:nvPr/>
        </p:nvSpPr>
        <p:spPr>
          <a:xfrm>
            <a:off x="45720" y="1883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4" name="C1-E18 line 22" descr="sci-ppt:o022"/>
          <p:cNvCxnSpPr/>
          <p:nvPr/>
        </p:nvCxnSpPr>
        <p:spPr>
          <a:xfrm>
            <a:off x="850392" y="13944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8 line 23" descr="sci-ppt:o023"/>
          <p:cNvCxnSpPr/>
          <p:nvPr/>
        </p:nvCxnSpPr>
        <p:spPr>
          <a:xfrm>
            <a:off x="914400" y="13944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8 text 24" descr="sci-ppt:o024"/>
          <p:cNvSpPr txBox="1"/>
          <p:nvPr/>
        </p:nvSpPr>
        <p:spPr>
          <a:xfrm>
            <a:off x="45720" y="131216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27" name="C1-E18 text 25" descr="sci-ppt:o025"/>
          <p:cNvSpPr txBox="1"/>
          <p:nvPr/>
        </p:nvSpPr>
        <p:spPr>
          <a:xfrm>
            <a:off x="365760" y="93268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 (µm)</a:t>
            </a:r>
          </a:p>
        </p:txBody>
      </p:sp>
      <p:sp>
        <p:nvSpPr>
          <p:cNvPr id="28" name="C1-E18 polygon 26" descr="sci-ppt:o026"/>
          <p:cNvSpPr/>
          <p:nvPr/>
        </p:nvSpPr>
        <p:spPr>
          <a:xfrm>
            <a:off x="914400" y="1394460"/>
            <a:ext cx="5269223" cy="1714157"/>
          </a:xfrm>
          <a:custGeom>
            <a:avLst/>
            <a:gdLst/>
            <a:ahLst/>
            <a:cxnLst/>
            <a:rect l="l" t="t" r="r" b="b"/>
            <a:pathLst>
              <a:path w="5269223" h="1714157">
                <a:moveTo>
                  <a:pt x="0" y="0"/>
                </a:moveTo>
                <a:lnTo>
                  <a:pt x="54396" y="76"/>
                </a:lnTo>
                <a:lnTo>
                  <a:pt x="108789" y="305"/>
                </a:lnTo>
                <a:lnTo>
                  <a:pt x="163171" y="687"/>
                </a:lnTo>
                <a:lnTo>
                  <a:pt x="217539" y="1223"/>
                </a:lnTo>
                <a:lnTo>
                  <a:pt x="271887" y="1910"/>
                </a:lnTo>
                <a:lnTo>
                  <a:pt x="326212" y="2751"/>
                </a:lnTo>
                <a:lnTo>
                  <a:pt x="380507" y="3745"/>
                </a:lnTo>
                <a:lnTo>
                  <a:pt x="434768" y="4892"/>
                </a:lnTo>
                <a:lnTo>
                  <a:pt x="488990" y="6191"/>
                </a:lnTo>
                <a:lnTo>
                  <a:pt x="543169" y="7643"/>
                </a:lnTo>
                <a:lnTo>
                  <a:pt x="597299" y="9249"/>
                </a:lnTo>
                <a:lnTo>
                  <a:pt x="651375" y="11007"/>
                </a:lnTo>
                <a:lnTo>
                  <a:pt x="705393" y="12918"/>
                </a:lnTo>
                <a:lnTo>
                  <a:pt x="759348" y="14982"/>
                </a:lnTo>
                <a:lnTo>
                  <a:pt x="813235" y="17198"/>
                </a:lnTo>
                <a:lnTo>
                  <a:pt x="867049" y="19568"/>
                </a:lnTo>
                <a:lnTo>
                  <a:pt x="920785" y="22090"/>
                </a:lnTo>
                <a:lnTo>
                  <a:pt x="974438" y="24766"/>
                </a:lnTo>
                <a:lnTo>
                  <a:pt x="1028004" y="27594"/>
                </a:lnTo>
                <a:lnTo>
                  <a:pt x="1081476" y="30575"/>
                </a:lnTo>
                <a:lnTo>
                  <a:pt x="1134852" y="33709"/>
                </a:lnTo>
                <a:lnTo>
                  <a:pt x="1188124" y="36996"/>
                </a:lnTo>
                <a:lnTo>
                  <a:pt x="1241289" y="40436"/>
                </a:lnTo>
                <a:lnTo>
                  <a:pt x="1294342" y="44029"/>
                </a:lnTo>
                <a:lnTo>
                  <a:pt x="1347278" y="47774"/>
                </a:lnTo>
                <a:lnTo>
                  <a:pt x="1400090" y="51672"/>
                </a:lnTo>
                <a:lnTo>
                  <a:pt x="1452776" y="55724"/>
                </a:lnTo>
                <a:lnTo>
                  <a:pt x="1505329" y="59928"/>
                </a:lnTo>
                <a:lnTo>
                  <a:pt x="1557745" y="64285"/>
                </a:lnTo>
                <a:lnTo>
                  <a:pt x="1610018" y="68795"/>
                </a:lnTo>
                <a:lnTo>
                  <a:pt x="1662144" y="73458"/>
                </a:lnTo>
                <a:lnTo>
                  <a:pt x="1714118" y="78273"/>
                </a:lnTo>
                <a:lnTo>
                  <a:pt x="1765933" y="83242"/>
                </a:lnTo>
                <a:lnTo>
                  <a:pt x="1817586" y="88363"/>
                </a:lnTo>
                <a:lnTo>
                  <a:pt x="1869072" y="93638"/>
                </a:lnTo>
                <a:lnTo>
                  <a:pt x="1920384" y="99065"/>
                </a:lnTo>
                <a:lnTo>
                  <a:pt x="1971519" y="104645"/>
                </a:lnTo>
                <a:lnTo>
                  <a:pt x="2022470" y="110378"/>
                </a:lnTo>
                <a:lnTo>
                  <a:pt x="2073234" y="116264"/>
                </a:lnTo>
                <a:lnTo>
                  <a:pt x="2123803" y="122302"/>
                </a:lnTo>
                <a:lnTo>
                  <a:pt x="2174174" y="128494"/>
                </a:lnTo>
                <a:lnTo>
                  <a:pt x="2224342" y="134839"/>
                </a:lnTo>
                <a:lnTo>
                  <a:pt x="2274300" y="141336"/>
                </a:lnTo>
                <a:lnTo>
                  <a:pt x="2324044" y="147986"/>
                </a:lnTo>
                <a:lnTo>
                  <a:pt x="2373568" y="154789"/>
                </a:lnTo>
                <a:lnTo>
                  <a:pt x="2422868" y="161745"/>
                </a:lnTo>
                <a:lnTo>
                  <a:pt x="2471937" y="168854"/>
                </a:lnTo>
                <a:lnTo>
                  <a:pt x="2520771" y="176116"/>
                </a:lnTo>
                <a:lnTo>
                  <a:pt x="2569365" y="183530"/>
                </a:lnTo>
                <a:lnTo>
                  <a:pt x="2617712" y="191098"/>
                </a:lnTo>
                <a:lnTo>
                  <a:pt x="2665808" y="198818"/>
                </a:lnTo>
                <a:lnTo>
                  <a:pt x="2713646" y="206691"/>
                </a:lnTo>
                <a:lnTo>
                  <a:pt x="2761223" y="214718"/>
                </a:lnTo>
                <a:lnTo>
                  <a:pt x="2808532" y="222897"/>
                </a:lnTo>
                <a:lnTo>
                  <a:pt x="2855568" y="231229"/>
                </a:lnTo>
                <a:lnTo>
                  <a:pt x="2902325" y="239713"/>
                </a:lnTo>
                <a:lnTo>
                  <a:pt x="2948798" y="248351"/>
                </a:lnTo>
                <a:lnTo>
                  <a:pt x="2994981" y="257141"/>
                </a:lnTo>
                <a:lnTo>
                  <a:pt x="3040869" y="266085"/>
                </a:lnTo>
                <a:lnTo>
                  <a:pt x="3086456" y="275181"/>
                </a:lnTo>
                <a:lnTo>
                  <a:pt x="3131737" y="284430"/>
                </a:lnTo>
                <a:lnTo>
                  <a:pt x="3176706" y="293832"/>
                </a:lnTo>
                <a:lnTo>
                  <a:pt x="3221357" y="303387"/>
                </a:lnTo>
                <a:lnTo>
                  <a:pt x="3265685" y="313095"/>
                </a:lnTo>
                <a:lnTo>
                  <a:pt x="3309685" y="322956"/>
                </a:lnTo>
                <a:lnTo>
                  <a:pt x="3353349" y="332969"/>
                </a:lnTo>
                <a:lnTo>
                  <a:pt x="3396673" y="343136"/>
                </a:lnTo>
                <a:lnTo>
                  <a:pt x="3439651" y="353455"/>
                </a:lnTo>
                <a:lnTo>
                  <a:pt x="3482277" y="363927"/>
                </a:lnTo>
                <a:lnTo>
                  <a:pt x="3524546" y="374552"/>
                </a:lnTo>
                <a:lnTo>
                  <a:pt x="3566451" y="385330"/>
                </a:lnTo>
                <a:lnTo>
                  <a:pt x="3607987" y="396261"/>
                </a:lnTo>
                <a:lnTo>
                  <a:pt x="3649147" y="407345"/>
                </a:lnTo>
                <a:lnTo>
                  <a:pt x="3689927" y="418581"/>
                </a:lnTo>
                <a:lnTo>
                  <a:pt x="3730319" y="429971"/>
                </a:lnTo>
                <a:lnTo>
                  <a:pt x="3770319" y="441513"/>
                </a:lnTo>
                <a:lnTo>
                  <a:pt x="3809920" y="453208"/>
                </a:lnTo>
                <a:lnTo>
                  <a:pt x="3849116" y="465056"/>
                </a:lnTo>
                <a:lnTo>
                  <a:pt x="3887901" y="477057"/>
                </a:lnTo>
                <a:lnTo>
                  <a:pt x="3926270" y="489211"/>
                </a:lnTo>
                <a:lnTo>
                  <a:pt x="3964216" y="501518"/>
                </a:lnTo>
                <a:lnTo>
                  <a:pt x="4001733" y="513978"/>
                </a:lnTo>
                <a:lnTo>
                  <a:pt x="4038815" y="526590"/>
                </a:lnTo>
                <a:lnTo>
                  <a:pt x="4075457" y="539356"/>
                </a:lnTo>
                <a:lnTo>
                  <a:pt x="4111651" y="552274"/>
                </a:lnTo>
                <a:lnTo>
                  <a:pt x="4147393" y="565345"/>
                </a:lnTo>
                <a:lnTo>
                  <a:pt x="4182675" y="578569"/>
                </a:lnTo>
                <a:lnTo>
                  <a:pt x="4217492" y="591946"/>
                </a:lnTo>
                <a:lnTo>
                  <a:pt x="4251838" y="605476"/>
                </a:lnTo>
                <a:lnTo>
                  <a:pt x="4285707" y="619158"/>
                </a:lnTo>
                <a:lnTo>
                  <a:pt x="4319092" y="632994"/>
                </a:lnTo>
                <a:lnTo>
                  <a:pt x="4351987" y="646982"/>
                </a:lnTo>
                <a:lnTo>
                  <a:pt x="4384387" y="661123"/>
                </a:lnTo>
                <a:lnTo>
                  <a:pt x="4416285" y="675418"/>
                </a:lnTo>
                <a:lnTo>
                  <a:pt x="4447675" y="689865"/>
                </a:lnTo>
                <a:lnTo>
                  <a:pt x="4478551" y="704465"/>
                </a:lnTo>
                <a:lnTo>
                  <a:pt x="4508908" y="719217"/>
                </a:lnTo>
                <a:lnTo>
                  <a:pt x="4538738" y="734123"/>
                </a:lnTo>
                <a:lnTo>
                  <a:pt x="4568037" y="749182"/>
                </a:lnTo>
                <a:lnTo>
                  <a:pt x="4596798" y="764393"/>
                </a:lnTo>
                <a:lnTo>
                  <a:pt x="4625015" y="779757"/>
                </a:lnTo>
                <a:lnTo>
                  <a:pt x="4652682" y="795274"/>
                </a:lnTo>
                <a:lnTo>
                  <a:pt x="4679794" y="810945"/>
                </a:lnTo>
                <a:lnTo>
                  <a:pt x="4706345" y="826767"/>
                </a:lnTo>
                <a:lnTo>
                  <a:pt x="4732329" y="842743"/>
                </a:lnTo>
                <a:lnTo>
                  <a:pt x="4757741" y="858872"/>
                </a:lnTo>
                <a:lnTo>
                  <a:pt x="4782574" y="875154"/>
                </a:lnTo>
                <a:lnTo>
                  <a:pt x="4806824" y="891588"/>
                </a:lnTo>
                <a:lnTo>
                  <a:pt x="4830485" y="908175"/>
                </a:lnTo>
                <a:lnTo>
                  <a:pt x="4853553" y="924916"/>
                </a:lnTo>
                <a:lnTo>
                  <a:pt x="4876021" y="941809"/>
                </a:lnTo>
                <a:lnTo>
                  <a:pt x="4897885" y="958855"/>
                </a:lnTo>
                <a:lnTo>
                  <a:pt x="4919140" y="976054"/>
                </a:lnTo>
                <a:lnTo>
                  <a:pt x="4939781" y="993405"/>
                </a:lnTo>
                <a:lnTo>
                  <a:pt x="4959805" y="1010910"/>
                </a:lnTo>
                <a:lnTo>
                  <a:pt x="4979206" y="1028567"/>
                </a:lnTo>
                <a:lnTo>
                  <a:pt x="4997981" y="1046378"/>
                </a:lnTo>
                <a:lnTo>
                  <a:pt x="5016125" y="1064341"/>
                </a:lnTo>
                <a:lnTo>
                  <a:pt x="5033636" y="1082457"/>
                </a:lnTo>
                <a:lnTo>
                  <a:pt x="5050510" y="1100726"/>
                </a:lnTo>
                <a:lnTo>
                  <a:pt x="5066745" y="1119148"/>
                </a:lnTo>
                <a:lnTo>
                  <a:pt x="5082336" y="1137723"/>
                </a:lnTo>
                <a:lnTo>
                  <a:pt x="5097283" y="1156450"/>
                </a:lnTo>
                <a:lnTo>
                  <a:pt x="5111583" y="1175331"/>
                </a:lnTo>
                <a:lnTo>
                  <a:pt x="5125235" y="1194364"/>
                </a:lnTo>
                <a:lnTo>
                  <a:pt x="5138239" y="1213551"/>
                </a:lnTo>
                <a:lnTo>
                  <a:pt x="5150592" y="1232890"/>
                </a:lnTo>
                <a:lnTo>
                  <a:pt x="5162297" y="1252382"/>
                </a:lnTo>
                <a:lnTo>
                  <a:pt x="5173354" y="1272027"/>
                </a:lnTo>
                <a:lnTo>
                  <a:pt x="5183763" y="1291824"/>
                </a:lnTo>
                <a:lnTo>
                  <a:pt x="5193528" y="1311775"/>
                </a:lnTo>
                <a:lnTo>
                  <a:pt x="5202652" y="1331879"/>
                </a:lnTo>
                <a:lnTo>
                  <a:pt x="5211138" y="1352135"/>
                </a:lnTo>
                <a:lnTo>
                  <a:pt x="5218991" y="1372544"/>
                </a:lnTo>
                <a:lnTo>
                  <a:pt x="5226218" y="1393107"/>
                </a:lnTo>
                <a:lnTo>
                  <a:pt x="5232826" y="1413822"/>
                </a:lnTo>
                <a:lnTo>
                  <a:pt x="5238823" y="1434690"/>
                </a:lnTo>
                <a:lnTo>
                  <a:pt x="5244219" y="1455710"/>
                </a:lnTo>
                <a:lnTo>
                  <a:pt x="5249027" y="1476884"/>
                </a:lnTo>
                <a:lnTo>
                  <a:pt x="5253260" y="1498211"/>
                </a:lnTo>
                <a:lnTo>
                  <a:pt x="5256934" y="1519690"/>
                </a:lnTo>
                <a:lnTo>
                  <a:pt x="5260067" y="1541322"/>
                </a:lnTo>
                <a:lnTo>
                  <a:pt x="5262680" y="1563108"/>
                </a:lnTo>
                <a:lnTo>
                  <a:pt x="5264799" y="1585046"/>
                </a:lnTo>
                <a:lnTo>
                  <a:pt x="5266451" y="1607137"/>
                </a:lnTo>
                <a:lnTo>
                  <a:pt x="5267671" y="1629381"/>
                </a:lnTo>
                <a:lnTo>
                  <a:pt x="5268498" y="1651777"/>
                </a:lnTo>
                <a:lnTo>
                  <a:pt x="5268984" y="1674327"/>
                </a:lnTo>
                <a:lnTo>
                  <a:pt x="5269192" y="1697029"/>
                </a:lnTo>
                <a:lnTo>
                  <a:pt x="5269223" y="1714157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18 ellipse 27" descr="sci-ppt:o027"/>
          <p:cNvSpPr/>
          <p:nvPr/>
        </p:nvSpPr>
        <p:spPr>
          <a:xfrm>
            <a:off x="5598989" y="217855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18 line 28" descr="sci-ppt:o028"/>
          <p:cNvCxnSpPr/>
          <p:nvPr/>
        </p:nvCxnSpPr>
        <p:spPr>
          <a:xfrm>
            <a:off x="6183623" y="1280160"/>
            <a:ext cx="0" cy="18288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1" name="C1-E18 text 29" descr="sci-ppt:o029"/>
          <p:cNvSpPr txBox="1"/>
          <p:nvPr/>
        </p:nvSpPr>
        <p:spPr>
          <a:xfrm>
            <a:off x="3203261" y="220599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R = Rₘₐₓ/2 at 2.48 µs</a:t>
            </a:r>
          </a:p>
        </p:txBody>
      </p:sp>
      <p:sp>
        <p:nvSpPr>
          <p:cNvPr id="32" name="C1-E18 text 30" descr="sci-ppt:o030"/>
          <p:cNvSpPr txBox="1"/>
          <p:nvPr/>
        </p:nvSpPr>
        <p:spPr>
          <a:xfrm>
            <a:off x="4446263" y="1451610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t_c = 2.744 µs</a:t>
            </a:r>
          </a:p>
        </p:txBody>
      </p:sp>
      <p:cxnSp>
        <p:nvCxnSpPr>
          <p:cNvPr id="33" name="C1-E18 line 31" descr="sci-ppt:o031"/>
          <p:cNvCxnSpPr/>
          <p:nvPr/>
        </p:nvCxnSpPr>
        <p:spPr>
          <a:xfrm>
            <a:off x="914400" y="557784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C1-E18 line 32" descr="sci-ppt:o032"/>
          <p:cNvCxnSpPr/>
          <p:nvPr/>
        </p:nvCxnSpPr>
        <p:spPr>
          <a:xfrm>
            <a:off x="914400" y="3840480"/>
            <a:ext cx="0" cy="17373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5" name="C1-E18 line 33" descr="sci-ppt:o033"/>
          <p:cNvCxnSpPr/>
          <p:nvPr/>
        </p:nvCxnSpPr>
        <p:spPr>
          <a:xfrm>
            <a:off x="91440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18 line 34" descr="sci-ppt:o034"/>
          <p:cNvCxnSpPr/>
          <p:nvPr/>
        </p:nvCxnSpPr>
        <p:spPr>
          <a:xfrm>
            <a:off x="914400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1-E18 text 35" descr="sci-ppt:o035"/>
          <p:cNvSpPr txBox="1"/>
          <p:nvPr/>
        </p:nvSpPr>
        <p:spPr>
          <a:xfrm>
            <a:off x="45720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8" name="C1-E18 line 36" descr="sci-ppt:o036"/>
          <p:cNvCxnSpPr/>
          <p:nvPr/>
        </p:nvCxnSpPr>
        <p:spPr>
          <a:xfrm>
            <a:off x="2834639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18 line 37" descr="sci-ppt:o037"/>
          <p:cNvCxnSpPr/>
          <p:nvPr/>
        </p:nvCxnSpPr>
        <p:spPr>
          <a:xfrm>
            <a:off x="2834639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18 text 38" descr="sci-ppt:o038"/>
          <p:cNvSpPr txBox="1"/>
          <p:nvPr/>
        </p:nvSpPr>
        <p:spPr>
          <a:xfrm>
            <a:off x="2377439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1" name="C1-E18 line 39" descr="sci-ppt:o039"/>
          <p:cNvCxnSpPr/>
          <p:nvPr/>
        </p:nvCxnSpPr>
        <p:spPr>
          <a:xfrm>
            <a:off x="4754879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18 line 40" descr="sci-ppt:o040"/>
          <p:cNvCxnSpPr/>
          <p:nvPr/>
        </p:nvCxnSpPr>
        <p:spPr>
          <a:xfrm>
            <a:off x="4754879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18 text 41" descr="sci-ppt:o041"/>
          <p:cNvSpPr txBox="1"/>
          <p:nvPr/>
        </p:nvSpPr>
        <p:spPr>
          <a:xfrm>
            <a:off x="4297679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4" name="C1-E18 line 42" descr="sci-ppt:o042"/>
          <p:cNvCxnSpPr/>
          <p:nvPr/>
        </p:nvCxnSpPr>
        <p:spPr>
          <a:xfrm>
            <a:off x="667512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18 line 43" descr="sci-ppt:o043"/>
          <p:cNvCxnSpPr/>
          <p:nvPr/>
        </p:nvCxnSpPr>
        <p:spPr>
          <a:xfrm>
            <a:off x="6675120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1-E18 text 44" descr="sci-ppt:o044"/>
          <p:cNvSpPr txBox="1"/>
          <p:nvPr/>
        </p:nvSpPr>
        <p:spPr>
          <a:xfrm>
            <a:off x="621792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7" name="C1-E18 line 45" descr="sci-ppt:o045"/>
          <p:cNvCxnSpPr/>
          <p:nvPr/>
        </p:nvCxnSpPr>
        <p:spPr>
          <a:xfrm>
            <a:off x="850392" y="5577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18 line 46" descr="sci-ppt:o046"/>
          <p:cNvCxnSpPr/>
          <p:nvPr/>
        </p:nvCxnSpPr>
        <p:spPr>
          <a:xfrm>
            <a:off x="850392" y="504326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8 line 47" descr="sci-ppt:o047"/>
          <p:cNvCxnSpPr/>
          <p:nvPr/>
        </p:nvCxnSpPr>
        <p:spPr>
          <a:xfrm>
            <a:off x="914400" y="5043267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18 text 48" descr="sci-ppt:o048"/>
          <p:cNvSpPr txBox="1"/>
          <p:nvPr/>
        </p:nvSpPr>
        <p:spPr>
          <a:xfrm>
            <a:off x="45720" y="496097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1" name="C1-E18 line 49" descr="sci-ppt:o049"/>
          <p:cNvCxnSpPr/>
          <p:nvPr/>
        </p:nvCxnSpPr>
        <p:spPr>
          <a:xfrm>
            <a:off x="850392" y="450869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18 line 50" descr="sci-ppt:o050"/>
          <p:cNvCxnSpPr/>
          <p:nvPr/>
        </p:nvCxnSpPr>
        <p:spPr>
          <a:xfrm>
            <a:off x="914400" y="450869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1-E18 text 51" descr="sci-ppt:o051"/>
          <p:cNvSpPr txBox="1"/>
          <p:nvPr/>
        </p:nvSpPr>
        <p:spPr>
          <a:xfrm>
            <a:off x="45720" y="442639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54" name="C1-E18 line 52" descr="sci-ppt:o052"/>
          <p:cNvCxnSpPr/>
          <p:nvPr/>
        </p:nvCxnSpPr>
        <p:spPr>
          <a:xfrm>
            <a:off x="850392" y="397412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C1-E18 line 53" descr="sci-ppt:o053"/>
          <p:cNvCxnSpPr/>
          <p:nvPr/>
        </p:nvCxnSpPr>
        <p:spPr>
          <a:xfrm>
            <a:off x="914400" y="3974123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C1-E18 text 54" descr="sci-ppt:o054"/>
          <p:cNvSpPr txBox="1"/>
          <p:nvPr/>
        </p:nvSpPr>
        <p:spPr>
          <a:xfrm>
            <a:off x="45720" y="389182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</a:t>
            </a:r>
          </a:p>
        </p:txBody>
      </p:sp>
      <p:sp>
        <p:nvSpPr>
          <p:cNvPr id="57" name="C1-E18 text 55" descr="sci-ppt:o055"/>
          <p:cNvSpPr txBox="1"/>
          <p:nvPr/>
        </p:nvSpPr>
        <p:spPr>
          <a:xfrm>
            <a:off x="914400" y="5861303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58" name="C1-E18 text 56" descr="sci-ppt:o056"/>
          <p:cNvSpPr txBox="1"/>
          <p:nvPr/>
        </p:nvSpPr>
        <p:spPr>
          <a:xfrm>
            <a:off x="365760" y="349300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 (nJ)</a:t>
            </a:r>
          </a:p>
        </p:txBody>
      </p:sp>
      <p:sp>
        <p:nvSpPr>
          <p:cNvPr id="59" name="C1-E18 polygon 57" descr="sci-ppt:o057"/>
          <p:cNvSpPr/>
          <p:nvPr/>
        </p:nvSpPr>
        <p:spPr>
          <a:xfrm>
            <a:off x="914400" y="4066372"/>
            <a:ext cx="5269223" cy="1511014"/>
          </a:xfrm>
          <a:custGeom>
            <a:avLst/>
            <a:gdLst/>
            <a:ahLst/>
            <a:cxnLst/>
            <a:rect l="l" t="t" r="r" b="b"/>
            <a:pathLst>
              <a:path w="5269223" h="1511014">
                <a:moveTo>
                  <a:pt x="0" y="1511014"/>
                </a:moveTo>
                <a:lnTo>
                  <a:pt x="54396" y="1511014"/>
                </a:lnTo>
                <a:lnTo>
                  <a:pt x="108789" y="1510659"/>
                </a:lnTo>
                <a:lnTo>
                  <a:pt x="163171" y="1509649"/>
                </a:lnTo>
                <a:lnTo>
                  <a:pt x="217539" y="1508235"/>
                </a:lnTo>
                <a:lnTo>
                  <a:pt x="271887" y="1506419"/>
                </a:lnTo>
                <a:lnTo>
                  <a:pt x="326212" y="1504201"/>
                </a:lnTo>
                <a:lnTo>
                  <a:pt x="380507" y="1501583"/>
                </a:lnTo>
                <a:lnTo>
                  <a:pt x="434768" y="1498566"/>
                </a:lnTo>
                <a:lnTo>
                  <a:pt x="488990" y="1495151"/>
                </a:lnTo>
                <a:lnTo>
                  <a:pt x="543169" y="1491341"/>
                </a:lnTo>
                <a:lnTo>
                  <a:pt x="597299" y="1487138"/>
                </a:lnTo>
                <a:lnTo>
                  <a:pt x="651375" y="1482543"/>
                </a:lnTo>
                <a:lnTo>
                  <a:pt x="705393" y="1477559"/>
                </a:lnTo>
                <a:lnTo>
                  <a:pt x="759348" y="1472189"/>
                </a:lnTo>
                <a:lnTo>
                  <a:pt x="813235" y="1466436"/>
                </a:lnTo>
                <a:lnTo>
                  <a:pt x="867049" y="1460302"/>
                </a:lnTo>
                <a:lnTo>
                  <a:pt x="920785" y="1453792"/>
                </a:lnTo>
                <a:lnTo>
                  <a:pt x="974438" y="1446909"/>
                </a:lnTo>
                <a:lnTo>
                  <a:pt x="1028004" y="1439655"/>
                </a:lnTo>
                <a:lnTo>
                  <a:pt x="1081476" y="1432036"/>
                </a:lnTo>
                <a:lnTo>
                  <a:pt x="1134852" y="1424055"/>
                </a:lnTo>
                <a:lnTo>
                  <a:pt x="1188124" y="1415717"/>
                </a:lnTo>
                <a:lnTo>
                  <a:pt x="1241289" y="1407026"/>
                </a:lnTo>
                <a:lnTo>
                  <a:pt x="1294342" y="1397987"/>
                </a:lnTo>
                <a:lnTo>
                  <a:pt x="1347278" y="1388604"/>
                </a:lnTo>
                <a:lnTo>
                  <a:pt x="1400090" y="1378883"/>
                </a:lnTo>
                <a:lnTo>
                  <a:pt x="1452776" y="1368829"/>
                </a:lnTo>
                <a:lnTo>
                  <a:pt x="1505329" y="1358448"/>
                </a:lnTo>
                <a:lnTo>
                  <a:pt x="1557745" y="1347744"/>
                </a:lnTo>
                <a:lnTo>
                  <a:pt x="1610018" y="1336725"/>
                </a:lnTo>
                <a:lnTo>
                  <a:pt x="1662144" y="1325395"/>
                </a:lnTo>
                <a:lnTo>
                  <a:pt x="1714118" y="1313761"/>
                </a:lnTo>
                <a:lnTo>
                  <a:pt x="1765933" y="1301829"/>
                </a:lnTo>
                <a:lnTo>
                  <a:pt x="1817586" y="1289606"/>
                </a:lnTo>
                <a:lnTo>
                  <a:pt x="1869072" y="1277098"/>
                </a:lnTo>
                <a:lnTo>
                  <a:pt x="1920384" y="1264313"/>
                </a:lnTo>
                <a:lnTo>
                  <a:pt x="1971519" y="1251256"/>
                </a:lnTo>
                <a:lnTo>
                  <a:pt x="2022470" y="1237936"/>
                </a:lnTo>
                <a:lnTo>
                  <a:pt x="2073234" y="1224359"/>
                </a:lnTo>
                <a:lnTo>
                  <a:pt x="2123803" y="1210533"/>
                </a:lnTo>
                <a:lnTo>
                  <a:pt x="2174174" y="1196466"/>
                </a:lnTo>
                <a:lnTo>
                  <a:pt x="2224342" y="1182165"/>
                </a:lnTo>
                <a:lnTo>
                  <a:pt x="2274300" y="1167638"/>
                </a:lnTo>
                <a:lnTo>
                  <a:pt x="2324044" y="1152892"/>
                </a:lnTo>
                <a:lnTo>
                  <a:pt x="2373568" y="1137937"/>
                </a:lnTo>
                <a:lnTo>
                  <a:pt x="2422868" y="1122780"/>
                </a:lnTo>
                <a:lnTo>
                  <a:pt x="2471937" y="1107429"/>
                </a:lnTo>
                <a:lnTo>
                  <a:pt x="2520771" y="1091894"/>
                </a:lnTo>
                <a:lnTo>
                  <a:pt x="2569365" y="1076182"/>
                </a:lnTo>
                <a:lnTo>
                  <a:pt x="2617712" y="1060302"/>
                </a:lnTo>
                <a:lnTo>
                  <a:pt x="2665808" y="1044263"/>
                </a:lnTo>
                <a:lnTo>
                  <a:pt x="2713646" y="1028074"/>
                </a:lnTo>
                <a:lnTo>
                  <a:pt x="2761223" y="1011744"/>
                </a:lnTo>
                <a:lnTo>
                  <a:pt x="2808532" y="995282"/>
                </a:lnTo>
                <a:lnTo>
                  <a:pt x="2855568" y="978696"/>
                </a:lnTo>
                <a:lnTo>
                  <a:pt x="2902325" y="961997"/>
                </a:lnTo>
                <a:lnTo>
                  <a:pt x="2948798" y="945193"/>
                </a:lnTo>
                <a:lnTo>
                  <a:pt x="2994981" y="928293"/>
                </a:lnTo>
                <a:lnTo>
                  <a:pt x="3040869" y="911308"/>
                </a:lnTo>
                <a:lnTo>
                  <a:pt x="3086456" y="894246"/>
                </a:lnTo>
                <a:lnTo>
                  <a:pt x="3131737" y="877117"/>
                </a:lnTo>
                <a:lnTo>
                  <a:pt x="3176706" y="859930"/>
                </a:lnTo>
                <a:lnTo>
                  <a:pt x="3221357" y="842696"/>
                </a:lnTo>
                <a:lnTo>
                  <a:pt x="3265685" y="825423"/>
                </a:lnTo>
                <a:lnTo>
                  <a:pt x="3309685" y="808122"/>
                </a:lnTo>
                <a:lnTo>
                  <a:pt x="3353349" y="790801"/>
                </a:lnTo>
                <a:lnTo>
                  <a:pt x="3396673" y="773472"/>
                </a:lnTo>
                <a:lnTo>
                  <a:pt x="3439651" y="756142"/>
                </a:lnTo>
                <a:lnTo>
                  <a:pt x="3482277" y="738822"/>
                </a:lnTo>
                <a:lnTo>
                  <a:pt x="3524546" y="721522"/>
                </a:lnTo>
                <a:lnTo>
                  <a:pt x="3566451" y="704251"/>
                </a:lnTo>
                <a:lnTo>
                  <a:pt x="3607987" y="687018"/>
                </a:lnTo>
                <a:lnTo>
                  <a:pt x="3649147" y="669834"/>
                </a:lnTo>
                <a:lnTo>
                  <a:pt x="3689927" y="652708"/>
                </a:lnTo>
                <a:lnTo>
                  <a:pt x="3730319" y="635650"/>
                </a:lnTo>
                <a:lnTo>
                  <a:pt x="3770319" y="618668"/>
                </a:lnTo>
                <a:lnTo>
                  <a:pt x="3809920" y="601772"/>
                </a:lnTo>
                <a:lnTo>
                  <a:pt x="3849116" y="584973"/>
                </a:lnTo>
                <a:lnTo>
                  <a:pt x="3887901" y="568278"/>
                </a:lnTo>
                <a:lnTo>
                  <a:pt x="3926270" y="551698"/>
                </a:lnTo>
                <a:lnTo>
                  <a:pt x="3964216" y="535240"/>
                </a:lnTo>
                <a:lnTo>
                  <a:pt x="4001733" y="518915"/>
                </a:lnTo>
                <a:lnTo>
                  <a:pt x="4038815" y="502732"/>
                </a:lnTo>
                <a:lnTo>
                  <a:pt x="4075457" y="486698"/>
                </a:lnTo>
                <a:lnTo>
                  <a:pt x="4111651" y="470823"/>
                </a:lnTo>
                <a:lnTo>
                  <a:pt x="4147393" y="455116"/>
                </a:lnTo>
                <a:lnTo>
                  <a:pt x="4182675" y="439584"/>
                </a:lnTo>
                <a:lnTo>
                  <a:pt x="4217492" y="424236"/>
                </a:lnTo>
                <a:lnTo>
                  <a:pt x="4251838" y="409081"/>
                </a:lnTo>
                <a:lnTo>
                  <a:pt x="4285707" y="394126"/>
                </a:lnTo>
                <a:lnTo>
                  <a:pt x="4319092" y="379379"/>
                </a:lnTo>
                <a:lnTo>
                  <a:pt x="4351987" y="364847"/>
                </a:lnTo>
                <a:lnTo>
                  <a:pt x="4384387" y="350539"/>
                </a:lnTo>
                <a:lnTo>
                  <a:pt x="4416285" y="336462"/>
                </a:lnTo>
                <a:lnTo>
                  <a:pt x="4447675" y="322622"/>
                </a:lnTo>
                <a:lnTo>
                  <a:pt x="4478551" y="309026"/>
                </a:lnTo>
                <a:lnTo>
                  <a:pt x="4508908" y="295682"/>
                </a:lnTo>
                <a:lnTo>
                  <a:pt x="4538738" y="282595"/>
                </a:lnTo>
                <a:lnTo>
                  <a:pt x="4568037" y="269772"/>
                </a:lnTo>
                <a:lnTo>
                  <a:pt x="4596798" y="257219"/>
                </a:lnTo>
                <a:lnTo>
                  <a:pt x="4625015" y="244941"/>
                </a:lnTo>
                <a:lnTo>
                  <a:pt x="4652682" y="232944"/>
                </a:lnTo>
                <a:lnTo>
                  <a:pt x="4679794" y="221233"/>
                </a:lnTo>
                <a:lnTo>
                  <a:pt x="4706345" y="209813"/>
                </a:lnTo>
                <a:lnTo>
                  <a:pt x="4732329" y="198688"/>
                </a:lnTo>
                <a:lnTo>
                  <a:pt x="4757741" y="187863"/>
                </a:lnTo>
                <a:lnTo>
                  <a:pt x="4782574" y="177341"/>
                </a:lnTo>
                <a:lnTo>
                  <a:pt x="4806824" y="167127"/>
                </a:lnTo>
                <a:lnTo>
                  <a:pt x="4830485" y="157223"/>
                </a:lnTo>
                <a:lnTo>
                  <a:pt x="4853553" y="147632"/>
                </a:lnTo>
                <a:lnTo>
                  <a:pt x="4876021" y="138358"/>
                </a:lnTo>
                <a:lnTo>
                  <a:pt x="4897885" y="129401"/>
                </a:lnTo>
                <a:lnTo>
                  <a:pt x="4919140" y="120765"/>
                </a:lnTo>
                <a:lnTo>
                  <a:pt x="4939781" y="112451"/>
                </a:lnTo>
                <a:lnTo>
                  <a:pt x="4959805" y="104459"/>
                </a:lnTo>
                <a:lnTo>
                  <a:pt x="4979206" y="96790"/>
                </a:lnTo>
                <a:lnTo>
                  <a:pt x="4997981" y="89444"/>
                </a:lnTo>
                <a:lnTo>
                  <a:pt x="5016125" y="82422"/>
                </a:lnTo>
                <a:lnTo>
                  <a:pt x="5033636" y="75722"/>
                </a:lnTo>
                <a:lnTo>
                  <a:pt x="5050510" y="69344"/>
                </a:lnTo>
                <a:lnTo>
                  <a:pt x="5066745" y="63286"/>
                </a:lnTo>
                <a:lnTo>
                  <a:pt x="5082336" y="57545"/>
                </a:lnTo>
                <a:lnTo>
                  <a:pt x="5097283" y="52120"/>
                </a:lnTo>
                <a:lnTo>
                  <a:pt x="5111583" y="47007"/>
                </a:lnTo>
                <a:lnTo>
                  <a:pt x="5125235" y="42202"/>
                </a:lnTo>
                <a:lnTo>
                  <a:pt x="5138239" y="37702"/>
                </a:lnTo>
                <a:lnTo>
                  <a:pt x="5150592" y="33502"/>
                </a:lnTo>
                <a:lnTo>
                  <a:pt x="5162297" y="29597"/>
                </a:lnTo>
                <a:lnTo>
                  <a:pt x="5173354" y="25980"/>
                </a:lnTo>
                <a:lnTo>
                  <a:pt x="5183763" y="22647"/>
                </a:lnTo>
                <a:lnTo>
                  <a:pt x="5193528" y="19589"/>
                </a:lnTo>
                <a:lnTo>
                  <a:pt x="5202652" y="16799"/>
                </a:lnTo>
                <a:lnTo>
                  <a:pt x="5211138" y="14270"/>
                </a:lnTo>
                <a:lnTo>
                  <a:pt x="5218991" y="11992"/>
                </a:lnTo>
                <a:lnTo>
                  <a:pt x="5226218" y="9956"/>
                </a:lnTo>
                <a:lnTo>
                  <a:pt x="5232826" y="8152"/>
                </a:lnTo>
                <a:lnTo>
                  <a:pt x="5238823" y="6570"/>
                </a:lnTo>
                <a:lnTo>
                  <a:pt x="5244219" y="5198"/>
                </a:lnTo>
                <a:lnTo>
                  <a:pt x="5249027" y="4023"/>
                </a:lnTo>
                <a:lnTo>
                  <a:pt x="5253260" y="3034"/>
                </a:lnTo>
                <a:lnTo>
                  <a:pt x="5256934" y="2217"/>
                </a:lnTo>
                <a:lnTo>
                  <a:pt x="5260067" y="1558"/>
                </a:lnTo>
                <a:lnTo>
                  <a:pt x="5262680" y="1041"/>
                </a:lnTo>
                <a:lnTo>
                  <a:pt x="5264799" y="651"/>
                </a:lnTo>
                <a:lnTo>
                  <a:pt x="5266451" y="371"/>
                </a:lnTo>
                <a:lnTo>
                  <a:pt x="5267671" y="185"/>
                </a:lnTo>
                <a:lnTo>
                  <a:pt x="5268498" y="74"/>
                </a:lnTo>
                <a:lnTo>
                  <a:pt x="5268984" y="19"/>
                </a:lnTo>
                <a:lnTo>
                  <a:pt x="5269192" y="2"/>
                </a:lnTo>
                <a:lnTo>
                  <a:pt x="5269223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1-E18 line 58" descr="sci-ppt:o058"/>
          <p:cNvCxnSpPr/>
          <p:nvPr/>
        </p:nvCxnSpPr>
        <p:spPr>
          <a:xfrm>
            <a:off x="914400" y="4066372"/>
            <a:ext cx="576072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61" name="C1-E18 text 59" descr="sci-ppt:o059"/>
          <p:cNvSpPr txBox="1"/>
          <p:nvPr/>
        </p:nvSpPr>
        <p:spPr>
          <a:xfrm>
            <a:off x="1179576" y="3773764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E_B = 11.3097 nJ</a:t>
            </a:r>
          </a:p>
        </p:txBody>
      </p:sp>
      <p:sp>
        <p:nvSpPr>
          <p:cNvPr id="62" name="C1-E18 ellipse 60" descr="sci-ppt:o060"/>
          <p:cNvSpPr/>
          <p:nvPr/>
        </p:nvSpPr>
        <p:spPr>
          <a:xfrm>
            <a:off x="5598989" y="4182153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1-E18 text 61" descr="sci-ppt:o061"/>
          <p:cNvSpPr txBox="1"/>
          <p:nvPr/>
        </p:nvSpPr>
        <p:spPr>
          <a:xfrm>
            <a:off x="3386141" y="4365033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Kₗ = 7/8 E_B = 9.896 nJ</a:t>
            </a:r>
          </a:p>
        </p:txBody>
      </p:sp>
      <p:sp>
        <p:nvSpPr>
          <p:cNvPr id="64" name="C1-E18 round_rect 62" descr="sci-ppt:o062"/>
          <p:cNvSpPr/>
          <p:nvPr/>
        </p:nvSpPr>
        <p:spPr>
          <a:xfrm>
            <a:off x="7040880" y="1280160"/>
            <a:ext cx="4800600" cy="45262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1-E18 text 63" descr="sci-ppt:o063"/>
          <p:cNvSpPr txBox="1"/>
          <p:nvPr/>
        </p:nvSpPr>
        <p:spPr>
          <a:xfrm>
            <a:off x="7150608" y="133502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declared numbers</a:t>
            </a:r>
          </a:p>
        </p:txBody>
      </p:sp>
      <p:sp>
        <p:nvSpPr>
          <p:cNvPr id="66" name="C1-E18 text 64" descr="sci-ppt:o064"/>
          <p:cNvSpPr txBox="1"/>
          <p:nvPr/>
        </p:nvSpPr>
        <p:spPr>
          <a:xfrm>
            <a:off x="7223760" y="1783080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Collapse time</a:t>
            </a:r>
          </a:p>
        </p:txBody>
      </p:sp>
      <p:sp>
        <p:nvSpPr>
          <p:cNvPr id="67" name="C1-E18 text 65" descr="sci-ppt:o065"/>
          <p:cNvSpPr txBox="1"/>
          <p:nvPr/>
        </p:nvSpPr>
        <p:spPr>
          <a:xfrm>
            <a:off x="7315200" y="2030221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t_c = 0.9147 × 30 µm × √(1000/10⁵) = 2.7440 µs</a:t>
            </a:r>
          </a:p>
        </p:txBody>
      </p:sp>
      <p:sp>
        <p:nvSpPr>
          <p:cNvPr id="68" name="C1-E18 text 66" descr="sci-ppt:o066"/>
          <p:cNvSpPr txBox="1"/>
          <p:nvPr/>
        </p:nvSpPr>
        <p:spPr>
          <a:xfrm>
            <a:off x="7223760" y="2426462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Work scale</a:t>
            </a:r>
          </a:p>
        </p:txBody>
      </p:sp>
      <p:sp>
        <p:nvSpPr>
          <p:cNvPr id="69" name="C1-E18 text 67" descr="sci-ppt:o067"/>
          <p:cNvSpPr txBox="1"/>
          <p:nvPr/>
        </p:nvSpPr>
        <p:spPr>
          <a:xfrm>
            <a:off x="7315200" y="2673604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E_B = (4π/3)(10⁵)(30 µm)³ = 11.3097 nJ</a:t>
            </a:r>
          </a:p>
        </p:txBody>
      </p:sp>
      <p:sp>
        <p:nvSpPr>
          <p:cNvPr id="70" name="C1-E18 text 68" descr="sci-ppt:o068"/>
          <p:cNvSpPr txBox="1"/>
          <p:nvPr/>
        </p:nvSpPr>
        <p:spPr>
          <a:xfrm>
            <a:off x="7223760" y="3069844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Half-radius speed</a:t>
            </a:r>
          </a:p>
        </p:txBody>
      </p:sp>
      <p:sp>
        <p:nvSpPr>
          <p:cNvPr id="71" name="C1-E18 text 69" descr="sci-ppt:o069"/>
          <p:cNvSpPr txBox="1"/>
          <p:nvPr/>
        </p:nvSpPr>
        <p:spPr>
          <a:xfrm>
            <a:off x="7315200" y="3316986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Ṙ = −√[(2×10⁵/(3×1000))(8 − 1)] = −21.6025 m/s</a:t>
            </a:r>
          </a:p>
        </p:txBody>
      </p:sp>
      <p:sp>
        <p:nvSpPr>
          <p:cNvPr id="72" name="C1-E18 text 70" descr="sci-ppt:o070"/>
          <p:cNvSpPr txBox="1"/>
          <p:nvPr/>
        </p:nvSpPr>
        <p:spPr>
          <a:xfrm>
            <a:off x="7223760" y="3713226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Half-radius energy</a:t>
            </a:r>
          </a:p>
        </p:txBody>
      </p:sp>
      <p:sp>
        <p:nvSpPr>
          <p:cNvPr id="73" name="C1-E18 text 71" descr="sci-ppt:o071"/>
          <p:cNvSpPr txBox="1"/>
          <p:nvPr/>
        </p:nvSpPr>
        <p:spPr>
          <a:xfrm>
            <a:off x="7315200" y="3960368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= (7/8) E_B = 9.8960 nJ</a:t>
            </a:r>
          </a:p>
        </p:txBody>
      </p:sp>
      <p:sp>
        <p:nvSpPr>
          <p:cNvPr id="74" name="C1-E18 text 72" descr="sci-ppt:o072"/>
          <p:cNvSpPr txBox="1"/>
          <p:nvPr/>
        </p:nvSpPr>
        <p:spPr>
          <a:xfrm>
            <a:off x="7223760" y="4402327"/>
            <a:ext cx="44805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Inputs: ρ = 1000 kg/m³, Δp_c = 100 kPa, Rₘₐₓ = 30 µm. 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teaching case, not a measurement.</a:t>
            </a:r>
          </a:p>
        </p:txBody>
      </p:sp>
      <p:sp>
        <p:nvSpPr>
          <p:cNvPr id="75" name="C1-E18 text 73" descr="sci-ppt:o07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All values from Eq. C1-E18 and the Rayleigh curve of Eq. C1-E15.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C1-E19 · Ideal-trajectory diagnostic, not a physical limit</a:t>
            </a:r>
          </a:p>
        </p:txBody>
      </p:sp>
      <p:cxnSp>
        <p:nvCxnSpPr>
          <p:cNvPr id="3" name="C1-E19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0.025</a:t>
            </a:r>
          </a:p>
        </p:txBody>
      </p:sp>
      <p:cxnSp>
        <p:nvCxnSpPr>
          <p:cNvPr id="8" name="C1-E19 line 6" descr="sci-ppt:o006"/>
          <p:cNvCxnSpPr/>
          <p:nvPr/>
        </p:nvCxnSpPr>
        <p:spPr>
          <a:xfrm>
            <a:off x="2048395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9 line 7" descr="sci-ppt:o007"/>
          <p:cNvCxnSpPr/>
          <p:nvPr/>
        </p:nvCxnSpPr>
        <p:spPr>
          <a:xfrm>
            <a:off x="2048395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9 text 8" descr="sci-ppt:o008"/>
          <p:cNvSpPr txBox="1"/>
          <p:nvPr/>
        </p:nvSpPr>
        <p:spPr>
          <a:xfrm>
            <a:off x="1591195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0.05</a:t>
            </a:r>
          </a:p>
        </p:txBody>
      </p:sp>
      <p:cxnSp>
        <p:nvCxnSpPr>
          <p:cNvPr id="11" name="C1-E19 line 9" descr="sci-ppt:o009"/>
          <p:cNvCxnSpPr/>
          <p:nvPr/>
        </p:nvCxnSpPr>
        <p:spPr>
          <a:xfrm>
            <a:off x="318239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9 line 10" descr="sci-ppt:o010"/>
          <p:cNvCxnSpPr/>
          <p:nvPr/>
        </p:nvCxnSpPr>
        <p:spPr>
          <a:xfrm>
            <a:off x="318239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9 text 11" descr="sci-ppt:o011"/>
          <p:cNvSpPr txBox="1"/>
          <p:nvPr/>
        </p:nvSpPr>
        <p:spPr>
          <a:xfrm>
            <a:off x="272519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4" name="C1-E19 line 12" descr="sci-ppt:o012"/>
          <p:cNvCxnSpPr/>
          <p:nvPr/>
        </p:nvCxnSpPr>
        <p:spPr>
          <a:xfrm>
            <a:off x="4316385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9 line 13" descr="sci-ppt:o013"/>
          <p:cNvCxnSpPr/>
          <p:nvPr/>
        </p:nvCxnSpPr>
        <p:spPr>
          <a:xfrm>
            <a:off x="4316385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9 text 14" descr="sci-ppt:o014"/>
          <p:cNvSpPr txBox="1"/>
          <p:nvPr/>
        </p:nvSpPr>
        <p:spPr>
          <a:xfrm>
            <a:off x="3859185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17" name="C1-E19 line 15" descr="sci-ppt:o015"/>
          <p:cNvCxnSpPr/>
          <p:nvPr/>
        </p:nvCxnSpPr>
        <p:spPr>
          <a:xfrm>
            <a:off x="581544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9 line 16" descr="sci-ppt:o016"/>
          <p:cNvCxnSpPr/>
          <p:nvPr/>
        </p:nvCxnSpPr>
        <p:spPr>
          <a:xfrm>
            <a:off x="581544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9 text 17" descr="sci-ppt:o017"/>
          <p:cNvSpPr txBox="1"/>
          <p:nvPr/>
        </p:nvSpPr>
        <p:spPr>
          <a:xfrm>
            <a:off x="535824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0" name="C1-E19 line 18" descr="sci-ppt:o018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9 line 19" descr="sci-ppt:o019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19 text 20" descr="sci-ppt:o020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C1-E19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19 line 22" descr="sci-ppt:o022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9 line 23" descr="sci-ppt:o023"/>
          <p:cNvCxnSpPr/>
          <p:nvPr/>
        </p:nvCxnSpPr>
        <p:spPr>
          <a:xfrm>
            <a:off x="914400" y="38100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9 text 24" descr="sci-ppt:o024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27" name="C1-E19 line 25" descr="sci-ppt:o025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9 line 26" descr="sci-ppt:o026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9 text 27" descr="sci-ppt:o027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30" name="C1-E19 line 28" descr="sci-ppt:o028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9 line 29" descr="sci-ppt:o029"/>
          <p:cNvCxnSpPr/>
          <p:nvPr/>
        </p:nvCxnSpPr>
        <p:spPr>
          <a:xfrm>
            <a:off x="914400" y="1371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9 text 30" descr="sci-ppt:o030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3" name="C1-E19 text 31" descr="sci-ppt:o031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4" name="C1-E19 text 32" descr="sci-ppt:o032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wall Mach number |Ṙ| / c</a:t>
            </a:r>
          </a:p>
        </p:txBody>
      </p:sp>
      <p:sp>
        <p:nvSpPr>
          <p:cNvPr id="35" name="C1-E19 polygon 33" descr="sci-ppt:o033"/>
          <p:cNvSpPr/>
          <p:nvPr/>
        </p:nvSpPr>
        <p:spPr>
          <a:xfrm>
            <a:off x="922160" y="1371600"/>
            <a:ext cx="6007121" cy="3628605"/>
          </a:xfrm>
          <a:custGeom>
            <a:avLst/>
            <a:gdLst/>
            <a:ahLst/>
            <a:cxnLst/>
            <a:rect l="l" t="t" r="r" b="b"/>
            <a:pathLst>
              <a:path w="6007121" h="3628605">
                <a:moveTo>
                  <a:pt x="0" y="0"/>
                </a:moveTo>
                <a:lnTo>
                  <a:pt x="40316" y="0"/>
                </a:lnTo>
                <a:lnTo>
                  <a:pt x="80632" y="0"/>
                </a:lnTo>
                <a:lnTo>
                  <a:pt x="120948" y="0"/>
                </a:lnTo>
                <a:lnTo>
                  <a:pt x="161265" y="0"/>
                </a:lnTo>
                <a:lnTo>
                  <a:pt x="201581" y="0"/>
                </a:lnTo>
                <a:lnTo>
                  <a:pt x="241897" y="0"/>
                </a:lnTo>
                <a:lnTo>
                  <a:pt x="282213" y="0"/>
                </a:lnTo>
                <a:lnTo>
                  <a:pt x="322530" y="0"/>
                </a:lnTo>
                <a:lnTo>
                  <a:pt x="362846" y="10515"/>
                </a:lnTo>
                <a:lnTo>
                  <a:pt x="403162" y="30088"/>
                </a:lnTo>
                <a:lnTo>
                  <a:pt x="443478" y="49662"/>
                </a:lnTo>
                <a:lnTo>
                  <a:pt x="483795" y="69235"/>
                </a:lnTo>
                <a:lnTo>
                  <a:pt x="524111" y="88808"/>
                </a:lnTo>
                <a:lnTo>
                  <a:pt x="564427" y="108381"/>
                </a:lnTo>
                <a:lnTo>
                  <a:pt x="604743" y="127955"/>
                </a:lnTo>
                <a:lnTo>
                  <a:pt x="645060" y="147528"/>
                </a:lnTo>
                <a:lnTo>
                  <a:pt x="685376" y="167101"/>
                </a:lnTo>
                <a:lnTo>
                  <a:pt x="725692" y="186675"/>
                </a:lnTo>
                <a:lnTo>
                  <a:pt x="766008" y="206249"/>
                </a:lnTo>
                <a:lnTo>
                  <a:pt x="806325" y="225822"/>
                </a:lnTo>
                <a:lnTo>
                  <a:pt x="846641" y="245396"/>
                </a:lnTo>
                <a:lnTo>
                  <a:pt x="886957" y="264970"/>
                </a:lnTo>
                <a:lnTo>
                  <a:pt x="927273" y="284544"/>
                </a:lnTo>
                <a:lnTo>
                  <a:pt x="967590" y="304119"/>
                </a:lnTo>
                <a:lnTo>
                  <a:pt x="1007906" y="323693"/>
                </a:lnTo>
                <a:lnTo>
                  <a:pt x="1048222" y="343267"/>
                </a:lnTo>
                <a:lnTo>
                  <a:pt x="1088538" y="362842"/>
                </a:lnTo>
                <a:lnTo>
                  <a:pt x="1128855" y="382417"/>
                </a:lnTo>
                <a:lnTo>
                  <a:pt x="1169171" y="401992"/>
                </a:lnTo>
                <a:lnTo>
                  <a:pt x="1209487" y="421567"/>
                </a:lnTo>
                <a:lnTo>
                  <a:pt x="1249803" y="441142"/>
                </a:lnTo>
                <a:lnTo>
                  <a:pt x="1290120" y="460718"/>
                </a:lnTo>
                <a:lnTo>
                  <a:pt x="1330436" y="480294"/>
                </a:lnTo>
                <a:lnTo>
                  <a:pt x="1370752" y="499870"/>
                </a:lnTo>
                <a:lnTo>
                  <a:pt x="1411068" y="519446"/>
                </a:lnTo>
                <a:lnTo>
                  <a:pt x="1451385" y="539023"/>
                </a:lnTo>
                <a:lnTo>
                  <a:pt x="1491701" y="558600"/>
                </a:lnTo>
                <a:lnTo>
                  <a:pt x="1532017" y="578178"/>
                </a:lnTo>
                <a:lnTo>
                  <a:pt x="1572333" y="597755"/>
                </a:lnTo>
                <a:lnTo>
                  <a:pt x="1612650" y="617334"/>
                </a:lnTo>
                <a:lnTo>
                  <a:pt x="1652966" y="636912"/>
                </a:lnTo>
                <a:lnTo>
                  <a:pt x="1693282" y="656491"/>
                </a:lnTo>
                <a:lnTo>
                  <a:pt x="1733598" y="676071"/>
                </a:lnTo>
                <a:lnTo>
                  <a:pt x="1773915" y="695651"/>
                </a:lnTo>
                <a:lnTo>
                  <a:pt x="1814231" y="715232"/>
                </a:lnTo>
                <a:lnTo>
                  <a:pt x="1854547" y="734813"/>
                </a:lnTo>
                <a:lnTo>
                  <a:pt x="1894864" y="754395"/>
                </a:lnTo>
                <a:lnTo>
                  <a:pt x="1935180" y="773978"/>
                </a:lnTo>
                <a:lnTo>
                  <a:pt x="1975496" y="793562"/>
                </a:lnTo>
                <a:lnTo>
                  <a:pt x="2015812" y="813146"/>
                </a:lnTo>
                <a:lnTo>
                  <a:pt x="2056129" y="832732"/>
                </a:lnTo>
                <a:lnTo>
                  <a:pt x="2096445" y="852318"/>
                </a:lnTo>
                <a:lnTo>
                  <a:pt x="2136761" y="871906"/>
                </a:lnTo>
                <a:lnTo>
                  <a:pt x="2177077" y="891494"/>
                </a:lnTo>
                <a:lnTo>
                  <a:pt x="2217394" y="911084"/>
                </a:lnTo>
                <a:lnTo>
                  <a:pt x="2257710" y="930676"/>
                </a:lnTo>
                <a:lnTo>
                  <a:pt x="2298026" y="950268"/>
                </a:lnTo>
                <a:lnTo>
                  <a:pt x="2338342" y="969862"/>
                </a:lnTo>
                <a:lnTo>
                  <a:pt x="2378659" y="989458"/>
                </a:lnTo>
                <a:lnTo>
                  <a:pt x="2418975" y="1009056"/>
                </a:lnTo>
                <a:lnTo>
                  <a:pt x="2459291" y="1028656"/>
                </a:lnTo>
                <a:lnTo>
                  <a:pt x="2499607" y="1048258"/>
                </a:lnTo>
                <a:lnTo>
                  <a:pt x="2539924" y="1067862"/>
                </a:lnTo>
                <a:lnTo>
                  <a:pt x="2580240" y="1087468"/>
                </a:lnTo>
                <a:lnTo>
                  <a:pt x="2620556" y="1107077"/>
                </a:lnTo>
                <a:lnTo>
                  <a:pt x="2660872" y="1126689"/>
                </a:lnTo>
                <a:lnTo>
                  <a:pt x="2701189" y="1146304"/>
                </a:lnTo>
                <a:lnTo>
                  <a:pt x="2741505" y="1165922"/>
                </a:lnTo>
                <a:lnTo>
                  <a:pt x="2781821" y="1185544"/>
                </a:lnTo>
                <a:lnTo>
                  <a:pt x="2822137" y="1205169"/>
                </a:lnTo>
                <a:lnTo>
                  <a:pt x="2862454" y="1224799"/>
                </a:lnTo>
                <a:lnTo>
                  <a:pt x="2902770" y="1244432"/>
                </a:lnTo>
                <a:lnTo>
                  <a:pt x="2943086" y="1264071"/>
                </a:lnTo>
                <a:lnTo>
                  <a:pt x="2983402" y="1283715"/>
                </a:lnTo>
                <a:lnTo>
                  <a:pt x="3023719" y="1303364"/>
                </a:lnTo>
                <a:lnTo>
                  <a:pt x="3064035" y="1323019"/>
                </a:lnTo>
                <a:lnTo>
                  <a:pt x="3104351" y="1342681"/>
                </a:lnTo>
                <a:lnTo>
                  <a:pt x="3144667" y="1362349"/>
                </a:lnTo>
                <a:lnTo>
                  <a:pt x="3184984" y="1382025"/>
                </a:lnTo>
                <a:lnTo>
                  <a:pt x="3225300" y="1401709"/>
                </a:lnTo>
                <a:lnTo>
                  <a:pt x="3265616" y="1421401"/>
                </a:lnTo>
                <a:lnTo>
                  <a:pt x="3305932" y="1441103"/>
                </a:lnTo>
                <a:lnTo>
                  <a:pt x="3346249" y="1460815"/>
                </a:lnTo>
                <a:lnTo>
                  <a:pt x="3386565" y="1480537"/>
                </a:lnTo>
                <a:lnTo>
                  <a:pt x="3426881" y="1500271"/>
                </a:lnTo>
                <a:lnTo>
                  <a:pt x="3467197" y="1520018"/>
                </a:lnTo>
                <a:lnTo>
                  <a:pt x="3507514" y="1539778"/>
                </a:lnTo>
                <a:lnTo>
                  <a:pt x="3547830" y="1559552"/>
                </a:lnTo>
                <a:lnTo>
                  <a:pt x="3588146" y="1579342"/>
                </a:lnTo>
                <a:lnTo>
                  <a:pt x="3628462" y="1599149"/>
                </a:lnTo>
                <a:lnTo>
                  <a:pt x="3668779" y="1618975"/>
                </a:lnTo>
                <a:lnTo>
                  <a:pt x="3709095" y="1638820"/>
                </a:lnTo>
                <a:lnTo>
                  <a:pt x="3749411" y="1658686"/>
                </a:lnTo>
                <a:lnTo>
                  <a:pt x="3789727" y="1678575"/>
                </a:lnTo>
                <a:lnTo>
                  <a:pt x="3830044" y="1698489"/>
                </a:lnTo>
                <a:lnTo>
                  <a:pt x="3870360" y="1718430"/>
                </a:lnTo>
                <a:lnTo>
                  <a:pt x="3910676" y="1738399"/>
                </a:lnTo>
                <a:lnTo>
                  <a:pt x="3950992" y="1758400"/>
                </a:lnTo>
                <a:lnTo>
                  <a:pt x="3991309" y="1778434"/>
                </a:lnTo>
                <a:lnTo>
                  <a:pt x="4031625" y="1798505"/>
                </a:lnTo>
                <a:lnTo>
                  <a:pt x="4071941" y="1818614"/>
                </a:lnTo>
                <a:lnTo>
                  <a:pt x="4112257" y="1838767"/>
                </a:lnTo>
                <a:lnTo>
                  <a:pt x="4152574" y="1858965"/>
                </a:lnTo>
                <a:lnTo>
                  <a:pt x="4192890" y="1879213"/>
                </a:lnTo>
                <a:lnTo>
                  <a:pt x="4233206" y="1899514"/>
                </a:lnTo>
                <a:lnTo>
                  <a:pt x="4273522" y="1919874"/>
                </a:lnTo>
                <a:lnTo>
                  <a:pt x="4313839" y="1940297"/>
                </a:lnTo>
                <a:lnTo>
                  <a:pt x="4354155" y="1960788"/>
                </a:lnTo>
                <a:lnTo>
                  <a:pt x="4394471" y="1981353"/>
                </a:lnTo>
                <a:lnTo>
                  <a:pt x="4434787" y="2001999"/>
                </a:lnTo>
                <a:lnTo>
                  <a:pt x="4475104" y="2022732"/>
                </a:lnTo>
                <a:lnTo>
                  <a:pt x="4515420" y="2043559"/>
                </a:lnTo>
                <a:lnTo>
                  <a:pt x="4555736" y="2064490"/>
                </a:lnTo>
                <a:lnTo>
                  <a:pt x="4596052" y="2085532"/>
                </a:lnTo>
                <a:lnTo>
                  <a:pt x="4636369" y="2106697"/>
                </a:lnTo>
                <a:lnTo>
                  <a:pt x="4676685" y="2127994"/>
                </a:lnTo>
                <a:lnTo>
                  <a:pt x="4717001" y="2149437"/>
                </a:lnTo>
                <a:lnTo>
                  <a:pt x="4757318" y="2171038"/>
                </a:lnTo>
                <a:lnTo>
                  <a:pt x="4797634" y="2192812"/>
                </a:lnTo>
                <a:lnTo>
                  <a:pt x="4837950" y="2214776"/>
                </a:lnTo>
                <a:lnTo>
                  <a:pt x="4878266" y="2236947"/>
                </a:lnTo>
                <a:lnTo>
                  <a:pt x="4918583" y="2259347"/>
                </a:lnTo>
                <a:lnTo>
                  <a:pt x="4958899" y="2281998"/>
                </a:lnTo>
                <a:lnTo>
                  <a:pt x="4999215" y="2304925"/>
                </a:lnTo>
                <a:lnTo>
                  <a:pt x="5039531" y="2328158"/>
                </a:lnTo>
                <a:lnTo>
                  <a:pt x="5079848" y="2351730"/>
                </a:lnTo>
                <a:lnTo>
                  <a:pt x="5120164" y="2375677"/>
                </a:lnTo>
                <a:lnTo>
                  <a:pt x="5160480" y="2400042"/>
                </a:lnTo>
                <a:lnTo>
                  <a:pt x="5200796" y="2424873"/>
                </a:lnTo>
                <a:lnTo>
                  <a:pt x="5241113" y="2450228"/>
                </a:lnTo>
                <a:lnTo>
                  <a:pt x="5281429" y="2476170"/>
                </a:lnTo>
                <a:lnTo>
                  <a:pt x="5321745" y="2502777"/>
                </a:lnTo>
                <a:lnTo>
                  <a:pt x="5362061" y="2530139"/>
                </a:lnTo>
                <a:lnTo>
                  <a:pt x="5402378" y="2558363"/>
                </a:lnTo>
                <a:lnTo>
                  <a:pt x="5442694" y="2587578"/>
                </a:lnTo>
                <a:lnTo>
                  <a:pt x="5483010" y="2617942"/>
                </a:lnTo>
                <a:lnTo>
                  <a:pt x="5523326" y="2649647"/>
                </a:lnTo>
                <a:lnTo>
                  <a:pt x="5563643" y="2682936"/>
                </a:lnTo>
                <a:lnTo>
                  <a:pt x="5603959" y="2718119"/>
                </a:lnTo>
                <a:lnTo>
                  <a:pt x="5644275" y="2755597"/>
                </a:lnTo>
                <a:lnTo>
                  <a:pt x="5684591" y="2795907"/>
                </a:lnTo>
                <a:lnTo>
                  <a:pt x="5724908" y="2839788"/>
                </a:lnTo>
                <a:lnTo>
                  <a:pt x="5765224" y="2888300"/>
                </a:lnTo>
                <a:lnTo>
                  <a:pt x="5805540" y="2943035"/>
                </a:lnTo>
                <a:lnTo>
                  <a:pt x="5845856" y="3006549"/>
                </a:lnTo>
                <a:lnTo>
                  <a:pt x="5886173" y="3083351"/>
                </a:lnTo>
                <a:lnTo>
                  <a:pt x="5926489" y="3182579"/>
                </a:lnTo>
                <a:lnTo>
                  <a:pt x="5966805" y="3327845"/>
                </a:lnTo>
                <a:lnTo>
                  <a:pt x="6007121" y="3628605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1-E19 line 34" descr="sci-ppt:o034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37" name="C1-E19 text 35" descr="sci-ppt:o035"/>
          <p:cNvSpPr txBox="1"/>
          <p:nvPr/>
        </p:nvSpPr>
        <p:spPr>
          <a:xfrm>
            <a:off x="5888596" y="2298192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M* = 0.1</a:t>
            </a:r>
          </a:p>
        </p:txBody>
      </p:sp>
      <p:sp>
        <p:nvSpPr>
          <p:cNvPr id="38" name="C1-E19 polygon 36" descr="sci-ppt:o036"/>
          <p:cNvSpPr/>
          <p:nvPr/>
        </p:nvSpPr>
        <p:spPr>
          <a:xfrm>
            <a:off x="922160" y="1371600"/>
            <a:ext cx="2850955" cy="3657600"/>
          </a:xfrm>
          <a:custGeom>
            <a:avLst/>
            <a:gdLst/>
            <a:ahLst/>
            <a:cxnLst/>
            <a:rect l="l" t="t" r="r" b="b"/>
            <a:pathLst>
              <a:path w="2850955" h="3657600">
                <a:moveTo>
                  <a:pt x="0" y="0"/>
                </a:moveTo>
                <a:lnTo>
                  <a:pt x="2850955" y="0"/>
                </a:lnTo>
                <a:lnTo>
                  <a:pt x="2850955" y="3657600"/>
                </a:lnTo>
                <a:lnTo>
                  <a:pt x="0" y="3657600"/>
                </a:lnTo>
                <a:close/>
              </a:path>
            </a:pathLst>
          </a:custGeom>
          <a:solidFill>
            <a:srgbClr val="F28BA0">
              <a:alpha val="18000"/>
            </a:srgbClr>
          </a:solidFill>
          <a:ln w="6350">
            <a:solidFill>
              <a:srgbClr val="F28BA0">
                <a:alpha val="1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1-E19 line 37" descr="sci-ppt:o037"/>
          <p:cNvCxnSpPr/>
          <p:nvPr/>
        </p:nvCxnSpPr>
        <p:spPr>
          <a:xfrm>
            <a:off x="3773115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40" name="C1-E19 ellipse 38" descr="sci-ppt:o038"/>
          <p:cNvSpPr/>
          <p:nvPr/>
        </p:nvSpPr>
        <p:spPr>
          <a:xfrm>
            <a:off x="3699963" y="2517648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19 text 39" descr="sci-ppt:o039"/>
          <p:cNvSpPr txBox="1"/>
          <p:nvPr/>
        </p:nvSpPr>
        <p:spPr>
          <a:xfrm>
            <a:off x="3864555" y="2133600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x_M = 0.143487</a:t>
            </a:r>
          </a:p>
        </p:txBody>
      </p:sp>
      <p:sp>
        <p:nvSpPr>
          <p:cNvPr id="42" name="C1-E19 text 40" descr="sci-ppt:o040"/>
          <p:cNvSpPr txBox="1"/>
          <p:nvPr/>
        </p:nvSpPr>
        <p:spPr>
          <a:xfrm>
            <a:off x="1113460" y="3837968"/>
            <a:ext cx="20116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incompressible model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not trusted here</a:t>
            </a:r>
          </a:p>
        </p:txBody>
      </p:sp>
      <p:sp>
        <p:nvSpPr>
          <p:cNvPr id="43" name="C1-E19 round_rect 41" descr="sci-ppt:o041"/>
          <p:cNvSpPr/>
          <p:nvPr/>
        </p:nvSpPr>
        <p:spPr>
          <a:xfrm>
            <a:off x="7315200" y="1371600"/>
            <a:ext cx="452628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19 text 42" descr="sci-ppt:o042"/>
          <p:cNvSpPr txBox="1"/>
          <p:nvPr/>
        </p:nvSpPr>
        <p:spPr>
          <a:xfrm>
            <a:off x="7424927" y="1426464"/>
            <a:ext cx="4306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A diagnostic, not a limit</a:t>
            </a:r>
          </a:p>
        </p:txBody>
      </p:sp>
      <p:sp>
        <p:nvSpPr>
          <p:cNvPr id="45" name="C1-E19 text 43" descr="sci-ppt:o043"/>
          <p:cNvSpPr txBox="1"/>
          <p:nvPr/>
        </p:nvSpPr>
        <p:spPr>
          <a:xfrm>
            <a:off x="7452360" y="1828800"/>
            <a:ext cx="42976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x_M = [ 1 + 3ρc²M*² / (2Δp_c) ]^(−1/3)</a:t>
            </a:r>
          </a:p>
        </p:txBody>
      </p:sp>
      <p:sp>
        <p:nvSpPr>
          <p:cNvPr id="46" name="C1-E19 text 44" descr="sci-ppt:o044"/>
          <p:cNvSpPr txBox="1"/>
          <p:nvPr/>
        </p:nvSpPr>
        <p:spPr>
          <a:xfrm>
            <a:off x="7653528" y="2423160"/>
            <a:ext cx="40965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With c = 1500 m/s and M* = 0.1 the ideal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collapse reaches M* at R = 0.143 Rₘₐₓ.</a:t>
            </a:r>
          </a:p>
        </p:txBody>
      </p:sp>
      <p:sp>
        <p:nvSpPr>
          <p:cNvPr id="47" name="C1-E19 ellipse 45" descr="sci-ppt:o045"/>
          <p:cNvSpPr/>
          <p:nvPr/>
        </p:nvSpPr>
        <p:spPr>
          <a:xfrm>
            <a:off x="7484364" y="248043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1-E19 text 46" descr="sci-ppt:o046"/>
          <p:cNvSpPr txBox="1"/>
          <p:nvPr/>
        </p:nvSpPr>
        <p:spPr>
          <a:xfrm>
            <a:off x="7653528" y="2901949"/>
            <a:ext cx="40965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Inside that radius the speed is large enough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that liquid compressibility must be added.</a:t>
            </a:r>
          </a:p>
        </p:txBody>
      </p:sp>
      <p:sp>
        <p:nvSpPr>
          <p:cNvPr id="49" name="C1-E19 ellipse 47" descr="sci-ppt:o047"/>
          <p:cNvSpPr/>
          <p:nvPr/>
        </p:nvSpPr>
        <p:spPr>
          <a:xfrm>
            <a:off x="7484364" y="295922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19 text 48" descr="sci-ppt:o048"/>
          <p:cNvSpPr txBox="1"/>
          <p:nvPr/>
        </p:nvSpPr>
        <p:spPr>
          <a:xfrm>
            <a:off x="7653528" y="3380739"/>
            <a:ext cx="40965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ideal trajectory itself is not a physical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prediction.</a:t>
            </a:r>
          </a:p>
        </p:txBody>
      </p:sp>
      <p:sp>
        <p:nvSpPr>
          <p:cNvPr id="51" name="C1-E19 ellipse 49" descr="sci-ppt:o049"/>
          <p:cNvSpPr/>
          <p:nvPr/>
        </p:nvSpPr>
        <p:spPr>
          <a:xfrm>
            <a:off x="7484364" y="34380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19 text 50" descr="sci-ppt:o050"/>
          <p:cNvSpPr txBox="1"/>
          <p:nvPr/>
        </p:nvSpPr>
        <p:spPr>
          <a:xfrm>
            <a:off x="914400" y="5733288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Wall Mach number M_w = |Ṙ|/c grows as R shrinks, so the incompressible formulas lose validity near the end of the collapse.</a:t>
            </a:r>
          </a:p>
        </p:txBody>
      </p:sp>
      <p:sp>
        <p:nvSpPr>
          <p:cNvPr id="53" name="C1-E19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Curve from Eq. C1-E14 with c = 1500 m/s; threshold from Eq. C1-E19 (teaching inputs).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C1-E20 · Definition of local pressure impulse</a:t>
            </a:r>
          </a:p>
        </p:txBody>
      </p:sp>
      <p:cxnSp>
        <p:nvCxnSpPr>
          <p:cNvPr id="3" name="C1-E20 line 1" descr="sci-ppt:o001"/>
          <p:cNvCxnSpPr/>
          <p:nvPr/>
        </p:nvCxnSpPr>
        <p:spPr>
          <a:xfrm>
            <a:off x="914400" y="5029200"/>
            <a:ext cx="6583679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2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2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2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2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20 line 6" descr="sci-ppt:o006"/>
          <p:cNvCxnSpPr/>
          <p:nvPr/>
        </p:nvCxnSpPr>
        <p:spPr>
          <a:xfrm>
            <a:off x="2560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20 line 7" descr="sci-ppt:o007"/>
          <p:cNvCxnSpPr/>
          <p:nvPr/>
        </p:nvCxnSpPr>
        <p:spPr>
          <a:xfrm>
            <a:off x="25603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20 text 8" descr="sci-ppt:o008"/>
          <p:cNvSpPr txBox="1"/>
          <p:nvPr/>
        </p:nvSpPr>
        <p:spPr>
          <a:xfrm>
            <a:off x="2103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20 line 9" descr="sci-ppt:o009"/>
          <p:cNvCxnSpPr/>
          <p:nvPr/>
        </p:nvCxnSpPr>
        <p:spPr>
          <a:xfrm>
            <a:off x="42062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20 line 10" descr="sci-ppt:o010"/>
          <p:cNvCxnSpPr/>
          <p:nvPr/>
        </p:nvCxnSpPr>
        <p:spPr>
          <a:xfrm>
            <a:off x="42062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20 text 11" descr="sci-ppt:o011"/>
          <p:cNvSpPr txBox="1"/>
          <p:nvPr/>
        </p:nvSpPr>
        <p:spPr>
          <a:xfrm>
            <a:off x="374903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20 line 12" descr="sci-ppt:o012"/>
          <p:cNvCxnSpPr/>
          <p:nvPr/>
        </p:nvCxnSpPr>
        <p:spPr>
          <a:xfrm>
            <a:off x="5852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20 line 13" descr="sci-ppt:o013"/>
          <p:cNvCxnSpPr/>
          <p:nvPr/>
        </p:nvCxnSpPr>
        <p:spPr>
          <a:xfrm>
            <a:off x="5852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20 text 14" descr="sci-ppt:o014"/>
          <p:cNvSpPr txBox="1"/>
          <p:nvPr/>
        </p:nvSpPr>
        <p:spPr>
          <a:xfrm>
            <a:off x="5394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20 line 15" descr="sci-ppt:o015"/>
          <p:cNvCxnSpPr/>
          <p:nvPr/>
        </p:nvCxnSpPr>
        <p:spPr>
          <a:xfrm>
            <a:off x="74980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20 line 16" descr="sci-ppt:o016"/>
          <p:cNvCxnSpPr/>
          <p:nvPr/>
        </p:nvCxnSpPr>
        <p:spPr>
          <a:xfrm>
            <a:off x="74980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20 text 17" descr="sci-ppt:o017"/>
          <p:cNvSpPr txBox="1"/>
          <p:nvPr/>
        </p:nvSpPr>
        <p:spPr>
          <a:xfrm>
            <a:off x="70408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2.0</a:t>
            </a:r>
          </a:p>
        </p:txBody>
      </p:sp>
      <p:cxnSp>
        <p:nvCxnSpPr>
          <p:cNvPr id="20" name="C1-E20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0 line 19" descr="sci-ppt:o019"/>
          <p:cNvCxnSpPr/>
          <p:nvPr/>
        </p:nvCxnSpPr>
        <p:spPr>
          <a:xfrm>
            <a:off x="850392" y="4053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0 line 20" descr="sci-ppt:o020"/>
          <p:cNvCxnSpPr/>
          <p:nvPr/>
        </p:nvCxnSpPr>
        <p:spPr>
          <a:xfrm>
            <a:off x="914400" y="4053840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20 text 21" descr="sci-ppt:o021"/>
          <p:cNvSpPr txBox="1"/>
          <p:nvPr/>
        </p:nvSpPr>
        <p:spPr>
          <a:xfrm>
            <a:off x="45720" y="39715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24" name="C1-E20 line 22" descr="sci-ppt:o022"/>
          <p:cNvCxnSpPr/>
          <p:nvPr/>
        </p:nvCxnSpPr>
        <p:spPr>
          <a:xfrm>
            <a:off x="850392" y="3078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0 line 23" descr="sci-ppt:o023"/>
          <p:cNvCxnSpPr/>
          <p:nvPr/>
        </p:nvCxnSpPr>
        <p:spPr>
          <a:xfrm>
            <a:off x="914400" y="3078480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20 text 24" descr="sci-ppt:o024"/>
          <p:cNvSpPr txBox="1"/>
          <p:nvPr/>
        </p:nvSpPr>
        <p:spPr>
          <a:xfrm>
            <a:off x="45720" y="2996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27" name="C1-E20 line 25" descr="sci-ppt:o025"/>
          <p:cNvCxnSpPr/>
          <p:nvPr/>
        </p:nvCxnSpPr>
        <p:spPr>
          <a:xfrm>
            <a:off x="850392" y="2103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0 line 26" descr="sci-ppt:o026"/>
          <p:cNvCxnSpPr/>
          <p:nvPr/>
        </p:nvCxnSpPr>
        <p:spPr>
          <a:xfrm>
            <a:off x="914400" y="2103120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20 text 27" descr="sci-ppt:o027"/>
          <p:cNvSpPr txBox="1"/>
          <p:nvPr/>
        </p:nvSpPr>
        <p:spPr>
          <a:xfrm>
            <a:off x="45720" y="20208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sp>
        <p:nvSpPr>
          <p:cNvPr id="30" name="C1-E20 text 28" descr="sci-ppt:o028"/>
          <p:cNvSpPr txBox="1"/>
          <p:nvPr/>
        </p:nvSpPr>
        <p:spPr>
          <a:xfrm>
            <a:off x="914400" y="5312664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1" name="C1-E20 text 29" descr="sci-ppt:o029"/>
          <p:cNvSpPr txBox="1"/>
          <p:nvPr/>
        </p:nvSpPr>
        <p:spPr>
          <a:xfrm>
            <a:off x="365760" y="1024128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 − p_ref  (MPa)</a:t>
            </a:r>
          </a:p>
        </p:txBody>
      </p:sp>
      <p:sp>
        <p:nvSpPr>
          <p:cNvPr id="32" name="C1-E20 polygon 30" descr="sci-ppt:o030"/>
          <p:cNvSpPr/>
          <p:nvPr/>
        </p:nvSpPr>
        <p:spPr>
          <a:xfrm>
            <a:off x="914400" y="4053840"/>
            <a:ext cx="6583679" cy="975360"/>
          </a:xfrm>
          <a:custGeom>
            <a:avLst/>
            <a:gdLst/>
            <a:ahLst/>
            <a:cxnLst/>
            <a:rect l="l" t="t" r="r" b="b"/>
            <a:pathLst>
              <a:path w="6583679" h="975360">
                <a:moveTo>
                  <a:pt x="0" y="0"/>
                </a:moveTo>
                <a:lnTo>
                  <a:pt x="10991" y="0"/>
                </a:lnTo>
                <a:lnTo>
                  <a:pt x="21982" y="0"/>
                </a:lnTo>
                <a:lnTo>
                  <a:pt x="32973" y="0"/>
                </a:lnTo>
                <a:lnTo>
                  <a:pt x="43964" y="0"/>
                </a:lnTo>
                <a:lnTo>
                  <a:pt x="54955" y="0"/>
                </a:lnTo>
                <a:lnTo>
                  <a:pt x="65946" y="0"/>
                </a:lnTo>
                <a:lnTo>
                  <a:pt x="76937" y="0"/>
                </a:lnTo>
                <a:lnTo>
                  <a:pt x="87928" y="0"/>
                </a:lnTo>
                <a:lnTo>
                  <a:pt x="98920" y="0"/>
                </a:lnTo>
                <a:lnTo>
                  <a:pt x="109911" y="0"/>
                </a:lnTo>
                <a:lnTo>
                  <a:pt x="120902" y="0"/>
                </a:lnTo>
                <a:lnTo>
                  <a:pt x="131893" y="0"/>
                </a:lnTo>
                <a:lnTo>
                  <a:pt x="142884" y="0"/>
                </a:lnTo>
                <a:lnTo>
                  <a:pt x="153875" y="0"/>
                </a:lnTo>
                <a:lnTo>
                  <a:pt x="164866" y="0"/>
                </a:lnTo>
                <a:lnTo>
                  <a:pt x="175857" y="0"/>
                </a:lnTo>
                <a:lnTo>
                  <a:pt x="186849" y="0"/>
                </a:lnTo>
                <a:lnTo>
                  <a:pt x="197840" y="0"/>
                </a:lnTo>
                <a:lnTo>
                  <a:pt x="208831" y="0"/>
                </a:lnTo>
                <a:lnTo>
                  <a:pt x="219822" y="0"/>
                </a:lnTo>
                <a:lnTo>
                  <a:pt x="230813" y="0"/>
                </a:lnTo>
                <a:lnTo>
                  <a:pt x="241804" y="0"/>
                </a:lnTo>
                <a:lnTo>
                  <a:pt x="252795" y="0"/>
                </a:lnTo>
                <a:lnTo>
                  <a:pt x="263786" y="0"/>
                </a:lnTo>
                <a:lnTo>
                  <a:pt x="274777" y="0"/>
                </a:lnTo>
                <a:lnTo>
                  <a:pt x="285769" y="0"/>
                </a:lnTo>
                <a:lnTo>
                  <a:pt x="296760" y="0"/>
                </a:lnTo>
                <a:lnTo>
                  <a:pt x="307751" y="0"/>
                </a:lnTo>
                <a:lnTo>
                  <a:pt x="318742" y="0"/>
                </a:lnTo>
                <a:lnTo>
                  <a:pt x="329733" y="0"/>
                </a:lnTo>
                <a:lnTo>
                  <a:pt x="340724" y="0"/>
                </a:lnTo>
                <a:lnTo>
                  <a:pt x="351715" y="0"/>
                </a:lnTo>
                <a:lnTo>
                  <a:pt x="362706" y="0"/>
                </a:lnTo>
                <a:lnTo>
                  <a:pt x="373698" y="0"/>
                </a:lnTo>
                <a:lnTo>
                  <a:pt x="384689" y="0"/>
                </a:lnTo>
                <a:lnTo>
                  <a:pt x="395680" y="0"/>
                </a:lnTo>
                <a:lnTo>
                  <a:pt x="406671" y="0"/>
                </a:lnTo>
                <a:lnTo>
                  <a:pt x="417662" y="0"/>
                </a:lnTo>
                <a:lnTo>
                  <a:pt x="428653" y="0"/>
                </a:lnTo>
                <a:lnTo>
                  <a:pt x="439644" y="0"/>
                </a:lnTo>
                <a:lnTo>
                  <a:pt x="450635" y="0"/>
                </a:lnTo>
                <a:lnTo>
                  <a:pt x="461626" y="0"/>
                </a:lnTo>
                <a:lnTo>
                  <a:pt x="472618" y="0"/>
                </a:lnTo>
                <a:lnTo>
                  <a:pt x="483609" y="0"/>
                </a:lnTo>
                <a:lnTo>
                  <a:pt x="494600" y="0"/>
                </a:lnTo>
                <a:lnTo>
                  <a:pt x="505591" y="0"/>
                </a:lnTo>
                <a:lnTo>
                  <a:pt x="516582" y="0"/>
                </a:lnTo>
                <a:lnTo>
                  <a:pt x="527573" y="0"/>
                </a:lnTo>
                <a:lnTo>
                  <a:pt x="538564" y="0"/>
                </a:lnTo>
                <a:lnTo>
                  <a:pt x="549555" y="0"/>
                </a:lnTo>
                <a:lnTo>
                  <a:pt x="560547" y="0"/>
                </a:lnTo>
                <a:lnTo>
                  <a:pt x="571538" y="0"/>
                </a:lnTo>
                <a:lnTo>
                  <a:pt x="582529" y="0"/>
                </a:lnTo>
                <a:lnTo>
                  <a:pt x="593520" y="0"/>
                </a:lnTo>
                <a:lnTo>
                  <a:pt x="604511" y="0"/>
                </a:lnTo>
                <a:lnTo>
                  <a:pt x="615502" y="0"/>
                </a:lnTo>
                <a:lnTo>
                  <a:pt x="626493" y="0"/>
                </a:lnTo>
                <a:lnTo>
                  <a:pt x="637484" y="0"/>
                </a:lnTo>
                <a:lnTo>
                  <a:pt x="648475" y="0"/>
                </a:lnTo>
                <a:lnTo>
                  <a:pt x="659467" y="0"/>
                </a:lnTo>
                <a:lnTo>
                  <a:pt x="670458" y="0"/>
                </a:lnTo>
                <a:lnTo>
                  <a:pt x="681449" y="0"/>
                </a:lnTo>
                <a:lnTo>
                  <a:pt x="692440" y="0"/>
                </a:lnTo>
                <a:lnTo>
                  <a:pt x="703431" y="0"/>
                </a:lnTo>
                <a:lnTo>
                  <a:pt x="714422" y="0"/>
                </a:lnTo>
                <a:lnTo>
                  <a:pt x="725413" y="0"/>
                </a:lnTo>
                <a:lnTo>
                  <a:pt x="736404" y="0"/>
                </a:lnTo>
                <a:lnTo>
                  <a:pt x="747396" y="0"/>
                </a:lnTo>
                <a:lnTo>
                  <a:pt x="758387" y="0"/>
                </a:lnTo>
                <a:lnTo>
                  <a:pt x="769378" y="0"/>
                </a:lnTo>
                <a:lnTo>
                  <a:pt x="780369" y="0"/>
                </a:lnTo>
                <a:lnTo>
                  <a:pt x="791360" y="0"/>
                </a:lnTo>
                <a:lnTo>
                  <a:pt x="802351" y="0"/>
                </a:lnTo>
                <a:lnTo>
                  <a:pt x="813342" y="0"/>
                </a:lnTo>
                <a:lnTo>
                  <a:pt x="824333" y="0"/>
                </a:lnTo>
                <a:lnTo>
                  <a:pt x="835325" y="0"/>
                </a:lnTo>
                <a:lnTo>
                  <a:pt x="846316" y="0"/>
                </a:lnTo>
                <a:lnTo>
                  <a:pt x="857307" y="0"/>
                </a:lnTo>
                <a:lnTo>
                  <a:pt x="868298" y="0"/>
                </a:lnTo>
                <a:lnTo>
                  <a:pt x="879289" y="0"/>
                </a:lnTo>
                <a:lnTo>
                  <a:pt x="890280" y="0"/>
                </a:lnTo>
                <a:lnTo>
                  <a:pt x="901271" y="0"/>
                </a:lnTo>
                <a:lnTo>
                  <a:pt x="912262" y="0"/>
                </a:lnTo>
                <a:lnTo>
                  <a:pt x="923253" y="0"/>
                </a:lnTo>
                <a:lnTo>
                  <a:pt x="934245" y="0"/>
                </a:lnTo>
                <a:lnTo>
                  <a:pt x="945236" y="0"/>
                </a:lnTo>
                <a:lnTo>
                  <a:pt x="956227" y="0"/>
                </a:lnTo>
                <a:lnTo>
                  <a:pt x="967218" y="0"/>
                </a:lnTo>
                <a:lnTo>
                  <a:pt x="978209" y="0"/>
                </a:lnTo>
                <a:lnTo>
                  <a:pt x="989200" y="0"/>
                </a:lnTo>
                <a:lnTo>
                  <a:pt x="1000191" y="0"/>
                </a:lnTo>
                <a:lnTo>
                  <a:pt x="1011182" y="0"/>
                </a:lnTo>
                <a:lnTo>
                  <a:pt x="1022174" y="0"/>
                </a:lnTo>
                <a:lnTo>
                  <a:pt x="1033165" y="0"/>
                </a:lnTo>
                <a:lnTo>
                  <a:pt x="1044156" y="0"/>
                </a:lnTo>
                <a:lnTo>
                  <a:pt x="1055147" y="0"/>
                </a:lnTo>
                <a:lnTo>
                  <a:pt x="1066138" y="0"/>
                </a:lnTo>
                <a:lnTo>
                  <a:pt x="1077129" y="0"/>
                </a:lnTo>
                <a:lnTo>
                  <a:pt x="1088120" y="0"/>
                </a:lnTo>
                <a:lnTo>
                  <a:pt x="1099111" y="0"/>
                </a:lnTo>
                <a:lnTo>
                  <a:pt x="1110102" y="0"/>
                </a:lnTo>
                <a:lnTo>
                  <a:pt x="1121094" y="0"/>
                </a:lnTo>
                <a:lnTo>
                  <a:pt x="1132085" y="0"/>
                </a:lnTo>
                <a:lnTo>
                  <a:pt x="1143076" y="0"/>
                </a:lnTo>
                <a:lnTo>
                  <a:pt x="1154067" y="0"/>
                </a:lnTo>
                <a:lnTo>
                  <a:pt x="1165058" y="0"/>
                </a:lnTo>
                <a:lnTo>
                  <a:pt x="1176049" y="0"/>
                </a:lnTo>
                <a:lnTo>
                  <a:pt x="1187040" y="0"/>
                </a:lnTo>
                <a:lnTo>
                  <a:pt x="1198031" y="0"/>
                </a:lnTo>
                <a:lnTo>
                  <a:pt x="1209023" y="0"/>
                </a:lnTo>
                <a:lnTo>
                  <a:pt x="1220014" y="0"/>
                </a:lnTo>
                <a:lnTo>
                  <a:pt x="1231005" y="0"/>
                </a:lnTo>
                <a:lnTo>
                  <a:pt x="1241996" y="0"/>
                </a:lnTo>
                <a:lnTo>
                  <a:pt x="1252987" y="0"/>
                </a:lnTo>
                <a:lnTo>
                  <a:pt x="1263978" y="0"/>
                </a:lnTo>
                <a:lnTo>
                  <a:pt x="1274969" y="0"/>
                </a:lnTo>
                <a:lnTo>
                  <a:pt x="1285960" y="0"/>
                </a:lnTo>
                <a:lnTo>
                  <a:pt x="1296951" y="0"/>
                </a:lnTo>
                <a:lnTo>
                  <a:pt x="1307943" y="0"/>
                </a:lnTo>
                <a:lnTo>
                  <a:pt x="1318934" y="0"/>
                </a:lnTo>
                <a:lnTo>
                  <a:pt x="1329925" y="0"/>
                </a:lnTo>
                <a:lnTo>
                  <a:pt x="1340916" y="0"/>
                </a:lnTo>
                <a:lnTo>
                  <a:pt x="1351907" y="0"/>
                </a:lnTo>
                <a:lnTo>
                  <a:pt x="1362898" y="0"/>
                </a:lnTo>
                <a:lnTo>
                  <a:pt x="1373889" y="0"/>
                </a:lnTo>
                <a:lnTo>
                  <a:pt x="1384880" y="0"/>
                </a:lnTo>
                <a:lnTo>
                  <a:pt x="1395872" y="0"/>
                </a:lnTo>
                <a:lnTo>
                  <a:pt x="1406863" y="0"/>
                </a:lnTo>
                <a:lnTo>
                  <a:pt x="1417854" y="0"/>
                </a:lnTo>
                <a:lnTo>
                  <a:pt x="1428845" y="0"/>
                </a:lnTo>
                <a:lnTo>
                  <a:pt x="1439836" y="0"/>
                </a:lnTo>
                <a:lnTo>
                  <a:pt x="1450827" y="0"/>
                </a:lnTo>
                <a:lnTo>
                  <a:pt x="1461818" y="0"/>
                </a:lnTo>
                <a:lnTo>
                  <a:pt x="1472809" y="0"/>
                </a:lnTo>
                <a:lnTo>
                  <a:pt x="1483801" y="0"/>
                </a:lnTo>
                <a:lnTo>
                  <a:pt x="1494792" y="0"/>
                </a:lnTo>
                <a:lnTo>
                  <a:pt x="1505783" y="0"/>
                </a:lnTo>
                <a:lnTo>
                  <a:pt x="1516774" y="0"/>
                </a:lnTo>
                <a:lnTo>
                  <a:pt x="1527765" y="0"/>
                </a:lnTo>
                <a:lnTo>
                  <a:pt x="1538756" y="0"/>
                </a:lnTo>
                <a:lnTo>
                  <a:pt x="1549747" y="0"/>
                </a:lnTo>
                <a:lnTo>
                  <a:pt x="1560738" y="0"/>
                </a:lnTo>
                <a:lnTo>
                  <a:pt x="1571729" y="0"/>
                </a:lnTo>
                <a:lnTo>
                  <a:pt x="1582721" y="0"/>
                </a:lnTo>
                <a:lnTo>
                  <a:pt x="1593712" y="0"/>
                </a:lnTo>
                <a:lnTo>
                  <a:pt x="1604703" y="0"/>
                </a:lnTo>
                <a:lnTo>
                  <a:pt x="1615694" y="0"/>
                </a:lnTo>
                <a:lnTo>
                  <a:pt x="1626685" y="0"/>
                </a:lnTo>
                <a:lnTo>
                  <a:pt x="1637676" y="0"/>
                </a:lnTo>
                <a:lnTo>
                  <a:pt x="1648667" y="0"/>
                </a:lnTo>
                <a:lnTo>
                  <a:pt x="1659658" y="0"/>
                </a:lnTo>
                <a:lnTo>
                  <a:pt x="1670650" y="0"/>
                </a:lnTo>
                <a:lnTo>
                  <a:pt x="1681641" y="0"/>
                </a:lnTo>
                <a:lnTo>
                  <a:pt x="1692632" y="0"/>
                </a:lnTo>
                <a:lnTo>
                  <a:pt x="1703623" y="0"/>
                </a:lnTo>
                <a:lnTo>
                  <a:pt x="1714614" y="0"/>
                </a:lnTo>
                <a:lnTo>
                  <a:pt x="1725605" y="0"/>
                </a:lnTo>
                <a:lnTo>
                  <a:pt x="1736596" y="0"/>
                </a:lnTo>
                <a:lnTo>
                  <a:pt x="1747587" y="0"/>
                </a:lnTo>
                <a:lnTo>
                  <a:pt x="1758578" y="0"/>
                </a:lnTo>
                <a:lnTo>
                  <a:pt x="1769570" y="0"/>
                </a:lnTo>
                <a:lnTo>
                  <a:pt x="1780561" y="0"/>
                </a:lnTo>
                <a:lnTo>
                  <a:pt x="1791552" y="0"/>
                </a:lnTo>
                <a:lnTo>
                  <a:pt x="1802543" y="0"/>
                </a:lnTo>
                <a:lnTo>
                  <a:pt x="1813534" y="0"/>
                </a:lnTo>
                <a:lnTo>
                  <a:pt x="1824525" y="0"/>
                </a:lnTo>
                <a:lnTo>
                  <a:pt x="1835516" y="0"/>
                </a:lnTo>
                <a:lnTo>
                  <a:pt x="1846507" y="0"/>
                </a:lnTo>
                <a:lnTo>
                  <a:pt x="1857499" y="0"/>
                </a:lnTo>
                <a:lnTo>
                  <a:pt x="1868490" y="0"/>
                </a:lnTo>
                <a:lnTo>
                  <a:pt x="1879481" y="0"/>
                </a:lnTo>
                <a:lnTo>
                  <a:pt x="1890472" y="0"/>
                </a:lnTo>
                <a:lnTo>
                  <a:pt x="1901463" y="0"/>
                </a:lnTo>
                <a:lnTo>
                  <a:pt x="1912454" y="0"/>
                </a:lnTo>
                <a:lnTo>
                  <a:pt x="1923445" y="0"/>
                </a:lnTo>
                <a:lnTo>
                  <a:pt x="1934436" y="0"/>
                </a:lnTo>
                <a:lnTo>
                  <a:pt x="1945427" y="0"/>
                </a:lnTo>
                <a:lnTo>
                  <a:pt x="1956419" y="0"/>
                </a:lnTo>
                <a:lnTo>
                  <a:pt x="1967410" y="0"/>
                </a:lnTo>
                <a:lnTo>
                  <a:pt x="1978401" y="0"/>
                </a:lnTo>
                <a:lnTo>
                  <a:pt x="1989392" y="0"/>
                </a:lnTo>
                <a:lnTo>
                  <a:pt x="2000383" y="0"/>
                </a:lnTo>
                <a:lnTo>
                  <a:pt x="2011374" y="0"/>
                </a:lnTo>
                <a:lnTo>
                  <a:pt x="2022365" y="0"/>
                </a:lnTo>
                <a:lnTo>
                  <a:pt x="2033356" y="0"/>
                </a:lnTo>
                <a:lnTo>
                  <a:pt x="2044348" y="0"/>
                </a:lnTo>
                <a:lnTo>
                  <a:pt x="2055339" y="0"/>
                </a:lnTo>
                <a:lnTo>
                  <a:pt x="2066330" y="0"/>
                </a:lnTo>
                <a:lnTo>
                  <a:pt x="2077321" y="0"/>
                </a:lnTo>
                <a:lnTo>
                  <a:pt x="2088312" y="0"/>
                </a:lnTo>
                <a:lnTo>
                  <a:pt x="2099303" y="0"/>
                </a:lnTo>
                <a:lnTo>
                  <a:pt x="2110294" y="0"/>
                </a:lnTo>
                <a:lnTo>
                  <a:pt x="2121285" y="0"/>
                </a:lnTo>
                <a:lnTo>
                  <a:pt x="2132276" y="0"/>
                </a:lnTo>
                <a:lnTo>
                  <a:pt x="2143268" y="0"/>
                </a:lnTo>
                <a:lnTo>
                  <a:pt x="2154259" y="0"/>
                </a:lnTo>
                <a:lnTo>
                  <a:pt x="2165250" y="0"/>
                </a:lnTo>
                <a:lnTo>
                  <a:pt x="2176241" y="0"/>
                </a:lnTo>
                <a:lnTo>
                  <a:pt x="2187232" y="0"/>
                </a:lnTo>
                <a:lnTo>
                  <a:pt x="2198223" y="0"/>
                </a:lnTo>
                <a:lnTo>
                  <a:pt x="2209214" y="0"/>
                </a:lnTo>
                <a:lnTo>
                  <a:pt x="2220205" y="0"/>
                </a:lnTo>
                <a:lnTo>
                  <a:pt x="2231197" y="0"/>
                </a:lnTo>
                <a:lnTo>
                  <a:pt x="2242188" y="0"/>
                </a:lnTo>
                <a:lnTo>
                  <a:pt x="2253179" y="0"/>
                </a:lnTo>
                <a:lnTo>
                  <a:pt x="2264170" y="0"/>
                </a:lnTo>
                <a:lnTo>
                  <a:pt x="2275161" y="0"/>
                </a:lnTo>
                <a:lnTo>
                  <a:pt x="2286152" y="0"/>
                </a:lnTo>
                <a:lnTo>
                  <a:pt x="2297143" y="0"/>
                </a:lnTo>
                <a:lnTo>
                  <a:pt x="2308134" y="0"/>
                </a:lnTo>
                <a:lnTo>
                  <a:pt x="2319126" y="0"/>
                </a:lnTo>
                <a:lnTo>
                  <a:pt x="2330117" y="0"/>
                </a:lnTo>
                <a:lnTo>
                  <a:pt x="2341108" y="0"/>
                </a:lnTo>
                <a:lnTo>
                  <a:pt x="2352099" y="0"/>
                </a:lnTo>
                <a:lnTo>
                  <a:pt x="2363090" y="0"/>
                </a:lnTo>
                <a:lnTo>
                  <a:pt x="2374081" y="0"/>
                </a:lnTo>
                <a:lnTo>
                  <a:pt x="2385072" y="0"/>
                </a:lnTo>
                <a:lnTo>
                  <a:pt x="2396063" y="0"/>
                </a:lnTo>
                <a:lnTo>
                  <a:pt x="2407054" y="0"/>
                </a:lnTo>
                <a:lnTo>
                  <a:pt x="2418046" y="0"/>
                </a:lnTo>
                <a:lnTo>
                  <a:pt x="2429037" y="0"/>
                </a:lnTo>
                <a:lnTo>
                  <a:pt x="2440028" y="0"/>
                </a:lnTo>
                <a:lnTo>
                  <a:pt x="2451019" y="0"/>
                </a:lnTo>
                <a:lnTo>
                  <a:pt x="2462010" y="0"/>
                </a:lnTo>
                <a:lnTo>
                  <a:pt x="2473001" y="0"/>
                </a:lnTo>
                <a:lnTo>
                  <a:pt x="2483992" y="0"/>
                </a:lnTo>
                <a:lnTo>
                  <a:pt x="2494983" y="0"/>
                </a:lnTo>
                <a:lnTo>
                  <a:pt x="2505975" y="0"/>
                </a:lnTo>
                <a:lnTo>
                  <a:pt x="2516966" y="0"/>
                </a:lnTo>
                <a:lnTo>
                  <a:pt x="2527957" y="0"/>
                </a:lnTo>
                <a:lnTo>
                  <a:pt x="2538948" y="0"/>
                </a:lnTo>
                <a:lnTo>
                  <a:pt x="2549939" y="0"/>
                </a:lnTo>
                <a:lnTo>
                  <a:pt x="2560930" y="0"/>
                </a:lnTo>
                <a:lnTo>
                  <a:pt x="2571921" y="0"/>
                </a:lnTo>
                <a:lnTo>
                  <a:pt x="2582912" y="0"/>
                </a:lnTo>
                <a:lnTo>
                  <a:pt x="2593903" y="0"/>
                </a:lnTo>
                <a:lnTo>
                  <a:pt x="2604895" y="0"/>
                </a:lnTo>
                <a:lnTo>
                  <a:pt x="2615886" y="0"/>
                </a:lnTo>
                <a:lnTo>
                  <a:pt x="2626877" y="0"/>
                </a:lnTo>
                <a:lnTo>
                  <a:pt x="2637868" y="0"/>
                </a:lnTo>
                <a:lnTo>
                  <a:pt x="2648859" y="0"/>
                </a:lnTo>
                <a:lnTo>
                  <a:pt x="2659850" y="0"/>
                </a:lnTo>
                <a:lnTo>
                  <a:pt x="2670841" y="0"/>
                </a:lnTo>
                <a:lnTo>
                  <a:pt x="2681832" y="0"/>
                </a:lnTo>
                <a:lnTo>
                  <a:pt x="2692824" y="0"/>
                </a:lnTo>
                <a:lnTo>
                  <a:pt x="2703815" y="0"/>
                </a:lnTo>
                <a:lnTo>
                  <a:pt x="2714806" y="0"/>
                </a:lnTo>
                <a:lnTo>
                  <a:pt x="2725797" y="0"/>
                </a:lnTo>
                <a:lnTo>
                  <a:pt x="2736788" y="0"/>
                </a:lnTo>
                <a:lnTo>
                  <a:pt x="2747779" y="0"/>
                </a:lnTo>
                <a:lnTo>
                  <a:pt x="2758770" y="0"/>
                </a:lnTo>
                <a:lnTo>
                  <a:pt x="2769761" y="0"/>
                </a:lnTo>
                <a:lnTo>
                  <a:pt x="2780752" y="0"/>
                </a:lnTo>
                <a:lnTo>
                  <a:pt x="2791744" y="0"/>
                </a:lnTo>
                <a:lnTo>
                  <a:pt x="2802735" y="0"/>
                </a:lnTo>
                <a:lnTo>
                  <a:pt x="2813726" y="0"/>
                </a:lnTo>
                <a:lnTo>
                  <a:pt x="2824717" y="0"/>
                </a:lnTo>
                <a:lnTo>
                  <a:pt x="2835708" y="0"/>
                </a:lnTo>
                <a:lnTo>
                  <a:pt x="2846699" y="0"/>
                </a:lnTo>
                <a:lnTo>
                  <a:pt x="2857690" y="0"/>
                </a:lnTo>
                <a:lnTo>
                  <a:pt x="2868681" y="0"/>
                </a:lnTo>
                <a:lnTo>
                  <a:pt x="2879673" y="0"/>
                </a:lnTo>
                <a:lnTo>
                  <a:pt x="2890664" y="0"/>
                </a:lnTo>
                <a:lnTo>
                  <a:pt x="2901655" y="0"/>
                </a:lnTo>
                <a:lnTo>
                  <a:pt x="2912646" y="0"/>
                </a:lnTo>
                <a:lnTo>
                  <a:pt x="2923637" y="0"/>
                </a:lnTo>
                <a:lnTo>
                  <a:pt x="2934628" y="0"/>
                </a:lnTo>
                <a:lnTo>
                  <a:pt x="2945619" y="0"/>
                </a:lnTo>
                <a:lnTo>
                  <a:pt x="2956610" y="0"/>
                </a:lnTo>
                <a:lnTo>
                  <a:pt x="2967602" y="0"/>
                </a:lnTo>
                <a:lnTo>
                  <a:pt x="2978593" y="0"/>
                </a:lnTo>
                <a:lnTo>
                  <a:pt x="2989584" y="0"/>
                </a:lnTo>
                <a:lnTo>
                  <a:pt x="3000575" y="0"/>
                </a:lnTo>
                <a:lnTo>
                  <a:pt x="3011566" y="0"/>
                </a:lnTo>
                <a:lnTo>
                  <a:pt x="3022557" y="0"/>
                </a:lnTo>
                <a:lnTo>
                  <a:pt x="3033548" y="0"/>
                </a:lnTo>
                <a:lnTo>
                  <a:pt x="3044539" y="0"/>
                </a:lnTo>
                <a:lnTo>
                  <a:pt x="3055530" y="0"/>
                </a:lnTo>
                <a:lnTo>
                  <a:pt x="3066522" y="0"/>
                </a:lnTo>
                <a:lnTo>
                  <a:pt x="3077513" y="0"/>
                </a:lnTo>
                <a:lnTo>
                  <a:pt x="3088504" y="0"/>
                </a:lnTo>
                <a:lnTo>
                  <a:pt x="3099495" y="0"/>
                </a:lnTo>
                <a:lnTo>
                  <a:pt x="3110486" y="0"/>
                </a:lnTo>
                <a:lnTo>
                  <a:pt x="3121477" y="0"/>
                </a:lnTo>
                <a:lnTo>
                  <a:pt x="3132468" y="0"/>
                </a:lnTo>
                <a:lnTo>
                  <a:pt x="3143459" y="0"/>
                </a:lnTo>
                <a:lnTo>
                  <a:pt x="3154451" y="0"/>
                </a:lnTo>
                <a:lnTo>
                  <a:pt x="3165442" y="0"/>
                </a:lnTo>
                <a:lnTo>
                  <a:pt x="3176433" y="0"/>
                </a:lnTo>
                <a:lnTo>
                  <a:pt x="3187424" y="0"/>
                </a:lnTo>
                <a:lnTo>
                  <a:pt x="3198415" y="0"/>
                </a:lnTo>
                <a:lnTo>
                  <a:pt x="3209406" y="0"/>
                </a:lnTo>
                <a:lnTo>
                  <a:pt x="3220397" y="0"/>
                </a:lnTo>
                <a:lnTo>
                  <a:pt x="3231388" y="0"/>
                </a:lnTo>
                <a:lnTo>
                  <a:pt x="3242379" y="0"/>
                </a:lnTo>
                <a:lnTo>
                  <a:pt x="3253371" y="0"/>
                </a:lnTo>
                <a:lnTo>
                  <a:pt x="3264362" y="0"/>
                </a:lnTo>
                <a:lnTo>
                  <a:pt x="3275353" y="0"/>
                </a:lnTo>
                <a:lnTo>
                  <a:pt x="3286344" y="0"/>
                </a:lnTo>
                <a:lnTo>
                  <a:pt x="3297335" y="0"/>
                </a:lnTo>
                <a:lnTo>
                  <a:pt x="3308326" y="0"/>
                </a:lnTo>
                <a:lnTo>
                  <a:pt x="3319317" y="0"/>
                </a:lnTo>
                <a:lnTo>
                  <a:pt x="3330308" y="0"/>
                </a:lnTo>
                <a:lnTo>
                  <a:pt x="3341300" y="0"/>
                </a:lnTo>
                <a:lnTo>
                  <a:pt x="3352291" y="0"/>
                </a:lnTo>
                <a:lnTo>
                  <a:pt x="3363282" y="0"/>
                </a:lnTo>
                <a:lnTo>
                  <a:pt x="3374273" y="0"/>
                </a:lnTo>
                <a:lnTo>
                  <a:pt x="3385264" y="0"/>
                </a:lnTo>
                <a:lnTo>
                  <a:pt x="3396255" y="0"/>
                </a:lnTo>
                <a:lnTo>
                  <a:pt x="3407246" y="0"/>
                </a:lnTo>
                <a:lnTo>
                  <a:pt x="3418237" y="0"/>
                </a:lnTo>
                <a:lnTo>
                  <a:pt x="3429228" y="0"/>
                </a:lnTo>
                <a:lnTo>
                  <a:pt x="3440220" y="0"/>
                </a:lnTo>
                <a:lnTo>
                  <a:pt x="3451211" y="0"/>
                </a:lnTo>
                <a:lnTo>
                  <a:pt x="3462202" y="0"/>
                </a:lnTo>
                <a:lnTo>
                  <a:pt x="3473193" y="0"/>
                </a:lnTo>
                <a:lnTo>
                  <a:pt x="3484184" y="0"/>
                </a:lnTo>
                <a:lnTo>
                  <a:pt x="3495175" y="0"/>
                </a:lnTo>
                <a:lnTo>
                  <a:pt x="3506166" y="0"/>
                </a:lnTo>
                <a:lnTo>
                  <a:pt x="3517157" y="0"/>
                </a:lnTo>
                <a:lnTo>
                  <a:pt x="3528149" y="0"/>
                </a:lnTo>
                <a:lnTo>
                  <a:pt x="3539140" y="0"/>
                </a:lnTo>
                <a:lnTo>
                  <a:pt x="3550131" y="0"/>
                </a:lnTo>
                <a:lnTo>
                  <a:pt x="3561122" y="0"/>
                </a:lnTo>
                <a:lnTo>
                  <a:pt x="3572113" y="0"/>
                </a:lnTo>
                <a:lnTo>
                  <a:pt x="3583104" y="0"/>
                </a:lnTo>
                <a:lnTo>
                  <a:pt x="3594095" y="0"/>
                </a:lnTo>
                <a:lnTo>
                  <a:pt x="3605086" y="0"/>
                </a:lnTo>
                <a:lnTo>
                  <a:pt x="3616077" y="0"/>
                </a:lnTo>
                <a:lnTo>
                  <a:pt x="3627069" y="0"/>
                </a:lnTo>
                <a:lnTo>
                  <a:pt x="3638060" y="0"/>
                </a:lnTo>
                <a:lnTo>
                  <a:pt x="3649051" y="0"/>
                </a:lnTo>
                <a:lnTo>
                  <a:pt x="3660042" y="0"/>
                </a:lnTo>
                <a:lnTo>
                  <a:pt x="3671033" y="0"/>
                </a:lnTo>
                <a:lnTo>
                  <a:pt x="3682024" y="0"/>
                </a:lnTo>
                <a:lnTo>
                  <a:pt x="3693015" y="0"/>
                </a:lnTo>
                <a:lnTo>
                  <a:pt x="3704006" y="0"/>
                </a:lnTo>
                <a:lnTo>
                  <a:pt x="3714998" y="0"/>
                </a:lnTo>
                <a:lnTo>
                  <a:pt x="3725989" y="0"/>
                </a:lnTo>
                <a:lnTo>
                  <a:pt x="3736980" y="0"/>
                </a:lnTo>
                <a:lnTo>
                  <a:pt x="3747971" y="0"/>
                </a:lnTo>
                <a:lnTo>
                  <a:pt x="3758962" y="0"/>
                </a:lnTo>
                <a:lnTo>
                  <a:pt x="3769953" y="0"/>
                </a:lnTo>
                <a:lnTo>
                  <a:pt x="3780944" y="0"/>
                </a:lnTo>
                <a:lnTo>
                  <a:pt x="3791935" y="0"/>
                </a:lnTo>
                <a:lnTo>
                  <a:pt x="3802927" y="0"/>
                </a:lnTo>
                <a:lnTo>
                  <a:pt x="3813918" y="0"/>
                </a:lnTo>
                <a:lnTo>
                  <a:pt x="3824909" y="0"/>
                </a:lnTo>
                <a:lnTo>
                  <a:pt x="3835900" y="0"/>
                </a:lnTo>
                <a:lnTo>
                  <a:pt x="3846891" y="0"/>
                </a:lnTo>
                <a:lnTo>
                  <a:pt x="3857882" y="0"/>
                </a:lnTo>
                <a:lnTo>
                  <a:pt x="3868873" y="0"/>
                </a:lnTo>
                <a:lnTo>
                  <a:pt x="3879864" y="0"/>
                </a:lnTo>
                <a:lnTo>
                  <a:pt x="3890855" y="0"/>
                </a:lnTo>
                <a:lnTo>
                  <a:pt x="3901847" y="0"/>
                </a:lnTo>
                <a:lnTo>
                  <a:pt x="3912838" y="0"/>
                </a:lnTo>
                <a:lnTo>
                  <a:pt x="3923829" y="0"/>
                </a:lnTo>
                <a:lnTo>
                  <a:pt x="3934820" y="0"/>
                </a:lnTo>
                <a:lnTo>
                  <a:pt x="3945811" y="0"/>
                </a:lnTo>
                <a:lnTo>
                  <a:pt x="3956802" y="0"/>
                </a:lnTo>
                <a:lnTo>
                  <a:pt x="3967793" y="0"/>
                </a:lnTo>
                <a:lnTo>
                  <a:pt x="3978784" y="0"/>
                </a:lnTo>
                <a:lnTo>
                  <a:pt x="3989776" y="0"/>
                </a:lnTo>
                <a:lnTo>
                  <a:pt x="4000767" y="0"/>
                </a:lnTo>
                <a:lnTo>
                  <a:pt x="4011758" y="0"/>
                </a:lnTo>
                <a:lnTo>
                  <a:pt x="4022749" y="0"/>
                </a:lnTo>
                <a:lnTo>
                  <a:pt x="4033740" y="0"/>
                </a:lnTo>
                <a:lnTo>
                  <a:pt x="4044731" y="0"/>
                </a:lnTo>
                <a:lnTo>
                  <a:pt x="4055722" y="0"/>
                </a:lnTo>
                <a:lnTo>
                  <a:pt x="4066713" y="0"/>
                </a:lnTo>
                <a:lnTo>
                  <a:pt x="4077704" y="0"/>
                </a:lnTo>
                <a:lnTo>
                  <a:pt x="4088696" y="0"/>
                </a:lnTo>
                <a:lnTo>
                  <a:pt x="4099687" y="0"/>
                </a:lnTo>
                <a:lnTo>
                  <a:pt x="4110678" y="0"/>
                </a:lnTo>
                <a:lnTo>
                  <a:pt x="4121669" y="0"/>
                </a:lnTo>
                <a:lnTo>
                  <a:pt x="4132660" y="0"/>
                </a:lnTo>
                <a:lnTo>
                  <a:pt x="4143651" y="0"/>
                </a:lnTo>
                <a:lnTo>
                  <a:pt x="4154642" y="0"/>
                </a:lnTo>
                <a:lnTo>
                  <a:pt x="4165633" y="0"/>
                </a:lnTo>
                <a:lnTo>
                  <a:pt x="4176625" y="0"/>
                </a:lnTo>
                <a:lnTo>
                  <a:pt x="4187616" y="0"/>
                </a:lnTo>
                <a:lnTo>
                  <a:pt x="4198607" y="0"/>
                </a:lnTo>
                <a:lnTo>
                  <a:pt x="4209598" y="0"/>
                </a:lnTo>
                <a:lnTo>
                  <a:pt x="4220589" y="0"/>
                </a:lnTo>
                <a:lnTo>
                  <a:pt x="4231580" y="0"/>
                </a:lnTo>
                <a:lnTo>
                  <a:pt x="4242571" y="0"/>
                </a:lnTo>
                <a:lnTo>
                  <a:pt x="4253562" y="0"/>
                </a:lnTo>
                <a:lnTo>
                  <a:pt x="4264553" y="0"/>
                </a:lnTo>
                <a:lnTo>
                  <a:pt x="4275545" y="0"/>
                </a:lnTo>
                <a:lnTo>
                  <a:pt x="4286536" y="0"/>
                </a:lnTo>
                <a:lnTo>
                  <a:pt x="4297527" y="0"/>
                </a:lnTo>
                <a:lnTo>
                  <a:pt x="4308518" y="0"/>
                </a:lnTo>
                <a:lnTo>
                  <a:pt x="4319509" y="0"/>
                </a:lnTo>
                <a:lnTo>
                  <a:pt x="4330500" y="0"/>
                </a:lnTo>
                <a:lnTo>
                  <a:pt x="4341491" y="0"/>
                </a:lnTo>
                <a:lnTo>
                  <a:pt x="4352482" y="0"/>
                </a:lnTo>
                <a:lnTo>
                  <a:pt x="4363474" y="0"/>
                </a:lnTo>
                <a:lnTo>
                  <a:pt x="4374465" y="0"/>
                </a:lnTo>
                <a:lnTo>
                  <a:pt x="4385456" y="0"/>
                </a:lnTo>
                <a:lnTo>
                  <a:pt x="4396447" y="0"/>
                </a:lnTo>
                <a:lnTo>
                  <a:pt x="4407438" y="0"/>
                </a:lnTo>
                <a:lnTo>
                  <a:pt x="4418429" y="0"/>
                </a:lnTo>
                <a:lnTo>
                  <a:pt x="4429420" y="0"/>
                </a:lnTo>
                <a:lnTo>
                  <a:pt x="4440411" y="0"/>
                </a:lnTo>
                <a:lnTo>
                  <a:pt x="4451403" y="0"/>
                </a:lnTo>
                <a:lnTo>
                  <a:pt x="4462394" y="0"/>
                </a:lnTo>
                <a:lnTo>
                  <a:pt x="4473385" y="0"/>
                </a:lnTo>
                <a:lnTo>
                  <a:pt x="4484376" y="0"/>
                </a:lnTo>
                <a:lnTo>
                  <a:pt x="4495367" y="0"/>
                </a:lnTo>
                <a:lnTo>
                  <a:pt x="4506358" y="0"/>
                </a:lnTo>
                <a:lnTo>
                  <a:pt x="4517349" y="0"/>
                </a:lnTo>
                <a:lnTo>
                  <a:pt x="4528340" y="0"/>
                </a:lnTo>
                <a:lnTo>
                  <a:pt x="4539331" y="0"/>
                </a:lnTo>
                <a:lnTo>
                  <a:pt x="4550323" y="0"/>
                </a:lnTo>
                <a:lnTo>
                  <a:pt x="4561314" y="0"/>
                </a:lnTo>
                <a:lnTo>
                  <a:pt x="4572305" y="0"/>
                </a:lnTo>
                <a:lnTo>
                  <a:pt x="4583296" y="0"/>
                </a:lnTo>
                <a:lnTo>
                  <a:pt x="4594287" y="0"/>
                </a:lnTo>
                <a:lnTo>
                  <a:pt x="4605278" y="0"/>
                </a:lnTo>
                <a:lnTo>
                  <a:pt x="4616269" y="0"/>
                </a:lnTo>
                <a:lnTo>
                  <a:pt x="4627260" y="0"/>
                </a:lnTo>
                <a:lnTo>
                  <a:pt x="4638252" y="0"/>
                </a:lnTo>
                <a:lnTo>
                  <a:pt x="4649243" y="0"/>
                </a:lnTo>
                <a:lnTo>
                  <a:pt x="4660234" y="0"/>
                </a:lnTo>
                <a:lnTo>
                  <a:pt x="4671225" y="0"/>
                </a:lnTo>
                <a:lnTo>
                  <a:pt x="4682216" y="0"/>
                </a:lnTo>
                <a:lnTo>
                  <a:pt x="4693207" y="0"/>
                </a:lnTo>
                <a:lnTo>
                  <a:pt x="4704198" y="0"/>
                </a:lnTo>
                <a:lnTo>
                  <a:pt x="4715189" y="0"/>
                </a:lnTo>
                <a:lnTo>
                  <a:pt x="4726180" y="0"/>
                </a:lnTo>
                <a:lnTo>
                  <a:pt x="4737172" y="0"/>
                </a:lnTo>
                <a:lnTo>
                  <a:pt x="4748163" y="0"/>
                </a:lnTo>
                <a:lnTo>
                  <a:pt x="4759154" y="0"/>
                </a:lnTo>
                <a:lnTo>
                  <a:pt x="4770145" y="0"/>
                </a:lnTo>
                <a:lnTo>
                  <a:pt x="4781136" y="0"/>
                </a:lnTo>
                <a:lnTo>
                  <a:pt x="4792127" y="0"/>
                </a:lnTo>
                <a:lnTo>
                  <a:pt x="4803118" y="0"/>
                </a:lnTo>
                <a:lnTo>
                  <a:pt x="4814109" y="0"/>
                </a:lnTo>
                <a:lnTo>
                  <a:pt x="4825101" y="0"/>
                </a:lnTo>
                <a:lnTo>
                  <a:pt x="4836092" y="0"/>
                </a:lnTo>
                <a:lnTo>
                  <a:pt x="4847083" y="0"/>
                </a:lnTo>
                <a:lnTo>
                  <a:pt x="4858074" y="0"/>
                </a:lnTo>
                <a:lnTo>
                  <a:pt x="4869065" y="0"/>
                </a:lnTo>
                <a:lnTo>
                  <a:pt x="4880056" y="0"/>
                </a:lnTo>
                <a:lnTo>
                  <a:pt x="4891047" y="0"/>
                </a:lnTo>
                <a:lnTo>
                  <a:pt x="4902038" y="0"/>
                </a:lnTo>
                <a:lnTo>
                  <a:pt x="4913029" y="0"/>
                </a:lnTo>
                <a:lnTo>
                  <a:pt x="4924021" y="0"/>
                </a:lnTo>
                <a:lnTo>
                  <a:pt x="4935012" y="0"/>
                </a:lnTo>
                <a:lnTo>
                  <a:pt x="4946003" y="975360"/>
                </a:lnTo>
                <a:lnTo>
                  <a:pt x="4956994" y="975360"/>
                </a:lnTo>
                <a:lnTo>
                  <a:pt x="4967985" y="975360"/>
                </a:lnTo>
                <a:lnTo>
                  <a:pt x="4978976" y="975360"/>
                </a:lnTo>
                <a:lnTo>
                  <a:pt x="4989967" y="975360"/>
                </a:lnTo>
                <a:lnTo>
                  <a:pt x="5000958" y="975360"/>
                </a:lnTo>
                <a:lnTo>
                  <a:pt x="5011950" y="975360"/>
                </a:lnTo>
                <a:lnTo>
                  <a:pt x="5022941" y="975360"/>
                </a:lnTo>
                <a:lnTo>
                  <a:pt x="5033932" y="975360"/>
                </a:lnTo>
                <a:lnTo>
                  <a:pt x="5044923" y="975360"/>
                </a:lnTo>
                <a:lnTo>
                  <a:pt x="5055914" y="975360"/>
                </a:lnTo>
                <a:lnTo>
                  <a:pt x="5066905" y="975360"/>
                </a:lnTo>
                <a:lnTo>
                  <a:pt x="5077896" y="975360"/>
                </a:lnTo>
                <a:lnTo>
                  <a:pt x="5088887" y="975360"/>
                </a:lnTo>
                <a:lnTo>
                  <a:pt x="5099878" y="975360"/>
                </a:lnTo>
                <a:lnTo>
                  <a:pt x="5110870" y="975360"/>
                </a:lnTo>
                <a:lnTo>
                  <a:pt x="5121861" y="975360"/>
                </a:lnTo>
                <a:lnTo>
                  <a:pt x="5132852" y="975360"/>
                </a:lnTo>
                <a:lnTo>
                  <a:pt x="5143843" y="975360"/>
                </a:lnTo>
                <a:lnTo>
                  <a:pt x="5154834" y="975360"/>
                </a:lnTo>
                <a:lnTo>
                  <a:pt x="5165825" y="975360"/>
                </a:lnTo>
                <a:lnTo>
                  <a:pt x="5176816" y="975360"/>
                </a:lnTo>
                <a:lnTo>
                  <a:pt x="5187807" y="975360"/>
                </a:lnTo>
                <a:lnTo>
                  <a:pt x="5198799" y="975360"/>
                </a:lnTo>
                <a:lnTo>
                  <a:pt x="5209790" y="975360"/>
                </a:lnTo>
                <a:lnTo>
                  <a:pt x="5220781" y="975360"/>
                </a:lnTo>
                <a:lnTo>
                  <a:pt x="5231772" y="975360"/>
                </a:lnTo>
                <a:lnTo>
                  <a:pt x="5242763" y="975360"/>
                </a:lnTo>
                <a:lnTo>
                  <a:pt x="5253754" y="975360"/>
                </a:lnTo>
                <a:lnTo>
                  <a:pt x="5264745" y="975360"/>
                </a:lnTo>
                <a:lnTo>
                  <a:pt x="5275736" y="975360"/>
                </a:lnTo>
                <a:lnTo>
                  <a:pt x="5286728" y="975360"/>
                </a:lnTo>
                <a:lnTo>
                  <a:pt x="5297719" y="975360"/>
                </a:lnTo>
                <a:lnTo>
                  <a:pt x="5308710" y="975360"/>
                </a:lnTo>
                <a:lnTo>
                  <a:pt x="5319701" y="975360"/>
                </a:lnTo>
                <a:lnTo>
                  <a:pt x="5330692" y="975360"/>
                </a:lnTo>
                <a:lnTo>
                  <a:pt x="5341683" y="975360"/>
                </a:lnTo>
                <a:lnTo>
                  <a:pt x="5352674" y="975360"/>
                </a:lnTo>
                <a:lnTo>
                  <a:pt x="5363665" y="975360"/>
                </a:lnTo>
                <a:lnTo>
                  <a:pt x="5374656" y="975360"/>
                </a:lnTo>
                <a:lnTo>
                  <a:pt x="5385648" y="975360"/>
                </a:lnTo>
                <a:lnTo>
                  <a:pt x="5396639" y="975360"/>
                </a:lnTo>
                <a:lnTo>
                  <a:pt x="5407630" y="975360"/>
                </a:lnTo>
                <a:lnTo>
                  <a:pt x="5418621" y="975360"/>
                </a:lnTo>
                <a:lnTo>
                  <a:pt x="5429612" y="975360"/>
                </a:lnTo>
                <a:lnTo>
                  <a:pt x="5440603" y="975360"/>
                </a:lnTo>
                <a:lnTo>
                  <a:pt x="5451594" y="975360"/>
                </a:lnTo>
                <a:lnTo>
                  <a:pt x="5462585" y="975360"/>
                </a:lnTo>
                <a:lnTo>
                  <a:pt x="5473577" y="975360"/>
                </a:lnTo>
                <a:lnTo>
                  <a:pt x="5484568" y="975360"/>
                </a:lnTo>
                <a:lnTo>
                  <a:pt x="5495559" y="975360"/>
                </a:lnTo>
                <a:lnTo>
                  <a:pt x="5506550" y="975360"/>
                </a:lnTo>
                <a:lnTo>
                  <a:pt x="5517541" y="975360"/>
                </a:lnTo>
                <a:lnTo>
                  <a:pt x="5528532" y="975360"/>
                </a:lnTo>
                <a:lnTo>
                  <a:pt x="5539523" y="975360"/>
                </a:lnTo>
                <a:lnTo>
                  <a:pt x="5550514" y="975360"/>
                </a:lnTo>
                <a:lnTo>
                  <a:pt x="5561505" y="975360"/>
                </a:lnTo>
                <a:lnTo>
                  <a:pt x="5572497" y="975360"/>
                </a:lnTo>
                <a:lnTo>
                  <a:pt x="5583488" y="975360"/>
                </a:lnTo>
                <a:lnTo>
                  <a:pt x="5594479" y="975360"/>
                </a:lnTo>
                <a:lnTo>
                  <a:pt x="5605470" y="975360"/>
                </a:lnTo>
                <a:lnTo>
                  <a:pt x="5616461" y="975360"/>
                </a:lnTo>
                <a:lnTo>
                  <a:pt x="5627452" y="975360"/>
                </a:lnTo>
                <a:lnTo>
                  <a:pt x="5638443" y="975360"/>
                </a:lnTo>
                <a:lnTo>
                  <a:pt x="5649434" y="975360"/>
                </a:lnTo>
                <a:lnTo>
                  <a:pt x="5660426" y="975360"/>
                </a:lnTo>
                <a:lnTo>
                  <a:pt x="5671417" y="975360"/>
                </a:lnTo>
                <a:lnTo>
                  <a:pt x="5682408" y="975360"/>
                </a:lnTo>
                <a:lnTo>
                  <a:pt x="5693399" y="975360"/>
                </a:lnTo>
                <a:lnTo>
                  <a:pt x="5704390" y="975360"/>
                </a:lnTo>
                <a:lnTo>
                  <a:pt x="5715381" y="975360"/>
                </a:lnTo>
                <a:lnTo>
                  <a:pt x="5726372" y="975360"/>
                </a:lnTo>
                <a:lnTo>
                  <a:pt x="5737363" y="975360"/>
                </a:lnTo>
                <a:lnTo>
                  <a:pt x="5748354" y="975360"/>
                </a:lnTo>
                <a:lnTo>
                  <a:pt x="5759346" y="975360"/>
                </a:lnTo>
                <a:lnTo>
                  <a:pt x="5770337" y="975360"/>
                </a:lnTo>
                <a:lnTo>
                  <a:pt x="5781328" y="975360"/>
                </a:lnTo>
                <a:lnTo>
                  <a:pt x="5792319" y="975360"/>
                </a:lnTo>
                <a:lnTo>
                  <a:pt x="5803310" y="975360"/>
                </a:lnTo>
                <a:lnTo>
                  <a:pt x="5814301" y="975360"/>
                </a:lnTo>
                <a:lnTo>
                  <a:pt x="5825292" y="975360"/>
                </a:lnTo>
                <a:lnTo>
                  <a:pt x="5836283" y="975360"/>
                </a:lnTo>
                <a:lnTo>
                  <a:pt x="5847275" y="975360"/>
                </a:lnTo>
                <a:lnTo>
                  <a:pt x="5858266" y="975360"/>
                </a:lnTo>
                <a:lnTo>
                  <a:pt x="5869257" y="975360"/>
                </a:lnTo>
                <a:lnTo>
                  <a:pt x="5880248" y="975360"/>
                </a:lnTo>
                <a:lnTo>
                  <a:pt x="5891239" y="975360"/>
                </a:lnTo>
                <a:lnTo>
                  <a:pt x="5902230" y="975360"/>
                </a:lnTo>
                <a:lnTo>
                  <a:pt x="5913221" y="975360"/>
                </a:lnTo>
                <a:lnTo>
                  <a:pt x="5924212" y="975360"/>
                </a:lnTo>
                <a:lnTo>
                  <a:pt x="5935204" y="975360"/>
                </a:lnTo>
                <a:lnTo>
                  <a:pt x="5946195" y="975360"/>
                </a:lnTo>
                <a:lnTo>
                  <a:pt x="5957186" y="975360"/>
                </a:lnTo>
                <a:lnTo>
                  <a:pt x="5968177" y="975360"/>
                </a:lnTo>
                <a:lnTo>
                  <a:pt x="5979168" y="975360"/>
                </a:lnTo>
                <a:lnTo>
                  <a:pt x="5990159" y="975360"/>
                </a:lnTo>
                <a:lnTo>
                  <a:pt x="6001150" y="975360"/>
                </a:lnTo>
                <a:lnTo>
                  <a:pt x="6012141" y="975360"/>
                </a:lnTo>
                <a:lnTo>
                  <a:pt x="6023132" y="975360"/>
                </a:lnTo>
                <a:lnTo>
                  <a:pt x="6034124" y="975360"/>
                </a:lnTo>
                <a:lnTo>
                  <a:pt x="6045115" y="975360"/>
                </a:lnTo>
                <a:lnTo>
                  <a:pt x="6056106" y="975360"/>
                </a:lnTo>
                <a:lnTo>
                  <a:pt x="6067097" y="975360"/>
                </a:lnTo>
                <a:lnTo>
                  <a:pt x="6078088" y="975360"/>
                </a:lnTo>
                <a:lnTo>
                  <a:pt x="6089079" y="975360"/>
                </a:lnTo>
                <a:lnTo>
                  <a:pt x="6100070" y="975360"/>
                </a:lnTo>
                <a:lnTo>
                  <a:pt x="6111061" y="975360"/>
                </a:lnTo>
                <a:lnTo>
                  <a:pt x="6122053" y="975360"/>
                </a:lnTo>
                <a:lnTo>
                  <a:pt x="6133044" y="975360"/>
                </a:lnTo>
                <a:lnTo>
                  <a:pt x="6144035" y="975360"/>
                </a:lnTo>
                <a:lnTo>
                  <a:pt x="6155026" y="975360"/>
                </a:lnTo>
                <a:lnTo>
                  <a:pt x="6166017" y="975360"/>
                </a:lnTo>
                <a:lnTo>
                  <a:pt x="6177008" y="975360"/>
                </a:lnTo>
                <a:lnTo>
                  <a:pt x="6187999" y="975360"/>
                </a:lnTo>
                <a:lnTo>
                  <a:pt x="6198990" y="975360"/>
                </a:lnTo>
                <a:lnTo>
                  <a:pt x="6209981" y="975360"/>
                </a:lnTo>
                <a:lnTo>
                  <a:pt x="6220973" y="975360"/>
                </a:lnTo>
                <a:lnTo>
                  <a:pt x="6231964" y="975360"/>
                </a:lnTo>
                <a:lnTo>
                  <a:pt x="6242955" y="975360"/>
                </a:lnTo>
                <a:lnTo>
                  <a:pt x="6253946" y="975360"/>
                </a:lnTo>
                <a:lnTo>
                  <a:pt x="6264937" y="975360"/>
                </a:lnTo>
                <a:lnTo>
                  <a:pt x="6275928" y="975360"/>
                </a:lnTo>
                <a:lnTo>
                  <a:pt x="6286919" y="975360"/>
                </a:lnTo>
                <a:lnTo>
                  <a:pt x="6297910" y="975360"/>
                </a:lnTo>
                <a:lnTo>
                  <a:pt x="6308902" y="975360"/>
                </a:lnTo>
                <a:lnTo>
                  <a:pt x="6319893" y="975360"/>
                </a:lnTo>
                <a:lnTo>
                  <a:pt x="6330884" y="975360"/>
                </a:lnTo>
                <a:lnTo>
                  <a:pt x="6341875" y="975360"/>
                </a:lnTo>
                <a:lnTo>
                  <a:pt x="6352866" y="975360"/>
                </a:lnTo>
                <a:lnTo>
                  <a:pt x="6363857" y="975360"/>
                </a:lnTo>
                <a:lnTo>
                  <a:pt x="6374848" y="975360"/>
                </a:lnTo>
                <a:lnTo>
                  <a:pt x="6385839" y="975360"/>
                </a:lnTo>
                <a:lnTo>
                  <a:pt x="6396830" y="975360"/>
                </a:lnTo>
                <a:lnTo>
                  <a:pt x="6407822" y="975360"/>
                </a:lnTo>
                <a:lnTo>
                  <a:pt x="6418813" y="975360"/>
                </a:lnTo>
                <a:lnTo>
                  <a:pt x="6429804" y="975360"/>
                </a:lnTo>
                <a:lnTo>
                  <a:pt x="6440795" y="975360"/>
                </a:lnTo>
                <a:lnTo>
                  <a:pt x="6451786" y="975360"/>
                </a:lnTo>
                <a:lnTo>
                  <a:pt x="6462777" y="975360"/>
                </a:lnTo>
                <a:lnTo>
                  <a:pt x="6473768" y="975360"/>
                </a:lnTo>
                <a:lnTo>
                  <a:pt x="6484759" y="975360"/>
                </a:lnTo>
                <a:lnTo>
                  <a:pt x="6495751" y="975360"/>
                </a:lnTo>
                <a:lnTo>
                  <a:pt x="6506742" y="975360"/>
                </a:lnTo>
                <a:lnTo>
                  <a:pt x="6517733" y="975360"/>
                </a:lnTo>
                <a:lnTo>
                  <a:pt x="6528724" y="975360"/>
                </a:lnTo>
                <a:lnTo>
                  <a:pt x="6539715" y="975360"/>
                </a:lnTo>
                <a:lnTo>
                  <a:pt x="6550706" y="975360"/>
                </a:lnTo>
                <a:lnTo>
                  <a:pt x="6561697" y="975360"/>
                </a:lnTo>
                <a:lnTo>
                  <a:pt x="6572688" y="975360"/>
                </a:lnTo>
                <a:lnTo>
                  <a:pt x="6583679" y="975360"/>
                </a:lnTo>
                <a:lnTo>
                  <a:pt x="6583679" y="975360"/>
                </a:lnTo>
                <a:lnTo>
                  <a:pt x="6572688" y="975360"/>
                </a:lnTo>
                <a:lnTo>
                  <a:pt x="6561697" y="975360"/>
                </a:lnTo>
                <a:lnTo>
                  <a:pt x="6550706" y="975360"/>
                </a:lnTo>
                <a:lnTo>
                  <a:pt x="6539715" y="975360"/>
                </a:lnTo>
                <a:lnTo>
                  <a:pt x="6528724" y="975360"/>
                </a:lnTo>
                <a:lnTo>
                  <a:pt x="6517733" y="975360"/>
                </a:lnTo>
                <a:lnTo>
                  <a:pt x="6506742" y="975360"/>
                </a:lnTo>
                <a:lnTo>
                  <a:pt x="6495751" y="975360"/>
                </a:lnTo>
                <a:lnTo>
                  <a:pt x="6484759" y="975360"/>
                </a:lnTo>
                <a:lnTo>
                  <a:pt x="6473768" y="975360"/>
                </a:lnTo>
                <a:lnTo>
                  <a:pt x="6462777" y="975360"/>
                </a:lnTo>
                <a:lnTo>
                  <a:pt x="6451786" y="975360"/>
                </a:lnTo>
                <a:lnTo>
                  <a:pt x="6440795" y="975360"/>
                </a:lnTo>
                <a:lnTo>
                  <a:pt x="6429804" y="975360"/>
                </a:lnTo>
                <a:lnTo>
                  <a:pt x="6418813" y="975360"/>
                </a:lnTo>
                <a:lnTo>
                  <a:pt x="6407822" y="975360"/>
                </a:lnTo>
                <a:lnTo>
                  <a:pt x="6396830" y="975360"/>
                </a:lnTo>
                <a:lnTo>
                  <a:pt x="6385839" y="975360"/>
                </a:lnTo>
                <a:lnTo>
                  <a:pt x="6374848" y="975360"/>
                </a:lnTo>
                <a:lnTo>
                  <a:pt x="6363857" y="975360"/>
                </a:lnTo>
                <a:lnTo>
                  <a:pt x="6352866" y="975360"/>
                </a:lnTo>
                <a:lnTo>
                  <a:pt x="6341875" y="975360"/>
                </a:lnTo>
                <a:lnTo>
                  <a:pt x="6330884" y="975360"/>
                </a:lnTo>
                <a:lnTo>
                  <a:pt x="6319893" y="975360"/>
                </a:lnTo>
                <a:lnTo>
                  <a:pt x="6308902" y="975360"/>
                </a:lnTo>
                <a:lnTo>
                  <a:pt x="6297910" y="975360"/>
                </a:lnTo>
                <a:lnTo>
                  <a:pt x="6286919" y="975360"/>
                </a:lnTo>
                <a:lnTo>
                  <a:pt x="6275928" y="975360"/>
                </a:lnTo>
                <a:lnTo>
                  <a:pt x="6264937" y="975360"/>
                </a:lnTo>
                <a:lnTo>
                  <a:pt x="6253946" y="975360"/>
                </a:lnTo>
                <a:lnTo>
                  <a:pt x="6242955" y="975360"/>
                </a:lnTo>
                <a:lnTo>
                  <a:pt x="6231964" y="975360"/>
                </a:lnTo>
                <a:lnTo>
                  <a:pt x="6220973" y="975360"/>
                </a:lnTo>
                <a:lnTo>
                  <a:pt x="6209981" y="975360"/>
                </a:lnTo>
                <a:lnTo>
                  <a:pt x="6198990" y="975360"/>
                </a:lnTo>
                <a:lnTo>
                  <a:pt x="6187999" y="975360"/>
                </a:lnTo>
                <a:lnTo>
                  <a:pt x="6177008" y="975360"/>
                </a:lnTo>
                <a:lnTo>
                  <a:pt x="6166017" y="975360"/>
                </a:lnTo>
                <a:lnTo>
                  <a:pt x="6155026" y="975360"/>
                </a:lnTo>
                <a:lnTo>
                  <a:pt x="6144035" y="975360"/>
                </a:lnTo>
                <a:lnTo>
                  <a:pt x="6133044" y="975360"/>
                </a:lnTo>
                <a:lnTo>
                  <a:pt x="6122053" y="975360"/>
                </a:lnTo>
                <a:lnTo>
                  <a:pt x="6111061" y="975360"/>
                </a:lnTo>
                <a:lnTo>
                  <a:pt x="6100070" y="975360"/>
                </a:lnTo>
                <a:lnTo>
                  <a:pt x="6089079" y="975360"/>
                </a:lnTo>
                <a:lnTo>
                  <a:pt x="6078088" y="975360"/>
                </a:lnTo>
                <a:lnTo>
                  <a:pt x="6067097" y="975360"/>
                </a:lnTo>
                <a:lnTo>
                  <a:pt x="6056106" y="975360"/>
                </a:lnTo>
                <a:lnTo>
                  <a:pt x="6045115" y="975360"/>
                </a:lnTo>
                <a:lnTo>
                  <a:pt x="6034124" y="975360"/>
                </a:lnTo>
                <a:lnTo>
                  <a:pt x="6023132" y="975360"/>
                </a:lnTo>
                <a:lnTo>
                  <a:pt x="6012141" y="975360"/>
                </a:lnTo>
                <a:lnTo>
                  <a:pt x="6001150" y="975360"/>
                </a:lnTo>
                <a:lnTo>
                  <a:pt x="5990159" y="975360"/>
                </a:lnTo>
                <a:lnTo>
                  <a:pt x="5979168" y="975360"/>
                </a:lnTo>
                <a:lnTo>
                  <a:pt x="5968177" y="975360"/>
                </a:lnTo>
                <a:lnTo>
                  <a:pt x="5957186" y="975360"/>
                </a:lnTo>
                <a:lnTo>
                  <a:pt x="5946195" y="975360"/>
                </a:lnTo>
                <a:lnTo>
                  <a:pt x="5935204" y="975360"/>
                </a:lnTo>
                <a:lnTo>
                  <a:pt x="5924212" y="975360"/>
                </a:lnTo>
                <a:lnTo>
                  <a:pt x="5913221" y="975360"/>
                </a:lnTo>
                <a:lnTo>
                  <a:pt x="5902230" y="975360"/>
                </a:lnTo>
                <a:lnTo>
                  <a:pt x="5891239" y="975360"/>
                </a:lnTo>
                <a:lnTo>
                  <a:pt x="5880248" y="975360"/>
                </a:lnTo>
                <a:lnTo>
                  <a:pt x="5869257" y="975360"/>
                </a:lnTo>
                <a:lnTo>
                  <a:pt x="5858266" y="975360"/>
                </a:lnTo>
                <a:lnTo>
                  <a:pt x="5847275" y="975360"/>
                </a:lnTo>
                <a:lnTo>
                  <a:pt x="5836283" y="975360"/>
                </a:lnTo>
                <a:lnTo>
                  <a:pt x="5825292" y="975360"/>
                </a:lnTo>
                <a:lnTo>
                  <a:pt x="5814301" y="975360"/>
                </a:lnTo>
                <a:lnTo>
                  <a:pt x="5803310" y="975360"/>
                </a:lnTo>
                <a:lnTo>
                  <a:pt x="5792319" y="975360"/>
                </a:lnTo>
                <a:lnTo>
                  <a:pt x="5781328" y="975360"/>
                </a:lnTo>
                <a:lnTo>
                  <a:pt x="5770337" y="975360"/>
                </a:lnTo>
                <a:lnTo>
                  <a:pt x="5759346" y="975360"/>
                </a:lnTo>
                <a:lnTo>
                  <a:pt x="5748354" y="975360"/>
                </a:lnTo>
                <a:lnTo>
                  <a:pt x="5737363" y="975360"/>
                </a:lnTo>
                <a:lnTo>
                  <a:pt x="5726372" y="975360"/>
                </a:lnTo>
                <a:lnTo>
                  <a:pt x="5715381" y="975360"/>
                </a:lnTo>
                <a:lnTo>
                  <a:pt x="5704390" y="975360"/>
                </a:lnTo>
                <a:lnTo>
                  <a:pt x="5693399" y="975360"/>
                </a:lnTo>
                <a:lnTo>
                  <a:pt x="5682408" y="975360"/>
                </a:lnTo>
                <a:lnTo>
                  <a:pt x="5671417" y="975360"/>
                </a:lnTo>
                <a:lnTo>
                  <a:pt x="5660426" y="975360"/>
                </a:lnTo>
                <a:lnTo>
                  <a:pt x="5649434" y="975360"/>
                </a:lnTo>
                <a:lnTo>
                  <a:pt x="5638443" y="975360"/>
                </a:lnTo>
                <a:lnTo>
                  <a:pt x="5627452" y="975360"/>
                </a:lnTo>
                <a:lnTo>
                  <a:pt x="5616461" y="975360"/>
                </a:lnTo>
                <a:lnTo>
                  <a:pt x="5605470" y="975360"/>
                </a:lnTo>
                <a:lnTo>
                  <a:pt x="5594479" y="975360"/>
                </a:lnTo>
                <a:lnTo>
                  <a:pt x="5583488" y="975360"/>
                </a:lnTo>
                <a:lnTo>
                  <a:pt x="5572497" y="975360"/>
                </a:lnTo>
                <a:lnTo>
                  <a:pt x="5561505" y="975360"/>
                </a:lnTo>
                <a:lnTo>
                  <a:pt x="5550514" y="975360"/>
                </a:lnTo>
                <a:lnTo>
                  <a:pt x="5539523" y="975360"/>
                </a:lnTo>
                <a:lnTo>
                  <a:pt x="5528532" y="975360"/>
                </a:lnTo>
                <a:lnTo>
                  <a:pt x="5517541" y="975360"/>
                </a:lnTo>
                <a:lnTo>
                  <a:pt x="5506550" y="975360"/>
                </a:lnTo>
                <a:lnTo>
                  <a:pt x="5495559" y="975360"/>
                </a:lnTo>
                <a:lnTo>
                  <a:pt x="5484568" y="975360"/>
                </a:lnTo>
                <a:lnTo>
                  <a:pt x="5473577" y="975360"/>
                </a:lnTo>
                <a:lnTo>
                  <a:pt x="5462585" y="975360"/>
                </a:lnTo>
                <a:lnTo>
                  <a:pt x="5451594" y="975360"/>
                </a:lnTo>
                <a:lnTo>
                  <a:pt x="5440603" y="975360"/>
                </a:lnTo>
                <a:lnTo>
                  <a:pt x="5429612" y="975360"/>
                </a:lnTo>
                <a:lnTo>
                  <a:pt x="5418621" y="975360"/>
                </a:lnTo>
                <a:lnTo>
                  <a:pt x="5407630" y="975360"/>
                </a:lnTo>
                <a:lnTo>
                  <a:pt x="5396639" y="975360"/>
                </a:lnTo>
                <a:lnTo>
                  <a:pt x="5385648" y="975360"/>
                </a:lnTo>
                <a:lnTo>
                  <a:pt x="5374656" y="975360"/>
                </a:lnTo>
                <a:lnTo>
                  <a:pt x="5363665" y="975360"/>
                </a:lnTo>
                <a:lnTo>
                  <a:pt x="5352674" y="975360"/>
                </a:lnTo>
                <a:lnTo>
                  <a:pt x="5341683" y="975360"/>
                </a:lnTo>
                <a:lnTo>
                  <a:pt x="5330692" y="975360"/>
                </a:lnTo>
                <a:lnTo>
                  <a:pt x="5319701" y="975360"/>
                </a:lnTo>
                <a:lnTo>
                  <a:pt x="5308710" y="975360"/>
                </a:lnTo>
                <a:lnTo>
                  <a:pt x="5297719" y="975360"/>
                </a:lnTo>
                <a:lnTo>
                  <a:pt x="5286728" y="975360"/>
                </a:lnTo>
                <a:lnTo>
                  <a:pt x="5275736" y="975360"/>
                </a:lnTo>
                <a:lnTo>
                  <a:pt x="5264745" y="975360"/>
                </a:lnTo>
                <a:lnTo>
                  <a:pt x="5253754" y="975360"/>
                </a:lnTo>
                <a:lnTo>
                  <a:pt x="5242763" y="975360"/>
                </a:lnTo>
                <a:lnTo>
                  <a:pt x="5231772" y="975360"/>
                </a:lnTo>
                <a:lnTo>
                  <a:pt x="5220781" y="975360"/>
                </a:lnTo>
                <a:lnTo>
                  <a:pt x="5209790" y="975360"/>
                </a:lnTo>
                <a:lnTo>
                  <a:pt x="5198799" y="975360"/>
                </a:lnTo>
                <a:lnTo>
                  <a:pt x="5187807" y="975360"/>
                </a:lnTo>
                <a:lnTo>
                  <a:pt x="5176816" y="975360"/>
                </a:lnTo>
                <a:lnTo>
                  <a:pt x="5165825" y="975360"/>
                </a:lnTo>
                <a:lnTo>
                  <a:pt x="5154834" y="975360"/>
                </a:lnTo>
                <a:lnTo>
                  <a:pt x="5143843" y="975360"/>
                </a:lnTo>
                <a:lnTo>
                  <a:pt x="5132852" y="975360"/>
                </a:lnTo>
                <a:lnTo>
                  <a:pt x="5121861" y="975360"/>
                </a:lnTo>
                <a:lnTo>
                  <a:pt x="5110870" y="975360"/>
                </a:lnTo>
                <a:lnTo>
                  <a:pt x="5099878" y="975360"/>
                </a:lnTo>
                <a:lnTo>
                  <a:pt x="5088887" y="975360"/>
                </a:lnTo>
                <a:lnTo>
                  <a:pt x="5077896" y="975360"/>
                </a:lnTo>
                <a:lnTo>
                  <a:pt x="5066905" y="975360"/>
                </a:lnTo>
                <a:lnTo>
                  <a:pt x="5055914" y="975360"/>
                </a:lnTo>
                <a:lnTo>
                  <a:pt x="5044923" y="975360"/>
                </a:lnTo>
                <a:lnTo>
                  <a:pt x="5033932" y="975360"/>
                </a:lnTo>
                <a:lnTo>
                  <a:pt x="5022941" y="975360"/>
                </a:lnTo>
                <a:lnTo>
                  <a:pt x="5011950" y="975360"/>
                </a:lnTo>
                <a:lnTo>
                  <a:pt x="5000958" y="975360"/>
                </a:lnTo>
                <a:lnTo>
                  <a:pt x="4989967" y="975360"/>
                </a:lnTo>
                <a:lnTo>
                  <a:pt x="4978976" y="975360"/>
                </a:lnTo>
                <a:lnTo>
                  <a:pt x="4967985" y="975360"/>
                </a:lnTo>
                <a:lnTo>
                  <a:pt x="4956994" y="975360"/>
                </a:lnTo>
                <a:lnTo>
                  <a:pt x="4946003" y="975360"/>
                </a:lnTo>
                <a:lnTo>
                  <a:pt x="4935012" y="975360"/>
                </a:lnTo>
                <a:lnTo>
                  <a:pt x="4924021" y="975360"/>
                </a:lnTo>
                <a:lnTo>
                  <a:pt x="4913029" y="975360"/>
                </a:lnTo>
                <a:lnTo>
                  <a:pt x="4902038" y="975360"/>
                </a:lnTo>
                <a:lnTo>
                  <a:pt x="4891047" y="975360"/>
                </a:lnTo>
                <a:lnTo>
                  <a:pt x="4880056" y="975360"/>
                </a:lnTo>
                <a:lnTo>
                  <a:pt x="4869065" y="975360"/>
                </a:lnTo>
                <a:lnTo>
                  <a:pt x="4858074" y="975360"/>
                </a:lnTo>
                <a:lnTo>
                  <a:pt x="4847083" y="975360"/>
                </a:lnTo>
                <a:lnTo>
                  <a:pt x="4836092" y="975360"/>
                </a:lnTo>
                <a:lnTo>
                  <a:pt x="4825101" y="975360"/>
                </a:lnTo>
                <a:lnTo>
                  <a:pt x="4814109" y="975360"/>
                </a:lnTo>
                <a:lnTo>
                  <a:pt x="4803118" y="975360"/>
                </a:lnTo>
                <a:lnTo>
                  <a:pt x="4792127" y="975360"/>
                </a:lnTo>
                <a:lnTo>
                  <a:pt x="4781136" y="975360"/>
                </a:lnTo>
                <a:lnTo>
                  <a:pt x="4770145" y="975360"/>
                </a:lnTo>
                <a:lnTo>
                  <a:pt x="4759154" y="975360"/>
                </a:lnTo>
                <a:lnTo>
                  <a:pt x="4748163" y="975360"/>
                </a:lnTo>
                <a:lnTo>
                  <a:pt x="4737172" y="975360"/>
                </a:lnTo>
                <a:lnTo>
                  <a:pt x="4726180" y="975360"/>
                </a:lnTo>
                <a:lnTo>
                  <a:pt x="4715189" y="975360"/>
                </a:lnTo>
                <a:lnTo>
                  <a:pt x="4704198" y="975360"/>
                </a:lnTo>
                <a:lnTo>
                  <a:pt x="4693207" y="975360"/>
                </a:lnTo>
                <a:lnTo>
                  <a:pt x="4682216" y="975360"/>
                </a:lnTo>
                <a:lnTo>
                  <a:pt x="4671225" y="975360"/>
                </a:lnTo>
                <a:lnTo>
                  <a:pt x="4660234" y="975360"/>
                </a:lnTo>
                <a:lnTo>
                  <a:pt x="4649243" y="975360"/>
                </a:lnTo>
                <a:lnTo>
                  <a:pt x="4638252" y="975360"/>
                </a:lnTo>
                <a:lnTo>
                  <a:pt x="4627260" y="975360"/>
                </a:lnTo>
                <a:lnTo>
                  <a:pt x="4616269" y="975360"/>
                </a:lnTo>
                <a:lnTo>
                  <a:pt x="4605278" y="975360"/>
                </a:lnTo>
                <a:lnTo>
                  <a:pt x="4594287" y="975360"/>
                </a:lnTo>
                <a:lnTo>
                  <a:pt x="4583296" y="975360"/>
                </a:lnTo>
                <a:lnTo>
                  <a:pt x="4572305" y="975360"/>
                </a:lnTo>
                <a:lnTo>
                  <a:pt x="4561314" y="975360"/>
                </a:lnTo>
                <a:lnTo>
                  <a:pt x="4550323" y="975360"/>
                </a:lnTo>
                <a:lnTo>
                  <a:pt x="4539331" y="975360"/>
                </a:lnTo>
                <a:lnTo>
                  <a:pt x="4528340" y="975360"/>
                </a:lnTo>
                <a:lnTo>
                  <a:pt x="4517349" y="975360"/>
                </a:lnTo>
                <a:lnTo>
                  <a:pt x="4506358" y="975360"/>
                </a:lnTo>
                <a:lnTo>
                  <a:pt x="4495367" y="975360"/>
                </a:lnTo>
                <a:lnTo>
                  <a:pt x="4484376" y="975360"/>
                </a:lnTo>
                <a:lnTo>
                  <a:pt x="4473385" y="975360"/>
                </a:lnTo>
                <a:lnTo>
                  <a:pt x="4462394" y="975360"/>
                </a:lnTo>
                <a:lnTo>
                  <a:pt x="4451403" y="975360"/>
                </a:lnTo>
                <a:lnTo>
                  <a:pt x="4440411" y="975360"/>
                </a:lnTo>
                <a:lnTo>
                  <a:pt x="4429420" y="975360"/>
                </a:lnTo>
                <a:lnTo>
                  <a:pt x="4418429" y="975360"/>
                </a:lnTo>
                <a:lnTo>
                  <a:pt x="4407438" y="975360"/>
                </a:lnTo>
                <a:lnTo>
                  <a:pt x="4396447" y="975360"/>
                </a:lnTo>
                <a:lnTo>
                  <a:pt x="4385456" y="975360"/>
                </a:lnTo>
                <a:lnTo>
                  <a:pt x="4374465" y="975360"/>
                </a:lnTo>
                <a:lnTo>
                  <a:pt x="4363474" y="975360"/>
                </a:lnTo>
                <a:lnTo>
                  <a:pt x="4352482" y="975360"/>
                </a:lnTo>
                <a:lnTo>
                  <a:pt x="4341491" y="975360"/>
                </a:lnTo>
                <a:lnTo>
                  <a:pt x="4330500" y="975360"/>
                </a:lnTo>
                <a:lnTo>
                  <a:pt x="4319509" y="975360"/>
                </a:lnTo>
                <a:lnTo>
                  <a:pt x="4308518" y="975360"/>
                </a:lnTo>
                <a:lnTo>
                  <a:pt x="4297527" y="975360"/>
                </a:lnTo>
                <a:lnTo>
                  <a:pt x="4286536" y="975360"/>
                </a:lnTo>
                <a:lnTo>
                  <a:pt x="4275545" y="975360"/>
                </a:lnTo>
                <a:lnTo>
                  <a:pt x="4264553" y="975360"/>
                </a:lnTo>
                <a:lnTo>
                  <a:pt x="4253562" y="975360"/>
                </a:lnTo>
                <a:lnTo>
                  <a:pt x="4242571" y="975360"/>
                </a:lnTo>
                <a:lnTo>
                  <a:pt x="4231580" y="975360"/>
                </a:lnTo>
                <a:lnTo>
                  <a:pt x="4220589" y="975360"/>
                </a:lnTo>
                <a:lnTo>
                  <a:pt x="4209598" y="975360"/>
                </a:lnTo>
                <a:lnTo>
                  <a:pt x="4198607" y="975360"/>
                </a:lnTo>
                <a:lnTo>
                  <a:pt x="4187616" y="975360"/>
                </a:lnTo>
                <a:lnTo>
                  <a:pt x="4176625" y="975360"/>
                </a:lnTo>
                <a:lnTo>
                  <a:pt x="4165633" y="975360"/>
                </a:lnTo>
                <a:lnTo>
                  <a:pt x="4154642" y="975360"/>
                </a:lnTo>
                <a:lnTo>
                  <a:pt x="4143651" y="975360"/>
                </a:lnTo>
                <a:lnTo>
                  <a:pt x="4132660" y="975360"/>
                </a:lnTo>
                <a:lnTo>
                  <a:pt x="4121669" y="975360"/>
                </a:lnTo>
                <a:lnTo>
                  <a:pt x="4110678" y="975360"/>
                </a:lnTo>
                <a:lnTo>
                  <a:pt x="4099687" y="975360"/>
                </a:lnTo>
                <a:lnTo>
                  <a:pt x="4088696" y="975360"/>
                </a:lnTo>
                <a:lnTo>
                  <a:pt x="4077704" y="975360"/>
                </a:lnTo>
                <a:lnTo>
                  <a:pt x="4066713" y="975360"/>
                </a:lnTo>
                <a:lnTo>
                  <a:pt x="4055722" y="975360"/>
                </a:lnTo>
                <a:lnTo>
                  <a:pt x="4044731" y="975360"/>
                </a:lnTo>
                <a:lnTo>
                  <a:pt x="4033740" y="975360"/>
                </a:lnTo>
                <a:lnTo>
                  <a:pt x="4022749" y="975360"/>
                </a:lnTo>
                <a:lnTo>
                  <a:pt x="4011758" y="975360"/>
                </a:lnTo>
                <a:lnTo>
                  <a:pt x="4000767" y="975360"/>
                </a:lnTo>
                <a:lnTo>
                  <a:pt x="3989776" y="975360"/>
                </a:lnTo>
                <a:lnTo>
                  <a:pt x="3978784" y="975360"/>
                </a:lnTo>
                <a:lnTo>
                  <a:pt x="3967793" y="975360"/>
                </a:lnTo>
                <a:lnTo>
                  <a:pt x="3956802" y="975360"/>
                </a:lnTo>
                <a:lnTo>
                  <a:pt x="3945811" y="975360"/>
                </a:lnTo>
                <a:lnTo>
                  <a:pt x="3934820" y="975360"/>
                </a:lnTo>
                <a:lnTo>
                  <a:pt x="3923829" y="975360"/>
                </a:lnTo>
                <a:lnTo>
                  <a:pt x="3912838" y="975360"/>
                </a:lnTo>
                <a:lnTo>
                  <a:pt x="3901847" y="975360"/>
                </a:lnTo>
                <a:lnTo>
                  <a:pt x="3890855" y="975360"/>
                </a:lnTo>
                <a:lnTo>
                  <a:pt x="3879864" y="975360"/>
                </a:lnTo>
                <a:lnTo>
                  <a:pt x="3868873" y="975360"/>
                </a:lnTo>
                <a:lnTo>
                  <a:pt x="3857882" y="975360"/>
                </a:lnTo>
                <a:lnTo>
                  <a:pt x="3846891" y="975360"/>
                </a:lnTo>
                <a:lnTo>
                  <a:pt x="3835900" y="975360"/>
                </a:lnTo>
                <a:lnTo>
                  <a:pt x="3824909" y="975360"/>
                </a:lnTo>
                <a:lnTo>
                  <a:pt x="3813918" y="975360"/>
                </a:lnTo>
                <a:lnTo>
                  <a:pt x="3802927" y="975360"/>
                </a:lnTo>
                <a:lnTo>
                  <a:pt x="3791935" y="975360"/>
                </a:lnTo>
                <a:lnTo>
                  <a:pt x="3780944" y="975360"/>
                </a:lnTo>
                <a:lnTo>
                  <a:pt x="3769953" y="975360"/>
                </a:lnTo>
                <a:lnTo>
                  <a:pt x="3758962" y="975360"/>
                </a:lnTo>
                <a:lnTo>
                  <a:pt x="3747971" y="975360"/>
                </a:lnTo>
                <a:lnTo>
                  <a:pt x="3736980" y="975360"/>
                </a:lnTo>
                <a:lnTo>
                  <a:pt x="3725989" y="975360"/>
                </a:lnTo>
                <a:lnTo>
                  <a:pt x="3714998" y="975360"/>
                </a:lnTo>
                <a:lnTo>
                  <a:pt x="3704006" y="975360"/>
                </a:lnTo>
                <a:lnTo>
                  <a:pt x="3693015" y="975360"/>
                </a:lnTo>
                <a:lnTo>
                  <a:pt x="3682024" y="975360"/>
                </a:lnTo>
                <a:lnTo>
                  <a:pt x="3671033" y="975360"/>
                </a:lnTo>
                <a:lnTo>
                  <a:pt x="3660042" y="975360"/>
                </a:lnTo>
                <a:lnTo>
                  <a:pt x="3649051" y="975360"/>
                </a:lnTo>
                <a:lnTo>
                  <a:pt x="3638060" y="975360"/>
                </a:lnTo>
                <a:lnTo>
                  <a:pt x="3627069" y="975360"/>
                </a:lnTo>
                <a:lnTo>
                  <a:pt x="3616077" y="975360"/>
                </a:lnTo>
                <a:lnTo>
                  <a:pt x="3605086" y="975360"/>
                </a:lnTo>
                <a:lnTo>
                  <a:pt x="3594095" y="975360"/>
                </a:lnTo>
                <a:lnTo>
                  <a:pt x="3583104" y="975360"/>
                </a:lnTo>
                <a:lnTo>
                  <a:pt x="3572113" y="975360"/>
                </a:lnTo>
                <a:lnTo>
                  <a:pt x="3561122" y="975360"/>
                </a:lnTo>
                <a:lnTo>
                  <a:pt x="3550131" y="975360"/>
                </a:lnTo>
                <a:lnTo>
                  <a:pt x="3539140" y="975360"/>
                </a:lnTo>
                <a:lnTo>
                  <a:pt x="3528149" y="975360"/>
                </a:lnTo>
                <a:lnTo>
                  <a:pt x="3517157" y="975360"/>
                </a:lnTo>
                <a:lnTo>
                  <a:pt x="3506166" y="975360"/>
                </a:lnTo>
                <a:lnTo>
                  <a:pt x="3495175" y="975360"/>
                </a:lnTo>
                <a:lnTo>
                  <a:pt x="3484184" y="975360"/>
                </a:lnTo>
                <a:lnTo>
                  <a:pt x="3473193" y="975360"/>
                </a:lnTo>
                <a:lnTo>
                  <a:pt x="3462202" y="975360"/>
                </a:lnTo>
                <a:lnTo>
                  <a:pt x="3451211" y="975360"/>
                </a:lnTo>
                <a:lnTo>
                  <a:pt x="3440220" y="975360"/>
                </a:lnTo>
                <a:lnTo>
                  <a:pt x="3429228" y="975360"/>
                </a:lnTo>
                <a:lnTo>
                  <a:pt x="3418237" y="975360"/>
                </a:lnTo>
                <a:lnTo>
                  <a:pt x="3407246" y="975360"/>
                </a:lnTo>
                <a:lnTo>
                  <a:pt x="3396255" y="975360"/>
                </a:lnTo>
                <a:lnTo>
                  <a:pt x="3385264" y="975360"/>
                </a:lnTo>
                <a:lnTo>
                  <a:pt x="3374273" y="975360"/>
                </a:lnTo>
                <a:lnTo>
                  <a:pt x="3363282" y="975360"/>
                </a:lnTo>
                <a:lnTo>
                  <a:pt x="3352291" y="975360"/>
                </a:lnTo>
                <a:lnTo>
                  <a:pt x="3341300" y="975360"/>
                </a:lnTo>
                <a:lnTo>
                  <a:pt x="3330308" y="975360"/>
                </a:lnTo>
                <a:lnTo>
                  <a:pt x="3319317" y="975360"/>
                </a:lnTo>
                <a:lnTo>
                  <a:pt x="3308326" y="975360"/>
                </a:lnTo>
                <a:lnTo>
                  <a:pt x="3297335" y="975360"/>
                </a:lnTo>
                <a:lnTo>
                  <a:pt x="3286344" y="975360"/>
                </a:lnTo>
                <a:lnTo>
                  <a:pt x="3275353" y="975360"/>
                </a:lnTo>
                <a:lnTo>
                  <a:pt x="3264362" y="975360"/>
                </a:lnTo>
                <a:lnTo>
                  <a:pt x="3253371" y="975360"/>
                </a:lnTo>
                <a:lnTo>
                  <a:pt x="3242379" y="975360"/>
                </a:lnTo>
                <a:lnTo>
                  <a:pt x="3231388" y="975360"/>
                </a:lnTo>
                <a:lnTo>
                  <a:pt x="3220397" y="975360"/>
                </a:lnTo>
                <a:lnTo>
                  <a:pt x="3209406" y="975360"/>
                </a:lnTo>
                <a:lnTo>
                  <a:pt x="3198415" y="975360"/>
                </a:lnTo>
                <a:lnTo>
                  <a:pt x="3187424" y="975360"/>
                </a:lnTo>
                <a:lnTo>
                  <a:pt x="3176433" y="975360"/>
                </a:lnTo>
                <a:lnTo>
                  <a:pt x="3165442" y="975360"/>
                </a:lnTo>
                <a:lnTo>
                  <a:pt x="3154451" y="975360"/>
                </a:lnTo>
                <a:lnTo>
                  <a:pt x="3143459" y="975360"/>
                </a:lnTo>
                <a:lnTo>
                  <a:pt x="3132468" y="975360"/>
                </a:lnTo>
                <a:lnTo>
                  <a:pt x="3121477" y="975360"/>
                </a:lnTo>
                <a:lnTo>
                  <a:pt x="3110486" y="975360"/>
                </a:lnTo>
                <a:lnTo>
                  <a:pt x="3099495" y="975360"/>
                </a:lnTo>
                <a:lnTo>
                  <a:pt x="3088504" y="975360"/>
                </a:lnTo>
                <a:lnTo>
                  <a:pt x="3077513" y="975360"/>
                </a:lnTo>
                <a:lnTo>
                  <a:pt x="3066522" y="975360"/>
                </a:lnTo>
                <a:lnTo>
                  <a:pt x="3055530" y="975360"/>
                </a:lnTo>
                <a:lnTo>
                  <a:pt x="3044539" y="975360"/>
                </a:lnTo>
                <a:lnTo>
                  <a:pt x="3033548" y="975360"/>
                </a:lnTo>
                <a:lnTo>
                  <a:pt x="3022557" y="975360"/>
                </a:lnTo>
                <a:lnTo>
                  <a:pt x="3011566" y="975360"/>
                </a:lnTo>
                <a:lnTo>
                  <a:pt x="3000575" y="975360"/>
                </a:lnTo>
                <a:lnTo>
                  <a:pt x="2989584" y="975360"/>
                </a:lnTo>
                <a:lnTo>
                  <a:pt x="2978593" y="975360"/>
                </a:lnTo>
                <a:lnTo>
                  <a:pt x="2967602" y="975360"/>
                </a:lnTo>
                <a:lnTo>
                  <a:pt x="2956610" y="975360"/>
                </a:lnTo>
                <a:lnTo>
                  <a:pt x="2945619" y="975360"/>
                </a:lnTo>
                <a:lnTo>
                  <a:pt x="2934628" y="975360"/>
                </a:lnTo>
                <a:lnTo>
                  <a:pt x="2923637" y="975360"/>
                </a:lnTo>
                <a:lnTo>
                  <a:pt x="2912646" y="975360"/>
                </a:lnTo>
                <a:lnTo>
                  <a:pt x="2901655" y="975360"/>
                </a:lnTo>
                <a:lnTo>
                  <a:pt x="2890664" y="975360"/>
                </a:lnTo>
                <a:lnTo>
                  <a:pt x="2879673" y="975360"/>
                </a:lnTo>
                <a:lnTo>
                  <a:pt x="2868681" y="975360"/>
                </a:lnTo>
                <a:lnTo>
                  <a:pt x="2857690" y="975360"/>
                </a:lnTo>
                <a:lnTo>
                  <a:pt x="2846699" y="975360"/>
                </a:lnTo>
                <a:lnTo>
                  <a:pt x="2835708" y="975360"/>
                </a:lnTo>
                <a:lnTo>
                  <a:pt x="2824717" y="975360"/>
                </a:lnTo>
                <a:lnTo>
                  <a:pt x="2813726" y="975360"/>
                </a:lnTo>
                <a:lnTo>
                  <a:pt x="2802735" y="975360"/>
                </a:lnTo>
                <a:lnTo>
                  <a:pt x="2791744" y="975360"/>
                </a:lnTo>
                <a:lnTo>
                  <a:pt x="2780752" y="975360"/>
                </a:lnTo>
                <a:lnTo>
                  <a:pt x="2769761" y="975360"/>
                </a:lnTo>
                <a:lnTo>
                  <a:pt x="2758770" y="975360"/>
                </a:lnTo>
                <a:lnTo>
                  <a:pt x="2747779" y="975360"/>
                </a:lnTo>
                <a:lnTo>
                  <a:pt x="2736788" y="975360"/>
                </a:lnTo>
                <a:lnTo>
                  <a:pt x="2725797" y="975360"/>
                </a:lnTo>
                <a:lnTo>
                  <a:pt x="2714806" y="975360"/>
                </a:lnTo>
                <a:lnTo>
                  <a:pt x="2703815" y="975360"/>
                </a:lnTo>
                <a:lnTo>
                  <a:pt x="2692824" y="975360"/>
                </a:lnTo>
                <a:lnTo>
                  <a:pt x="2681832" y="975360"/>
                </a:lnTo>
                <a:lnTo>
                  <a:pt x="2670841" y="975360"/>
                </a:lnTo>
                <a:lnTo>
                  <a:pt x="2659850" y="975360"/>
                </a:lnTo>
                <a:lnTo>
                  <a:pt x="2648859" y="975360"/>
                </a:lnTo>
                <a:lnTo>
                  <a:pt x="2637868" y="975360"/>
                </a:lnTo>
                <a:lnTo>
                  <a:pt x="2626877" y="975360"/>
                </a:lnTo>
                <a:lnTo>
                  <a:pt x="2615886" y="975360"/>
                </a:lnTo>
                <a:lnTo>
                  <a:pt x="2604895" y="975360"/>
                </a:lnTo>
                <a:lnTo>
                  <a:pt x="2593903" y="975360"/>
                </a:lnTo>
                <a:lnTo>
                  <a:pt x="2582912" y="975360"/>
                </a:lnTo>
                <a:lnTo>
                  <a:pt x="2571921" y="975360"/>
                </a:lnTo>
                <a:lnTo>
                  <a:pt x="2560930" y="975360"/>
                </a:lnTo>
                <a:lnTo>
                  <a:pt x="2549939" y="975360"/>
                </a:lnTo>
                <a:lnTo>
                  <a:pt x="2538948" y="975360"/>
                </a:lnTo>
                <a:lnTo>
                  <a:pt x="2527957" y="975360"/>
                </a:lnTo>
                <a:lnTo>
                  <a:pt x="2516966" y="975360"/>
                </a:lnTo>
                <a:lnTo>
                  <a:pt x="2505975" y="975360"/>
                </a:lnTo>
                <a:lnTo>
                  <a:pt x="2494983" y="975360"/>
                </a:lnTo>
                <a:lnTo>
                  <a:pt x="2483992" y="975360"/>
                </a:lnTo>
                <a:lnTo>
                  <a:pt x="2473001" y="975360"/>
                </a:lnTo>
                <a:lnTo>
                  <a:pt x="2462010" y="975360"/>
                </a:lnTo>
                <a:lnTo>
                  <a:pt x="2451019" y="975360"/>
                </a:lnTo>
                <a:lnTo>
                  <a:pt x="2440028" y="975360"/>
                </a:lnTo>
                <a:lnTo>
                  <a:pt x="2429037" y="975360"/>
                </a:lnTo>
                <a:lnTo>
                  <a:pt x="2418046" y="975360"/>
                </a:lnTo>
                <a:lnTo>
                  <a:pt x="2407054" y="975360"/>
                </a:lnTo>
                <a:lnTo>
                  <a:pt x="2396063" y="975360"/>
                </a:lnTo>
                <a:lnTo>
                  <a:pt x="2385072" y="975360"/>
                </a:lnTo>
                <a:lnTo>
                  <a:pt x="2374081" y="975360"/>
                </a:lnTo>
                <a:lnTo>
                  <a:pt x="2363090" y="975360"/>
                </a:lnTo>
                <a:lnTo>
                  <a:pt x="2352099" y="975360"/>
                </a:lnTo>
                <a:lnTo>
                  <a:pt x="2341108" y="975360"/>
                </a:lnTo>
                <a:lnTo>
                  <a:pt x="2330117" y="975360"/>
                </a:lnTo>
                <a:lnTo>
                  <a:pt x="2319126" y="975360"/>
                </a:lnTo>
                <a:lnTo>
                  <a:pt x="2308134" y="975360"/>
                </a:lnTo>
                <a:lnTo>
                  <a:pt x="2297143" y="975360"/>
                </a:lnTo>
                <a:lnTo>
                  <a:pt x="2286152" y="975360"/>
                </a:lnTo>
                <a:lnTo>
                  <a:pt x="2275161" y="975360"/>
                </a:lnTo>
                <a:lnTo>
                  <a:pt x="2264170" y="975360"/>
                </a:lnTo>
                <a:lnTo>
                  <a:pt x="2253179" y="975360"/>
                </a:lnTo>
                <a:lnTo>
                  <a:pt x="2242188" y="975360"/>
                </a:lnTo>
                <a:lnTo>
                  <a:pt x="2231197" y="975360"/>
                </a:lnTo>
                <a:lnTo>
                  <a:pt x="2220205" y="975360"/>
                </a:lnTo>
                <a:lnTo>
                  <a:pt x="2209214" y="975360"/>
                </a:lnTo>
                <a:lnTo>
                  <a:pt x="2198223" y="975360"/>
                </a:lnTo>
                <a:lnTo>
                  <a:pt x="2187232" y="975360"/>
                </a:lnTo>
                <a:lnTo>
                  <a:pt x="2176241" y="975360"/>
                </a:lnTo>
                <a:lnTo>
                  <a:pt x="2165250" y="975360"/>
                </a:lnTo>
                <a:lnTo>
                  <a:pt x="2154259" y="975360"/>
                </a:lnTo>
                <a:lnTo>
                  <a:pt x="2143268" y="975360"/>
                </a:lnTo>
                <a:lnTo>
                  <a:pt x="2132276" y="975360"/>
                </a:lnTo>
                <a:lnTo>
                  <a:pt x="2121285" y="975360"/>
                </a:lnTo>
                <a:lnTo>
                  <a:pt x="2110294" y="975360"/>
                </a:lnTo>
                <a:lnTo>
                  <a:pt x="2099303" y="975360"/>
                </a:lnTo>
                <a:lnTo>
                  <a:pt x="2088312" y="975360"/>
                </a:lnTo>
                <a:lnTo>
                  <a:pt x="2077321" y="975360"/>
                </a:lnTo>
                <a:lnTo>
                  <a:pt x="2066330" y="975360"/>
                </a:lnTo>
                <a:lnTo>
                  <a:pt x="2055339" y="975360"/>
                </a:lnTo>
                <a:lnTo>
                  <a:pt x="2044348" y="975360"/>
                </a:lnTo>
                <a:lnTo>
                  <a:pt x="2033356" y="975360"/>
                </a:lnTo>
                <a:lnTo>
                  <a:pt x="2022365" y="975360"/>
                </a:lnTo>
                <a:lnTo>
                  <a:pt x="2011374" y="975360"/>
                </a:lnTo>
                <a:lnTo>
                  <a:pt x="2000383" y="975360"/>
                </a:lnTo>
                <a:lnTo>
                  <a:pt x="1989392" y="975360"/>
                </a:lnTo>
                <a:lnTo>
                  <a:pt x="1978401" y="975360"/>
                </a:lnTo>
                <a:lnTo>
                  <a:pt x="1967410" y="975360"/>
                </a:lnTo>
                <a:lnTo>
                  <a:pt x="1956419" y="975360"/>
                </a:lnTo>
                <a:lnTo>
                  <a:pt x="1945427" y="975360"/>
                </a:lnTo>
                <a:lnTo>
                  <a:pt x="1934436" y="975360"/>
                </a:lnTo>
                <a:lnTo>
                  <a:pt x="1923445" y="975360"/>
                </a:lnTo>
                <a:lnTo>
                  <a:pt x="1912454" y="975360"/>
                </a:lnTo>
                <a:lnTo>
                  <a:pt x="1901463" y="975360"/>
                </a:lnTo>
                <a:lnTo>
                  <a:pt x="1890472" y="975360"/>
                </a:lnTo>
                <a:lnTo>
                  <a:pt x="1879481" y="975360"/>
                </a:lnTo>
                <a:lnTo>
                  <a:pt x="1868490" y="975360"/>
                </a:lnTo>
                <a:lnTo>
                  <a:pt x="1857499" y="975360"/>
                </a:lnTo>
                <a:lnTo>
                  <a:pt x="1846507" y="975360"/>
                </a:lnTo>
                <a:lnTo>
                  <a:pt x="1835516" y="975360"/>
                </a:lnTo>
                <a:lnTo>
                  <a:pt x="1824525" y="975360"/>
                </a:lnTo>
                <a:lnTo>
                  <a:pt x="1813534" y="975360"/>
                </a:lnTo>
                <a:lnTo>
                  <a:pt x="1802543" y="975360"/>
                </a:lnTo>
                <a:lnTo>
                  <a:pt x="1791552" y="975360"/>
                </a:lnTo>
                <a:lnTo>
                  <a:pt x="1780561" y="975360"/>
                </a:lnTo>
                <a:lnTo>
                  <a:pt x="1769570" y="975360"/>
                </a:lnTo>
                <a:lnTo>
                  <a:pt x="1758578" y="975360"/>
                </a:lnTo>
                <a:lnTo>
                  <a:pt x="1747587" y="975360"/>
                </a:lnTo>
                <a:lnTo>
                  <a:pt x="1736596" y="975360"/>
                </a:lnTo>
                <a:lnTo>
                  <a:pt x="1725605" y="975360"/>
                </a:lnTo>
                <a:lnTo>
                  <a:pt x="1714614" y="975360"/>
                </a:lnTo>
                <a:lnTo>
                  <a:pt x="1703623" y="975360"/>
                </a:lnTo>
                <a:lnTo>
                  <a:pt x="1692632" y="975360"/>
                </a:lnTo>
                <a:lnTo>
                  <a:pt x="1681641" y="975360"/>
                </a:lnTo>
                <a:lnTo>
                  <a:pt x="1670650" y="975360"/>
                </a:lnTo>
                <a:lnTo>
                  <a:pt x="1659658" y="975360"/>
                </a:lnTo>
                <a:lnTo>
                  <a:pt x="1648667" y="975360"/>
                </a:lnTo>
                <a:lnTo>
                  <a:pt x="1637676" y="975360"/>
                </a:lnTo>
                <a:lnTo>
                  <a:pt x="1626685" y="975360"/>
                </a:lnTo>
                <a:lnTo>
                  <a:pt x="1615694" y="975360"/>
                </a:lnTo>
                <a:lnTo>
                  <a:pt x="1604703" y="975360"/>
                </a:lnTo>
                <a:lnTo>
                  <a:pt x="1593712" y="975360"/>
                </a:lnTo>
                <a:lnTo>
                  <a:pt x="1582721" y="975360"/>
                </a:lnTo>
                <a:lnTo>
                  <a:pt x="1571729" y="975360"/>
                </a:lnTo>
                <a:lnTo>
                  <a:pt x="1560738" y="975360"/>
                </a:lnTo>
                <a:lnTo>
                  <a:pt x="1549747" y="975360"/>
                </a:lnTo>
                <a:lnTo>
                  <a:pt x="1538756" y="975360"/>
                </a:lnTo>
                <a:lnTo>
                  <a:pt x="1527765" y="975360"/>
                </a:lnTo>
                <a:lnTo>
                  <a:pt x="1516774" y="975360"/>
                </a:lnTo>
                <a:lnTo>
                  <a:pt x="1505783" y="975360"/>
                </a:lnTo>
                <a:lnTo>
                  <a:pt x="1494792" y="975360"/>
                </a:lnTo>
                <a:lnTo>
                  <a:pt x="1483801" y="975360"/>
                </a:lnTo>
                <a:lnTo>
                  <a:pt x="1472809" y="975360"/>
                </a:lnTo>
                <a:lnTo>
                  <a:pt x="1461818" y="975360"/>
                </a:lnTo>
                <a:lnTo>
                  <a:pt x="1450827" y="975360"/>
                </a:lnTo>
                <a:lnTo>
                  <a:pt x="1439836" y="975360"/>
                </a:lnTo>
                <a:lnTo>
                  <a:pt x="1428845" y="975360"/>
                </a:lnTo>
                <a:lnTo>
                  <a:pt x="1417854" y="975360"/>
                </a:lnTo>
                <a:lnTo>
                  <a:pt x="1406863" y="975360"/>
                </a:lnTo>
                <a:lnTo>
                  <a:pt x="1395872" y="975360"/>
                </a:lnTo>
                <a:lnTo>
                  <a:pt x="1384880" y="975360"/>
                </a:lnTo>
                <a:lnTo>
                  <a:pt x="1373889" y="975360"/>
                </a:lnTo>
                <a:lnTo>
                  <a:pt x="1362898" y="975360"/>
                </a:lnTo>
                <a:lnTo>
                  <a:pt x="1351907" y="975360"/>
                </a:lnTo>
                <a:lnTo>
                  <a:pt x="1340916" y="975360"/>
                </a:lnTo>
                <a:lnTo>
                  <a:pt x="1329925" y="975360"/>
                </a:lnTo>
                <a:lnTo>
                  <a:pt x="1318934" y="975360"/>
                </a:lnTo>
                <a:lnTo>
                  <a:pt x="1307943" y="975360"/>
                </a:lnTo>
                <a:lnTo>
                  <a:pt x="1296951" y="975360"/>
                </a:lnTo>
                <a:lnTo>
                  <a:pt x="1285960" y="975360"/>
                </a:lnTo>
                <a:lnTo>
                  <a:pt x="1274969" y="975360"/>
                </a:lnTo>
                <a:lnTo>
                  <a:pt x="1263978" y="975360"/>
                </a:lnTo>
                <a:lnTo>
                  <a:pt x="1252987" y="975360"/>
                </a:lnTo>
                <a:lnTo>
                  <a:pt x="1241996" y="975360"/>
                </a:lnTo>
                <a:lnTo>
                  <a:pt x="1231005" y="975360"/>
                </a:lnTo>
                <a:lnTo>
                  <a:pt x="1220014" y="975360"/>
                </a:lnTo>
                <a:lnTo>
                  <a:pt x="1209023" y="975360"/>
                </a:lnTo>
                <a:lnTo>
                  <a:pt x="1198031" y="975360"/>
                </a:lnTo>
                <a:lnTo>
                  <a:pt x="1187040" y="975360"/>
                </a:lnTo>
                <a:lnTo>
                  <a:pt x="1176049" y="975360"/>
                </a:lnTo>
                <a:lnTo>
                  <a:pt x="1165058" y="975360"/>
                </a:lnTo>
                <a:lnTo>
                  <a:pt x="1154067" y="975360"/>
                </a:lnTo>
                <a:lnTo>
                  <a:pt x="1143076" y="975360"/>
                </a:lnTo>
                <a:lnTo>
                  <a:pt x="1132085" y="975360"/>
                </a:lnTo>
                <a:lnTo>
                  <a:pt x="1121094" y="975360"/>
                </a:lnTo>
                <a:lnTo>
                  <a:pt x="1110102" y="975360"/>
                </a:lnTo>
                <a:lnTo>
                  <a:pt x="1099111" y="975360"/>
                </a:lnTo>
                <a:lnTo>
                  <a:pt x="1088120" y="975360"/>
                </a:lnTo>
                <a:lnTo>
                  <a:pt x="1077129" y="975360"/>
                </a:lnTo>
                <a:lnTo>
                  <a:pt x="1066138" y="975360"/>
                </a:lnTo>
                <a:lnTo>
                  <a:pt x="1055147" y="975360"/>
                </a:lnTo>
                <a:lnTo>
                  <a:pt x="1044156" y="975360"/>
                </a:lnTo>
                <a:lnTo>
                  <a:pt x="1033165" y="975360"/>
                </a:lnTo>
                <a:lnTo>
                  <a:pt x="1022174" y="975360"/>
                </a:lnTo>
                <a:lnTo>
                  <a:pt x="1011182" y="975360"/>
                </a:lnTo>
                <a:lnTo>
                  <a:pt x="1000191" y="975360"/>
                </a:lnTo>
                <a:lnTo>
                  <a:pt x="989200" y="975360"/>
                </a:lnTo>
                <a:lnTo>
                  <a:pt x="978209" y="975360"/>
                </a:lnTo>
                <a:lnTo>
                  <a:pt x="967218" y="975360"/>
                </a:lnTo>
                <a:lnTo>
                  <a:pt x="956227" y="975360"/>
                </a:lnTo>
                <a:lnTo>
                  <a:pt x="945236" y="975360"/>
                </a:lnTo>
                <a:lnTo>
                  <a:pt x="934245" y="975360"/>
                </a:lnTo>
                <a:lnTo>
                  <a:pt x="923253" y="975360"/>
                </a:lnTo>
                <a:lnTo>
                  <a:pt x="912262" y="975360"/>
                </a:lnTo>
                <a:lnTo>
                  <a:pt x="901271" y="975360"/>
                </a:lnTo>
                <a:lnTo>
                  <a:pt x="890280" y="975360"/>
                </a:lnTo>
                <a:lnTo>
                  <a:pt x="879289" y="975360"/>
                </a:lnTo>
                <a:lnTo>
                  <a:pt x="868298" y="975360"/>
                </a:lnTo>
                <a:lnTo>
                  <a:pt x="857307" y="975360"/>
                </a:lnTo>
                <a:lnTo>
                  <a:pt x="846316" y="975360"/>
                </a:lnTo>
                <a:lnTo>
                  <a:pt x="835325" y="975360"/>
                </a:lnTo>
                <a:lnTo>
                  <a:pt x="824333" y="975360"/>
                </a:lnTo>
                <a:lnTo>
                  <a:pt x="813342" y="975360"/>
                </a:lnTo>
                <a:lnTo>
                  <a:pt x="802351" y="975360"/>
                </a:lnTo>
                <a:lnTo>
                  <a:pt x="791360" y="975360"/>
                </a:lnTo>
                <a:lnTo>
                  <a:pt x="780369" y="975360"/>
                </a:lnTo>
                <a:lnTo>
                  <a:pt x="769378" y="975360"/>
                </a:lnTo>
                <a:lnTo>
                  <a:pt x="758387" y="975360"/>
                </a:lnTo>
                <a:lnTo>
                  <a:pt x="747396" y="975360"/>
                </a:lnTo>
                <a:lnTo>
                  <a:pt x="736404" y="975360"/>
                </a:lnTo>
                <a:lnTo>
                  <a:pt x="725413" y="975360"/>
                </a:lnTo>
                <a:lnTo>
                  <a:pt x="714422" y="975360"/>
                </a:lnTo>
                <a:lnTo>
                  <a:pt x="703431" y="975360"/>
                </a:lnTo>
                <a:lnTo>
                  <a:pt x="692440" y="975360"/>
                </a:lnTo>
                <a:lnTo>
                  <a:pt x="681449" y="975360"/>
                </a:lnTo>
                <a:lnTo>
                  <a:pt x="670458" y="975360"/>
                </a:lnTo>
                <a:lnTo>
                  <a:pt x="659467" y="975360"/>
                </a:lnTo>
                <a:lnTo>
                  <a:pt x="648475" y="975360"/>
                </a:lnTo>
                <a:lnTo>
                  <a:pt x="637484" y="975360"/>
                </a:lnTo>
                <a:lnTo>
                  <a:pt x="626493" y="975360"/>
                </a:lnTo>
                <a:lnTo>
                  <a:pt x="615502" y="975360"/>
                </a:lnTo>
                <a:lnTo>
                  <a:pt x="604511" y="975360"/>
                </a:lnTo>
                <a:lnTo>
                  <a:pt x="593520" y="975360"/>
                </a:lnTo>
                <a:lnTo>
                  <a:pt x="582529" y="975360"/>
                </a:lnTo>
                <a:lnTo>
                  <a:pt x="571538" y="975360"/>
                </a:lnTo>
                <a:lnTo>
                  <a:pt x="560547" y="975360"/>
                </a:lnTo>
                <a:lnTo>
                  <a:pt x="549555" y="975360"/>
                </a:lnTo>
                <a:lnTo>
                  <a:pt x="538564" y="975360"/>
                </a:lnTo>
                <a:lnTo>
                  <a:pt x="527573" y="975360"/>
                </a:lnTo>
                <a:lnTo>
                  <a:pt x="516582" y="975360"/>
                </a:lnTo>
                <a:lnTo>
                  <a:pt x="505591" y="975360"/>
                </a:lnTo>
                <a:lnTo>
                  <a:pt x="494600" y="975360"/>
                </a:lnTo>
                <a:lnTo>
                  <a:pt x="483609" y="975360"/>
                </a:lnTo>
                <a:lnTo>
                  <a:pt x="472618" y="975360"/>
                </a:lnTo>
                <a:lnTo>
                  <a:pt x="461626" y="975360"/>
                </a:lnTo>
                <a:lnTo>
                  <a:pt x="450635" y="975360"/>
                </a:lnTo>
                <a:lnTo>
                  <a:pt x="439644" y="975360"/>
                </a:lnTo>
                <a:lnTo>
                  <a:pt x="428653" y="975360"/>
                </a:lnTo>
                <a:lnTo>
                  <a:pt x="417662" y="975360"/>
                </a:lnTo>
                <a:lnTo>
                  <a:pt x="406671" y="975360"/>
                </a:lnTo>
                <a:lnTo>
                  <a:pt x="395680" y="975360"/>
                </a:lnTo>
                <a:lnTo>
                  <a:pt x="384689" y="975360"/>
                </a:lnTo>
                <a:lnTo>
                  <a:pt x="373698" y="975360"/>
                </a:lnTo>
                <a:lnTo>
                  <a:pt x="362706" y="975360"/>
                </a:lnTo>
                <a:lnTo>
                  <a:pt x="351715" y="975360"/>
                </a:lnTo>
                <a:lnTo>
                  <a:pt x="340724" y="975360"/>
                </a:lnTo>
                <a:lnTo>
                  <a:pt x="329733" y="975360"/>
                </a:lnTo>
                <a:lnTo>
                  <a:pt x="318742" y="975360"/>
                </a:lnTo>
                <a:lnTo>
                  <a:pt x="307751" y="975360"/>
                </a:lnTo>
                <a:lnTo>
                  <a:pt x="296760" y="975360"/>
                </a:lnTo>
                <a:lnTo>
                  <a:pt x="285769" y="975360"/>
                </a:lnTo>
                <a:lnTo>
                  <a:pt x="274777" y="975360"/>
                </a:lnTo>
                <a:lnTo>
                  <a:pt x="263786" y="975360"/>
                </a:lnTo>
                <a:lnTo>
                  <a:pt x="252795" y="975360"/>
                </a:lnTo>
                <a:lnTo>
                  <a:pt x="241804" y="975360"/>
                </a:lnTo>
                <a:lnTo>
                  <a:pt x="230813" y="975360"/>
                </a:lnTo>
                <a:lnTo>
                  <a:pt x="219822" y="975360"/>
                </a:lnTo>
                <a:lnTo>
                  <a:pt x="208831" y="975360"/>
                </a:lnTo>
                <a:lnTo>
                  <a:pt x="197840" y="975360"/>
                </a:lnTo>
                <a:lnTo>
                  <a:pt x="186849" y="975360"/>
                </a:lnTo>
                <a:lnTo>
                  <a:pt x="175857" y="975360"/>
                </a:lnTo>
                <a:lnTo>
                  <a:pt x="164866" y="975360"/>
                </a:lnTo>
                <a:lnTo>
                  <a:pt x="153875" y="975360"/>
                </a:lnTo>
                <a:lnTo>
                  <a:pt x="142884" y="975360"/>
                </a:lnTo>
                <a:lnTo>
                  <a:pt x="131893" y="975360"/>
                </a:lnTo>
                <a:lnTo>
                  <a:pt x="120902" y="975360"/>
                </a:lnTo>
                <a:lnTo>
                  <a:pt x="109911" y="975360"/>
                </a:lnTo>
                <a:lnTo>
                  <a:pt x="98920" y="975360"/>
                </a:lnTo>
                <a:lnTo>
                  <a:pt x="87928" y="975360"/>
                </a:lnTo>
                <a:lnTo>
                  <a:pt x="76937" y="975360"/>
                </a:lnTo>
                <a:lnTo>
                  <a:pt x="65946" y="975360"/>
                </a:lnTo>
                <a:lnTo>
                  <a:pt x="54955" y="975360"/>
                </a:lnTo>
                <a:lnTo>
                  <a:pt x="43964" y="975360"/>
                </a:lnTo>
                <a:lnTo>
                  <a:pt x="32973" y="975360"/>
                </a:lnTo>
                <a:lnTo>
                  <a:pt x="21982" y="975360"/>
                </a:lnTo>
                <a:lnTo>
                  <a:pt x="10991" y="975360"/>
                </a:lnTo>
                <a:lnTo>
                  <a:pt x="0" y="975360"/>
                </a:lnTo>
                <a:close/>
              </a:path>
            </a:pathLst>
          </a:custGeom>
          <a:solidFill>
            <a:srgbClr val="7FC8F8">
              <a:alpha val="35000"/>
            </a:srgbClr>
          </a:solidFill>
          <a:ln w="10160">
            <a:solidFill>
              <a:srgbClr val="7FC8F8">
                <a:alpha val="3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20 polygon 31" descr="sci-ppt:o031"/>
          <p:cNvSpPr/>
          <p:nvPr/>
        </p:nvSpPr>
        <p:spPr>
          <a:xfrm>
            <a:off x="914400" y="2103120"/>
            <a:ext cx="6583679" cy="2926080"/>
          </a:xfrm>
          <a:custGeom>
            <a:avLst/>
            <a:gdLst/>
            <a:ahLst/>
            <a:cxnLst/>
            <a:rect l="l" t="t" r="r" b="b"/>
            <a:pathLst>
              <a:path w="6583679" h="2926080">
                <a:moveTo>
                  <a:pt x="0" y="0"/>
                </a:moveTo>
                <a:lnTo>
                  <a:pt x="10991" y="0"/>
                </a:lnTo>
                <a:lnTo>
                  <a:pt x="21982" y="0"/>
                </a:lnTo>
                <a:lnTo>
                  <a:pt x="32973" y="0"/>
                </a:lnTo>
                <a:lnTo>
                  <a:pt x="43964" y="0"/>
                </a:lnTo>
                <a:lnTo>
                  <a:pt x="54955" y="0"/>
                </a:lnTo>
                <a:lnTo>
                  <a:pt x="65946" y="0"/>
                </a:lnTo>
                <a:lnTo>
                  <a:pt x="76937" y="0"/>
                </a:lnTo>
                <a:lnTo>
                  <a:pt x="87928" y="0"/>
                </a:lnTo>
                <a:lnTo>
                  <a:pt x="98920" y="0"/>
                </a:lnTo>
                <a:lnTo>
                  <a:pt x="109911" y="0"/>
                </a:lnTo>
                <a:lnTo>
                  <a:pt x="120902" y="0"/>
                </a:lnTo>
                <a:lnTo>
                  <a:pt x="131893" y="0"/>
                </a:lnTo>
                <a:lnTo>
                  <a:pt x="142884" y="0"/>
                </a:lnTo>
                <a:lnTo>
                  <a:pt x="153875" y="0"/>
                </a:lnTo>
                <a:lnTo>
                  <a:pt x="164866" y="0"/>
                </a:lnTo>
                <a:lnTo>
                  <a:pt x="175857" y="0"/>
                </a:lnTo>
                <a:lnTo>
                  <a:pt x="186849" y="0"/>
                </a:lnTo>
                <a:lnTo>
                  <a:pt x="197840" y="0"/>
                </a:lnTo>
                <a:lnTo>
                  <a:pt x="208831" y="0"/>
                </a:lnTo>
                <a:lnTo>
                  <a:pt x="219822" y="0"/>
                </a:lnTo>
                <a:lnTo>
                  <a:pt x="230813" y="0"/>
                </a:lnTo>
                <a:lnTo>
                  <a:pt x="241804" y="0"/>
                </a:lnTo>
                <a:lnTo>
                  <a:pt x="252795" y="0"/>
                </a:lnTo>
                <a:lnTo>
                  <a:pt x="263786" y="0"/>
                </a:lnTo>
                <a:lnTo>
                  <a:pt x="274777" y="0"/>
                </a:lnTo>
                <a:lnTo>
                  <a:pt x="285769" y="0"/>
                </a:lnTo>
                <a:lnTo>
                  <a:pt x="296760" y="0"/>
                </a:lnTo>
                <a:lnTo>
                  <a:pt x="307751" y="0"/>
                </a:lnTo>
                <a:lnTo>
                  <a:pt x="318742" y="0"/>
                </a:lnTo>
                <a:lnTo>
                  <a:pt x="329733" y="0"/>
                </a:lnTo>
                <a:lnTo>
                  <a:pt x="340724" y="0"/>
                </a:lnTo>
                <a:lnTo>
                  <a:pt x="351715" y="0"/>
                </a:lnTo>
                <a:lnTo>
                  <a:pt x="362706" y="0"/>
                </a:lnTo>
                <a:lnTo>
                  <a:pt x="373698" y="0"/>
                </a:lnTo>
                <a:lnTo>
                  <a:pt x="384689" y="0"/>
                </a:lnTo>
                <a:lnTo>
                  <a:pt x="395680" y="0"/>
                </a:lnTo>
                <a:lnTo>
                  <a:pt x="406671" y="0"/>
                </a:lnTo>
                <a:lnTo>
                  <a:pt x="417662" y="0"/>
                </a:lnTo>
                <a:lnTo>
                  <a:pt x="428653" y="0"/>
                </a:lnTo>
                <a:lnTo>
                  <a:pt x="439644" y="0"/>
                </a:lnTo>
                <a:lnTo>
                  <a:pt x="450635" y="0"/>
                </a:lnTo>
                <a:lnTo>
                  <a:pt x="461626" y="0"/>
                </a:lnTo>
                <a:lnTo>
                  <a:pt x="472618" y="0"/>
                </a:lnTo>
                <a:lnTo>
                  <a:pt x="483609" y="0"/>
                </a:lnTo>
                <a:lnTo>
                  <a:pt x="494600" y="0"/>
                </a:lnTo>
                <a:lnTo>
                  <a:pt x="505591" y="0"/>
                </a:lnTo>
                <a:lnTo>
                  <a:pt x="516582" y="0"/>
                </a:lnTo>
                <a:lnTo>
                  <a:pt x="527573" y="0"/>
                </a:lnTo>
                <a:lnTo>
                  <a:pt x="538564" y="0"/>
                </a:lnTo>
                <a:lnTo>
                  <a:pt x="549555" y="0"/>
                </a:lnTo>
                <a:lnTo>
                  <a:pt x="560547" y="0"/>
                </a:lnTo>
                <a:lnTo>
                  <a:pt x="571538" y="0"/>
                </a:lnTo>
                <a:lnTo>
                  <a:pt x="582529" y="0"/>
                </a:lnTo>
                <a:lnTo>
                  <a:pt x="593520" y="0"/>
                </a:lnTo>
                <a:lnTo>
                  <a:pt x="604511" y="0"/>
                </a:lnTo>
                <a:lnTo>
                  <a:pt x="615502" y="0"/>
                </a:lnTo>
                <a:lnTo>
                  <a:pt x="626493" y="0"/>
                </a:lnTo>
                <a:lnTo>
                  <a:pt x="637484" y="0"/>
                </a:lnTo>
                <a:lnTo>
                  <a:pt x="648475" y="0"/>
                </a:lnTo>
                <a:lnTo>
                  <a:pt x="659467" y="0"/>
                </a:lnTo>
                <a:lnTo>
                  <a:pt x="670458" y="0"/>
                </a:lnTo>
                <a:lnTo>
                  <a:pt x="681449" y="0"/>
                </a:lnTo>
                <a:lnTo>
                  <a:pt x="692440" y="0"/>
                </a:lnTo>
                <a:lnTo>
                  <a:pt x="703431" y="0"/>
                </a:lnTo>
                <a:lnTo>
                  <a:pt x="714422" y="0"/>
                </a:lnTo>
                <a:lnTo>
                  <a:pt x="725413" y="0"/>
                </a:lnTo>
                <a:lnTo>
                  <a:pt x="736404" y="0"/>
                </a:lnTo>
                <a:lnTo>
                  <a:pt x="747396" y="0"/>
                </a:lnTo>
                <a:lnTo>
                  <a:pt x="758387" y="0"/>
                </a:lnTo>
                <a:lnTo>
                  <a:pt x="769378" y="0"/>
                </a:lnTo>
                <a:lnTo>
                  <a:pt x="780369" y="0"/>
                </a:lnTo>
                <a:lnTo>
                  <a:pt x="791360" y="0"/>
                </a:lnTo>
                <a:lnTo>
                  <a:pt x="802351" y="0"/>
                </a:lnTo>
                <a:lnTo>
                  <a:pt x="813342" y="0"/>
                </a:lnTo>
                <a:lnTo>
                  <a:pt x="824333" y="0"/>
                </a:lnTo>
                <a:lnTo>
                  <a:pt x="835325" y="0"/>
                </a:lnTo>
                <a:lnTo>
                  <a:pt x="846316" y="0"/>
                </a:lnTo>
                <a:lnTo>
                  <a:pt x="857307" y="0"/>
                </a:lnTo>
                <a:lnTo>
                  <a:pt x="868298" y="0"/>
                </a:lnTo>
                <a:lnTo>
                  <a:pt x="879289" y="0"/>
                </a:lnTo>
                <a:lnTo>
                  <a:pt x="890280" y="0"/>
                </a:lnTo>
                <a:lnTo>
                  <a:pt x="901271" y="0"/>
                </a:lnTo>
                <a:lnTo>
                  <a:pt x="912262" y="0"/>
                </a:lnTo>
                <a:lnTo>
                  <a:pt x="923253" y="0"/>
                </a:lnTo>
                <a:lnTo>
                  <a:pt x="934245" y="0"/>
                </a:lnTo>
                <a:lnTo>
                  <a:pt x="945236" y="0"/>
                </a:lnTo>
                <a:lnTo>
                  <a:pt x="956227" y="0"/>
                </a:lnTo>
                <a:lnTo>
                  <a:pt x="967218" y="0"/>
                </a:lnTo>
                <a:lnTo>
                  <a:pt x="978209" y="0"/>
                </a:lnTo>
                <a:lnTo>
                  <a:pt x="989200" y="0"/>
                </a:lnTo>
                <a:lnTo>
                  <a:pt x="1000191" y="0"/>
                </a:lnTo>
                <a:lnTo>
                  <a:pt x="1011182" y="0"/>
                </a:lnTo>
                <a:lnTo>
                  <a:pt x="1022174" y="0"/>
                </a:lnTo>
                <a:lnTo>
                  <a:pt x="1033165" y="0"/>
                </a:lnTo>
                <a:lnTo>
                  <a:pt x="1044156" y="0"/>
                </a:lnTo>
                <a:lnTo>
                  <a:pt x="1055147" y="0"/>
                </a:lnTo>
                <a:lnTo>
                  <a:pt x="1066138" y="0"/>
                </a:lnTo>
                <a:lnTo>
                  <a:pt x="1077129" y="0"/>
                </a:lnTo>
                <a:lnTo>
                  <a:pt x="1088120" y="0"/>
                </a:lnTo>
                <a:lnTo>
                  <a:pt x="1099111" y="0"/>
                </a:lnTo>
                <a:lnTo>
                  <a:pt x="1110102" y="0"/>
                </a:lnTo>
                <a:lnTo>
                  <a:pt x="1121094" y="0"/>
                </a:lnTo>
                <a:lnTo>
                  <a:pt x="1132085" y="0"/>
                </a:lnTo>
                <a:lnTo>
                  <a:pt x="1143076" y="0"/>
                </a:lnTo>
                <a:lnTo>
                  <a:pt x="1154067" y="0"/>
                </a:lnTo>
                <a:lnTo>
                  <a:pt x="1165058" y="0"/>
                </a:lnTo>
                <a:lnTo>
                  <a:pt x="1176049" y="0"/>
                </a:lnTo>
                <a:lnTo>
                  <a:pt x="1187040" y="0"/>
                </a:lnTo>
                <a:lnTo>
                  <a:pt x="1198031" y="0"/>
                </a:lnTo>
                <a:lnTo>
                  <a:pt x="1209023" y="0"/>
                </a:lnTo>
                <a:lnTo>
                  <a:pt x="1220014" y="0"/>
                </a:lnTo>
                <a:lnTo>
                  <a:pt x="1231005" y="0"/>
                </a:lnTo>
                <a:lnTo>
                  <a:pt x="1241996" y="0"/>
                </a:lnTo>
                <a:lnTo>
                  <a:pt x="1252987" y="0"/>
                </a:lnTo>
                <a:lnTo>
                  <a:pt x="1263978" y="0"/>
                </a:lnTo>
                <a:lnTo>
                  <a:pt x="1274969" y="0"/>
                </a:lnTo>
                <a:lnTo>
                  <a:pt x="1285960" y="0"/>
                </a:lnTo>
                <a:lnTo>
                  <a:pt x="1296951" y="0"/>
                </a:lnTo>
                <a:lnTo>
                  <a:pt x="1307943" y="0"/>
                </a:lnTo>
                <a:lnTo>
                  <a:pt x="1318934" y="0"/>
                </a:lnTo>
                <a:lnTo>
                  <a:pt x="1329925" y="0"/>
                </a:lnTo>
                <a:lnTo>
                  <a:pt x="1340916" y="0"/>
                </a:lnTo>
                <a:lnTo>
                  <a:pt x="1351907" y="0"/>
                </a:lnTo>
                <a:lnTo>
                  <a:pt x="1362898" y="0"/>
                </a:lnTo>
                <a:lnTo>
                  <a:pt x="1373889" y="0"/>
                </a:lnTo>
                <a:lnTo>
                  <a:pt x="1384880" y="0"/>
                </a:lnTo>
                <a:lnTo>
                  <a:pt x="1395872" y="0"/>
                </a:lnTo>
                <a:lnTo>
                  <a:pt x="1406863" y="0"/>
                </a:lnTo>
                <a:lnTo>
                  <a:pt x="1417854" y="0"/>
                </a:lnTo>
                <a:lnTo>
                  <a:pt x="1428845" y="0"/>
                </a:lnTo>
                <a:lnTo>
                  <a:pt x="1439836" y="0"/>
                </a:lnTo>
                <a:lnTo>
                  <a:pt x="1450827" y="0"/>
                </a:lnTo>
                <a:lnTo>
                  <a:pt x="1461818" y="0"/>
                </a:lnTo>
                <a:lnTo>
                  <a:pt x="1472809" y="0"/>
                </a:lnTo>
                <a:lnTo>
                  <a:pt x="1483801" y="0"/>
                </a:lnTo>
                <a:lnTo>
                  <a:pt x="1494792" y="0"/>
                </a:lnTo>
                <a:lnTo>
                  <a:pt x="1505783" y="0"/>
                </a:lnTo>
                <a:lnTo>
                  <a:pt x="1516774" y="0"/>
                </a:lnTo>
                <a:lnTo>
                  <a:pt x="1527765" y="0"/>
                </a:lnTo>
                <a:lnTo>
                  <a:pt x="1538756" y="0"/>
                </a:lnTo>
                <a:lnTo>
                  <a:pt x="1549747" y="0"/>
                </a:lnTo>
                <a:lnTo>
                  <a:pt x="1560738" y="0"/>
                </a:lnTo>
                <a:lnTo>
                  <a:pt x="1571729" y="0"/>
                </a:lnTo>
                <a:lnTo>
                  <a:pt x="1582721" y="0"/>
                </a:lnTo>
                <a:lnTo>
                  <a:pt x="1593712" y="0"/>
                </a:lnTo>
                <a:lnTo>
                  <a:pt x="1604703" y="0"/>
                </a:lnTo>
                <a:lnTo>
                  <a:pt x="1615694" y="0"/>
                </a:lnTo>
                <a:lnTo>
                  <a:pt x="1626685" y="0"/>
                </a:lnTo>
                <a:lnTo>
                  <a:pt x="1637676" y="0"/>
                </a:lnTo>
                <a:lnTo>
                  <a:pt x="1648667" y="2926080"/>
                </a:lnTo>
                <a:lnTo>
                  <a:pt x="1659658" y="2926080"/>
                </a:lnTo>
                <a:lnTo>
                  <a:pt x="1670650" y="2926080"/>
                </a:lnTo>
                <a:lnTo>
                  <a:pt x="1681641" y="2926080"/>
                </a:lnTo>
                <a:lnTo>
                  <a:pt x="1692632" y="2926080"/>
                </a:lnTo>
                <a:lnTo>
                  <a:pt x="1703623" y="2926080"/>
                </a:lnTo>
                <a:lnTo>
                  <a:pt x="1714614" y="2926080"/>
                </a:lnTo>
                <a:lnTo>
                  <a:pt x="1725605" y="2926080"/>
                </a:lnTo>
                <a:lnTo>
                  <a:pt x="1736596" y="2926080"/>
                </a:lnTo>
                <a:lnTo>
                  <a:pt x="1747587" y="2926080"/>
                </a:lnTo>
                <a:lnTo>
                  <a:pt x="1758578" y="2926080"/>
                </a:lnTo>
                <a:lnTo>
                  <a:pt x="1769570" y="2926080"/>
                </a:lnTo>
                <a:lnTo>
                  <a:pt x="1780561" y="2926080"/>
                </a:lnTo>
                <a:lnTo>
                  <a:pt x="1791552" y="2926080"/>
                </a:lnTo>
                <a:lnTo>
                  <a:pt x="1802543" y="2926080"/>
                </a:lnTo>
                <a:lnTo>
                  <a:pt x="1813534" y="2926080"/>
                </a:lnTo>
                <a:lnTo>
                  <a:pt x="1824525" y="2926080"/>
                </a:lnTo>
                <a:lnTo>
                  <a:pt x="1835516" y="2926080"/>
                </a:lnTo>
                <a:lnTo>
                  <a:pt x="1846507" y="2926080"/>
                </a:lnTo>
                <a:lnTo>
                  <a:pt x="1857499" y="2926080"/>
                </a:lnTo>
                <a:lnTo>
                  <a:pt x="1868490" y="2926080"/>
                </a:lnTo>
                <a:lnTo>
                  <a:pt x="1879481" y="2926080"/>
                </a:lnTo>
                <a:lnTo>
                  <a:pt x="1890472" y="2926080"/>
                </a:lnTo>
                <a:lnTo>
                  <a:pt x="1901463" y="2926080"/>
                </a:lnTo>
                <a:lnTo>
                  <a:pt x="1912454" y="2926080"/>
                </a:lnTo>
                <a:lnTo>
                  <a:pt x="1923445" y="2926080"/>
                </a:lnTo>
                <a:lnTo>
                  <a:pt x="1934436" y="2926080"/>
                </a:lnTo>
                <a:lnTo>
                  <a:pt x="1945427" y="2926080"/>
                </a:lnTo>
                <a:lnTo>
                  <a:pt x="1956419" y="2926080"/>
                </a:lnTo>
                <a:lnTo>
                  <a:pt x="1967410" y="2926080"/>
                </a:lnTo>
                <a:lnTo>
                  <a:pt x="1978401" y="2926080"/>
                </a:lnTo>
                <a:lnTo>
                  <a:pt x="1989392" y="2926080"/>
                </a:lnTo>
                <a:lnTo>
                  <a:pt x="2000383" y="2926080"/>
                </a:lnTo>
                <a:lnTo>
                  <a:pt x="2011374" y="2926080"/>
                </a:lnTo>
                <a:lnTo>
                  <a:pt x="2022365" y="2926080"/>
                </a:lnTo>
                <a:lnTo>
                  <a:pt x="2033356" y="2926080"/>
                </a:lnTo>
                <a:lnTo>
                  <a:pt x="2044348" y="2926080"/>
                </a:lnTo>
                <a:lnTo>
                  <a:pt x="2055339" y="2926080"/>
                </a:lnTo>
                <a:lnTo>
                  <a:pt x="2066330" y="2926080"/>
                </a:lnTo>
                <a:lnTo>
                  <a:pt x="2077321" y="2926080"/>
                </a:lnTo>
                <a:lnTo>
                  <a:pt x="2088312" y="2926080"/>
                </a:lnTo>
                <a:lnTo>
                  <a:pt x="2099303" y="2926080"/>
                </a:lnTo>
                <a:lnTo>
                  <a:pt x="2110294" y="2926080"/>
                </a:lnTo>
                <a:lnTo>
                  <a:pt x="2121285" y="2926080"/>
                </a:lnTo>
                <a:lnTo>
                  <a:pt x="2132276" y="2926080"/>
                </a:lnTo>
                <a:lnTo>
                  <a:pt x="2143268" y="2926080"/>
                </a:lnTo>
                <a:lnTo>
                  <a:pt x="2154259" y="2926080"/>
                </a:lnTo>
                <a:lnTo>
                  <a:pt x="2165250" y="2926080"/>
                </a:lnTo>
                <a:lnTo>
                  <a:pt x="2176241" y="2926080"/>
                </a:lnTo>
                <a:lnTo>
                  <a:pt x="2187232" y="2926080"/>
                </a:lnTo>
                <a:lnTo>
                  <a:pt x="2198223" y="2926080"/>
                </a:lnTo>
                <a:lnTo>
                  <a:pt x="2209214" y="2926080"/>
                </a:lnTo>
                <a:lnTo>
                  <a:pt x="2220205" y="2926080"/>
                </a:lnTo>
                <a:lnTo>
                  <a:pt x="2231197" y="2926080"/>
                </a:lnTo>
                <a:lnTo>
                  <a:pt x="2242188" y="2926080"/>
                </a:lnTo>
                <a:lnTo>
                  <a:pt x="2253179" y="2926080"/>
                </a:lnTo>
                <a:lnTo>
                  <a:pt x="2264170" y="2926080"/>
                </a:lnTo>
                <a:lnTo>
                  <a:pt x="2275161" y="2926080"/>
                </a:lnTo>
                <a:lnTo>
                  <a:pt x="2286152" y="2926080"/>
                </a:lnTo>
                <a:lnTo>
                  <a:pt x="2297143" y="2926080"/>
                </a:lnTo>
                <a:lnTo>
                  <a:pt x="2308134" y="2926080"/>
                </a:lnTo>
                <a:lnTo>
                  <a:pt x="2319126" y="2926080"/>
                </a:lnTo>
                <a:lnTo>
                  <a:pt x="2330117" y="2926080"/>
                </a:lnTo>
                <a:lnTo>
                  <a:pt x="2341108" y="2926080"/>
                </a:lnTo>
                <a:lnTo>
                  <a:pt x="2352099" y="2926080"/>
                </a:lnTo>
                <a:lnTo>
                  <a:pt x="2363090" y="2926080"/>
                </a:lnTo>
                <a:lnTo>
                  <a:pt x="2374081" y="2926080"/>
                </a:lnTo>
                <a:lnTo>
                  <a:pt x="2385072" y="2926080"/>
                </a:lnTo>
                <a:lnTo>
                  <a:pt x="2396063" y="2926080"/>
                </a:lnTo>
                <a:lnTo>
                  <a:pt x="2407054" y="2926080"/>
                </a:lnTo>
                <a:lnTo>
                  <a:pt x="2418046" y="2926080"/>
                </a:lnTo>
                <a:lnTo>
                  <a:pt x="2429037" y="2926080"/>
                </a:lnTo>
                <a:lnTo>
                  <a:pt x="2440028" y="2926080"/>
                </a:lnTo>
                <a:lnTo>
                  <a:pt x="2451019" y="2926080"/>
                </a:lnTo>
                <a:lnTo>
                  <a:pt x="2462010" y="2926080"/>
                </a:lnTo>
                <a:lnTo>
                  <a:pt x="2473001" y="2926080"/>
                </a:lnTo>
                <a:lnTo>
                  <a:pt x="2483992" y="2926080"/>
                </a:lnTo>
                <a:lnTo>
                  <a:pt x="2494983" y="2926080"/>
                </a:lnTo>
                <a:lnTo>
                  <a:pt x="2505975" y="2926080"/>
                </a:lnTo>
                <a:lnTo>
                  <a:pt x="2516966" y="2926080"/>
                </a:lnTo>
                <a:lnTo>
                  <a:pt x="2527957" y="2926080"/>
                </a:lnTo>
                <a:lnTo>
                  <a:pt x="2538948" y="2926080"/>
                </a:lnTo>
                <a:lnTo>
                  <a:pt x="2549939" y="2926080"/>
                </a:lnTo>
                <a:lnTo>
                  <a:pt x="2560930" y="2926080"/>
                </a:lnTo>
                <a:lnTo>
                  <a:pt x="2571921" y="2926080"/>
                </a:lnTo>
                <a:lnTo>
                  <a:pt x="2582912" y="2926080"/>
                </a:lnTo>
                <a:lnTo>
                  <a:pt x="2593903" y="2926080"/>
                </a:lnTo>
                <a:lnTo>
                  <a:pt x="2604895" y="2926080"/>
                </a:lnTo>
                <a:lnTo>
                  <a:pt x="2615886" y="2926080"/>
                </a:lnTo>
                <a:lnTo>
                  <a:pt x="2626877" y="2926080"/>
                </a:lnTo>
                <a:lnTo>
                  <a:pt x="2637868" y="2926080"/>
                </a:lnTo>
                <a:lnTo>
                  <a:pt x="2648859" y="2926080"/>
                </a:lnTo>
                <a:lnTo>
                  <a:pt x="2659850" y="2926080"/>
                </a:lnTo>
                <a:lnTo>
                  <a:pt x="2670841" y="2926080"/>
                </a:lnTo>
                <a:lnTo>
                  <a:pt x="2681832" y="2926080"/>
                </a:lnTo>
                <a:lnTo>
                  <a:pt x="2692824" y="2926080"/>
                </a:lnTo>
                <a:lnTo>
                  <a:pt x="2703815" y="2926080"/>
                </a:lnTo>
                <a:lnTo>
                  <a:pt x="2714806" y="2926080"/>
                </a:lnTo>
                <a:lnTo>
                  <a:pt x="2725797" y="2926080"/>
                </a:lnTo>
                <a:lnTo>
                  <a:pt x="2736788" y="2926080"/>
                </a:lnTo>
                <a:lnTo>
                  <a:pt x="2747779" y="2926080"/>
                </a:lnTo>
                <a:lnTo>
                  <a:pt x="2758770" y="2926080"/>
                </a:lnTo>
                <a:lnTo>
                  <a:pt x="2769761" y="2926080"/>
                </a:lnTo>
                <a:lnTo>
                  <a:pt x="2780752" y="2926080"/>
                </a:lnTo>
                <a:lnTo>
                  <a:pt x="2791744" y="2926080"/>
                </a:lnTo>
                <a:lnTo>
                  <a:pt x="2802735" y="2926080"/>
                </a:lnTo>
                <a:lnTo>
                  <a:pt x="2813726" y="2926080"/>
                </a:lnTo>
                <a:lnTo>
                  <a:pt x="2824717" y="2926080"/>
                </a:lnTo>
                <a:lnTo>
                  <a:pt x="2835708" y="2926080"/>
                </a:lnTo>
                <a:lnTo>
                  <a:pt x="2846699" y="2926080"/>
                </a:lnTo>
                <a:lnTo>
                  <a:pt x="2857690" y="2926080"/>
                </a:lnTo>
                <a:lnTo>
                  <a:pt x="2868681" y="2926080"/>
                </a:lnTo>
                <a:lnTo>
                  <a:pt x="2879673" y="2926080"/>
                </a:lnTo>
                <a:lnTo>
                  <a:pt x="2890664" y="2926080"/>
                </a:lnTo>
                <a:lnTo>
                  <a:pt x="2901655" y="2926080"/>
                </a:lnTo>
                <a:lnTo>
                  <a:pt x="2912646" y="2926080"/>
                </a:lnTo>
                <a:lnTo>
                  <a:pt x="2923637" y="2926080"/>
                </a:lnTo>
                <a:lnTo>
                  <a:pt x="2934628" y="2926080"/>
                </a:lnTo>
                <a:lnTo>
                  <a:pt x="2945619" y="2926080"/>
                </a:lnTo>
                <a:lnTo>
                  <a:pt x="2956610" y="2926080"/>
                </a:lnTo>
                <a:lnTo>
                  <a:pt x="2967602" y="2926080"/>
                </a:lnTo>
                <a:lnTo>
                  <a:pt x="2978593" y="2926080"/>
                </a:lnTo>
                <a:lnTo>
                  <a:pt x="2989584" y="2926080"/>
                </a:lnTo>
                <a:lnTo>
                  <a:pt x="3000575" y="2926080"/>
                </a:lnTo>
                <a:lnTo>
                  <a:pt x="3011566" y="2926080"/>
                </a:lnTo>
                <a:lnTo>
                  <a:pt x="3022557" y="2926080"/>
                </a:lnTo>
                <a:lnTo>
                  <a:pt x="3033548" y="2926080"/>
                </a:lnTo>
                <a:lnTo>
                  <a:pt x="3044539" y="2926080"/>
                </a:lnTo>
                <a:lnTo>
                  <a:pt x="3055530" y="2926080"/>
                </a:lnTo>
                <a:lnTo>
                  <a:pt x="3066522" y="2926080"/>
                </a:lnTo>
                <a:lnTo>
                  <a:pt x="3077513" y="2926080"/>
                </a:lnTo>
                <a:lnTo>
                  <a:pt x="3088504" y="2926080"/>
                </a:lnTo>
                <a:lnTo>
                  <a:pt x="3099495" y="2926080"/>
                </a:lnTo>
                <a:lnTo>
                  <a:pt x="3110486" y="2926080"/>
                </a:lnTo>
                <a:lnTo>
                  <a:pt x="3121477" y="2926080"/>
                </a:lnTo>
                <a:lnTo>
                  <a:pt x="3132468" y="2926080"/>
                </a:lnTo>
                <a:lnTo>
                  <a:pt x="3143459" y="2926080"/>
                </a:lnTo>
                <a:lnTo>
                  <a:pt x="3154451" y="2926080"/>
                </a:lnTo>
                <a:lnTo>
                  <a:pt x="3165442" y="2926080"/>
                </a:lnTo>
                <a:lnTo>
                  <a:pt x="3176433" y="2926080"/>
                </a:lnTo>
                <a:lnTo>
                  <a:pt x="3187424" y="2926080"/>
                </a:lnTo>
                <a:lnTo>
                  <a:pt x="3198415" y="2926080"/>
                </a:lnTo>
                <a:lnTo>
                  <a:pt x="3209406" y="2926080"/>
                </a:lnTo>
                <a:lnTo>
                  <a:pt x="3220397" y="2926080"/>
                </a:lnTo>
                <a:lnTo>
                  <a:pt x="3231388" y="2926080"/>
                </a:lnTo>
                <a:lnTo>
                  <a:pt x="3242379" y="2926080"/>
                </a:lnTo>
                <a:lnTo>
                  <a:pt x="3253371" y="2926080"/>
                </a:lnTo>
                <a:lnTo>
                  <a:pt x="3264362" y="2926080"/>
                </a:lnTo>
                <a:lnTo>
                  <a:pt x="3275353" y="2926080"/>
                </a:lnTo>
                <a:lnTo>
                  <a:pt x="3286344" y="2926080"/>
                </a:lnTo>
                <a:lnTo>
                  <a:pt x="3297335" y="2926080"/>
                </a:lnTo>
                <a:lnTo>
                  <a:pt x="3308326" y="2926080"/>
                </a:lnTo>
                <a:lnTo>
                  <a:pt x="3319317" y="2926080"/>
                </a:lnTo>
                <a:lnTo>
                  <a:pt x="3330308" y="2926080"/>
                </a:lnTo>
                <a:lnTo>
                  <a:pt x="3341300" y="2926080"/>
                </a:lnTo>
                <a:lnTo>
                  <a:pt x="3352291" y="2926080"/>
                </a:lnTo>
                <a:lnTo>
                  <a:pt x="3363282" y="2926080"/>
                </a:lnTo>
                <a:lnTo>
                  <a:pt x="3374273" y="2926080"/>
                </a:lnTo>
                <a:lnTo>
                  <a:pt x="3385264" y="2926080"/>
                </a:lnTo>
                <a:lnTo>
                  <a:pt x="3396255" y="2926080"/>
                </a:lnTo>
                <a:lnTo>
                  <a:pt x="3407246" y="2926080"/>
                </a:lnTo>
                <a:lnTo>
                  <a:pt x="3418237" y="2926080"/>
                </a:lnTo>
                <a:lnTo>
                  <a:pt x="3429228" y="2926080"/>
                </a:lnTo>
                <a:lnTo>
                  <a:pt x="3440220" y="2926080"/>
                </a:lnTo>
                <a:lnTo>
                  <a:pt x="3451211" y="2926080"/>
                </a:lnTo>
                <a:lnTo>
                  <a:pt x="3462202" y="2926080"/>
                </a:lnTo>
                <a:lnTo>
                  <a:pt x="3473193" y="2926080"/>
                </a:lnTo>
                <a:lnTo>
                  <a:pt x="3484184" y="2926080"/>
                </a:lnTo>
                <a:lnTo>
                  <a:pt x="3495175" y="2926080"/>
                </a:lnTo>
                <a:lnTo>
                  <a:pt x="3506166" y="2926080"/>
                </a:lnTo>
                <a:lnTo>
                  <a:pt x="3517157" y="2926080"/>
                </a:lnTo>
                <a:lnTo>
                  <a:pt x="3528149" y="2926080"/>
                </a:lnTo>
                <a:lnTo>
                  <a:pt x="3539140" y="2926080"/>
                </a:lnTo>
                <a:lnTo>
                  <a:pt x="3550131" y="2926080"/>
                </a:lnTo>
                <a:lnTo>
                  <a:pt x="3561122" y="2926080"/>
                </a:lnTo>
                <a:lnTo>
                  <a:pt x="3572113" y="2926080"/>
                </a:lnTo>
                <a:lnTo>
                  <a:pt x="3583104" y="2926080"/>
                </a:lnTo>
                <a:lnTo>
                  <a:pt x="3594095" y="2926080"/>
                </a:lnTo>
                <a:lnTo>
                  <a:pt x="3605086" y="2926080"/>
                </a:lnTo>
                <a:lnTo>
                  <a:pt x="3616077" y="2926080"/>
                </a:lnTo>
                <a:lnTo>
                  <a:pt x="3627069" y="2926080"/>
                </a:lnTo>
                <a:lnTo>
                  <a:pt x="3638060" y="2926080"/>
                </a:lnTo>
                <a:lnTo>
                  <a:pt x="3649051" y="2926080"/>
                </a:lnTo>
                <a:lnTo>
                  <a:pt x="3660042" y="2926080"/>
                </a:lnTo>
                <a:lnTo>
                  <a:pt x="3671033" y="2926080"/>
                </a:lnTo>
                <a:lnTo>
                  <a:pt x="3682024" y="2926080"/>
                </a:lnTo>
                <a:lnTo>
                  <a:pt x="3693015" y="2926080"/>
                </a:lnTo>
                <a:lnTo>
                  <a:pt x="3704006" y="2926080"/>
                </a:lnTo>
                <a:lnTo>
                  <a:pt x="3714998" y="2926080"/>
                </a:lnTo>
                <a:lnTo>
                  <a:pt x="3725989" y="2926080"/>
                </a:lnTo>
                <a:lnTo>
                  <a:pt x="3736980" y="2926080"/>
                </a:lnTo>
                <a:lnTo>
                  <a:pt x="3747971" y="2926080"/>
                </a:lnTo>
                <a:lnTo>
                  <a:pt x="3758962" y="2926080"/>
                </a:lnTo>
                <a:lnTo>
                  <a:pt x="3769953" y="2926080"/>
                </a:lnTo>
                <a:lnTo>
                  <a:pt x="3780944" y="2926080"/>
                </a:lnTo>
                <a:lnTo>
                  <a:pt x="3791935" y="2926080"/>
                </a:lnTo>
                <a:lnTo>
                  <a:pt x="3802927" y="2926080"/>
                </a:lnTo>
                <a:lnTo>
                  <a:pt x="3813918" y="2926080"/>
                </a:lnTo>
                <a:lnTo>
                  <a:pt x="3824909" y="2926080"/>
                </a:lnTo>
                <a:lnTo>
                  <a:pt x="3835900" y="2926080"/>
                </a:lnTo>
                <a:lnTo>
                  <a:pt x="3846891" y="2926080"/>
                </a:lnTo>
                <a:lnTo>
                  <a:pt x="3857882" y="2926080"/>
                </a:lnTo>
                <a:lnTo>
                  <a:pt x="3868873" y="2926080"/>
                </a:lnTo>
                <a:lnTo>
                  <a:pt x="3879864" y="2926080"/>
                </a:lnTo>
                <a:lnTo>
                  <a:pt x="3890855" y="2926080"/>
                </a:lnTo>
                <a:lnTo>
                  <a:pt x="3901847" y="2926080"/>
                </a:lnTo>
                <a:lnTo>
                  <a:pt x="3912838" y="2926080"/>
                </a:lnTo>
                <a:lnTo>
                  <a:pt x="3923829" y="2926080"/>
                </a:lnTo>
                <a:lnTo>
                  <a:pt x="3934820" y="2926080"/>
                </a:lnTo>
                <a:lnTo>
                  <a:pt x="3945811" y="2926080"/>
                </a:lnTo>
                <a:lnTo>
                  <a:pt x="3956802" y="2926080"/>
                </a:lnTo>
                <a:lnTo>
                  <a:pt x="3967793" y="2926080"/>
                </a:lnTo>
                <a:lnTo>
                  <a:pt x="3978784" y="2926080"/>
                </a:lnTo>
                <a:lnTo>
                  <a:pt x="3989776" y="2926080"/>
                </a:lnTo>
                <a:lnTo>
                  <a:pt x="4000767" y="2926080"/>
                </a:lnTo>
                <a:lnTo>
                  <a:pt x="4011758" y="2926080"/>
                </a:lnTo>
                <a:lnTo>
                  <a:pt x="4022749" y="2926080"/>
                </a:lnTo>
                <a:lnTo>
                  <a:pt x="4033740" y="2926080"/>
                </a:lnTo>
                <a:lnTo>
                  <a:pt x="4044731" y="2926080"/>
                </a:lnTo>
                <a:lnTo>
                  <a:pt x="4055722" y="2926080"/>
                </a:lnTo>
                <a:lnTo>
                  <a:pt x="4066713" y="2926080"/>
                </a:lnTo>
                <a:lnTo>
                  <a:pt x="4077704" y="2926080"/>
                </a:lnTo>
                <a:lnTo>
                  <a:pt x="4088696" y="2926080"/>
                </a:lnTo>
                <a:lnTo>
                  <a:pt x="4099687" y="2926080"/>
                </a:lnTo>
                <a:lnTo>
                  <a:pt x="4110678" y="2926080"/>
                </a:lnTo>
                <a:lnTo>
                  <a:pt x="4121669" y="2926080"/>
                </a:lnTo>
                <a:lnTo>
                  <a:pt x="4132660" y="2926080"/>
                </a:lnTo>
                <a:lnTo>
                  <a:pt x="4143651" y="2926080"/>
                </a:lnTo>
                <a:lnTo>
                  <a:pt x="4154642" y="2926080"/>
                </a:lnTo>
                <a:lnTo>
                  <a:pt x="4165633" y="2926080"/>
                </a:lnTo>
                <a:lnTo>
                  <a:pt x="4176625" y="2926080"/>
                </a:lnTo>
                <a:lnTo>
                  <a:pt x="4187616" y="2926080"/>
                </a:lnTo>
                <a:lnTo>
                  <a:pt x="4198607" y="2926080"/>
                </a:lnTo>
                <a:lnTo>
                  <a:pt x="4209598" y="2926080"/>
                </a:lnTo>
                <a:lnTo>
                  <a:pt x="4220589" y="2926080"/>
                </a:lnTo>
                <a:lnTo>
                  <a:pt x="4231580" y="2926080"/>
                </a:lnTo>
                <a:lnTo>
                  <a:pt x="4242571" y="2926080"/>
                </a:lnTo>
                <a:lnTo>
                  <a:pt x="4253562" y="2926080"/>
                </a:lnTo>
                <a:lnTo>
                  <a:pt x="4264553" y="2926080"/>
                </a:lnTo>
                <a:lnTo>
                  <a:pt x="4275545" y="2926080"/>
                </a:lnTo>
                <a:lnTo>
                  <a:pt x="4286536" y="2926080"/>
                </a:lnTo>
                <a:lnTo>
                  <a:pt x="4297527" y="2926080"/>
                </a:lnTo>
                <a:lnTo>
                  <a:pt x="4308518" y="2926080"/>
                </a:lnTo>
                <a:lnTo>
                  <a:pt x="4319509" y="2926080"/>
                </a:lnTo>
                <a:lnTo>
                  <a:pt x="4330500" y="2926080"/>
                </a:lnTo>
                <a:lnTo>
                  <a:pt x="4341491" y="2926080"/>
                </a:lnTo>
                <a:lnTo>
                  <a:pt x="4352482" y="2926080"/>
                </a:lnTo>
                <a:lnTo>
                  <a:pt x="4363474" y="2926080"/>
                </a:lnTo>
                <a:lnTo>
                  <a:pt x="4374465" y="2926080"/>
                </a:lnTo>
                <a:lnTo>
                  <a:pt x="4385456" y="2926080"/>
                </a:lnTo>
                <a:lnTo>
                  <a:pt x="4396447" y="2926080"/>
                </a:lnTo>
                <a:lnTo>
                  <a:pt x="4407438" y="2926080"/>
                </a:lnTo>
                <a:lnTo>
                  <a:pt x="4418429" y="2926080"/>
                </a:lnTo>
                <a:lnTo>
                  <a:pt x="4429420" y="2926080"/>
                </a:lnTo>
                <a:lnTo>
                  <a:pt x="4440411" y="2926080"/>
                </a:lnTo>
                <a:lnTo>
                  <a:pt x="4451403" y="2926080"/>
                </a:lnTo>
                <a:lnTo>
                  <a:pt x="4462394" y="2926080"/>
                </a:lnTo>
                <a:lnTo>
                  <a:pt x="4473385" y="2926080"/>
                </a:lnTo>
                <a:lnTo>
                  <a:pt x="4484376" y="2926080"/>
                </a:lnTo>
                <a:lnTo>
                  <a:pt x="4495367" y="2926080"/>
                </a:lnTo>
                <a:lnTo>
                  <a:pt x="4506358" y="2926080"/>
                </a:lnTo>
                <a:lnTo>
                  <a:pt x="4517349" y="2926080"/>
                </a:lnTo>
                <a:lnTo>
                  <a:pt x="4528340" y="2926080"/>
                </a:lnTo>
                <a:lnTo>
                  <a:pt x="4539331" y="2926080"/>
                </a:lnTo>
                <a:lnTo>
                  <a:pt x="4550323" y="2926080"/>
                </a:lnTo>
                <a:lnTo>
                  <a:pt x="4561314" y="2926080"/>
                </a:lnTo>
                <a:lnTo>
                  <a:pt x="4572305" y="2926080"/>
                </a:lnTo>
                <a:lnTo>
                  <a:pt x="4583296" y="2926080"/>
                </a:lnTo>
                <a:lnTo>
                  <a:pt x="4594287" y="2926080"/>
                </a:lnTo>
                <a:lnTo>
                  <a:pt x="4605278" y="2926080"/>
                </a:lnTo>
                <a:lnTo>
                  <a:pt x="4616269" y="2926080"/>
                </a:lnTo>
                <a:lnTo>
                  <a:pt x="4627260" y="2926080"/>
                </a:lnTo>
                <a:lnTo>
                  <a:pt x="4638252" y="2926080"/>
                </a:lnTo>
                <a:lnTo>
                  <a:pt x="4649243" y="2926080"/>
                </a:lnTo>
                <a:lnTo>
                  <a:pt x="4660234" y="2926080"/>
                </a:lnTo>
                <a:lnTo>
                  <a:pt x="4671225" y="2926080"/>
                </a:lnTo>
                <a:lnTo>
                  <a:pt x="4682216" y="2926080"/>
                </a:lnTo>
                <a:lnTo>
                  <a:pt x="4693207" y="2926080"/>
                </a:lnTo>
                <a:lnTo>
                  <a:pt x="4704198" y="2926080"/>
                </a:lnTo>
                <a:lnTo>
                  <a:pt x="4715189" y="2926080"/>
                </a:lnTo>
                <a:lnTo>
                  <a:pt x="4726180" y="2926080"/>
                </a:lnTo>
                <a:lnTo>
                  <a:pt x="4737172" y="2926080"/>
                </a:lnTo>
                <a:lnTo>
                  <a:pt x="4748163" y="2926080"/>
                </a:lnTo>
                <a:lnTo>
                  <a:pt x="4759154" y="2926080"/>
                </a:lnTo>
                <a:lnTo>
                  <a:pt x="4770145" y="2926080"/>
                </a:lnTo>
                <a:lnTo>
                  <a:pt x="4781136" y="2926080"/>
                </a:lnTo>
                <a:lnTo>
                  <a:pt x="4792127" y="2926080"/>
                </a:lnTo>
                <a:lnTo>
                  <a:pt x="4803118" y="2926080"/>
                </a:lnTo>
                <a:lnTo>
                  <a:pt x="4814109" y="2926080"/>
                </a:lnTo>
                <a:lnTo>
                  <a:pt x="4825101" y="2926080"/>
                </a:lnTo>
                <a:lnTo>
                  <a:pt x="4836092" y="2926080"/>
                </a:lnTo>
                <a:lnTo>
                  <a:pt x="4847083" y="2926080"/>
                </a:lnTo>
                <a:lnTo>
                  <a:pt x="4858074" y="2926080"/>
                </a:lnTo>
                <a:lnTo>
                  <a:pt x="4869065" y="2926080"/>
                </a:lnTo>
                <a:lnTo>
                  <a:pt x="4880056" y="2926080"/>
                </a:lnTo>
                <a:lnTo>
                  <a:pt x="4891047" y="2926080"/>
                </a:lnTo>
                <a:lnTo>
                  <a:pt x="4902038" y="2926080"/>
                </a:lnTo>
                <a:lnTo>
                  <a:pt x="4913029" y="2926080"/>
                </a:lnTo>
                <a:lnTo>
                  <a:pt x="4924021" y="2926080"/>
                </a:lnTo>
                <a:lnTo>
                  <a:pt x="4935012" y="2926080"/>
                </a:lnTo>
                <a:lnTo>
                  <a:pt x="4946003" y="2926080"/>
                </a:lnTo>
                <a:lnTo>
                  <a:pt x="4956994" y="2926080"/>
                </a:lnTo>
                <a:lnTo>
                  <a:pt x="4967985" y="2926080"/>
                </a:lnTo>
                <a:lnTo>
                  <a:pt x="4978976" y="2926080"/>
                </a:lnTo>
                <a:lnTo>
                  <a:pt x="4989967" y="2926080"/>
                </a:lnTo>
                <a:lnTo>
                  <a:pt x="5000958" y="2926080"/>
                </a:lnTo>
                <a:lnTo>
                  <a:pt x="5011950" y="2926080"/>
                </a:lnTo>
                <a:lnTo>
                  <a:pt x="5022941" y="2926080"/>
                </a:lnTo>
                <a:lnTo>
                  <a:pt x="5033932" y="2926080"/>
                </a:lnTo>
                <a:lnTo>
                  <a:pt x="5044923" y="2926080"/>
                </a:lnTo>
                <a:lnTo>
                  <a:pt x="5055914" y="2926080"/>
                </a:lnTo>
                <a:lnTo>
                  <a:pt x="5066905" y="2926080"/>
                </a:lnTo>
                <a:lnTo>
                  <a:pt x="5077896" y="2926080"/>
                </a:lnTo>
                <a:lnTo>
                  <a:pt x="5088887" y="2926080"/>
                </a:lnTo>
                <a:lnTo>
                  <a:pt x="5099878" y="2926080"/>
                </a:lnTo>
                <a:lnTo>
                  <a:pt x="5110870" y="2926080"/>
                </a:lnTo>
                <a:lnTo>
                  <a:pt x="5121861" y="2926080"/>
                </a:lnTo>
                <a:lnTo>
                  <a:pt x="5132852" y="2926080"/>
                </a:lnTo>
                <a:lnTo>
                  <a:pt x="5143843" y="2926080"/>
                </a:lnTo>
                <a:lnTo>
                  <a:pt x="5154834" y="2926080"/>
                </a:lnTo>
                <a:lnTo>
                  <a:pt x="5165825" y="2926080"/>
                </a:lnTo>
                <a:lnTo>
                  <a:pt x="5176816" y="2926080"/>
                </a:lnTo>
                <a:lnTo>
                  <a:pt x="5187807" y="2926080"/>
                </a:lnTo>
                <a:lnTo>
                  <a:pt x="5198799" y="2926080"/>
                </a:lnTo>
                <a:lnTo>
                  <a:pt x="5209790" y="2926080"/>
                </a:lnTo>
                <a:lnTo>
                  <a:pt x="5220781" y="2926080"/>
                </a:lnTo>
                <a:lnTo>
                  <a:pt x="5231772" y="2926080"/>
                </a:lnTo>
                <a:lnTo>
                  <a:pt x="5242763" y="2926080"/>
                </a:lnTo>
                <a:lnTo>
                  <a:pt x="5253754" y="2926080"/>
                </a:lnTo>
                <a:lnTo>
                  <a:pt x="5264745" y="2926080"/>
                </a:lnTo>
                <a:lnTo>
                  <a:pt x="5275736" y="2926080"/>
                </a:lnTo>
                <a:lnTo>
                  <a:pt x="5286728" y="2926080"/>
                </a:lnTo>
                <a:lnTo>
                  <a:pt x="5297719" y="2926080"/>
                </a:lnTo>
                <a:lnTo>
                  <a:pt x="5308710" y="2926080"/>
                </a:lnTo>
                <a:lnTo>
                  <a:pt x="5319701" y="2926080"/>
                </a:lnTo>
                <a:lnTo>
                  <a:pt x="5330692" y="2926080"/>
                </a:lnTo>
                <a:lnTo>
                  <a:pt x="5341683" y="2926080"/>
                </a:lnTo>
                <a:lnTo>
                  <a:pt x="5352674" y="2926080"/>
                </a:lnTo>
                <a:lnTo>
                  <a:pt x="5363665" y="2926080"/>
                </a:lnTo>
                <a:lnTo>
                  <a:pt x="5374656" y="2926080"/>
                </a:lnTo>
                <a:lnTo>
                  <a:pt x="5385648" y="2926080"/>
                </a:lnTo>
                <a:lnTo>
                  <a:pt x="5396639" y="2926080"/>
                </a:lnTo>
                <a:lnTo>
                  <a:pt x="5407630" y="2926080"/>
                </a:lnTo>
                <a:lnTo>
                  <a:pt x="5418621" y="2926080"/>
                </a:lnTo>
                <a:lnTo>
                  <a:pt x="5429612" y="2926080"/>
                </a:lnTo>
                <a:lnTo>
                  <a:pt x="5440603" y="2926080"/>
                </a:lnTo>
                <a:lnTo>
                  <a:pt x="5451594" y="2926080"/>
                </a:lnTo>
                <a:lnTo>
                  <a:pt x="5462585" y="2926080"/>
                </a:lnTo>
                <a:lnTo>
                  <a:pt x="5473577" y="2926080"/>
                </a:lnTo>
                <a:lnTo>
                  <a:pt x="5484568" y="2926080"/>
                </a:lnTo>
                <a:lnTo>
                  <a:pt x="5495559" y="2926080"/>
                </a:lnTo>
                <a:lnTo>
                  <a:pt x="5506550" y="2926080"/>
                </a:lnTo>
                <a:lnTo>
                  <a:pt x="5517541" y="2926080"/>
                </a:lnTo>
                <a:lnTo>
                  <a:pt x="5528532" y="2926080"/>
                </a:lnTo>
                <a:lnTo>
                  <a:pt x="5539523" y="2926080"/>
                </a:lnTo>
                <a:lnTo>
                  <a:pt x="5550514" y="2926080"/>
                </a:lnTo>
                <a:lnTo>
                  <a:pt x="5561505" y="2926080"/>
                </a:lnTo>
                <a:lnTo>
                  <a:pt x="5572497" y="2926080"/>
                </a:lnTo>
                <a:lnTo>
                  <a:pt x="5583488" y="2926080"/>
                </a:lnTo>
                <a:lnTo>
                  <a:pt x="5594479" y="2926080"/>
                </a:lnTo>
                <a:lnTo>
                  <a:pt x="5605470" y="2926080"/>
                </a:lnTo>
                <a:lnTo>
                  <a:pt x="5616461" y="2926080"/>
                </a:lnTo>
                <a:lnTo>
                  <a:pt x="5627452" y="2926080"/>
                </a:lnTo>
                <a:lnTo>
                  <a:pt x="5638443" y="2926080"/>
                </a:lnTo>
                <a:lnTo>
                  <a:pt x="5649434" y="2926080"/>
                </a:lnTo>
                <a:lnTo>
                  <a:pt x="5660426" y="2926080"/>
                </a:lnTo>
                <a:lnTo>
                  <a:pt x="5671417" y="2926080"/>
                </a:lnTo>
                <a:lnTo>
                  <a:pt x="5682408" y="2926080"/>
                </a:lnTo>
                <a:lnTo>
                  <a:pt x="5693399" y="2926080"/>
                </a:lnTo>
                <a:lnTo>
                  <a:pt x="5704390" y="2926080"/>
                </a:lnTo>
                <a:lnTo>
                  <a:pt x="5715381" y="2926080"/>
                </a:lnTo>
                <a:lnTo>
                  <a:pt x="5726372" y="2926080"/>
                </a:lnTo>
                <a:lnTo>
                  <a:pt x="5737363" y="2926080"/>
                </a:lnTo>
                <a:lnTo>
                  <a:pt x="5748354" y="2926080"/>
                </a:lnTo>
                <a:lnTo>
                  <a:pt x="5759346" y="2926080"/>
                </a:lnTo>
                <a:lnTo>
                  <a:pt x="5770337" y="2926080"/>
                </a:lnTo>
                <a:lnTo>
                  <a:pt x="5781328" y="2926080"/>
                </a:lnTo>
                <a:lnTo>
                  <a:pt x="5792319" y="2926080"/>
                </a:lnTo>
                <a:lnTo>
                  <a:pt x="5803310" y="2926080"/>
                </a:lnTo>
                <a:lnTo>
                  <a:pt x="5814301" y="2926080"/>
                </a:lnTo>
                <a:lnTo>
                  <a:pt x="5825292" y="2926080"/>
                </a:lnTo>
                <a:lnTo>
                  <a:pt x="5836283" y="2926080"/>
                </a:lnTo>
                <a:lnTo>
                  <a:pt x="5847275" y="2926080"/>
                </a:lnTo>
                <a:lnTo>
                  <a:pt x="5858266" y="2926080"/>
                </a:lnTo>
                <a:lnTo>
                  <a:pt x="5869257" y="2926080"/>
                </a:lnTo>
                <a:lnTo>
                  <a:pt x="5880248" y="2926080"/>
                </a:lnTo>
                <a:lnTo>
                  <a:pt x="5891239" y="2926080"/>
                </a:lnTo>
                <a:lnTo>
                  <a:pt x="5902230" y="2926080"/>
                </a:lnTo>
                <a:lnTo>
                  <a:pt x="5913221" y="2926080"/>
                </a:lnTo>
                <a:lnTo>
                  <a:pt x="5924212" y="2926080"/>
                </a:lnTo>
                <a:lnTo>
                  <a:pt x="5935204" y="2926080"/>
                </a:lnTo>
                <a:lnTo>
                  <a:pt x="5946195" y="2926080"/>
                </a:lnTo>
                <a:lnTo>
                  <a:pt x="5957186" y="2926080"/>
                </a:lnTo>
                <a:lnTo>
                  <a:pt x="5968177" y="2926080"/>
                </a:lnTo>
                <a:lnTo>
                  <a:pt x="5979168" y="2926080"/>
                </a:lnTo>
                <a:lnTo>
                  <a:pt x="5990159" y="2926080"/>
                </a:lnTo>
                <a:lnTo>
                  <a:pt x="6001150" y="2926080"/>
                </a:lnTo>
                <a:lnTo>
                  <a:pt x="6012141" y="2926080"/>
                </a:lnTo>
                <a:lnTo>
                  <a:pt x="6023132" y="2926080"/>
                </a:lnTo>
                <a:lnTo>
                  <a:pt x="6034124" y="2926080"/>
                </a:lnTo>
                <a:lnTo>
                  <a:pt x="6045115" y="2926080"/>
                </a:lnTo>
                <a:lnTo>
                  <a:pt x="6056106" y="2926080"/>
                </a:lnTo>
                <a:lnTo>
                  <a:pt x="6067097" y="2926080"/>
                </a:lnTo>
                <a:lnTo>
                  <a:pt x="6078088" y="2926080"/>
                </a:lnTo>
                <a:lnTo>
                  <a:pt x="6089079" y="2926080"/>
                </a:lnTo>
                <a:lnTo>
                  <a:pt x="6100070" y="2926080"/>
                </a:lnTo>
                <a:lnTo>
                  <a:pt x="6111061" y="2926080"/>
                </a:lnTo>
                <a:lnTo>
                  <a:pt x="6122053" y="2926080"/>
                </a:lnTo>
                <a:lnTo>
                  <a:pt x="6133044" y="2926080"/>
                </a:lnTo>
                <a:lnTo>
                  <a:pt x="6144035" y="2926080"/>
                </a:lnTo>
                <a:lnTo>
                  <a:pt x="6155026" y="2926080"/>
                </a:lnTo>
                <a:lnTo>
                  <a:pt x="6166017" y="2926080"/>
                </a:lnTo>
                <a:lnTo>
                  <a:pt x="6177008" y="2926080"/>
                </a:lnTo>
                <a:lnTo>
                  <a:pt x="6187999" y="2926080"/>
                </a:lnTo>
                <a:lnTo>
                  <a:pt x="6198990" y="2926080"/>
                </a:lnTo>
                <a:lnTo>
                  <a:pt x="6209981" y="2926080"/>
                </a:lnTo>
                <a:lnTo>
                  <a:pt x="6220973" y="2926080"/>
                </a:lnTo>
                <a:lnTo>
                  <a:pt x="6231964" y="2926080"/>
                </a:lnTo>
                <a:lnTo>
                  <a:pt x="6242955" y="2926080"/>
                </a:lnTo>
                <a:lnTo>
                  <a:pt x="6253946" y="2926080"/>
                </a:lnTo>
                <a:lnTo>
                  <a:pt x="6264937" y="2926080"/>
                </a:lnTo>
                <a:lnTo>
                  <a:pt x="6275928" y="2926080"/>
                </a:lnTo>
                <a:lnTo>
                  <a:pt x="6286919" y="2926080"/>
                </a:lnTo>
                <a:lnTo>
                  <a:pt x="6297910" y="2926080"/>
                </a:lnTo>
                <a:lnTo>
                  <a:pt x="6308902" y="2926080"/>
                </a:lnTo>
                <a:lnTo>
                  <a:pt x="6319893" y="2926080"/>
                </a:lnTo>
                <a:lnTo>
                  <a:pt x="6330884" y="2926080"/>
                </a:lnTo>
                <a:lnTo>
                  <a:pt x="6341875" y="2926080"/>
                </a:lnTo>
                <a:lnTo>
                  <a:pt x="6352866" y="2926080"/>
                </a:lnTo>
                <a:lnTo>
                  <a:pt x="6363857" y="2926080"/>
                </a:lnTo>
                <a:lnTo>
                  <a:pt x="6374848" y="2926080"/>
                </a:lnTo>
                <a:lnTo>
                  <a:pt x="6385839" y="2926080"/>
                </a:lnTo>
                <a:lnTo>
                  <a:pt x="6396830" y="2926080"/>
                </a:lnTo>
                <a:lnTo>
                  <a:pt x="6407822" y="2926080"/>
                </a:lnTo>
                <a:lnTo>
                  <a:pt x="6418813" y="2926080"/>
                </a:lnTo>
                <a:lnTo>
                  <a:pt x="6429804" y="2926080"/>
                </a:lnTo>
                <a:lnTo>
                  <a:pt x="6440795" y="2926080"/>
                </a:lnTo>
                <a:lnTo>
                  <a:pt x="6451786" y="2926080"/>
                </a:lnTo>
                <a:lnTo>
                  <a:pt x="6462777" y="2926080"/>
                </a:lnTo>
                <a:lnTo>
                  <a:pt x="6473768" y="2926080"/>
                </a:lnTo>
                <a:lnTo>
                  <a:pt x="6484759" y="2926080"/>
                </a:lnTo>
                <a:lnTo>
                  <a:pt x="6495751" y="2926080"/>
                </a:lnTo>
                <a:lnTo>
                  <a:pt x="6506742" y="2926080"/>
                </a:lnTo>
                <a:lnTo>
                  <a:pt x="6517733" y="2926080"/>
                </a:lnTo>
                <a:lnTo>
                  <a:pt x="6528724" y="2926080"/>
                </a:lnTo>
                <a:lnTo>
                  <a:pt x="6539715" y="2926080"/>
                </a:lnTo>
                <a:lnTo>
                  <a:pt x="6550706" y="2926080"/>
                </a:lnTo>
                <a:lnTo>
                  <a:pt x="6561697" y="2926080"/>
                </a:lnTo>
                <a:lnTo>
                  <a:pt x="6572688" y="2926080"/>
                </a:lnTo>
                <a:lnTo>
                  <a:pt x="6583679" y="2926080"/>
                </a:lnTo>
                <a:lnTo>
                  <a:pt x="6583679" y="2926080"/>
                </a:lnTo>
                <a:lnTo>
                  <a:pt x="6572688" y="2926080"/>
                </a:lnTo>
                <a:lnTo>
                  <a:pt x="6561697" y="2926080"/>
                </a:lnTo>
                <a:lnTo>
                  <a:pt x="6550706" y="2926080"/>
                </a:lnTo>
                <a:lnTo>
                  <a:pt x="6539715" y="2926080"/>
                </a:lnTo>
                <a:lnTo>
                  <a:pt x="6528724" y="2926080"/>
                </a:lnTo>
                <a:lnTo>
                  <a:pt x="6517733" y="2926080"/>
                </a:lnTo>
                <a:lnTo>
                  <a:pt x="6506742" y="2926080"/>
                </a:lnTo>
                <a:lnTo>
                  <a:pt x="6495751" y="2926080"/>
                </a:lnTo>
                <a:lnTo>
                  <a:pt x="6484759" y="2926080"/>
                </a:lnTo>
                <a:lnTo>
                  <a:pt x="6473768" y="2926080"/>
                </a:lnTo>
                <a:lnTo>
                  <a:pt x="6462777" y="2926080"/>
                </a:lnTo>
                <a:lnTo>
                  <a:pt x="6451786" y="2926080"/>
                </a:lnTo>
                <a:lnTo>
                  <a:pt x="6440795" y="2926080"/>
                </a:lnTo>
                <a:lnTo>
                  <a:pt x="6429804" y="2926080"/>
                </a:lnTo>
                <a:lnTo>
                  <a:pt x="6418813" y="2926080"/>
                </a:lnTo>
                <a:lnTo>
                  <a:pt x="6407822" y="2926080"/>
                </a:lnTo>
                <a:lnTo>
                  <a:pt x="6396830" y="2926080"/>
                </a:lnTo>
                <a:lnTo>
                  <a:pt x="6385839" y="2926080"/>
                </a:lnTo>
                <a:lnTo>
                  <a:pt x="6374848" y="2926080"/>
                </a:lnTo>
                <a:lnTo>
                  <a:pt x="6363857" y="2926080"/>
                </a:lnTo>
                <a:lnTo>
                  <a:pt x="6352866" y="2926080"/>
                </a:lnTo>
                <a:lnTo>
                  <a:pt x="6341875" y="2926080"/>
                </a:lnTo>
                <a:lnTo>
                  <a:pt x="6330884" y="2926080"/>
                </a:lnTo>
                <a:lnTo>
                  <a:pt x="6319893" y="2926080"/>
                </a:lnTo>
                <a:lnTo>
                  <a:pt x="6308902" y="2926080"/>
                </a:lnTo>
                <a:lnTo>
                  <a:pt x="6297910" y="2926080"/>
                </a:lnTo>
                <a:lnTo>
                  <a:pt x="6286919" y="2926080"/>
                </a:lnTo>
                <a:lnTo>
                  <a:pt x="6275928" y="2926080"/>
                </a:lnTo>
                <a:lnTo>
                  <a:pt x="6264937" y="2926080"/>
                </a:lnTo>
                <a:lnTo>
                  <a:pt x="6253946" y="2926080"/>
                </a:lnTo>
                <a:lnTo>
                  <a:pt x="6242955" y="2926080"/>
                </a:lnTo>
                <a:lnTo>
                  <a:pt x="6231964" y="2926080"/>
                </a:lnTo>
                <a:lnTo>
                  <a:pt x="6220973" y="2926080"/>
                </a:lnTo>
                <a:lnTo>
                  <a:pt x="6209981" y="2926080"/>
                </a:lnTo>
                <a:lnTo>
                  <a:pt x="6198990" y="2926080"/>
                </a:lnTo>
                <a:lnTo>
                  <a:pt x="6187999" y="2926080"/>
                </a:lnTo>
                <a:lnTo>
                  <a:pt x="6177008" y="2926080"/>
                </a:lnTo>
                <a:lnTo>
                  <a:pt x="6166017" y="2926080"/>
                </a:lnTo>
                <a:lnTo>
                  <a:pt x="6155026" y="2926080"/>
                </a:lnTo>
                <a:lnTo>
                  <a:pt x="6144035" y="2926080"/>
                </a:lnTo>
                <a:lnTo>
                  <a:pt x="6133044" y="2926080"/>
                </a:lnTo>
                <a:lnTo>
                  <a:pt x="6122053" y="2926080"/>
                </a:lnTo>
                <a:lnTo>
                  <a:pt x="6111061" y="2926080"/>
                </a:lnTo>
                <a:lnTo>
                  <a:pt x="6100070" y="2926080"/>
                </a:lnTo>
                <a:lnTo>
                  <a:pt x="6089079" y="2926080"/>
                </a:lnTo>
                <a:lnTo>
                  <a:pt x="6078088" y="2926080"/>
                </a:lnTo>
                <a:lnTo>
                  <a:pt x="6067097" y="2926080"/>
                </a:lnTo>
                <a:lnTo>
                  <a:pt x="6056106" y="2926080"/>
                </a:lnTo>
                <a:lnTo>
                  <a:pt x="6045115" y="2926080"/>
                </a:lnTo>
                <a:lnTo>
                  <a:pt x="6034124" y="2926080"/>
                </a:lnTo>
                <a:lnTo>
                  <a:pt x="6023132" y="2926080"/>
                </a:lnTo>
                <a:lnTo>
                  <a:pt x="6012141" y="2926080"/>
                </a:lnTo>
                <a:lnTo>
                  <a:pt x="6001150" y="2926080"/>
                </a:lnTo>
                <a:lnTo>
                  <a:pt x="5990159" y="2926080"/>
                </a:lnTo>
                <a:lnTo>
                  <a:pt x="5979168" y="2926080"/>
                </a:lnTo>
                <a:lnTo>
                  <a:pt x="5968177" y="2926080"/>
                </a:lnTo>
                <a:lnTo>
                  <a:pt x="5957186" y="2926080"/>
                </a:lnTo>
                <a:lnTo>
                  <a:pt x="5946195" y="2926080"/>
                </a:lnTo>
                <a:lnTo>
                  <a:pt x="5935204" y="2926080"/>
                </a:lnTo>
                <a:lnTo>
                  <a:pt x="5924212" y="2926080"/>
                </a:lnTo>
                <a:lnTo>
                  <a:pt x="5913221" y="2926080"/>
                </a:lnTo>
                <a:lnTo>
                  <a:pt x="5902230" y="2926080"/>
                </a:lnTo>
                <a:lnTo>
                  <a:pt x="5891239" y="2926080"/>
                </a:lnTo>
                <a:lnTo>
                  <a:pt x="5880248" y="2926080"/>
                </a:lnTo>
                <a:lnTo>
                  <a:pt x="5869257" y="2926080"/>
                </a:lnTo>
                <a:lnTo>
                  <a:pt x="5858266" y="2926080"/>
                </a:lnTo>
                <a:lnTo>
                  <a:pt x="5847275" y="2926080"/>
                </a:lnTo>
                <a:lnTo>
                  <a:pt x="5836283" y="2926080"/>
                </a:lnTo>
                <a:lnTo>
                  <a:pt x="5825292" y="2926080"/>
                </a:lnTo>
                <a:lnTo>
                  <a:pt x="5814301" y="2926080"/>
                </a:lnTo>
                <a:lnTo>
                  <a:pt x="5803310" y="2926080"/>
                </a:lnTo>
                <a:lnTo>
                  <a:pt x="5792319" y="2926080"/>
                </a:lnTo>
                <a:lnTo>
                  <a:pt x="5781328" y="2926080"/>
                </a:lnTo>
                <a:lnTo>
                  <a:pt x="5770337" y="2926080"/>
                </a:lnTo>
                <a:lnTo>
                  <a:pt x="5759346" y="2926080"/>
                </a:lnTo>
                <a:lnTo>
                  <a:pt x="5748354" y="2926080"/>
                </a:lnTo>
                <a:lnTo>
                  <a:pt x="5737363" y="2926080"/>
                </a:lnTo>
                <a:lnTo>
                  <a:pt x="5726372" y="2926080"/>
                </a:lnTo>
                <a:lnTo>
                  <a:pt x="5715381" y="2926080"/>
                </a:lnTo>
                <a:lnTo>
                  <a:pt x="5704390" y="2926080"/>
                </a:lnTo>
                <a:lnTo>
                  <a:pt x="5693399" y="2926080"/>
                </a:lnTo>
                <a:lnTo>
                  <a:pt x="5682408" y="2926080"/>
                </a:lnTo>
                <a:lnTo>
                  <a:pt x="5671417" y="2926080"/>
                </a:lnTo>
                <a:lnTo>
                  <a:pt x="5660426" y="2926080"/>
                </a:lnTo>
                <a:lnTo>
                  <a:pt x="5649434" y="2926080"/>
                </a:lnTo>
                <a:lnTo>
                  <a:pt x="5638443" y="2926080"/>
                </a:lnTo>
                <a:lnTo>
                  <a:pt x="5627452" y="2926080"/>
                </a:lnTo>
                <a:lnTo>
                  <a:pt x="5616461" y="2926080"/>
                </a:lnTo>
                <a:lnTo>
                  <a:pt x="5605470" y="2926080"/>
                </a:lnTo>
                <a:lnTo>
                  <a:pt x="5594479" y="2926080"/>
                </a:lnTo>
                <a:lnTo>
                  <a:pt x="5583488" y="2926080"/>
                </a:lnTo>
                <a:lnTo>
                  <a:pt x="5572497" y="2926080"/>
                </a:lnTo>
                <a:lnTo>
                  <a:pt x="5561505" y="2926080"/>
                </a:lnTo>
                <a:lnTo>
                  <a:pt x="5550514" y="2926080"/>
                </a:lnTo>
                <a:lnTo>
                  <a:pt x="5539523" y="2926080"/>
                </a:lnTo>
                <a:lnTo>
                  <a:pt x="5528532" y="2926080"/>
                </a:lnTo>
                <a:lnTo>
                  <a:pt x="5517541" y="2926080"/>
                </a:lnTo>
                <a:lnTo>
                  <a:pt x="5506550" y="2926080"/>
                </a:lnTo>
                <a:lnTo>
                  <a:pt x="5495559" y="2926080"/>
                </a:lnTo>
                <a:lnTo>
                  <a:pt x="5484568" y="2926080"/>
                </a:lnTo>
                <a:lnTo>
                  <a:pt x="5473577" y="2926080"/>
                </a:lnTo>
                <a:lnTo>
                  <a:pt x="5462585" y="2926080"/>
                </a:lnTo>
                <a:lnTo>
                  <a:pt x="5451594" y="2926080"/>
                </a:lnTo>
                <a:lnTo>
                  <a:pt x="5440603" y="2926080"/>
                </a:lnTo>
                <a:lnTo>
                  <a:pt x="5429612" y="2926080"/>
                </a:lnTo>
                <a:lnTo>
                  <a:pt x="5418621" y="2926080"/>
                </a:lnTo>
                <a:lnTo>
                  <a:pt x="5407630" y="2926080"/>
                </a:lnTo>
                <a:lnTo>
                  <a:pt x="5396639" y="2926080"/>
                </a:lnTo>
                <a:lnTo>
                  <a:pt x="5385648" y="2926080"/>
                </a:lnTo>
                <a:lnTo>
                  <a:pt x="5374656" y="2926080"/>
                </a:lnTo>
                <a:lnTo>
                  <a:pt x="5363665" y="2926080"/>
                </a:lnTo>
                <a:lnTo>
                  <a:pt x="5352674" y="2926080"/>
                </a:lnTo>
                <a:lnTo>
                  <a:pt x="5341683" y="2926080"/>
                </a:lnTo>
                <a:lnTo>
                  <a:pt x="5330692" y="2926080"/>
                </a:lnTo>
                <a:lnTo>
                  <a:pt x="5319701" y="2926080"/>
                </a:lnTo>
                <a:lnTo>
                  <a:pt x="5308710" y="2926080"/>
                </a:lnTo>
                <a:lnTo>
                  <a:pt x="5297719" y="2926080"/>
                </a:lnTo>
                <a:lnTo>
                  <a:pt x="5286728" y="2926080"/>
                </a:lnTo>
                <a:lnTo>
                  <a:pt x="5275736" y="2926080"/>
                </a:lnTo>
                <a:lnTo>
                  <a:pt x="5264745" y="2926080"/>
                </a:lnTo>
                <a:lnTo>
                  <a:pt x="5253754" y="2926080"/>
                </a:lnTo>
                <a:lnTo>
                  <a:pt x="5242763" y="2926080"/>
                </a:lnTo>
                <a:lnTo>
                  <a:pt x="5231772" y="2926080"/>
                </a:lnTo>
                <a:lnTo>
                  <a:pt x="5220781" y="2926080"/>
                </a:lnTo>
                <a:lnTo>
                  <a:pt x="5209790" y="2926080"/>
                </a:lnTo>
                <a:lnTo>
                  <a:pt x="5198799" y="2926080"/>
                </a:lnTo>
                <a:lnTo>
                  <a:pt x="5187807" y="2926080"/>
                </a:lnTo>
                <a:lnTo>
                  <a:pt x="5176816" y="2926080"/>
                </a:lnTo>
                <a:lnTo>
                  <a:pt x="5165825" y="2926080"/>
                </a:lnTo>
                <a:lnTo>
                  <a:pt x="5154834" y="2926080"/>
                </a:lnTo>
                <a:lnTo>
                  <a:pt x="5143843" y="2926080"/>
                </a:lnTo>
                <a:lnTo>
                  <a:pt x="5132852" y="2926080"/>
                </a:lnTo>
                <a:lnTo>
                  <a:pt x="5121861" y="2926080"/>
                </a:lnTo>
                <a:lnTo>
                  <a:pt x="5110870" y="2926080"/>
                </a:lnTo>
                <a:lnTo>
                  <a:pt x="5099878" y="2926080"/>
                </a:lnTo>
                <a:lnTo>
                  <a:pt x="5088887" y="2926080"/>
                </a:lnTo>
                <a:lnTo>
                  <a:pt x="5077896" y="2926080"/>
                </a:lnTo>
                <a:lnTo>
                  <a:pt x="5066905" y="2926080"/>
                </a:lnTo>
                <a:lnTo>
                  <a:pt x="5055914" y="2926080"/>
                </a:lnTo>
                <a:lnTo>
                  <a:pt x="5044923" y="2926080"/>
                </a:lnTo>
                <a:lnTo>
                  <a:pt x="5033932" y="2926080"/>
                </a:lnTo>
                <a:lnTo>
                  <a:pt x="5022941" y="2926080"/>
                </a:lnTo>
                <a:lnTo>
                  <a:pt x="5011950" y="2926080"/>
                </a:lnTo>
                <a:lnTo>
                  <a:pt x="5000958" y="2926080"/>
                </a:lnTo>
                <a:lnTo>
                  <a:pt x="4989967" y="2926080"/>
                </a:lnTo>
                <a:lnTo>
                  <a:pt x="4978976" y="2926080"/>
                </a:lnTo>
                <a:lnTo>
                  <a:pt x="4967985" y="2926080"/>
                </a:lnTo>
                <a:lnTo>
                  <a:pt x="4956994" y="2926080"/>
                </a:lnTo>
                <a:lnTo>
                  <a:pt x="4946003" y="2926080"/>
                </a:lnTo>
                <a:lnTo>
                  <a:pt x="4935012" y="2926080"/>
                </a:lnTo>
                <a:lnTo>
                  <a:pt x="4924021" y="2926080"/>
                </a:lnTo>
                <a:lnTo>
                  <a:pt x="4913029" y="2926080"/>
                </a:lnTo>
                <a:lnTo>
                  <a:pt x="4902038" y="2926080"/>
                </a:lnTo>
                <a:lnTo>
                  <a:pt x="4891047" y="2926080"/>
                </a:lnTo>
                <a:lnTo>
                  <a:pt x="4880056" y="2926080"/>
                </a:lnTo>
                <a:lnTo>
                  <a:pt x="4869065" y="2926080"/>
                </a:lnTo>
                <a:lnTo>
                  <a:pt x="4858074" y="2926080"/>
                </a:lnTo>
                <a:lnTo>
                  <a:pt x="4847083" y="2926080"/>
                </a:lnTo>
                <a:lnTo>
                  <a:pt x="4836092" y="2926080"/>
                </a:lnTo>
                <a:lnTo>
                  <a:pt x="4825101" y="2926080"/>
                </a:lnTo>
                <a:lnTo>
                  <a:pt x="4814109" y="2926080"/>
                </a:lnTo>
                <a:lnTo>
                  <a:pt x="4803118" y="2926080"/>
                </a:lnTo>
                <a:lnTo>
                  <a:pt x="4792127" y="2926080"/>
                </a:lnTo>
                <a:lnTo>
                  <a:pt x="4781136" y="2926080"/>
                </a:lnTo>
                <a:lnTo>
                  <a:pt x="4770145" y="2926080"/>
                </a:lnTo>
                <a:lnTo>
                  <a:pt x="4759154" y="2926080"/>
                </a:lnTo>
                <a:lnTo>
                  <a:pt x="4748163" y="2926080"/>
                </a:lnTo>
                <a:lnTo>
                  <a:pt x="4737172" y="2926080"/>
                </a:lnTo>
                <a:lnTo>
                  <a:pt x="4726180" y="2926080"/>
                </a:lnTo>
                <a:lnTo>
                  <a:pt x="4715189" y="2926080"/>
                </a:lnTo>
                <a:lnTo>
                  <a:pt x="4704198" y="2926080"/>
                </a:lnTo>
                <a:lnTo>
                  <a:pt x="4693207" y="2926080"/>
                </a:lnTo>
                <a:lnTo>
                  <a:pt x="4682216" y="2926080"/>
                </a:lnTo>
                <a:lnTo>
                  <a:pt x="4671225" y="2926080"/>
                </a:lnTo>
                <a:lnTo>
                  <a:pt x="4660234" y="2926080"/>
                </a:lnTo>
                <a:lnTo>
                  <a:pt x="4649243" y="2926080"/>
                </a:lnTo>
                <a:lnTo>
                  <a:pt x="4638252" y="2926080"/>
                </a:lnTo>
                <a:lnTo>
                  <a:pt x="4627260" y="2926080"/>
                </a:lnTo>
                <a:lnTo>
                  <a:pt x="4616269" y="2926080"/>
                </a:lnTo>
                <a:lnTo>
                  <a:pt x="4605278" y="2926080"/>
                </a:lnTo>
                <a:lnTo>
                  <a:pt x="4594287" y="2926080"/>
                </a:lnTo>
                <a:lnTo>
                  <a:pt x="4583296" y="2926080"/>
                </a:lnTo>
                <a:lnTo>
                  <a:pt x="4572305" y="2926080"/>
                </a:lnTo>
                <a:lnTo>
                  <a:pt x="4561314" y="2926080"/>
                </a:lnTo>
                <a:lnTo>
                  <a:pt x="4550323" y="2926080"/>
                </a:lnTo>
                <a:lnTo>
                  <a:pt x="4539331" y="2926080"/>
                </a:lnTo>
                <a:lnTo>
                  <a:pt x="4528340" y="2926080"/>
                </a:lnTo>
                <a:lnTo>
                  <a:pt x="4517349" y="2926080"/>
                </a:lnTo>
                <a:lnTo>
                  <a:pt x="4506358" y="2926080"/>
                </a:lnTo>
                <a:lnTo>
                  <a:pt x="4495367" y="2926080"/>
                </a:lnTo>
                <a:lnTo>
                  <a:pt x="4484376" y="2926080"/>
                </a:lnTo>
                <a:lnTo>
                  <a:pt x="4473385" y="2926080"/>
                </a:lnTo>
                <a:lnTo>
                  <a:pt x="4462394" y="2926080"/>
                </a:lnTo>
                <a:lnTo>
                  <a:pt x="4451403" y="2926080"/>
                </a:lnTo>
                <a:lnTo>
                  <a:pt x="4440411" y="2926080"/>
                </a:lnTo>
                <a:lnTo>
                  <a:pt x="4429420" y="2926080"/>
                </a:lnTo>
                <a:lnTo>
                  <a:pt x="4418429" y="2926080"/>
                </a:lnTo>
                <a:lnTo>
                  <a:pt x="4407438" y="2926080"/>
                </a:lnTo>
                <a:lnTo>
                  <a:pt x="4396447" y="2926080"/>
                </a:lnTo>
                <a:lnTo>
                  <a:pt x="4385456" y="2926080"/>
                </a:lnTo>
                <a:lnTo>
                  <a:pt x="4374465" y="2926080"/>
                </a:lnTo>
                <a:lnTo>
                  <a:pt x="4363474" y="2926080"/>
                </a:lnTo>
                <a:lnTo>
                  <a:pt x="4352482" y="2926080"/>
                </a:lnTo>
                <a:lnTo>
                  <a:pt x="4341491" y="2926080"/>
                </a:lnTo>
                <a:lnTo>
                  <a:pt x="4330500" y="2926080"/>
                </a:lnTo>
                <a:lnTo>
                  <a:pt x="4319509" y="2926080"/>
                </a:lnTo>
                <a:lnTo>
                  <a:pt x="4308518" y="2926080"/>
                </a:lnTo>
                <a:lnTo>
                  <a:pt x="4297527" y="2926080"/>
                </a:lnTo>
                <a:lnTo>
                  <a:pt x="4286536" y="2926080"/>
                </a:lnTo>
                <a:lnTo>
                  <a:pt x="4275545" y="2926080"/>
                </a:lnTo>
                <a:lnTo>
                  <a:pt x="4264553" y="2926080"/>
                </a:lnTo>
                <a:lnTo>
                  <a:pt x="4253562" y="2926080"/>
                </a:lnTo>
                <a:lnTo>
                  <a:pt x="4242571" y="2926080"/>
                </a:lnTo>
                <a:lnTo>
                  <a:pt x="4231580" y="2926080"/>
                </a:lnTo>
                <a:lnTo>
                  <a:pt x="4220589" y="2926080"/>
                </a:lnTo>
                <a:lnTo>
                  <a:pt x="4209598" y="2926080"/>
                </a:lnTo>
                <a:lnTo>
                  <a:pt x="4198607" y="2926080"/>
                </a:lnTo>
                <a:lnTo>
                  <a:pt x="4187616" y="2926080"/>
                </a:lnTo>
                <a:lnTo>
                  <a:pt x="4176625" y="2926080"/>
                </a:lnTo>
                <a:lnTo>
                  <a:pt x="4165633" y="2926080"/>
                </a:lnTo>
                <a:lnTo>
                  <a:pt x="4154642" y="2926080"/>
                </a:lnTo>
                <a:lnTo>
                  <a:pt x="4143651" y="2926080"/>
                </a:lnTo>
                <a:lnTo>
                  <a:pt x="4132660" y="2926080"/>
                </a:lnTo>
                <a:lnTo>
                  <a:pt x="4121669" y="2926080"/>
                </a:lnTo>
                <a:lnTo>
                  <a:pt x="4110678" y="2926080"/>
                </a:lnTo>
                <a:lnTo>
                  <a:pt x="4099687" y="2926080"/>
                </a:lnTo>
                <a:lnTo>
                  <a:pt x="4088696" y="2926080"/>
                </a:lnTo>
                <a:lnTo>
                  <a:pt x="4077704" y="2926080"/>
                </a:lnTo>
                <a:lnTo>
                  <a:pt x="4066713" y="2926080"/>
                </a:lnTo>
                <a:lnTo>
                  <a:pt x="4055722" y="2926080"/>
                </a:lnTo>
                <a:lnTo>
                  <a:pt x="4044731" y="2926080"/>
                </a:lnTo>
                <a:lnTo>
                  <a:pt x="4033740" y="2926080"/>
                </a:lnTo>
                <a:lnTo>
                  <a:pt x="4022749" y="2926080"/>
                </a:lnTo>
                <a:lnTo>
                  <a:pt x="4011758" y="2926080"/>
                </a:lnTo>
                <a:lnTo>
                  <a:pt x="4000767" y="2926080"/>
                </a:lnTo>
                <a:lnTo>
                  <a:pt x="3989776" y="2926080"/>
                </a:lnTo>
                <a:lnTo>
                  <a:pt x="3978784" y="2926080"/>
                </a:lnTo>
                <a:lnTo>
                  <a:pt x="3967793" y="2926080"/>
                </a:lnTo>
                <a:lnTo>
                  <a:pt x="3956802" y="2926080"/>
                </a:lnTo>
                <a:lnTo>
                  <a:pt x="3945811" y="2926080"/>
                </a:lnTo>
                <a:lnTo>
                  <a:pt x="3934820" y="2926080"/>
                </a:lnTo>
                <a:lnTo>
                  <a:pt x="3923829" y="2926080"/>
                </a:lnTo>
                <a:lnTo>
                  <a:pt x="3912838" y="2926080"/>
                </a:lnTo>
                <a:lnTo>
                  <a:pt x="3901847" y="2926080"/>
                </a:lnTo>
                <a:lnTo>
                  <a:pt x="3890855" y="2926080"/>
                </a:lnTo>
                <a:lnTo>
                  <a:pt x="3879864" y="2926080"/>
                </a:lnTo>
                <a:lnTo>
                  <a:pt x="3868873" y="2926080"/>
                </a:lnTo>
                <a:lnTo>
                  <a:pt x="3857882" y="2926080"/>
                </a:lnTo>
                <a:lnTo>
                  <a:pt x="3846891" y="2926080"/>
                </a:lnTo>
                <a:lnTo>
                  <a:pt x="3835900" y="2926080"/>
                </a:lnTo>
                <a:lnTo>
                  <a:pt x="3824909" y="2926080"/>
                </a:lnTo>
                <a:lnTo>
                  <a:pt x="3813918" y="2926080"/>
                </a:lnTo>
                <a:lnTo>
                  <a:pt x="3802927" y="2926080"/>
                </a:lnTo>
                <a:lnTo>
                  <a:pt x="3791935" y="2926080"/>
                </a:lnTo>
                <a:lnTo>
                  <a:pt x="3780944" y="2926080"/>
                </a:lnTo>
                <a:lnTo>
                  <a:pt x="3769953" y="2926080"/>
                </a:lnTo>
                <a:lnTo>
                  <a:pt x="3758962" y="2926080"/>
                </a:lnTo>
                <a:lnTo>
                  <a:pt x="3747971" y="2926080"/>
                </a:lnTo>
                <a:lnTo>
                  <a:pt x="3736980" y="2926080"/>
                </a:lnTo>
                <a:lnTo>
                  <a:pt x="3725989" y="2926080"/>
                </a:lnTo>
                <a:lnTo>
                  <a:pt x="3714998" y="2926080"/>
                </a:lnTo>
                <a:lnTo>
                  <a:pt x="3704006" y="2926080"/>
                </a:lnTo>
                <a:lnTo>
                  <a:pt x="3693015" y="2926080"/>
                </a:lnTo>
                <a:lnTo>
                  <a:pt x="3682024" y="2926080"/>
                </a:lnTo>
                <a:lnTo>
                  <a:pt x="3671033" y="2926080"/>
                </a:lnTo>
                <a:lnTo>
                  <a:pt x="3660042" y="2926080"/>
                </a:lnTo>
                <a:lnTo>
                  <a:pt x="3649051" y="2926080"/>
                </a:lnTo>
                <a:lnTo>
                  <a:pt x="3638060" y="2926080"/>
                </a:lnTo>
                <a:lnTo>
                  <a:pt x="3627069" y="2926080"/>
                </a:lnTo>
                <a:lnTo>
                  <a:pt x="3616077" y="2926080"/>
                </a:lnTo>
                <a:lnTo>
                  <a:pt x="3605086" y="2926080"/>
                </a:lnTo>
                <a:lnTo>
                  <a:pt x="3594095" y="2926080"/>
                </a:lnTo>
                <a:lnTo>
                  <a:pt x="3583104" y="2926080"/>
                </a:lnTo>
                <a:lnTo>
                  <a:pt x="3572113" y="2926080"/>
                </a:lnTo>
                <a:lnTo>
                  <a:pt x="3561122" y="2926080"/>
                </a:lnTo>
                <a:lnTo>
                  <a:pt x="3550131" y="2926080"/>
                </a:lnTo>
                <a:lnTo>
                  <a:pt x="3539140" y="2926080"/>
                </a:lnTo>
                <a:lnTo>
                  <a:pt x="3528149" y="2926080"/>
                </a:lnTo>
                <a:lnTo>
                  <a:pt x="3517157" y="2926080"/>
                </a:lnTo>
                <a:lnTo>
                  <a:pt x="3506166" y="2926080"/>
                </a:lnTo>
                <a:lnTo>
                  <a:pt x="3495175" y="2926080"/>
                </a:lnTo>
                <a:lnTo>
                  <a:pt x="3484184" y="2926080"/>
                </a:lnTo>
                <a:lnTo>
                  <a:pt x="3473193" y="2926080"/>
                </a:lnTo>
                <a:lnTo>
                  <a:pt x="3462202" y="2926080"/>
                </a:lnTo>
                <a:lnTo>
                  <a:pt x="3451211" y="2926080"/>
                </a:lnTo>
                <a:lnTo>
                  <a:pt x="3440220" y="2926080"/>
                </a:lnTo>
                <a:lnTo>
                  <a:pt x="3429228" y="2926080"/>
                </a:lnTo>
                <a:lnTo>
                  <a:pt x="3418237" y="2926080"/>
                </a:lnTo>
                <a:lnTo>
                  <a:pt x="3407246" y="2926080"/>
                </a:lnTo>
                <a:lnTo>
                  <a:pt x="3396255" y="2926080"/>
                </a:lnTo>
                <a:lnTo>
                  <a:pt x="3385264" y="2926080"/>
                </a:lnTo>
                <a:lnTo>
                  <a:pt x="3374273" y="2926080"/>
                </a:lnTo>
                <a:lnTo>
                  <a:pt x="3363282" y="2926080"/>
                </a:lnTo>
                <a:lnTo>
                  <a:pt x="3352291" y="2926080"/>
                </a:lnTo>
                <a:lnTo>
                  <a:pt x="3341300" y="2926080"/>
                </a:lnTo>
                <a:lnTo>
                  <a:pt x="3330308" y="2926080"/>
                </a:lnTo>
                <a:lnTo>
                  <a:pt x="3319317" y="2926080"/>
                </a:lnTo>
                <a:lnTo>
                  <a:pt x="3308326" y="2926080"/>
                </a:lnTo>
                <a:lnTo>
                  <a:pt x="3297335" y="2926080"/>
                </a:lnTo>
                <a:lnTo>
                  <a:pt x="3286344" y="2926080"/>
                </a:lnTo>
                <a:lnTo>
                  <a:pt x="3275353" y="2926080"/>
                </a:lnTo>
                <a:lnTo>
                  <a:pt x="3264362" y="2926080"/>
                </a:lnTo>
                <a:lnTo>
                  <a:pt x="3253371" y="2926080"/>
                </a:lnTo>
                <a:lnTo>
                  <a:pt x="3242379" y="2926080"/>
                </a:lnTo>
                <a:lnTo>
                  <a:pt x="3231388" y="2926080"/>
                </a:lnTo>
                <a:lnTo>
                  <a:pt x="3220397" y="2926080"/>
                </a:lnTo>
                <a:lnTo>
                  <a:pt x="3209406" y="2926080"/>
                </a:lnTo>
                <a:lnTo>
                  <a:pt x="3198415" y="2926080"/>
                </a:lnTo>
                <a:lnTo>
                  <a:pt x="3187424" y="2926080"/>
                </a:lnTo>
                <a:lnTo>
                  <a:pt x="3176433" y="2926080"/>
                </a:lnTo>
                <a:lnTo>
                  <a:pt x="3165442" y="2926080"/>
                </a:lnTo>
                <a:lnTo>
                  <a:pt x="3154451" y="2926080"/>
                </a:lnTo>
                <a:lnTo>
                  <a:pt x="3143459" y="2926080"/>
                </a:lnTo>
                <a:lnTo>
                  <a:pt x="3132468" y="2926080"/>
                </a:lnTo>
                <a:lnTo>
                  <a:pt x="3121477" y="2926080"/>
                </a:lnTo>
                <a:lnTo>
                  <a:pt x="3110486" y="2926080"/>
                </a:lnTo>
                <a:lnTo>
                  <a:pt x="3099495" y="2926080"/>
                </a:lnTo>
                <a:lnTo>
                  <a:pt x="3088504" y="2926080"/>
                </a:lnTo>
                <a:lnTo>
                  <a:pt x="3077513" y="2926080"/>
                </a:lnTo>
                <a:lnTo>
                  <a:pt x="3066522" y="2926080"/>
                </a:lnTo>
                <a:lnTo>
                  <a:pt x="3055530" y="2926080"/>
                </a:lnTo>
                <a:lnTo>
                  <a:pt x="3044539" y="2926080"/>
                </a:lnTo>
                <a:lnTo>
                  <a:pt x="3033548" y="2926080"/>
                </a:lnTo>
                <a:lnTo>
                  <a:pt x="3022557" y="2926080"/>
                </a:lnTo>
                <a:lnTo>
                  <a:pt x="3011566" y="2926080"/>
                </a:lnTo>
                <a:lnTo>
                  <a:pt x="3000575" y="2926080"/>
                </a:lnTo>
                <a:lnTo>
                  <a:pt x="2989584" y="2926080"/>
                </a:lnTo>
                <a:lnTo>
                  <a:pt x="2978593" y="2926080"/>
                </a:lnTo>
                <a:lnTo>
                  <a:pt x="2967602" y="2926080"/>
                </a:lnTo>
                <a:lnTo>
                  <a:pt x="2956610" y="2926080"/>
                </a:lnTo>
                <a:lnTo>
                  <a:pt x="2945619" y="2926080"/>
                </a:lnTo>
                <a:lnTo>
                  <a:pt x="2934628" y="2926080"/>
                </a:lnTo>
                <a:lnTo>
                  <a:pt x="2923637" y="2926080"/>
                </a:lnTo>
                <a:lnTo>
                  <a:pt x="2912646" y="2926080"/>
                </a:lnTo>
                <a:lnTo>
                  <a:pt x="2901655" y="2926080"/>
                </a:lnTo>
                <a:lnTo>
                  <a:pt x="2890664" y="2926080"/>
                </a:lnTo>
                <a:lnTo>
                  <a:pt x="2879673" y="2926080"/>
                </a:lnTo>
                <a:lnTo>
                  <a:pt x="2868681" y="2926080"/>
                </a:lnTo>
                <a:lnTo>
                  <a:pt x="2857690" y="2926080"/>
                </a:lnTo>
                <a:lnTo>
                  <a:pt x="2846699" y="2926080"/>
                </a:lnTo>
                <a:lnTo>
                  <a:pt x="2835708" y="2926080"/>
                </a:lnTo>
                <a:lnTo>
                  <a:pt x="2824717" y="2926080"/>
                </a:lnTo>
                <a:lnTo>
                  <a:pt x="2813726" y="2926080"/>
                </a:lnTo>
                <a:lnTo>
                  <a:pt x="2802735" y="2926080"/>
                </a:lnTo>
                <a:lnTo>
                  <a:pt x="2791744" y="2926080"/>
                </a:lnTo>
                <a:lnTo>
                  <a:pt x="2780752" y="2926080"/>
                </a:lnTo>
                <a:lnTo>
                  <a:pt x="2769761" y="2926080"/>
                </a:lnTo>
                <a:lnTo>
                  <a:pt x="2758770" y="2926080"/>
                </a:lnTo>
                <a:lnTo>
                  <a:pt x="2747779" y="2926080"/>
                </a:lnTo>
                <a:lnTo>
                  <a:pt x="2736788" y="2926080"/>
                </a:lnTo>
                <a:lnTo>
                  <a:pt x="2725797" y="2926080"/>
                </a:lnTo>
                <a:lnTo>
                  <a:pt x="2714806" y="2926080"/>
                </a:lnTo>
                <a:lnTo>
                  <a:pt x="2703815" y="2926080"/>
                </a:lnTo>
                <a:lnTo>
                  <a:pt x="2692824" y="2926080"/>
                </a:lnTo>
                <a:lnTo>
                  <a:pt x="2681832" y="2926080"/>
                </a:lnTo>
                <a:lnTo>
                  <a:pt x="2670841" y="2926080"/>
                </a:lnTo>
                <a:lnTo>
                  <a:pt x="2659850" y="2926080"/>
                </a:lnTo>
                <a:lnTo>
                  <a:pt x="2648859" y="2926080"/>
                </a:lnTo>
                <a:lnTo>
                  <a:pt x="2637868" y="2926080"/>
                </a:lnTo>
                <a:lnTo>
                  <a:pt x="2626877" y="2926080"/>
                </a:lnTo>
                <a:lnTo>
                  <a:pt x="2615886" y="2926080"/>
                </a:lnTo>
                <a:lnTo>
                  <a:pt x="2604895" y="2926080"/>
                </a:lnTo>
                <a:lnTo>
                  <a:pt x="2593903" y="2926080"/>
                </a:lnTo>
                <a:lnTo>
                  <a:pt x="2582912" y="2926080"/>
                </a:lnTo>
                <a:lnTo>
                  <a:pt x="2571921" y="2926080"/>
                </a:lnTo>
                <a:lnTo>
                  <a:pt x="2560930" y="2926080"/>
                </a:lnTo>
                <a:lnTo>
                  <a:pt x="2549939" y="2926080"/>
                </a:lnTo>
                <a:lnTo>
                  <a:pt x="2538948" y="2926080"/>
                </a:lnTo>
                <a:lnTo>
                  <a:pt x="2527957" y="2926080"/>
                </a:lnTo>
                <a:lnTo>
                  <a:pt x="2516966" y="2926080"/>
                </a:lnTo>
                <a:lnTo>
                  <a:pt x="2505975" y="2926080"/>
                </a:lnTo>
                <a:lnTo>
                  <a:pt x="2494983" y="2926080"/>
                </a:lnTo>
                <a:lnTo>
                  <a:pt x="2483992" y="2926080"/>
                </a:lnTo>
                <a:lnTo>
                  <a:pt x="2473001" y="2926080"/>
                </a:lnTo>
                <a:lnTo>
                  <a:pt x="2462010" y="2926080"/>
                </a:lnTo>
                <a:lnTo>
                  <a:pt x="2451019" y="2926080"/>
                </a:lnTo>
                <a:lnTo>
                  <a:pt x="2440028" y="2926080"/>
                </a:lnTo>
                <a:lnTo>
                  <a:pt x="2429037" y="2926080"/>
                </a:lnTo>
                <a:lnTo>
                  <a:pt x="2418046" y="2926080"/>
                </a:lnTo>
                <a:lnTo>
                  <a:pt x="2407054" y="2926080"/>
                </a:lnTo>
                <a:lnTo>
                  <a:pt x="2396063" y="2926080"/>
                </a:lnTo>
                <a:lnTo>
                  <a:pt x="2385072" y="2926080"/>
                </a:lnTo>
                <a:lnTo>
                  <a:pt x="2374081" y="2926080"/>
                </a:lnTo>
                <a:lnTo>
                  <a:pt x="2363090" y="2926080"/>
                </a:lnTo>
                <a:lnTo>
                  <a:pt x="2352099" y="2926080"/>
                </a:lnTo>
                <a:lnTo>
                  <a:pt x="2341108" y="2926080"/>
                </a:lnTo>
                <a:lnTo>
                  <a:pt x="2330117" y="2926080"/>
                </a:lnTo>
                <a:lnTo>
                  <a:pt x="2319126" y="2926080"/>
                </a:lnTo>
                <a:lnTo>
                  <a:pt x="2308134" y="2926080"/>
                </a:lnTo>
                <a:lnTo>
                  <a:pt x="2297143" y="2926080"/>
                </a:lnTo>
                <a:lnTo>
                  <a:pt x="2286152" y="2926080"/>
                </a:lnTo>
                <a:lnTo>
                  <a:pt x="2275161" y="2926080"/>
                </a:lnTo>
                <a:lnTo>
                  <a:pt x="2264170" y="2926080"/>
                </a:lnTo>
                <a:lnTo>
                  <a:pt x="2253179" y="2926080"/>
                </a:lnTo>
                <a:lnTo>
                  <a:pt x="2242188" y="2926080"/>
                </a:lnTo>
                <a:lnTo>
                  <a:pt x="2231197" y="2926080"/>
                </a:lnTo>
                <a:lnTo>
                  <a:pt x="2220205" y="2926080"/>
                </a:lnTo>
                <a:lnTo>
                  <a:pt x="2209214" y="2926080"/>
                </a:lnTo>
                <a:lnTo>
                  <a:pt x="2198223" y="2926080"/>
                </a:lnTo>
                <a:lnTo>
                  <a:pt x="2187232" y="2926080"/>
                </a:lnTo>
                <a:lnTo>
                  <a:pt x="2176241" y="2926080"/>
                </a:lnTo>
                <a:lnTo>
                  <a:pt x="2165250" y="2926080"/>
                </a:lnTo>
                <a:lnTo>
                  <a:pt x="2154259" y="2926080"/>
                </a:lnTo>
                <a:lnTo>
                  <a:pt x="2143268" y="2926080"/>
                </a:lnTo>
                <a:lnTo>
                  <a:pt x="2132276" y="2926080"/>
                </a:lnTo>
                <a:lnTo>
                  <a:pt x="2121285" y="2926080"/>
                </a:lnTo>
                <a:lnTo>
                  <a:pt x="2110294" y="2926080"/>
                </a:lnTo>
                <a:lnTo>
                  <a:pt x="2099303" y="2926080"/>
                </a:lnTo>
                <a:lnTo>
                  <a:pt x="2088312" y="2926080"/>
                </a:lnTo>
                <a:lnTo>
                  <a:pt x="2077321" y="2926080"/>
                </a:lnTo>
                <a:lnTo>
                  <a:pt x="2066330" y="2926080"/>
                </a:lnTo>
                <a:lnTo>
                  <a:pt x="2055339" y="2926080"/>
                </a:lnTo>
                <a:lnTo>
                  <a:pt x="2044348" y="2926080"/>
                </a:lnTo>
                <a:lnTo>
                  <a:pt x="2033356" y="2926080"/>
                </a:lnTo>
                <a:lnTo>
                  <a:pt x="2022365" y="2926080"/>
                </a:lnTo>
                <a:lnTo>
                  <a:pt x="2011374" y="2926080"/>
                </a:lnTo>
                <a:lnTo>
                  <a:pt x="2000383" y="2926080"/>
                </a:lnTo>
                <a:lnTo>
                  <a:pt x="1989392" y="2926080"/>
                </a:lnTo>
                <a:lnTo>
                  <a:pt x="1978401" y="2926080"/>
                </a:lnTo>
                <a:lnTo>
                  <a:pt x="1967410" y="2926080"/>
                </a:lnTo>
                <a:lnTo>
                  <a:pt x="1956419" y="2926080"/>
                </a:lnTo>
                <a:lnTo>
                  <a:pt x="1945427" y="2926080"/>
                </a:lnTo>
                <a:lnTo>
                  <a:pt x="1934436" y="2926080"/>
                </a:lnTo>
                <a:lnTo>
                  <a:pt x="1923445" y="2926080"/>
                </a:lnTo>
                <a:lnTo>
                  <a:pt x="1912454" y="2926080"/>
                </a:lnTo>
                <a:lnTo>
                  <a:pt x="1901463" y="2926080"/>
                </a:lnTo>
                <a:lnTo>
                  <a:pt x="1890472" y="2926080"/>
                </a:lnTo>
                <a:lnTo>
                  <a:pt x="1879481" y="2926080"/>
                </a:lnTo>
                <a:lnTo>
                  <a:pt x="1868490" y="2926080"/>
                </a:lnTo>
                <a:lnTo>
                  <a:pt x="1857499" y="2926080"/>
                </a:lnTo>
                <a:lnTo>
                  <a:pt x="1846507" y="2926080"/>
                </a:lnTo>
                <a:lnTo>
                  <a:pt x="1835516" y="2926080"/>
                </a:lnTo>
                <a:lnTo>
                  <a:pt x="1824525" y="2926080"/>
                </a:lnTo>
                <a:lnTo>
                  <a:pt x="1813534" y="2926080"/>
                </a:lnTo>
                <a:lnTo>
                  <a:pt x="1802543" y="2926080"/>
                </a:lnTo>
                <a:lnTo>
                  <a:pt x="1791552" y="2926080"/>
                </a:lnTo>
                <a:lnTo>
                  <a:pt x="1780561" y="2926080"/>
                </a:lnTo>
                <a:lnTo>
                  <a:pt x="1769570" y="2926080"/>
                </a:lnTo>
                <a:lnTo>
                  <a:pt x="1758578" y="2926080"/>
                </a:lnTo>
                <a:lnTo>
                  <a:pt x="1747587" y="2926080"/>
                </a:lnTo>
                <a:lnTo>
                  <a:pt x="1736596" y="2926080"/>
                </a:lnTo>
                <a:lnTo>
                  <a:pt x="1725605" y="2926080"/>
                </a:lnTo>
                <a:lnTo>
                  <a:pt x="1714614" y="2926080"/>
                </a:lnTo>
                <a:lnTo>
                  <a:pt x="1703623" y="2926080"/>
                </a:lnTo>
                <a:lnTo>
                  <a:pt x="1692632" y="2926080"/>
                </a:lnTo>
                <a:lnTo>
                  <a:pt x="1681641" y="2926080"/>
                </a:lnTo>
                <a:lnTo>
                  <a:pt x="1670650" y="2926080"/>
                </a:lnTo>
                <a:lnTo>
                  <a:pt x="1659658" y="2926080"/>
                </a:lnTo>
                <a:lnTo>
                  <a:pt x="1648667" y="2926080"/>
                </a:lnTo>
                <a:lnTo>
                  <a:pt x="1637676" y="2926080"/>
                </a:lnTo>
                <a:lnTo>
                  <a:pt x="1626685" y="2926080"/>
                </a:lnTo>
                <a:lnTo>
                  <a:pt x="1615694" y="2926080"/>
                </a:lnTo>
                <a:lnTo>
                  <a:pt x="1604703" y="2926080"/>
                </a:lnTo>
                <a:lnTo>
                  <a:pt x="1593712" y="2926080"/>
                </a:lnTo>
                <a:lnTo>
                  <a:pt x="1582721" y="2926080"/>
                </a:lnTo>
                <a:lnTo>
                  <a:pt x="1571729" y="2926080"/>
                </a:lnTo>
                <a:lnTo>
                  <a:pt x="1560738" y="2926080"/>
                </a:lnTo>
                <a:lnTo>
                  <a:pt x="1549747" y="2926080"/>
                </a:lnTo>
                <a:lnTo>
                  <a:pt x="1538756" y="2926080"/>
                </a:lnTo>
                <a:lnTo>
                  <a:pt x="1527765" y="2926080"/>
                </a:lnTo>
                <a:lnTo>
                  <a:pt x="1516774" y="2926080"/>
                </a:lnTo>
                <a:lnTo>
                  <a:pt x="1505783" y="2926080"/>
                </a:lnTo>
                <a:lnTo>
                  <a:pt x="1494792" y="2926080"/>
                </a:lnTo>
                <a:lnTo>
                  <a:pt x="1483801" y="2926080"/>
                </a:lnTo>
                <a:lnTo>
                  <a:pt x="1472809" y="2926080"/>
                </a:lnTo>
                <a:lnTo>
                  <a:pt x="1461818" y="2926080"/>
                </a:lnTo>
                <a:lnTo>
                  <a:pt x="1450827" y="2926080"/>
                </a:lnTo>
                <a:lnTo>
                  <a:pt x="1439836" y="2926080"/>
                </a:lnTo>
                <a:lnTo>
                  <a:pt x="1428845" y="2926080"/>
                </a:lnTo>
                <a:lnTo>
                  <a:pt x="1417854" y="2926080"/>
                </a:lnTo>
                <a:lnTo>
                  <a:pt x="1406863" y="2926080"/>
                </a:lnTo>
                <a:lnTo>
                  <a:pt x="1395872" y="2926080"/>
                </a:lnTo>
                <a:lnTo>
                  <a:pt x="1384880" y="2926080"/>
                </a:lnTo>
                <a:lnTo>
                  <a:pt x="1373889" y="2926080"/>
                </a:lnTo>
                <a:lnTo>
                  <a:pt x="1362898" y="2926080"/>
                </a:lnTo>
                <a:lnTo>
                  <a:pt x="1351907" y="2926080"/>
                </a:lnTo>
                <a:lnTo>
                  <a:pt x="1340916" y="2926080"/>
                </a:lnTo>
                <a:lnTo>
                  <a:pt x="1329925" y="2926080"/>
                </a:lnTo>
                <a:lnTo>
                  <a:pt x="1318934" y="2926080"/>
                </a:lnTo>
                <a:lnTo>
                  <a:pt x="1307943" y="2926080"/>
                </a:lnTo>
                <a:lnTo>
                  <a:pt x="1296951" y="2926080"/>
                </a:lnTo>
                <a:lnTo>
                  <a:pt x="1285960" y="2926080"/>
                </a:lnTo>
                <a:lnTo>
                  <a:pt x="1274969" y="2926080"/>
                </a:lnTo>
                <a:lnTo>
                  <a:pt x="1263978" y="2926080"/>
                </a:lnTo>
                <a:lnTo>
                  <a:pt x="1252987" y="2926080"/>
                </a:lnTo>
                <a:lnTo>
                  <a:pt x="1241996" y="2926080"/>
                </a:lnTo>
                <a:lnTo>
                  <a:pt x="1231005" y="2926080"/>
                </a:lnTo>
                <a:lnTo>
                  <a:pt x="1220014" y="2926080"/>
                </a:lnTo>
                <a:lnTo>
                  <a:pt x="1209023" y="2926080"/>
                </a:lnTo>
                <a:lnTo>
                  <a:pt x="1198031" y="2926080"/>
                </a:lnTo>
                <a:lnTo>
                  <a:pt x="1187040" y="2926080"/>
                </a:lnTo>
                <a:lnTo>
                  <a:pt x="1176049" y="2926080"/>
                </a:lnTo>
                <a:lnTo>
                  <a:pt x="1165058" y="2926080"/>
                </a:lnTo>
                <a:lnTo>
                  <a:pt x="1154067" y="2926080"/>
                </a:lnTo>
                <a:lnTo>
                  <a:pt x="1143076" y="2926080"/>
                </a:lnTo>
                <a:lnTo>
                  <a:pt x="1132085" y="2926080"/>
                </a:lnTo>
                <a:lnTo>
                  <a:pt x="1121094" y="2926080"/>
                </a:lnTo>
                <a:lnTo>
                  <a:pt x="1110102" y="2926080"/>
                </a:lnTo>
                <a:lnTo>
                  <a:pt x="1099111" y="2926080"/>
                </a:lnTo>
                <a:lnTo>
                  <a:pt x="1088120" y="2926080"/>
                </a:lnTo>
                <a:lnTo>
                  <a:pt x="1077129" y="2926080"/>
                </a:lnTo>
                <a:lnTo>
                  <a:pt x="1066138" y="2926080"/>
                </a:lnTo>
                <a:lnTo>
                  <a:pt x="1055147" y="2926080"/>
                </a:lnTo>
                <a:lnTo>
                  <a:pt x="1044156" y="2926080"/>
                </a:lnTo>
                <a:lnTo>
                  <a:pt x="1033165" y="2926080"/>
                </a:lnTo>
                <a:lnTo>
                  <a:pt x="1022174" y="2926080"/>
                </a:lnTo>
                <a:lnTo>
                  <a:pt x="1011182" y="2926080"/>
                </a:lnTo>
                <a:lnTo>
                  <a:pt x="1000191" y="2926080"/>
                </a:lnTo>
                <a:lnTo>
                  <a:pt x="989200" y="2926080"/>
                </a:lnTo>
                <a:lnTo>
                  <a:pt x="978209" y="2926080"/>
                </a:lnTo>
                <a:lnTo>
                  <a:pt x="967218" y="2926080"/>
                </a:lnTo>
                <a:lnTo>
                  <a:pt x="956227" y="2926080"/>
                </a:lnTo>
                <a:lnTo>
                  <a:pt x="945236" y="2926080"/>
                </a:lnTo>
                <a:lnTo>
                  <a:pt x="934245" y="2926080"/>
                </a:lnTo>
                <a:lnTo>
                  <a:pt x="923253" y="2926080"/>
                </a:lnTo>
                <a:lnTo>
                  <a:pt x="912262" y="2926080"/>
                </a:lnTo>
                <a:lnTo>
                  <a:pt x="901271" y="2926080"/>
                </a:lnTo>
                <a:lnTo>
                  <a:pt x="890280" y="2926080"/>
                </a:lnTo>
                <a:lnTo>
                  <a:pt x="879289" y="2926080"/>
                </a:lnTo>
                <a:lnTo>
                  <a:pt x="868298" y="2926080"/>
                </a:lnTo>
                <a:lnTo>
                  <a:pt x="857307" y="2926080"/>
                </a:lnTo>
                <a:lnTo>
                  <a:pt x="846316" y="2926080"/>
                </a:lnTo>
                <a:lnTo>
                  <a:pt x="835325" y="2926080"/>
                </a:lnTo>
                <a:lnTo>
                  <a:pt x="824333" y="2926080"/>
                </a:lnTo>
                <a:lnTo>
                  <a:pt x="813342" y="2926080"/>
                </a:lnTo>
                <a:lnTo>
                  <a:pt x="802351" y="2926080"/>
                </a:lnTo>
                <a:lnTo>
                  <a:pt x="791360" y="2926080"/>
                </a:lnTo>
                <a:lnTo>
                  <a:pt x="780369" y="2926080"/>
                </a:lnTo>
                <a:lnTo>
                  <a:pt x="769378" y="2926080"/>
                </a:lnTo>
                <a:lnTo>
                  <a:pt x="758387" y="2926080"/>
                </a:lnTo>
                <a:lnTo>
                  <a:pt x="747396" y="2926080"/>
                </a:lnTo>
                <a:lnTo>
                  <a:pt x="736404" y="2926080"/>
                </a:lnTo>
                <a:lnTo>
                  <a:pt x="725413" y="2926080"/>
                </a:lnTo>
                <a:lnTo>
                  <a:pt x="714422" y="2926080"/>
                </a:lnTo>
                <a:lnTo>
                  <a:pt x="703431" y="2926080"/>
                </a:lnTo>
                <a:lnTo>
                  <a:pt x="692440" y="2926080"/>
                </a:lnTo>
                <a:lnTo>
                  <a:pt x="681449" y="2926080"/>
                </a:lnTo>
                <a:lnTo>
                  <a:pt x="670458" y="2926080"/>
                </a:lnTo>
                <a:lnTo>
                  <a:pt x="659467" y="2926080"/>
                </a:lnTo>
                <a:lnTo>
                  <a:pt x="648475" y="2926080"/>
                </a:lnTo>
                <a:lnTo>
                  <a:pt x="637484" y="2926080"/>
                </a:lnTo>
                <a:lnTo>
                  <a:pt x="626493" y="2926080"/>
                </a:lnTo>
                <a:lnTo>
                  <a:pt x="615502" y="2926080"/>
                </a:lnTo>
                <a:lnTo>
                  <a:pt x="604511" y="2926080"/>
                </a:lnTo>
                <a:lnTo>
                  <a:pt x="593520" y="2926080"/>
                </a:lnTo>
                <a:lnTo>
                  <a:pt x="582529" y="2926080"/>
                </a:lnTo>
                <a:lnTo>
                  <a:pt x="571538" y="2926080"/>
                </a:lnTo>
                <a:lnTo>
                  <a:pt x="560547" y="2926080"/>
                </a:lnTo>
                <a:lnTo>
                  <a:pt x="549555" y="2926080"/>
                </a:lnTo>
                <a:lnTo>
                  <a:pt x="538564" y="2926080"/>
                </a:lnTo>
                <a:lnTo>
                  <a:pt x="527573" y="2926080"/>
                </a:lnTo>
                <a:lnTo>
                  <a:pt x="516582" y="2926080"/>
                </a:lnTo>
                <a:lnTo>
                  <a:pt x="505591" y="2926080"/>
                </a:lnTo>
                <a:lnTo>
                  <a:pt x="494600" y="2926080"/>
                </a:lnTo>
                <a:lnTo>
                  <a:pt x="483609" y="2926080"/>
                </a:lnTo>
                <a:lnTo>
                  <a:pt x="472618" y="2926080"/>
                </a:lnTo>
                <a:lnTo>
                  <a:pt x="461626" y="2926080"/>
                </a:lnTo>
                <a:lnTo>
                  <a:pt x="450635" y="2926080"/>
                </a:lnTo>
                <a:lnTo>
                  <a:pt x="439644" y="2926080"/>
                </a:lnTo>
                <a:lnTo>
                  <a:pt x="428653" y="2926080"/>
                </a:lnTo>
                <a:lnTo>
                  <a:pt x="417662" y="2926080"/>
                </a:lnTo>
                <a:lnTo>
                  <a:pt x="406671" y="2926080"/>
                </a:lnTo>
                <a:lnTo>
                  <a:pt x="395680" y="2926080"/>
                </a:lnTo>
                <a:lnTo>
                  <a:pt x="384689" y="2926080"/>
                </a:lnTo>
                <a:lnTo>
                  <a:pt x="373698" y="2926080"/>
                </a:lnTo>
                <a:lnTo>
                  <a:pt x="362706" y="2926080"/>
                </a:lnTo>
                <a:lnTo>
                  <a:pt x="351715" y="2926080"/>
                </a:lnTo>
                <a:lnTo>
                  <a:pt x="340724" y="2926080"/>
                </a:lnTo>
                <a:lnTo>
                  <a:pt x="329733" y="2926080"/>
                </a:lnTo>
                <a:lnTo>
                  <a:pt x="318742" y="2926080"/>
                </a:lnTo>
                <a:lnTo>
                  <a:pt x="307751" y="2926080"/>
                </a:lnTo>
                <a:lnTo>
                  <a:pt x="296760" y="2926080"/>
                </a:lnTo>
                <a:lnTo>
                  <a:pt x="285769" y="2926080"/>
                </a:lnTo>
                <a:lnTo>
                  <a:pt x="274777" y="2926080"/>
                </a:lnTo>
                <a:lnTo>
                  <a:pt x="263786" y="2926080"/>
                </a:lnTo>
                <a:lnTo>
                  <a:pt x="252795" y="2926080"/>
                </a:lnTo>
                <a:lnTo>
                  <a:pt x="241804" y="2926080"/>
                </a:lnTo>
                <a:lnTo>
                  <a:pt x="230813" y="2926080"/>
                </a:lnTo>
                <a:lnTo>
                  <a:pt x="219822" y="2926080"/>
                </a:lnTo>
                <a:lnTo>
                  <a:pt x="208831" y="2926080"/>
                </a:lnTo>
                <a:lnTo>
                  <a:pt x="197840" y="2926080"/>
                </a:lnTo>
                <a:lnTo>
                  <a:pt x="186849" y="2926080"/>
                </a:lnTo>
                <a:lnTo>
                  <a:pt x="175857" y="2926080"/>
                </a:lnTo>
                <a:lnTo>
                  <a:pt x="164866" y="2926080"/>
                </a:lnTo>
                <a:lnTo>
                  <a:pt x="153875" y="2926080"/>
                </a:lnTo>
                <a:lnTo>
                  <a:pt x="142884" y="2926080"/>
                </a:lnTo>
                <a:lnTo>
                  <a:pt x="131893" y="2926080"/>
                </a:lnTo>
                <a:lnTo>
                  <a:pt x="120902" y="2926080"/>
                </a:lnTo>
                <a:lnTo>
                  <a:pt x="109911" y="2926080"/>
                </a:lnTo>
                <a:lnTo>
                  <a:pt x="98920" y="2926080"/>
                </a:lnTo>
                <a:lnTo>
                  <a:pt x="87928" y="2926080"/>
                </a:lnTo>
                <a:lnTo>
                  <a:pt x="76937" y="2926080"/>
                </a:lnTo>
                <a:lnTo>
                  <a:pt x="65946" y="2926080"/>
                </a:lnTo>
                <a:lnTo>
                  <a:pt x="54955" y="2926080"/>
                </a:lnTo>
                <a:lnTo>
                  <a:pt x="43964" y="2926080"/>
                </a:lnTo>
                <a:lnTo>
                  <a:pt x="32973" y="2926080"/>
                </a:lnTo>
                <a:lnTo>
                  <a:pt x="21982" y="2926080"/>
                </a:lnTo>
                <a:lnTo>
                  <a:pt x="10991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8EDBD4">
              <a:alpha val="45000"/>
            </a:srgbClr>
          </a:solidFill>
          <a:ln w="10160">
            <a:solidFill>
              <a:srgbClr val="8EDBD4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20 polygon 32" descr="sci-ppt:o032"/>
          <p:cNvSpPr/>
          <p:nvPr/>
        </p:nvSpPr>
        <p:spPr>
          <a:xfrm>
            <a:off x="914400" y="2103120"/>
            <a:ext cx="6583679" cy="2926080"/>
          </a:xfrm>
          <a:custGeom>
            <a:avLst/>
            <a:gdLst/>
            <a:ahLst/>
            <a:cxnLst/>
            <a:rect l="l" t="t" r="r" b="b"/>
            <a:pathLst>
              <a:path w="6583679" h="2926080">
                <a:moveTo>
                  <a:pt x="0" y="2926080"/>
                </a:moveTo>
                <a:lnTo>
                  <a:pt x="0" y="0"/>
                </a:lnTo>
                <a:lnTo>
                  <a:pt x="1645920" y="0"/>
                </a:lnTo>
                <a:lnTo>
                  <a:pt x="1645920" y="2926080"/>
                </a:lnTo>
                <a:lnTo>
                  <a:pt x="6583679" y="292608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1-E20 polygon 33" descr="sci-ppt:o033"/>
          <p:cNvSpPr/>
          <p:nvPr/>
        </p:nvSpPr>
        <p:spPr>
          <a:xfrm>
            <a:off x="914400" y="4053840"/>
            <a:ext cx="6583679" cy="975360"/>
          </a:xfrm>
          <a:custGeom>
            <a:avLst/>
            <a:gdLst/>
            <a:ahLst/>
            <a:cxnLst/>
            <a:rect l="l" t="t" r="r" b="b"/>
            <a:pathLst>
              <a:path w="6583679" h="975360">
                <a:moveTo>
                  <a:pt x="0" y="975360"/>
                </a:moveTo>
                <a:lnTo>
                  <a:pt x="0" y="0"/>
                </a:lnTo>
                <a:lnTo>
                  <a:pt x="4937760" y="0"/>
                </a:lnTo>
                <a:lnTo>
                  <a:pt x="4937760" y="975360"/>
                </a:lnTo>
                <a:lnTo>
                  <a:pt x="6583679" y="975360"/>
                </a:lnTo>
              </a:path>
            </a:pathLst>
          </a:custGeom>
          <a:noFill/>
          <a:ln w="38100">
            <a:solidFill>
              <a:srgbClr val="7FC8F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20 text 34" descr="sci-ppt:o034"/>
          <p:cNvSpPr txBox="1"/>
          <p:nvPr/>
        </p:nvSpPr>
        <p:spPr>
          <a:xfrm>
            <a:off x="2816352" y="1920240"/>
            <a:ext cx="25603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Δp = 0.6 MPa for 0.5 µs</a:t>
            </a:r>
          </a:p>
        </p:txBody>
      </p:sp>
      <p:sp>
        <p:nvSpPr>
          <p:cNvPr id="37" name="C1-E20 text 35" descr="sci-ppt:o035"/>
          <p:cNvSpPr txBox="1"/>
          <p:nvPr/>
        </p:nvSpPr>
        <p:spPr>
          <a:xfrm>
            <a:off x="4206240" y="3706368"/>
            <a:ext cx="25603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FC8F8"/>
                </a:solidFill>
                <a:latin typeface="Arial"/>
              </a:rPr>
              <a:t>Δp = 0.2 MPa for 1.5 µs</a:t>
            </a:r>
          </a:p>
        </p:txBody>
      </p:sp>
      <p:sp>
        <p:nvSpPr>
          <p:cNvPr id="38" name="C1-E20 round_rect 36" descr="sci-ppt:o036"/>
          <p:cNvSpPr/>
          <p:nvPr/>
        </p:nvSpPr>
        <p:spPr>
          <a:xfrm>
            <a:off x="7863840" y="1371600"/>
            <a:ext cx="3977639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20 text 37" descr="sci-ppt:o037"/>
          <p:cNvSpPr txBox="1"/>
          <p:nvPr/>
        </p:nvSpPr>
        <p:spPr>
          <a:xfrm>
            <a:off x="7973567" y="1426464"/>
            <a:ext cx="37581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One impulse, two pulses</a:t>
            </a:r>
          </a:p>
        </p:txBody>
      </p:sp>
      <p:sp>
        <p:nvSpPr>
          <p:cNvPr id="40" name="C1-E20 text 38" descr="sci-ppt:o038"/>
          <p:cNvSpPr txBox="1"/>
          <p:nvPr/>
        </p:nvSpPr>
        <p:spPr>
          <a:xfrm>
            <a:off x="8001000" y="1828800"/>
            <a:ext cx="3749039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Π(x) = ∫ [p(x,t) − p_ref(t)] dt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[Π] = Pa·s</a:t>
            </a:r>
          </a:p>
        </p:txBody>
      </p:sp>
      <p:sp>
        <p:nvSpPr>
          <p:cNvPr id="41" name="C1-E20 text 39" descr="sci-ppt:o039"/>
          <p:cNvSpPr txBox="1"/>
          <p:nvPr/>
        </p:nvSpPr>
        <p:spPr>
          <a:xfrm>
            <a:off x="8001000" y="2606040"/>
            <a:ext cx="3749039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Both shaded areas equal 0.30 Pa·s, so they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deliver the same impulse at this point.</a:t>
            </a:r>
          </a:p>
        </p:txBody>
      </p:sp>
      <p:sp>
        <p:nvSpPr>
          <p:cNvPr id="42" name="C1-E20 text 40" descr="sci-ppt:o040"/>
          <p:cNvSpPr txBox="1"/>
          <p:nvPr/>
        </p:nvSpPr>
        <p:spPr>
          <a:xfrm>
            <a:off x="8001000" y="352044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Peak pressure alone cannot tell them apart.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Amplitude and duration enter together,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position by position.</a:t>
            </a:r>
          </a:p>
        </p:txBody>
      </p:sp>
      <p:sp>
        <p:nvSpPr>
          <p:cNvPr id="43" name="C1-E20 text 41" descr="sci-ppt:o041"/>
          <p:cNvSpPr txBox="1"/>
          <p:nvPr/>
        </p:nvSpPr>
        <p:spPr>
          <a:xfrm>
            <a:off x="914400" y="5760720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Π = 0.6 MPa × 0.5 µs = 0.2 MPa × 1.5 µs = 0.30 Pa·s</a:t>
            </a:r>
          </a:p>
        </p:txBody>
      </p:sp>
      <p:sp>
        <p:nvSpPr>
          <p:cNvPr id="44" name="C1-E20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Rectangular pulses chosen for clarity; any waveform with the same area gives the same Π.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C1-E21 · Exact fixed-position integrated incompressible momentum</a:t>
            </a:r>
          </a:p>
        </p:txBody>
      </p:sp>
      <p:sp>
        <p:nvSpPr>
          <p:cNvPr id="3" name="C1-E21 text 1" descr="sci-ppt:o001"/>
          <p:cNvSpPr txBox="1"/>
          <p:nvPr/>
        </p:nvSpPr>
        <p:spPr>
          <a:xfrm>
            <a:off x="457200" y="914400"/>
            <a:ext cx="71323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Size of each term in the integrated momentum equation (m/s, log scale)</a:t>
            </a:r>
          </a:p>
        </p:txBody>
      </p:sp>
      <p:cxnSp>
        <p:nvCxnSpPr>
          <p:cNvPr id="4" name="C1-E21 line 2" descr="sci-ppt:o002"/>
          <p:cNvCxnSpPr/>
          <p:nvPr/>
        </p:nvCxnSpPr>
        <p:spPr>
          <a:xfrm>
            <a:off x="3108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5" name="C1-E21 text 3" descr="sci-ppt:o003"/>
          <p:cNvSpPr txBox="1"/>
          <p:nvPr/>
        </p:nvSpPr>
        <p:spPr>
          <a:xfrm>
            <a:off x="2697479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10⁻⁵</a:t>
            </a:r>
          </a:p>
        </p:txBody>
      </p:sp>
      <p:cxnSp>
        <p:nvCxnSpPr>
          <p:cNvPr id="6" name="C1-E21 line 4" descr="sci-ppt:o004"/>
          <p:cNvCxnSpPr/>
          <p:nvPr/>
        </p:nvCxnSpPr>
        <p:spPr>
          <a:xfrm>
            <a:off x="3870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7" name="C1-E21 text 5" descr="sci-ppt:o005"/>
          <p:cNvSpPr txBox="1"/>
          <p:nvPr/>
        </p:nvSpPr>
        <p:spPr>
          <a:xfrm>
            <a:off x="3459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10⁻⁴</a:t>
            </a:r>
          </a:p>
        </p:txBody>
      </p:sp>
      <p:cxnSp>
        <p:nvCxnSpPr>
          <p:cNvPr id="8" name="C1-E21 line 6" descr="sci-ppt:o006"/>
          <p:cNvCxnSpPr/>
          <p:nvPr/>
        </p:nvCxnSpPr>
        <p:spPr>
          <a:xfrm>
            <a:off x="4632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9" name="C1-E21 text 7" descr="sci-ppt:o007"/>
          <p:cNvSpPr txBox="1"/>
          <p:nvPr/>
        </p:nvSpPr>
        <p:spPr>
          <a:xfrm>
            <a:off x="4221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10⁻³</a:t>
            </a:r>
          </a:p>
        </p:txBody>
      </p:sp>
      <p:cxnSp>
        <p:nvCxnSpPr>
          <p:cNvPr id="10" name="C1-E21 line 8" descr="sci-ppt:o008"/>
          <p:cNvCxnSpPr/>
          <p:nvPr/>
        </p:nvCxnSpPr>
        <p:spPr>
          <a:xfrm>
            <a:off x="5394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1" name="C1-E21 text 9" descr="sci-ppt:o009"/>
          <p:cNvSpPr txBox="1"/>
          <p:nvPr/>
        </p:nvSpPr>
        <p:spPr>
          <a:xfrm>
            <a:off x="4983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10⁻²</a:t>
            </a:r>
          </a:p>
        </p:txBody>
      </p:sp>
      <p:cxnSp>
        <p:nvCxnSpPr>
          <p:cNvPr id="12" name="C1-E21 line 10" descr="sci-ppt:o010"/>
          <p:cNvCxnSpPr/>
          <p:nvPr/>
        </p:nvCxnSpPr>
        <p:spPr>
          <a:xfrm>
            <a:off x="6156959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3" name="C1-E21 text 11" descr="sci-ppt:o011"/>
          <p:cNvSpPr txBox="1"/>
          <p:nvPr/>
        </p:nvSpPr>
        <p:spPr>
          <a:xfrm>
            <a:off x="5745479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10⁻¹</a:t>
            </a:r>
          </a:p>
        </p:txBody>
      </p:sp>
      <p:cxnSp>
        <p:nvCxnSpPr>
          <p:cNvPr id="14" name="C1-E21 line 12" descr="sci-ppt:o012"/>
          <p:cNvCxnSpPr/>
          <p:nvPr/>
        </p:nvCxnSpPr>
        <p:spPr>
          <a:xfrm>
            <a:off x="6918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5" name="C1-E21 text 13" descr="sci-ppt:o013"/>
          <p:cNvSpPr txBox="1"/>
          <p:nvPr/>
        </p:nvSpPr>
        <p:spPr>
          <a:xfrm>
            <a:off x="6507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10⁰</a:t>
            </a:r>
          </a:p>
        </p:txBody>
      </p:sp>
      <p:cxnSp>
        <p:nvCxnSpPr>
          <p:cNvPr id="16" name="C1-E21 line 14" descr="sci-ppt:o014"/>
          <p:cNvCxnSpPr/>
          <p:nvPr/>
        </p:nvCxnSpPr>
        <p:spPr>
          <a:xfrm>
            <a:off x="7680960" y="1554480"/>
            <a:ext cx="0" cy="2423159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7" name="C1-E21 text 15" descr="sci-ppt:o015"/>
          <p:cNvSpPr txBox="1"/>
          <p:nvPr/>
        </p:nvSpPr>
        <p:spPr>
          <a:xfrm>
            <a:off x="7269480" y="402336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10¹</a:t>
            </a:r>
          </a:p>
        </p:txBody>
      </p:sp>
      <p:sp>
        <p:nvSpPr>
          <p:cNvPr id="18" name="C1-E21 text 16" descr="sci-ppt:o016"/>
          <p:cNvSpPr txBox="1"/>
          <p:nvPr/>
        </p:nvSpPr>
        <p:spPr>
          <a:xfrm>
            <a:off x="457200" y="167335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pressure-impulse term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Π / (ρL) = Δu</a:t>
            </a:r>
          </a:p>
        </p:txBody>
      </p:sp>
      <p:sp>
        <p:nvSpPr>
          <p:cNvPr id="19" name="C1-E21 rect 17" descr="sci-ppt:o017"/>
          <p:cNvSpPr/>
          <p:nvPr/>
        </p:nvSpPr>
        <p:spPr>
          <a:xfrm>
            <a:off x="3108960" y="1737360"/>
            <a:ext cx="4173566" cy="41148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1-E21 text 18" descr="sci-ppt:o018"/>
          <p:cNvSpPr txBox="1"/>
          <p:nvPr/>
        </p:nvSpPr>
        <p:spPr>
          <a:xfrm>
            <a:off x="7355678" y="17830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3 m/s</a:t>
            </a:r>
          </a:p>
        </p:txBody>
      </p:sp>
      <p:sp>
        <p:nvSpPr>
          <p:cNvPr id="21" name="C1-E21 text 19" descr="sci-ppt:o019"/>
          <p:cNvSpPr txBox="1"/>
          <p:nvPr/>
        </p:nvSpPr>
        <p:spPr>
          <a:xfrm>
            <a:off x="457200" y="245059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convective impulse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~ U²τ/L</a:t>
            </a:r>
          </a:p>
        </p:txBody>
      </p:sp>
      <p:sp>
        <p:nvSpPr>
          <p:cNvPr id="22" name="C1-E21 rect 20" descr="sci-ppt:o020"/>
          <p:cNvSpPr/>
          <p:nvPr/>
        </p:nvSpPr>
        <p:spPr>
          <a:xfrm>
            <a:off x="3108960" y="2514600"/>
            <a:ext cx="2783747" cy="41148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21 text 21" descr="sci-ppt:o021"/>
          <p:cNvSpPr txBox="1"/>
          <p:nvPr/>
        </p:nvSpPr>
        <p:spPr>
          <a:xfrm>
            <a:off x="5965859" y="256032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0.045 m/s</a:t>
            </a:r>
          </a:p>
        </p:txBody>
      </p:sp>
      <p:sp>
        <p:nvSpPr>
          <p:cNvPr id="24" name="C1-E21 text 22" descr="sci-ppt:o022"/>
          <p:cNvSpPr txBox="1"/>
          <p:nvPr/>
        </p:nvSpPr>
        <p:spPr>
          <a:xfrm>
            <a:off x="457200" y="3227832"/>
            <a:ext cx="25603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viscous impulse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~ ν Δu τ/L²</a:t>
            </a:r>
          </a:p>
        </p:txBody>
      </p:sp>
      <p:sp>
        <p:nvSpPr>
          <p:cNvPr id="25" name="C1-E21 rect 23" descr="sci-ppt:o023"/>
          <p:cNvSpPr/>
          <p:nvPr/>
        </p:nvSpPr>
        <p:spPr>
          <a:xfrm>
            <a:off x="3108960" y="3291839"/>
            <a:ext cx="896181" cy="41148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1 text 24" descr="sci-ppt:o024"/>
          <p:cNvSpPr txBox="1"/>
          <p:nvPr/>
        </p:nvSpPr>
        <p:spPr>
          <a:xfrm>
            <a:off x="4078293" y="333756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0.00015 m/s</a:t>
            </a:r>
          </a:p>
        </p:txBody>
      </p:sp>
      <p:sp>
        <p:nvSpPr>
          <p:cNvPr id="27" name="C1-E21 round_rect 25" descr="sci-ppt:o025"/>
          <p:cNvSpPr/>
          <p:nvPr/>
        </p:nvSpPr>
        <p:spPr>
          <a:xfrm>
            <a:off x="8229600" y="1097280"/>
            <a:ext cx="3611880" cy="3291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1-E21 text 26" descr="sci-ppt:o026"/>
          <p:cNvSpPr txBox="1"/>
          <p:nvPr/>
        </p:nvSpPr>
        <p:spPr>
          <a:xfrm>
            <a:off x="8339327" y="115214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Why the short-event model works</a:t>
            </a:r>
          </a:p>
        </p:txBody>
      </p:sp>
      <p:sp>
        <p:nvSpPr>
          <p:cNvPr id="29" name="C1-E21 text 27" descr="sci-ppt:o027"/>
          <p:cNvSpPr txBox="1"/>
          <p:nvPr/>
        </p:nvSpPr>
        <p:spPr>
          <a:xfrm>
            <a:off x="8366760" y="1554480"/>
            <a:ext cx="33832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 = −∇Π/ρ − ∫(u·∇)u dt + ν∫∇²u dt</a:t>
            </a:r>
          </a:p>
        </p:txBody>
      </p:sp>
      <p:sp>
        <p:nvSpPr>
          <p:cNvPr id="30" name="C1-E21 text 28" descr="sci-ppt:o028"/>
          <p:cNvSpPr txBox="1"/>
          <p:nvPr/>
        </p:nvSpPr>
        <p:spPr>
          <a:xfrm>
            <a:off x="8567928" y="2286000"/>
            <a:ext cx="31821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Uτ/L = 0.015: convection moves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fluid only 1.5 % of L.</a:t>
            </a:r>
          </a:p>
        </p:txBody>
      </p:sp>
      <p:sp>
        <p:nvSpPr>
          <p:cNvPr id="31" name="C1-E21 ellipse 29" descr="sci-ppt:o029"/>
          <p:cNvSpPr/>
          <p:nvPr/>
        </p:nvSpPr>
        <p:spPr>
          <a:xfrm>
            <a:off x="8398764" y="233934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1 text 30" descr="sci-ppt:o030"/>
          <p:cNvSpPr txBox="1"/>
          <p:nvPr/>
        </p:nvSpPr>
        <p:spPr>
          <a:xfrm>
            <a:off x="8567928" y="2749295"/>
            <a:ext cx="31821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ντ/L² = 5×10⁻⁵: viscosity has no time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to act.</a:t>
            </a:r>
          </a:p>
        </p:txBody>
      </p:sp>
      <p:sp>
        <p:nvSpPr>
          <p:cNvPr id="33" name="C1-E21 ellipse 31" descr="sci-ppt:o031"/>
          <p:cNvSpPr/>
          <p:nvPr/>
        </p:nvSpPr>
        <p:spPr>
          <a:xfrm>
            <a:off x="8398764" y="280263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21 text 32" descr="sci-ppt:o032"/>
          <p:cNvSpPr txBox="1"/>
          <p:nvPr/>
        </p:nvSpPr>
        <p:spPr>
          <a:xfrm>
            <a:off x="8567928" y="3212591"/>
            <a:ext cx="31821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Dropping both leaves Δu ≃ −∇Π/ρ.</a:t>
            </a:r>
          </a:p>
        </p:txBody>
      </p:sp>
      <p:sp>
        <p:nvSpPr>
          <p:cNvPr id="35" name="C1-E21 ellipse 33" descr="sci-ppt:o033"/>
          <p:cNvSpPr/>
          <p:nvPr/>
        </p:nvSpPr>
        <p:spPr>
          <a:xfrm>
            <a:off x="8398764" y="3265931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21 text 34" descr="sci-ppt:o034"/>
          <p:cNvSpPr txBox="1"/>
          <p:nvPr/>
        </p:nvSpPr>
        <p:spPr>
          <a:xfrm>
            <a:off x="457200" y="4434840"/>
            <a:ext cx="11338560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Bars start at 10⁻⁵ m/s. If either small ratio were near 1, the corresponding bar would be as long as the first and the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reduced model would fail.</a:t>
            </a:r>
          </a:p>
        </p:txBody>
      </p:sp>
      <p:sp>
        <p:nvSpPr>
          <p:cNvPr id="37" name="C1-E21 text 35" descr="sci-ppt:o035"/>
          <p:cNvSpPr txBox="1"/>
          <p:nvPr/>
        </p:nvSpPr>
        <p:spPr>
          <a:xfrm>
            <a:off x="457200" y="5349240"/>
            <a:ext cx="11338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Teaching case: Π₀ = 0.30 Pa·s, ρ = 1000 kg/m³, L = 100 µm, τ = 0.5 µs, ν = 10⁻⁶ m²/s.</a:t>
            </a:r>
          </a:p>
        </p:txBody>
      </p:sp>
      <p:sp>
        <p:nvSpPr>
          <p:cNvPr id="38" name="C1-E21 text 36" descr="sci-ppt:o03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Magnitudes from Eq. C1-E21 using the numbers of Eq. C1-E24.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C1-E22 · Short-event reduced pressure-impulse model</a:t>
            </a:r>
          </a:p>
        </p:txBody>
      </p:sp>
      <p:sp>
        <p:nvSpPr>
          <p:cNvPr id="3" name="C1-E22 polygon 1" descr="sci-ppt:o001"/>
          <p:cNvSpPr/>
          <p:nvPr/>
        </p:nvSpPr>
        <p:spPr>
          <a:xfrm>
            <a:off x="1005840" y="109728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0" y="4572000"/>
                </a:moveTo>
                <a:lnTo>
                  <a:pt x="4572000" y="4572000"/>
                </a:lnTo>
                <a:lnTo>
                  <a:pt x="4568292" y="4387904"/>
                </a:lnTo>
                <a:lnTo>
                  <a:pt x="4557174" y="4204106"/>
                </a:lnTo>
                <a:lnTo>
                  <a:pt x="4538664" y="4020906"/>
                </a:lnTo>
                <a:lnTo>
                  <a:pt x="4512793" y="3838599"/>
                </a:lnTo>
                <a:lnTo>
                  <a:pt x="4479602" y="3657482"/>
                </a:lnTo>
                <a:lnTo>
                  <a:pt x="4439145" y="3477848"/>
                </a:lnTo>
                <a:lnTo>
                  <a:pt x="4391488" y="3299989"/>
                </a:lnTo>
                <a:lnTo>
                  <a:pt x="4336708" y="3124193"/>
                </a:lnTo>
                <a:lnTo>
                  <a:pt x="4274894" y="2950746"/>
                </a:lnTo>
                <a:lnTo>
                  <a:pt x="4206146" y="2779928"/>
                </a:lnTo>
                <a:lnTo>
                  <a:pt x="4130575" y="2612017"/>
                </a:lnTo>
                <a:lnTo>
                  <a:pt x="4048304" y="2447285"/>
                </a:lnTo>
                <a:lnTo>
                  <a:pt x="3959468" y="2286000"/>
                </a:lnTo>
                <a:lnTo>
                  <a:pt x="3864209" y="2128422"/>
                </a:lnTo>
                <a:lnTo>
                  <a:pt x="3762682" y="1974807"/>
                </a:lnTo>
                <a:lnTo>
                  <a:pt x="3655052" y="1825406"/>
                </a:lnTo>
                <a:lnTo>
                  <a:pt x="3541493" y="1680459"/>
                </a:lnTo>
                <a:lnTo>
                  <a:pt x="3422191" y="1540203"/>
                </a:lnTo>
                <a:lnTo>
                  <a:pt x="3297337" y="1404864"/>
                </a:lnTo>
                <a:lnTo>
                  <a:pt x="3167135" y="1274662"/>
                </a:lnTo>
                <a:lnTo>
                  <a:pt x="3031796" y="1149808"/>
                </a:lnTo>
                <a:lnTo>
                  <a:pt x="2891540" y="1030506"/>
                </a:lnTo>
                <a:lnTo>
                  <a:pt x="2746593" y="916947"/>
                </a:lnTo>
                <a:lnTo>
                  <a:pt x="2597192" y="809317"/>
                </a:lnTo>
                <a:lnTo>
                  <a:pt x="2443577" y="707790"/>
                </a:lnTo>
                <a:lnTo>
                  <a:pt x="2286000" y="612531"/>
                </a:lnTo>
                <a:lnTo>
                  <a:pt x="2124714" y="523695"/>
                </a:lnTo>
                <a:lnTo>
                  <a:pt x="1959982" y="441424"/>
                </a:lnTo>
                <a:lnTo>
                  <a:pt x="1792071" y="365853"/>
                </a:lnTo>
                <a:lnTo>
                  <a:pt x="1621253" y="297105"/>
                </a:lnTo>
                <a:lnTo>
                  <a:pt x="1447806" y="235291"/>
                </a:lnTo>
                <a:lnTo>
                  <a:pt x="1272010" y="180511"/>
                </a:lnTo>
                <a:lnTo>
                  <a:pt x="1094151" y="132854"/>
                </a:lnTo>
                <a:lnTo>
                  <a:pt x="914517" y="92397"/>
                </a:lnTo>
                <a:lnTo>
                  <a:pt x="733400" y="59206"/>
                </a:lnTo>
                <a:lnTo>
                  <a:pt x="551093" y="33335"/>
                </a:lnTo>
                <a:lnTo>
                  <a:pt x="367893" y="14825"/>
                </a:lnTo>
                <a:lnTo>
                  <a:pt x="184095" y="3707"/>
                </a:lnTo>
                <a:lnTo>
                  <a:pt x="0" y="0"/>
                </a:lnTo>
                <a:close/>
              </a:path>
            </a:pathLst>
          </a:custGeom>
          <a:solidFill>
            <a:srgbClr val="1E4A5A"/>
          </a:solidFill>
          <a:ln w="1778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1-E22 line 2" descr="sci-ppt:o002"/>
          <p:cNvCxnSpPr/>
          <p:nvPr/>
        </p:nvCxnSpPr>
        <p:spPr>
          <a:xfrm flipV="1">
            <a:off x="1005840" y="4256454"/>
            <a:ext cx="4348230" cy="1412826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5" name="C1-E22 text 3" descr="sci-ppt:o003"/>
          <p:cNvSpPr txBox="1"/>
          <p:nvPr/>
        </p:nvSpPr>
        <p:spPr>
          <a:xfrm>
            <a:off x="5397552" y="415088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0.8 Π₀</a:t>
            </a:r>
          </a:p>
        </p:txBody>
      </p:sp>
      <p:cxnSp>
        <p:nvCxnSpPr>
          <p:cNvPr id="6" name="C1-E22 line 4" descr="sci-ppt:o004"/>
          <p:cNvCxnSpPr/>
          <p:nvPr/>
        </p:nvCxnSpPr>
        <p:spPr>
          <a:xfrm flipV="1">
            <a:off x="1005840" y="2981925"/>
            <a:ext cx="3698825" cy="2687355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7" name="C1-E22 text 5" descr="sci-ppt:o005"/>
          <p:cNvSpPr txBox="1"/>
          <p:nvPr/>
        </p:nvSpPr>
        <p:spPr>
          <a:xfrm>
            <a:off x="4741653" y="2863612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0.6 Π₀</a:t>
            </a:r>
          </a:p>
        </p:txBody>
      </p:sp>
      <p:cxnSp>
        <p:nvCxnSpPr>
          <p:cNvPr id="8" name="C1-E22 line 6" descr="sci-ppt:o006"/>
          <p:cNvCxnSpPr/>
          <p:nvPr/>
        </p:nvCxnSpPr>
        <p:spPr>
          <a:xfrm flipV="1">
            <a:off x="1005840" y="1970454"/>
            <a:ext cx="2687354" cy="3698826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9" name="C1-E22 text 7" descr="sci-ppt:o007"/>
          <p:cNvSpPr txBox="1"/>
          <p:nvPr/>
        </p:nvSpPr>
        <p:spPr>
          <a:xfrm>
            <a:off x="3720067" y="184202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0.4 Π₀</a:t>
            </a:r>
          </a:p>
        </p:txBody>
      </p:sp>
      <p:cxnSp>
        <p:nvCxnSpPr>
          <p:cNvPr id="10" name="C1-E22 line 8" descr="sci-ppt:o008"/>
          <p:cNvCxnSpPr/>
          <p:nvPr/>
        </p:nvCxnSpPr>
        <p:spPr>
          <a:xfrm flipV="1">
            <a:off x="1005840" y="1321049"/>
            <a:ext cx="1412825" cy="4348231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11" name="C1-E22 text 9" descr="sci-ppt:o009"/>
          <p:cNvSpPr txBox="1"/>
          <p:nvPr/>
        </p:nvSpPr>
        <p:spPr>
          <a:xfrm>
            <a:off x="2432793" y="1186127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0.2 Π₀</a:t>
            </a:r>
          </a:p>
        </p:txBody>
      </p:sp>
      <p:cxnSp>
        <p:nvCxnSpPr>
          <p:cNvPr id="12" name="C1-E22 line 10" descr="sci-ppt:o010"/>
          <p:cNvCxnSpPr/>
          <p:nvPr/>
        </p:nvCxnSpPr>
        <p:spPr>
          <a:xfrm>
            <a:off x="1005840" y="5669280"/>
            <a:ext cx="4572000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13" name="C1-E22 text 11" descr="sci-ppt:o011"/>
          <p:cNvSpPr txBox="1"/>
          <p:nvPr/>
        </p:nvSpPr>
        <p:spPr>
          <a:xfrm>
            <a:off x="1920240" y="5742432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driven boundary: Π = Π₀</a:t>
            </a:r>
          </a:p>
        </p:txBody>
      </p:sp>
      <p:cxnSp>
        <p:nvCxnSpPr>
          <p:cNvPr id="14" name="C1-E22 line 12" descr="sci-ppt:o012"/>
          <p:cNvCxnSpPr/>
          <p:nvPr/>
        </p:nvCxnSpPr>
        <p:spPr>
          <a:xfrm flipV="1">
            <a:off x="1005840" y="1097280"/>
            <a:ext cx="0" cy="457200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15" name="C1-E22 text 13" descr="sci-ppt:o013"/>
          <p:cNvSpPr txBox="1"/>
          <p:nvPr/>
        </p:nvSpPr>
        <p:spPr>
          <a:xfrm>
            <a:off x="1097280" y="777240"/>
            <a:ext cx="31089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free boundary: Π = 0</a:t>
            </a:r>
          </a:p>
        </p:txBody>
      </p:sp>
      <p:sp>
        <p:nvSpPr>
          <p:cNvPr id="16" name="C1-E22 polygon 14" descr="sci-ppt:o014"/>
          <p:cNvSpPr/>
          <p:nvPr/>
        </p:nvSpPr>
        <p:spPr>
          <a:xfrm>
            <a:off x="1169815" y="4584321"/>
            <a:ext cx="920983" cy="920983"/>
          </a:xfrm>
          <a:custGeom>
            <a:avLst/>
            <a:gdLst/>
            <a:ahLst/>
            <a:cxnLst/>
            <a:rect l="l" t="t" r="r" b="b"/>
            <a:pathLst>
              <a:path w="920983" h="920983">
                <a:moveTo>
                  <a:pt x="920983" y="920983"/>
                </a:moveTo>
                <a:lnTo>
                  <a:pt x="907598" y="848837"/>
                </a:lnTo>
                <a:lnTo>
                  <a:pt x="889421" y="777748"/>
                </a:lnTo>
                <a:lnTo>
                  <a:pt x="866534" y="708032"/>
                </a:lnTo>
                <a:lnTo>
                  <a:pt x="839038" y="640001"/>
                </a:lnTo>
                <a:lnTo>
                  <a:pt x="807057" y="573960"/>
                </a:lnTo>
                <a:lnTo>
                  <a:pt x="770734" y="510205"/>
                </a:lnTo>
                <a:lnTo>
                  <a:pt x="730231" y="449019"/>
                </a:lnTo>
                <a:lnTo>
                  <a:pt x="685729" y="390678"/>
                </a:lnTo>
                <a:lnTo>
                  <a:pt x="637427" y="335441"/>
                </a:lnTo>
                <a:lnTo>
                  <a:pt x="585542" y="283556"/>
                </a:lnTo>
                <a:lnTo>
                  <a:pt x="530305" y="235254"/>
                </a:lnTo>
                <a:lnTo>
                  <a:pt x="471964" y="190752"/>
                </a:lnTo>
                <a:lnTo>
                  <a:pt x="410778" y="150249"/>
                </a:lnTo>
                <a:lnTo>
                  <a:pt x="347023" y="113926"/>
                </a:lnTo>
                <a:lnTo>
                  <a:pt x="280982" y="81945"/>
                </a:lnTo>
                <a:lnTo>
                  <a:pt x="212951" y="54449"/>
                </a:lnTo>
                <a:lnTo>
                  <a:pt x="143235" y="31562"/>
                </a:lnTo>
                <a:lnTo>
                  <a:pt x="72146" y="1338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1-E22 arrow 15" descr="sci-ppt:o015"/>
          <p:cNvCxnSpPr/>
          <p:nvPr/>
        </p:nvCxnSpPr>
        <p:spPr>
          <a:xfrm flipH="1" flipV="1">
            <a:off x="1240263" y="4443583"/>
            <a:ext cx="460134" cy="376218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22 polygon 16" descr="sci-ppt:o016"/>
          <p:cNvSpPr/>
          <p:nvPr/>
        </p:nvSpPr>
        <p:spPr>
          <a:xfrm>
            <a:off x="1333790" y="3499362"/>
            <a:ext cx="1841967" cy="1841967"/>
          </a:xfrm>
          <a:custGeom>
            <a:avLst/>
            <a:gdLst/>
            <a:ahLst/>
            <a:cxnLst/>
            <a:rect l="l" t="t" r="r" b="b"/>
            <a:pathLst>
              <a:path w="1841967" h="1841967">
                <a:moveTo>
                  <a:pt x="1841967" y="1841967"/>
                </a:moveTo>
                <a:lnTo>
                  <a:pt x="1815197" y="1697675"/>
                </a:lnTo>
                <a:lnTo>
                  <a:pt x="1778843" y="1555496"/>
                </a:lnTo>
                <a:lnTo>
                  <a:pt x="1733068" y="1416064"/>
                </a:lnTo>
                <a:lnTo>
                  <a:pt x="1678077" y="1280003"/>
                </a:lnTo>
                <a:lnTo>
                  <a:pt x="1614115" y="1147921"/>
                </a:lnTo>
                <a:lnTo>
                  <a:pt x="1541468" y="1020410"/>
                </a:lnTo>
                <a:lnTo>
                  <a:pt x="1460462" y="898039"/>
                </a:lnTo>
                <a:lnTo>
                  <a:pt x="1371458" y="781356"/>
                </a:lnTo>
                <a:lnTo>
                  <a:pt x="1274855" y="670882"/>
                </a:lnTo>
                <a:lnTo>
                  <a:pt x="1171085" y="567112"/>
                </a:lnTo>
                <a:lnTo>
                  <a:pt x="1060611" y="470509"/>
                </a:lnTo>
                <a:lnTo>
                  <a:pt x="943928" y="381505"/>
                </a:lnTo>
                <a:lnTo>
                  <a:pt x="821557" y="300499"/>
                </a:lnTo>
                <a:lnTo>
                  <a:pt x="694046" y="227852"/>
                </a:lnTo>
                <a:lnTo>
                  <a:pt x="561964" y="163890"/>
                </a:lnTo>
                <a:lnTo>
                  <a:pt x="425903" y="108899"/>
                </a:lnTo>
                <a:lnTo>
                  <a:pt x="286471" y="63124"/>
                </a:lnTo>
                <a:lnTo>
                  <a:pt x="144292" y="2677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1-E22 arrow 17" descr="sci-ppt:o017"/>
          <p:cNvCxnSpPr/>
          <p:nvPr/>
        </p:nvCxnSpPr>
        <p:spPr>
          <a:xfrm flipH="1" flipV="1">
            <a:off x="2164888" y="3782214"/>
            <a:ext cx="230067" cy="188109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0" name="C1-E22 polygon 18" descr="sci-ppt:o018"/>
          <p:cNvSpPr/>
          <p:nvPr/>
        </p:nvSpPr>
        <p:spPr>
          <a:xfrm>
            <a:off x="1497766" y="2414403"/>
            <a:ext cx="2762950" cy="2762950"/>
          </a:xfrm>
          <a:custGeom>
            <a:avLst/>
            <a:gdLst/>
            <a:ahLst/>
            <a:cxnLst/>
            <a:rect l="l" t="t" r="r" b="b"/>
            <a:pathLst>
              <a:path w="2762950" h="2762950">
                <a:moveTo>
                  <a:pt x="2762950" y="2762950"/>
                </a:moveTo>
                <a:lnTo>
                  <a:pt x="2722795" y="2546513"/>
                </a:lnTo>
                <a:lnTo>
                  <a:pt x="2668264" y="2333244"/>
                </a:lnTo>
                <a:lnTo>
                  <a:pt x="2599602" y="2124096"/>
                </a:lnTo>
                <a:lnTo>
                  <a:pt x="2517114" y="1920004"/>
                </a:lnTo>
                <a:lnTo>
                  <a:pt x="2421171" y="1721882"/>
                </a:lnTo>
                <a:lnTo>
                  <a:pt x="2312202" y="1530615"/>
                </a:lnTo>
                <a:lnTo>
                  <a:pt x="2190692" y="1347059"/>
                </a:lnTo>
                <a:lnTo>
                  <a:pt x="2057187" y="1172034"/>
                </a:lnTo>
                <a:lnTo>
                  <a:pt x="1912282" y="1006323"/>
                </a:lnTo>
                <a:lnTo>
                  <a:pt x="1756627" y="850668"/>
                </a:lnTo>
                <a:lnTo>
                  <a:pt x="1590916" y="705763"/>
                </a:lnTo>
                <a:lnTo>
                  <a:pt x="1415891" y="572258"/>
                </a:lnTo>
                <a:lnTo>
                  <a:pt x="1232335" y="450748"/>
                </a:lnTo>
                <a:lnTo>
                  <a:pt x="1041068" y="341779"/>
                </a:lnTo>
                <a:lnTo>
                  <a:pt x="842946" y="245836"/>
                </a:lnTo>
                <a:lnTo>
                  <a:pt x="638854" y="163348"/>
                </a:lnTo>
                <a:lnTo>
                  <a:pt x="429706" y="94686"/>
                </a:lnTo>
                <a:lnTo>
                  <a:pt x="216437" y="4015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1-E22 arrow 19" descr="sci-ppt:o019"/>
          <p:cNvCxnSpPr/>
          <p:nvPr/>
        </p:nvCxnSpPr>
        <p:spPr>
          <a:xfrm flipH="1" flipV="1">
            <a:off x="2936135" y="2995439"/>
            <a:ext cx="153378" cy="125406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2" name="C1-E22 text 20" descr="sci-ppt:o020"/>
          <p:cNvSpPr txBox="1"/>
          <p:nvPr/>
        </p:nvSpPr>
        <p:spPr>
          <a:xfrm>
            <a:off x="6858000" y="1005840"/>
            <a:ext cx="49377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Reduced model: ∇²Π = 0</a:t>
            </a:r>
          </a:p>
        </p:txBody>
      </p:sp>
      <p:sp>
        <p:nvSpPr>
          <p:cNvPr id="23" name="C1-E22 text 21" descr="sci-ppt:o021"/>
          <p:cNvSpPr txBox="1"/>
          <p:nvPr/>
        </p:nvSpPr>
        <p:spPr>
          <a:xfrm>
            <a:off x="7059168" y="1508760"/>
            <a:ext cx="473659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Incompressible short event: ∇·Δu = 0 and Δu ≃ −∇Π/ρ give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Laplace's equation for Π.</a:t>
            </a:r>
          </a:p>
        </p:txBody>
      </p:sp>
      <p:sp>
        <p:nvSpPr>
          <p:cNvPr id="24" name="C1-E22 ellipse 22" descr="sci-ppt:o022"/>
          <p:cNvSpPr/>
          <p:nvPr/>
        </p:nvSpPr>
        <p:spPr>
          <a:xfrm>
            <a:off x="6890004" y="156603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1-E22 text 23" descr="sci-ppt:o023"/>
          <p:cNvSpPr txBox="1"/>
          <p:nvPr/>
        </p:nvSpPr>
        <p:spPr>
          <a:xfrm>
            <a:off x="7059168" y="1987549"/>
            <a:ext cx="4736592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Π is fixed on the boundaries (Π₀ on the driven wall, 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at the free surface); the interior follows from geometry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alone.</a:t>
            </a:r>
          </a:p>
        </p:txBody>
      </p:sp>
      <p:sp>
        <p:nvSpPr>
          <p:cNvPr id="26" name="C1-E22 ellipse 24" descr="sci-ppt:o024"/>
          <p:cNvSpPr/>
          <p:nvPr/>
        </p:nvSpPr>
        <p:spPr>
          <a:xfrm>
            <a:off x="6890004" y="204482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1-E22 text 25" descr="sci-ppt:o025"/>
          <p:cNvSpPr txBox="1"/>
          <p:nvPr/>
        </p:nvSpPr>
        <p:spPr>
          <a:xfrm>
            <a:off x="7059168" y="2660014"/>
            <a:ext cx="4736592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Here Π = Π₀(1 − θ/θ₀) in a right-angle corner is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harmonic, so Δu points along circular arcs toward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free side.</a:t>
            </a:r>
          </a:p>
        </p:txBody>
      </p:sp>
      <p:sp>
        <p:nvSpPr>
          <p:cNvPr id="28" name="C1-E22 ellipse 26" descr="sci-ppt:o026"/>
          <p:cNvSpPr/>
          <p:nvPr/>
        </p:nvSpPr>
        <p:spPr>
          <a:xfrm>
            <a:off x="6890004" y="2717291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22 text 27" descr="sci-ppt:o027"/>
          <p:cNvSpPr txBox="1"/>
          <p:nvPr/>
        </p:nvSpPr>
        <p:spPr>
          <a:xfrm>
            <a:off x="7059168" y="3332479"/>
            <a:ext cx="473659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Arrow length ∝ 1/r: the impulse gradient is steepest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near the corner.</a:t>
            </a:r>
          </a:p>
        </p:txBody>
      </p:sp>
      <p:sp>
        <p:nvSpPr>
          <p:cNvPr id="30" name="C1-E22 ellipse 28" descr="sci-ppt:o028"/>
          <p:cNvSpPr/>
          <p:nvPr/>
        </p:nvSpPr>
        <p:spPr>
          <a:xfrm>
            <a:off x="6890004" y="338975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1-E22 round_rect 29" descr="sci-ppt:o029"/>
          <p:cNvSpPr/>
          <p:nvPr/>
        </p:nvSpPr>
        <p:spPr>
          <a:xfrm>
            <a:off x="6858000" y="4572000"/>
            <a:ext cx="4937760" cy="1600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2 text 30" descr="sci-ppt:o030"/>
          <p:cNvSpPr txBox="1"/>
          <p:nvPr/>
        </p:nvSpPr>
        <p:spPr>
          <a:xfrm>
            <a:off x="6995160" y="4636008"/>
            <a:ext cx="46634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Conditions: Uτ/L ≪ 1 and ντ/L² ≪ 1.</a:t>
            </a:r>
          </a:p>
        </p:txBody>
      </p:sp>
      <p:sp>
        <p:nvSpPr>
          <p:cNvPr id="33" name="C1-E22 text 31" descr="sci-ppt:o031"/>
          <p:cNvSpPr txBox="1"/>
          <p:nvPr/>
        </p:nvSpPr>
        <p:spPr>
          <a:xfrm>
            <a:off x="6995160" y="5029200"/>
            <a:ext cx="466344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Result: the velocity right after the pulse depends on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shape of the liquid region, not on a detailed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pressure history.</a:t>
            </a:r>
          </a:p>
        </p:txBody>
      </p:sp>
      <p:sp>
        <p:nvSpPr>
          <p:cNvPr id="34" name="C1-E22 text 32" descr="sci-ppt:o03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Corner example: an exact harmonic solution chosen to show the geometry dependence; not a model of the laser event.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C1-E23 · Exact straight-column solution of the reduced model</a:t>
            </a:r>
          </a:p>
        </p:txBody>
      </p:sp>
      <p:sp>
        <p:nvSpPr>
          <p:cNvPr id="3" name="C1-E23 rect 1" descr="sci-ppt:o001"/>
          <p:cNvSpPr/>
          <p:nvPr/>
        </p:nvSpPr>
        <p:spPr>
          <a:xfrm>
            <a:off x="1188720" y="1417319"/>
            <a:ext cx="6400800" cy="640080"/>
          </a:xfrm>
          <a:prstGeom prst="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3 rect 2" descr="sci-ppt:o002"/>
          <p:cNvSpPr/>
          <p:nvPr/>
        </p:nvSpPr>
        <p:spPr>
          <a:xfrm>
            <a:off x="1005840" y="1325880"/>
            <a:ext cx="182880" cy="822960"/>
          </a:xfrm>
          <a:prstGeom prst="rect">
            <a:avLst/>
          </a:prstGeom>
          <a:solidFill>
            <a:srgbClr val="3A5362"/>
          </a:solidFill>
          <a:ln w="1651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1-E23 text 3" descr="sci-ppt:o003"/>
          <p:cNvSpPr txBox="1"/>
          <p:nvPr/>
        </p:nvSpPr>
        <p:spPr>
          <a:xfrm>
            <a:off x="731520" y="86868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driven end z = 0</a:t>
            </a:r>
          </a:p>
        </p:txBody>
      </p:sp>
      <p:sp>
        <p:nvSpPr>
          <p:cNvPr id="6" name="C1-E23 text 4" descr="sci-ppt:o004"/>
          <p:cNvSpPr txBox="1"/>
          <p:nvPr/>
        </p:nvSpPr>
        <p:spPr>
          <a:xfrm>
            <a:off x="6126480" y="86868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EDBD4"/>
                </a:solidFill>
                <a:latin typeface="Arial"/>
              </a:rPr>
              <a:t>outlet z = L</a:t>
            </a:r>
          </a:p>
        </p:txBody>
      </p:sp>
      <p:cxnSp>
        <p:nvCxnSpPr>
          <p:cNvPr id="7" name="C1-E23 arrow 5" descr="sci-ppt:o005"/>
          <p:cNvCxnSpPr/>
          <p:nvPr/>
        </p:nvCxnSpPr>
        <p:spPr>
          <a:xfrm>
            <a:off x="1737360" y="1737360"/>
            <a:ext cx="82296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3 arrow 6" descr="sci-ppt:o006"/>
          <p:cNvCxnSpPr/>
          <p:nvPr/>
        </p:nvCxnSpPr>
        <p:spPr>
          <a:xfrm>
            <a:off x="3017520" y="1737360"/>
            <a:ext cx="82296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3 arrow 7" descr="sci-ppt:o007"/>
          <p:cNvCxnSpPr/>
          <p:nvPr/>
        </p:nvCxnSpPr>
        <p:spPr>
          <a:xfrm>
            <a:off x="4297679" y="1737360"/>
            <a:ext cx="822961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3 arrow 8" descr="sci-ppt:o008"/>
          <p:cNvCxnSpPr/>
          <p:nvPr/>
        </p:nvCxnSpPr>
        <p:spPr>
          <a:xfrm>
            <a:off x="5577840" y="1737360"/>
            <a:ext cx="82296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3 line 9" descr="sci-ppt:o009"/>
          <p:cNvCxnSpPr/>
          <p:nvPr/>
        </p:nvCxnSpPr>
        <p:spPr>
          <a:xfrm>
            <a:off x="1188720" y="2240280"/>
            <a:ext cx="6400800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12" name="C1-E23 line 10" descr="sci-ppt:o010"/>
          <p:cNvCxnSpPr/>
          <p:nvPr/>
        </p:nvCxnSpPr>
        <p:spPr>
          <a:xfrm>
            <a:off x="1188720" y="217627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13" name="C1-E23 line 11" descr="sci-ppt:o011"/>
          <p:cNvCxnSpPr/>
          <p:nvPr/>
        </p:nvCxnSpPr>
        <p:spPr>
          <a:xfrm>
            <a:off x="7589520" y="217627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4" name="C1-E23 text 12" descr="sci-ppt:o012"/>
          <p:cNvSpPr txBox="1"/>
          <p:nvPr/>
        </p:nvSpPr>
        <p:spPr>
          <a:xfrm>
            <a:off x="3474720" y="2317242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L = 100 µm</a:t>
            </a:r>
          </a:p>
        </p:txBody>
      </p:sp>
      <p:cxnSp>
        <p:nvCxnSpPr>
          <p:cNvPr id="15" name="C1-E23 line 13" descr="sci-ppt:o013"/>
          <p:cNvCxnSpPr/>
          <p:nvPr/>
        </p:nvCxnSpPr>
        <p:spPr>
          <a:xfrm>
            <a:off x="1188720" y="502920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6" name="C1-E23 line 14" descr="sci-ppt:o014"/>
          <p:cNvCxnSpPr/>
          <p:nvPr/>
        </p:nvCxnSpPr>
        <p:spPr>
          <a:xfrm>
            <a:off x="1188720" y="2743200"/>
            <a:ext cx="0" cy="22860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7" name="C1-E23 line 15" descr="sci-ppt:o015"/>
          <p:cNvCxnSpPr/>
          <p:nvPr/>
        </p:nvCxnSpPr>
        <p:spPr>
          <a:xfrm>
            <a:off x="11887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23 line 16" descr="sci-ppt:o016"/>
          <p:cNvCxnSpPr/>
          <p:nvPr/>
        </p:nvCxnSpPr>
        <p:spPr>
          <a:xfrm>
            <a:off x="1188720" y="274320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23 text 17" descr="sci-ppt:o017"/>
          <p:cNvSpPr txBox="1"/>
          <p:nvPr/>
        </p:nvSpPr>
        <p:spPr>
          <a:xfrm>
            <a:off x="7315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20" name="C1-E23 line 18" descr="sci-ppt:o018"/>
          <p:cNvCxnSpPr/>
          <p:nvPr/>
        </p:nvCxnSpPr>
        <p:spPr>
          <a:xfrm>
            <a:off x="2788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3 line 19" descr="sci-ppt:o019"/>
          <p:cNvCxnSpPr/>
          <p:nvPr/>
        </p:nvCxnSpPr>
        <p:spPr>
          <a:xfrm>
            <a:off x="2788920" y="274320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23 text 20" descr="sci-ppt:o020"/>
          <p:cNvSpPr txBox="1"/>
          <p:nvPr/>
        </p:nvSpPr>
        <p:spPr>
          <a:xfrm>
            <a:off x="2331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3" name="C1-E23 line 21" descr="sci-ppt:o021"/>
          <p:cNvCxnSpPr/>
          <p:nvPr/>
        </p:nvCxnSpPr>
        <p:spPr>
          <a:xfrm>
            <a:off x="4389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23 line 22" descr="sci-ppt:o022"/>
          <p:cNvCxnSpPr/>
          <p:nvPr/>
        </p:nvCxnSpPr>
        <p:spPr>
          <a:xfrm>
            <a:off x="4389120" y="274320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23 text 23" descr="sci-ppt:o023"/>
          <p:cNvSpPr txBox="1"/>
          <p:nvPr/>
        </p:nvSpPr>
        <p:spPr>
          <a:xfrm>
            <a:off x="3931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6" name="C1-E23 line 24" descr="sci-ppt:o024"/>
          <p:cNvCxnSpPr/>
          <p:nvPr/>
        </p:nvCxnSpPr>
        <p:spPr>
          <a:xfrm>
            <a:off x="5989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23 line 25" descr="sci-ppt:o025"/>
          <p:cNvCxnSpPr/>
          <p:nvPr/>
        </p:nvCxnSpPr>
        <p:spPr>
          <a:xfrm>
            <a:off x="5989320" y="274320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1-E23 text 26" descr="sci-ppt:o026"/>
          <p:cNvSpPr txBox="1"/>
          <p:nvPr/>
        </p:nvSpPr>
        <p:spPr>
          <a:xfrm>
            <a:off x="5532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9" name="C1-E23 line 27" descr="sci-ppt:o027"/>
          <p:cNvCxnSpPr/>
          <p:nvPr/>
        </p:nvCxnSpPr>
        <p:spPr>
          <a:xfrm>
            <a:off x="7589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23 line 28" descr="sci-ppt:o028"/>
          <p:cNvCxnSpPr/>
          <p:nvPr/>
        </p:nvCxnSpPr>
        <p:spPr>
          <a:xfrm>
            <a:off x="7589520" y="274320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1-E23 text 29" descr="sci-ppt:o029"/>
          <p:cNvSpPr txBox="1"/>
          <p:nvPr/>
        </p:nvSpPr>
        <p:spPr>
          <a:xfrm>
            <a:off x="7132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32" name="C1-E23 line 30" descr="sci-ppt:o030"/>
          <p:cNvCxnSpPr/>
          <p:nvPr/>
        </p:nvCxnSpPr>
        <p:spPr>
          <a:xfrm>
            <a:off x="112471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23 line 31" descr="sci-ppt:o031"/>
          <p:cNvCxnSpPr/>
          <p:nvPr/>
        </p:nvCxnSpPr>
        <p:spPr>
          <a:xfrm>
            <a:off x="1124712" y="399010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23 line 32" descr="sci-ppt:o032"/>
          <p:cNvCxnSpPr/>
          <p:nvPr/>
        </p:nvCxnSpPr>
        <p:spPr>
          <a:xfrm>
            <a:off x="1188720" y="3990109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C1-E23 text 33" descr="sci-ppt:o033"/>
          <p:cNvSpPr txBox="1"/>
          <p:nvPr/>
        </p:nvSpPr>
        <p:spPr>
          <a:xfrm>
            <a:off x="320040" y="390781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36" name="C1-E23 line 34" descr="sci-ppt:o034"/>
          <p:cNvCxnSpPr/>
          <p:nvPr/>
        </p:nvCxnSpPr>
        <p:spPr>
          <a:xfrm>
            <a:off x="1124712" y="295101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1-E23 line 35" descr="sci-ppt:o035"/>
          <p:cNvCxnSpPr/>
          <p:nvPr/>
        </p:nvCxnSpPr>
        <p:spPr>
          <a:xfrm>
            <a:off x="1188720" y="2951018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C1-E23 text 36" descr="sci-ppt:o036"/>
          <p:cNvSpPr txBox="1"/>
          <p:nvPr/>
        </p:nvSpPr>
        <p:spPr>
          <a:xfrm>
            <a:off x="320040" y="286872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39" name="C1-E23 text 37" descr="sci-ppt:o037"/>
          <p:cNvSpPr txBox="1"/>
          <p:nvPr/>
        </p:nvSpPr>
        <p:spPr>
          <a:xfrm>
            <a:off x="1188720" y="5312664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z / L</a:t>
            </a:r>
          </a:p>
        </p:txBody>
      </p:sp>
      <p:sp>
        <p:nvSpPr>
          <p:cNvPr id="40" name="C1-E23 text 38" descr="sci-ppt:o038"/>
          <p:cNvSpPr txBox="1"/>
          <p:nvPr/>
        </p:nvSpPr>
        <p:spPr>
          <a:xfrm>
            <a:off x="640080" y="2395728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Π / Π₀</a:t>
            </a:r>
          </a:p>
        </p:txBody>
      </p:sp>
      <p:sp>
        <p:nvSpPr>
          <p:cNvPr id="41" name="C1-E23 polygon 39" descr="sci-ppt:o039"/>
          <p:cNvSpPr/>
          <p:nvPr/>
        </p:nvSpPr>
        <p:spPr>
          <a:xfrm>
            <a:off x="1188720" y="2951018"/>
            <a:ext cx="6400800" cy="2078182"/>
          </a:xfrm>
          <a:custGeom>
            <a:avLst/>
            <a:gdLst/>
            <a:ahLst/>
            <a:cxnLst/>
            <a:rect l="l" t="t" r="r" b="b"/>
            <a:pathLst>
              <a:path w="6400800" h="2078182">
                <a:moveTo>
                  <a:pt x="0" y="0"/>
                </a:moveTo>
                <a:lnTo>
                  <a:pt x="130628" y="42412"/>
                </a:lnTo>
                <a:lnTo>
                  <a:pt x="261257" y="84823"/>
                </a:lnTo>
                <a:lnTo>
                  <a:pt x="391885" y="127235"/>
                </a:lnTo>
                <a:lnTo>
                  <a:pt x="522514" y="169647"/>
                </a:lnTo>
                <a:lnTo>
                  <a:pt x="653142" y="212059"/>
                </a:lnTo>
                <a:lnTo>
                  <a:pt x="783771" y="254471"/>
                </a:lnTo>
                <a:lnTo>
                  <a:pt x="914400" y="296883"/>
                </a:lnTo>
                <a:lnTo>
                  <a:pt x="1045028" y="339295"/>
                </a:lnTo>
                <a:lnTo>
                  <a:pt x="1175657" y="381707"/>
                </a:lnTo>
                <a:lnTo>
                  <a:pt x="1306285" y="424118"/>
                </a:lnTo>
                <a:lnTo>
                  <a:pt x="1436914" y="466530"/>
                </a:lnTo>
                <a:lnTo>
                  <a:pt x="1567542" y="508942"/>
                </a:lnTo>
                <a:lnTo>
                  <a:pt x="1698171" y="551354"/>
                </a:lnTo>
                <a:lnTo>
                  <a:pt x="1828800" y="593766"/>
                </a:lnTo>
                <a:lnTo>
                  <a:pt x="1959428" y="636178"/>
                </a:lnTo>
                <a:lnTo>
                  <a:pt x="2090057" y="678590"/>
                </a:lnTo>
                <a:lnTo>
                  <a:pt x="2220685" y="721002"/>
                </a:lnTo>
                <a:lnTo>
                  <a:pt x="2351314" y="763413"/>
                </a:lnTo>
                <a:lnTo>
                  <a:pt x="2481942" y="805825"/>
                </a:lnTo>
                <a:lnTo>
                  <a:pt x="2612571" y="848237"/>
                </a:lnTo>
                <a:lnTo>
                  <a:pt x="2743200" y="890649"/>
                </a:lnTo>
                <a:lnTo>
                  <a:pt x="2873828" y="933061"/>
                </a:lnTo>
                <a:lnTo>
                  <a:pt x="3004457" y="975473"/>
                </a:lnTo>
                <a:lnTo>
                  <a:pt x="3135085" y="1017885"/>
                </a:lnTo>
                <a:lnTo>
                  <a:pt x="3265714" y="1060297"/>
                </a:lnTo>
                <a:lnTo>
                  <a:pt x="3396342" y="1102708"/>
                </a:lnTo>
                <a:lnTo>
                  <a:pt x="3526971" y="1145120"/>
                </a:lnTo>
                <a:lnTo>
                  <a:pt x="3657600" y="1187532"/>
                </a:lnTo>
                <a:lnTo>
                  <a:pt x="3788228" y="1229944"/>
                </a:lnTo>
                <a:lnTo>
                  <a:pt x="3918857" y="1272356"/>
                </a:lnTo>
                <a:lnTo>
                  <a:pt x="4049485" y="1314768"/>
                </a:lnTo>
                <a:lnTo>
                  <a:pt x="4180114" y="1357180"/>
                </a:lnTo>
                <a:lnTo>
                  <a:pt x="4310742" y="1399592"/>
                </a:lnTo>
                <a:lnTo>
                  <a:pt x="4441371" y="1442003"/>
                </a:lnTo>
                <a:lnTo>
                  <a:pt x="4572000" y="1484415"/>
                </a:lnTo>
                <a:lnTo>
                  <a:pt x="4702628" y="1526827"/>
                </a:lnTo>
                <a:lnTo>
                  <a:pt x="4833257" y="1569239"/>
                </a:lnTo>
                <a:lnTo>
                  <a:pt x="4963885" y="1611651"/>
                </a:lnTo>
                <a:lnTo>
                  <a:pt x="5094514" y="1654063"/>
                </a:lnTo>
                <a:lnTo>
                  <a:pt x="5225142" y="1696475"/>
                </a:lnTo>
                <a:lnTo>
                  <a:pt x="5355771" y="1738887"/>
                </a:lnTo>
                <a:lnTo>
                  <a:pt x="5486400" y="1781298"/>
                </a:lnTo>
                <a:lnTo>
                  <a:pt x="5617028" y="1823710"/>
                </a:lnTo>
                <a:lnTo>
                  <a:pt x="5747657" y="1866122"/>
                </a:lnTo>
                <a:lnTo>
                  <a:pt x="5878285" y="1908534"/>
                </a:lnTo>
                <a:lnTo>
                  <a:pt x="6008914" y="1950946"/>
                </a:lnTo>
                <a:lnTo>
                  <a:pt x="6139542" y="1993358"/>
                </a:lnTo>
                <a:lnTo>
                  <a:pt x="6270171" y="2035770"/>
                </a:lnTo>
                <a:lnTo>
                  <a:pt x="6400800" y="2078182"/>
                </a:lnTo>
              </a:path>
            </a:pathLst>
          </a:custGeom>
          <a:noFill/>
          <a:ln w="406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23 ellipse 40" descr="sci-ppt:o040"/>
          <p:cNvSpPr/>
          <p:nvPr/>
        </p:nvSpPr>
        <p:spPr>
          <a:xfrm>
            <a:off x="1115568" y="287786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23 ellipse 41" descr="sci-ppt:o041"/>
          <p:cNvSpPr/>
          <p:nvPr/>
        </p:nvSpPr>
        <p:spPr>
          <a:xfrm>
            <a:off x="7516368" y="4956048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23 text 42" descr="sci-ppt:o042"/>
          <p:cNvSpPr txBox="1"/>
          <p:nvPr/>
        </p:nvSpPr>
        <p:spPr>
          <a:xfrm>
            <a:off x="3566160" y="3441469"/>
            <a:ext cx="27432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Π(z) = Π₀(1 − z/L)</a:t>
            </a:r>
          </a:p>
        </p:txBody>
      </p:sp>
      <p:sp>
        <p:nvSpPr>
          <p:cNvPr id="45" name="C1-E23 round_rect 43" descr="sci-ppt:o043"/>
          <p:cNvSpPr/>
          <p:nvPr/>
        </p:nvSpPr>
        <p:spPr>
          <a:xfrm>
            <a:off x="8138160" y="1097280"/>
            <a:ext cx="3703320" cy="4206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1-E23 text 44" descr="sci-ppt:o044"/>
          <p:cNvSpPr txBox="1"/>
          <p:nvPr/>
        </p:nvSpPr>
        <p:spPr>
          <a:xfrm>
            <a:off x="8247888" y="1152144"/>
            <a:ext cx="348386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Straight column</a:t>
            </a:r>
          </a:p>
        </p:txBody>
      </p:sp>
      <p:sp>
        <p:nvSpPr>
          <p:cNvPr id="47" name="C1-E23 text 45" descr="sci-ppt:o045"/>
          <p:cNvSpPr txBox="1"/>
          <p:nvPr/>
        </p:nvSpPr>
        <p:spPr>
          <a:xfrm>
            <a:off x="8275320" y="1554480"/>
            <a:ext cx="34747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d²Π/dz² = 0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Π = Π₀ (1 − z/L)</a:t>
            </a:r>
          </a:p>
        </p:txBody>
      </p:sp>
      <p:sp>
        <p:nvSpPr>
          <p:cNvPr id="48" name="C1-E23 text 46" descr="sci-ppt:o046"/>
          <p:cNvSpPr txBox="1"/>
          <p:nvPr/>
        </p:nvSpPr>
        <p:spPr>
          <a:xfrm>
            <a:off x="8275320" y="2331720"/>
            <a:ext cx="34747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Δu_z = −(1/ρ) dΠ/dz = Π₀ / (ρL)</a:t>
            </a:r>
          </a:p>
        </p:txBody>
      </p:sp>
      <p:sp>
        <p:nvSpPr>
          <p:cNvPr id="49" name="C1-E23 text 47" descr="sci-ppt:o047"/>
          <p:cNvSpPr txBox="1"/>
          <p:nvPr/>
        </p:nvSpPr>
        <p:spPr>
          <a:xfrm>
            <a:off x="8275320" y="2926080"/>
            <a:ext cx="34747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With Π₀ = 0.30 Pa·s, ρ = 1000 kg/m³, L =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100 µm:</a:t>
            </a:r>
          </a:p>
        </p:txBody>
      </p:sp>
      <p:sp>
        <p:nvSpPr>
          <p:cNvPr id="50" name="C1-E23 text 48" descr="sci-ppt:o048"/>
          <p:cNvSpPr txBox="1"/>
          <p:nvPr/>
        </p:nvSpPr>
        <p:spPr>
          <a:xfrm>
            <a:off x="8275320" y="3429000"/>
            <a:ext cx="3474720" cy="30911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B880"/>
                </a:solidFill>
                <a:latin typeface="Arial"/>
              </a:rPr>
              <a:t>Δu_z = 3.0 m/s</a:t>
            </a:r>
          </a:p>
        </p:txBody>
      </p:sp>
      <p:sp>
        <p:nvSpPr>
          <p:cNvPr id="51" name="C1-E23 text 49" descr="sci-ppt:o049"/>
          <p:cNvSpPr txBox="1"/>
          <p:nvPr/>
        </p:nvSpPr>
        <p:spPr>
          <a:xfrm>
            <a:off x="8275320" y="4023360"/>
            <a:ext cx="347472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impulse drops linearly, so every slice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gets the same velocity change toward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outlet.</a:t>
            </a:r>
          </a:p>
        </p:txBody>
      </p:sp>
      <p:sp>
        <p:nvSpPr>
          <p:cNvPr id="52" name="C1-E23 text 50" descr="sci-ppt:o050"/>
          <p:cNvSpPr txBox="1"/>
          <p:nvPr/>
        </p:nvSpPr>
        <p:spPr>
          <a:xfrm>
            <a:off x="457200" y="5669280"/>
            <a:ext cx="1133856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A constant gradient means uniform acceleration: the whole column leaves the driven end as one plug.</a:t>
            </a:r>
          </a:p>
        </p:txBody>
      </p:sp>
      <p:sp>
        <p:nvSpPr>
          <p:cNvPr id="53" name="C1-E23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Boundary values Π(0) = Π₀, Π(L) = 0 (Eq. C1-E23).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C1-E24 · Declared impulse calculation and applicability diagnostics</a:t>
            </a:r>
          </a:p>
        </p:txBody>
      </p:sp>
      <p:sp>
        <p:nvSpPr>
          <p:cNvPr id="3" name="C1-E24 text 1" descr="sci-ppt:o001"/>
          <p:cNvSpPr txBox="1"/>
          <p:nvPr/>
        </p:nvSpPr>
        <p:spPr>
          <a:xfrm>
            <a:off x="457200" y="914400"/>
            <a:ext cx="112471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Time scales of the declared impulse case (log axis, µs)</a:t>
            </a:r>
          </a:p>
        </p:txBody>
      </p:sp>
      <p:cxnSp>
        <p:nvCxnSpPr>
          <p:cNvPr id="4" name="C1-E24 line 2" descr="sci-ppt:o002"/>
          <p:cNvCxnSpPr/>
          <p:nvPr/>
        </p:nvCxnSpPr>
        <p:spPr>
          <a:xfrm>
            <a:off x="914400" y="3108960"/>
            <a:ext cx="103327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C1-E24 line 3" descr="sci-ppt:o003"/>
          <p:cNvCxnSpPr/>
          <p:nvPr/>
        </p:nvCxnSpPr>
        <p:spPr>
          <a:xfrm>
            <a:off x="91440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6" name="C1-E24 text 4" descr="sci-ppt:o004"/>
          <p:cNvSpPr txBox="1"/>
          <p:nvPr/>
        </p:nvSpPr>
        <p:spPr>
          <a:xfrm>
            <a:off x="45720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10⁻²</a:t>
            </a:r>
          </a:p>
        </p:txBody>
      </p:sp>
      <p:cxnSp>
        <p:nvCxnSpPr>
          <p:cNvPr id="7" name="C1-E24 line 5" descr="sci-ppt:o005"/>
          <p:cNvCxnSpPr/>
          <p:nvPr/>
        </p:nvCxnSpPr>
        <p:spPr>
          <a:xfrm>
            <a:off x="2390502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8" name="C1-E24 text 6" descr="sci-ppt:o006"/>
          <p:cNvSpPr txBox="1"/>
          <p:nvPr/>
        </p:nvSpPr>
        <p:spPr>
          <a:xfrm>
            <a:off x="1933302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10⁻¹</a:t>
            </a:r>
          </a:p>
        </p:txBody>
      </p:sp>
      <p:cxnSp>
        <p:nvCxnSpPr>
          <p:cNvPr id="9" name="C1-E24 line 7" descr="sci-ppt:o007"/>
          <p:cNvCxnSpPr/>
          <p:nvPr/>
        </p:nvCxnSpPr>
        <p:spPr>
          <a:xfrm>
            <a:off x="3866605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0" name="C1-E24 text 8" descr="sci-ppt:o008"/>
          <p:cNvSpPr txBox="1"/>
          <p:nvPr/>
        </p:nvSpPr>
        <p:spPr>
          <a:xfrm>
            <a:off x="3409405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10⁰</a:t>
            </a:r>
          </a:p>
        </p:txBody>
      </p:sp>
      <p:cxnSp>
        <p:nvCxnSpPr>
          <p:cNvPr id="11" name="C1-E24 line 9" descr="sci-ppt:o009"/>
          <p:cNvCxnSpPr/>
          <p:nvPr/>
        </p:nvCxnSpPr>
        <p:spPr>
          <a:xfrm>
            <a:off x="5342708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2" name="C1-E24 text 10" descr="sci-ppt:o010"/>
          <p:cNvSpPr txBox="1"/>
          <p:nvPr/>
        </p:nvSpPr>
        <p:spPr>
          <a:xfrm>
            <a:off x="4885508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10¹</a:t>
            </a:r>
          </a:p>
        </p:txBody>
      </p:sp>
      <p:cxnSp>
        <p:nvCxnSpPr>
          <p:cNvPr id="13" name="C1-E24 line 11" descr="sci-ppt:o011"/>
          <p:cNvCxnSpPr/>
          <p:nvPr/>
        </p:nvCxnSpPr>
        <p:spPr>
          <a:xfrm>
            <a:off x="6818811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4" name="C1-E24 text 12" descr="sci-ppt:o012"/>
          <p:cNvSpPr txBox="1"/>
          <p:nvPr/>
        </p:nvSpPr>
        <p:spPr>
          <a:xfrm>
            <a:off x="6361611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10²</a:t>
            </a:r>
          </a:p>
        </p:txBody>
      </p:sp>
      <p:cxnSp>
        <p:nvCxnSpPr>
          <p:cNvPr id="15" name="C1-E24 line 13" descr="sci-ppt:o013"/>
          <p:cNvCxnSpPr/>
          <p:nvPr/>
        </p:nvCxnSpPr>
        <p:spPr>
          <a:xfrm>
            <a:off x="8294914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6" name="C1-E24 text 14" descr="sci-ppt:o014"/>
          <p:cNvSpPr txBox="1"/>
          <p:nvPr/>
        </p:nvSpPr>
        <p:spPr>
          <a:xfrm>
            <a:off x="7837714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10³</a:t>
            </a:r>
          </a:p>
        </p:txBody>
      </p:sp>
      <p:cxnSp>
        <p:nvCxnSpPr>
          <p:cNvPr id="17" name="C1-E24 line 15" descr="sci-ppt:o015"/>
          <p:cNvCxnSpPr/>
          <p:nvPr/>
        </p:nvCxnSpPr>
        <p:spPr>
          <a:xfrm>
            <a:off x="9771017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8" name="C1-E24 text 16" descr="sci-ppt:o016"/>
          <p:cNvSpPr txBox="1"/>
          <p:nvPr/>
        </p:nvSpPr>
        <p:spPr>
          <a:xfrm>
            <a:off x="9313817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10⁴</a:t>
            </a:r>
          </a:p>
        </p:txBody>
      </p:sp>
      <p:cxnSp>
        <p:nvCxnSpPr>
          <p:cNvPr id="19" name="C1-E24 line 17" descr="sci-ppt:o017"/>
          <p:cNvCxnSpPr/>
          <p:nvPr/>
        </p:nvCxnSpPr>
        <p:spPr>
          <a:xfrm>
            <a:off x="1124712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20" name="C1-E24 text 18" descr="sci-ppt:o018"/>
          <p:cNvSpPr txBox="1"/>
          <p:nvPr/>
        </p:nvSpPr>
        <p:spPr>
          <a:xfrm>
            <a:off x="1078992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10⁵</a:t>
            </a:r>
          </a:p>
        </p:txBody>
      </p:sp>
      <p:cxnSp>
        <p:nvCxnSpPr>
          <p:cNvPr id="21" name="C1-E24 line 19" descr="sci-ppt:o019"/>
          <p:cNvCxnSpPr/>
          <p:nvPr/>
        </p:nvCxnSpPr>
        <p:spPr>
          <a:xfrm flipV="1">
            <a:off x="2130894" y="2834640"/>
            <a:ext cx="0" cy="274320"/>
          </a:xfrm>
          <a:prstGeom prst="line">
            <a:avLst/>
          </a:prstGeom>
          <a:ln w="27940">
            <a:solidFill>
              <a:srgbClr val="7FC8F8"/>
            </a:solidFill>
          </a:ln>
          <a:effectLst/>
        </p:spPr>
      </p:cxnSp>
      <p:sp>
        <p:nvSpPr>
          <p:cNvPr id="22" name="C1-E24 ellipse 20" descr="sci-ppt:o020"/>
          <p:cNvSpPr/>
          <p:nvPr/>
        </p:nvSpPr>
        <p:spPr>
          <a:xfrm>
            <a:off x="2048598" y="3026664"/>
            <a:ext cx="164592" cy="16459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24 text 21" descr="sci-ppt:o021"/>
          <p:cNvSpPr txBox="1"/>
          <p:nvPr/>
        </p:nvSpPr>
        <p:spPr>
          <a:xfrm>
            <a:off x="1033614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acoustic crossing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tₐ = L/c = 0.067 µs</a:t>
            </a:r>
          </a:p>
        </p:txBody>
      </p:sp>
      <p:cxnSp>
        <p:nvCxnSpPr>
          <p:cNvPr id="24" name="C1-E24 line 22" descr="sci-ppt:o022"/>
          <p:cNvCxnSpPr/>
          <p:nvPr/>
        </p:nvCxnSpPr>
        <p:spPr>
          <a:xfrm flipV="1">
            <a:off x="3422254" y="2103120"/>
            <a:ext cx="0" cy="100584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sp>
        <p:nvSpPr>
          <p:cNvPr id="25" name="C1-E24 ellipse 23" descr="sci-ppt:o023"/>
          <p:cNvSpPr/>
          <p:nvPr/>
        </p:nvSpPr>
        <p:spPr>
          <a:xfrm>
            <a:off x="3339958" y="3026664"/>
            <a:ext cx="164592" cy="16459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4 text 24" descr="sci-ppt:o024"/>
          <p:cNvSpPr txBox="1"/>
          <p:nvPr/>
        </p:nvSpPr>
        <p:spPr>
          <a:xfrm>
            <a:off x="2324974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pulse duration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τ = 0.5 µs</a:t>
            </a:r>
          </a:p>
        </p:txBody>
      </p:sp>
      <p:cxnSp>
        <p:nvCxnSpPr>
          <p:cNvPr id="27" name="C1-E24 line 25" descr="sci-ppt:o025"/>
          <p:cNvCxnSpPr/>
          <p:nvPr/>
        </p:nvCxnSpPr>
        <p:spPr>
          <a:xfrm flipV="1">
            <a:off x="6113889" y="2834640"/>
            <a:ext cx="0" cy="274320"/>
          </a:xfrm>
          <a:prstGeom prst="line">
            <a:avLst/>
          </a:prstGeom>
          <a:ln w="27940">
            <a:solidFill>
              <a:srgbClr val="F2B880"/>
            </a:solidFill>
          </a:ln>
          <a:effectLst/>
        </p:spPr>
      </p:cxnSp>
      <p:sp>
        <p:nvSpPr>
          <p:cNvPr id="28" name="C1-E24 ellipse 26" descr="sci-ppt:o026"/>
          <p:cNvSpPr/>
          <p:nvPr/>
        </p:nvSpPr>
        <p:spPr>
          <a:xfrm>
            <a:off x="6031593" y="3026664"/>
            <a:ext cx="164592" cy="16459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24 text 27" descr="sci-ppt:o027"/>
          <p:cNvSpPr txBox="1"/>
          <p:nvPr/>
        </p:nvSpPr>
        <p:spPr>
          <a:xfrm>
            <a:off x="5016609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convective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L/U = 33 µs</a:t>
            </a:r>
          </a:p>
        </p:txBody>
      </p:sp>
      <p:cxnSp>
        <p:nvCxnSpPr>
          <p:cNvPr id="30" name="C1-E24 line 28" descr="sci-ppt:o028"/>
          <p:cNvCxnSpPr/>
          <p:nvPr/>
        </p:nvCxnSpPr>
        <p:spPr>
          <a:xfrm flipV="1">
            <a:off x="9771017" y="2103120"/>
            <a:ext cx="0" cy="1005840"/>
          </a:xfrm>
          <a:prstGeom prst="line">
            <a:avLst/>
          </a:prstGeom>
          <a:ln w="27940">
            <a:solidFill>
              <a:srgbClr val="F28BA0"/>
            </a:solidFill>
          </a:ln>
          <a:effectLst/>
        </p:spPr>
      </p:cxnSp>
      <p:sp>
        <p:nvSpPr>
          <p:cNvPr id="31" name="C1-E24 ellipse 29" descr="sci-ppt:o029"/>
          <p:cNvSpPr/>
          <p:nvPr/>
        </p:nvSpPr>
        <p:spPr>
          <a:xfrm>
            <a:off x="9688721" y="302666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4 text 30" descr="sci-ppt:o030"/>
          <p:cNvSpPr txBox="1"/>
          <p:nvPr/>
        </p:nvSpPr>
        <p:spPr>
          <a:xfrm>
            <a:off x="8673737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viscous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L²/ν = 10 ms</a:t>
            </a:r>
          </a:p>
        </p:txBody>
      </p:sp>
      <p:sp>
        <p:nvSpPr>
          <p:cNvPr id="33" name="C1-E24 text 31" descr="sci-ppt:o031"/>
          <p:cNvSpPr txBox="1"/>
          <p:nvPr/>
        </p:nvSpPr>
        <p:spPr>
          <a:xfrm>
            <a:off x="914400" y="3749039"/>
            <a:ext cx="103327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Ratios of the declared case</a:t>
            </a:r>
          </a:p>
        </p:txBody>
      </p:sp>
      <p:sp>
        <p:nvSpPr>
          <p:cNvPr id="34" name="C1-E24 round_rect 32" descr="sci-ppt:o032"/>
          <p:cNvSpPr/>
          <p:nvPr/>
        </p:nvSpPr>
        <p:spPr>
          <a:xfrm>
            <a:off x="91440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1-E24 text 33" descr="sci-ppt:o033"/>
          <p:cNvSpPr txBox="1"/>
          <p:nvPr/>
        </p:nvSpPr>
        <p:spPr>
          <a:xfrm>
            <a:off x="1005840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Uτ/L = 0.015</a:t>
            </a:r>
          </a:p>
        </p:txBody>
      </p:sp>
      <p:sp>
        <p:nvSpPr>
          <p:cNvPr id="36" name="C1-E24 text 34" descr="sci-ppt:o034"/>
          <p:cNvSpPr txBox="1"/>
          <p:nvPr/>
        </p:nvSpPr>
        <p:spPr>
          <a:xfrm>
            <a:off x="1005840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convective time ✓</a:t>
            </a:r>
          </a:p>
        </p:txBody>
      </p:sp>
      <p:sp>
        <p:nvSpPr>
          <p:cNvPr id="37" name="C1-E24 round_rect 35" descr="sci-ppt:o035"/>
          <p:cNvSpPr/>
          <p:nvPr/>
        </p:nvSpPr>
        <p:spPr>
          <a:xfrm>
            <a:off x="443484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24 text 36" descr="sci-ppt:o036"/>
          <p:cNvSpPr txBox="1"/>
          <p:nvPr/>
        </p:nvSpPr>
        <p:spPr>
          <a:xfrm>
            <a:off x="452627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8BA0"/>
                </a:solidFill>
                <a:latin typeface="Arial"/>
              </a:rPr>
              <a:t>ντ/L² = 5×10⁻⁵</a:t>
            </a:r>
          </a:p>
        </p:txBody>
      </p:sp>
      <p:sp>
        <p:nvSpPr>
          <p:cNvPr id="39" name="C1-E24 text 37" descr="sci-ppt:o037"/>
          <p:cNvSpPr txBox="1"/>
          <p:nvPr/>
        </p:nvSpPr>
        <p:spPr>
          <a:xfrm>
            <a:off x="4526279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viscous time ✓</a:t>
            </a:r>
          </a:p>
        </p:txBody>
      </p:sp>
      <p:sp>
        <p:nvSpPr>
          <p:cNvPr id="40" name="C1-E24 round_rect 38" descr="sci-ppt:o038"/>
          <p:cNvSpPr/>
          <p:nvPr/>
        </p:nvSpPr>
        <p:spPr>
          <a:xfrm>
            <a:off x="7955279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24 text 39" descr="sci-ppt:o039"/>
          <p:cNvSpPr txBox="1"/>
          <p:nvPr/>
        </p:nvSpPr>
        <p:spPr>
          <a:xfrm>
            <a:off x="804671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FC8F8"/>
                </a:solidFill>
                <a:latin typeface="Arial"/>
              </a:rPr>
              <a:t>τ / tₐ = 7.5</a:t>
            </a:r>
          </a:p>
        </p:txBody>
      </p:sp>
      <p:sp>
        <p:nvSpPr>
          <p:cNvPr id="42" name="C1-E24 text 40" descr="sci-ppt:o040"/>
          <p:cNvSpPr txBox="1"/>
          <p:nvPr/>
        </p:nvSpPr>
        <p:spPr>
          <a:xfrm>
            <a:off x="8046719" y="4617720"/>
            <a:ext cx="310896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is longer than the acoustic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crossing, so pressure equalises along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column</a:t>
            </a:r>
          </a:p>
        </p:txBody>
      </p:sp>
      <p:sp>
        <p:nvSpPr>
          <p:cNvPr id="43" name="C1-E24 text 41" descr="sci-ppt:o041"/>
          <p:cNvSpPr txBox="1"/>
          <p:nvPr/>
        </p:nvSpPr>
        <p:spPr>
          <a:xfrm>
            <a:off x="457200" y="5806440"/>
            <a:ext cx="112471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Pressure impulse (Pa·s) and acoustic time (s) are different quantities: one measures the load delivered, the other how fast pressure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communicates.</a:t>
            </a:r>
          </a:p>
        </p:txBody>
      </p:sp>
      <p:sp>
        <p:nvSpPr>
          <p:cNvPr id="44" name="C1-E24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Π₀ = Δpτ = 0.60 MPa × 0.50 µs = 0.30 Pa·s; U = 3.0 m/s; c = 1500 m/s; L = 100 µm; ν = 10⁻⁶ m²/s.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C1-E25 · Geometry definition and exact symmetry identity</a:t>
            </a:r>
          </a:p>
        </p:txBody>
      </p:sp>
      <p:sp>
        <p:nvSpPr>
          <p:cNvPr id="3" name="C1-E25 round_rect 1" descr="sci-ppt:o001"/>
          <p:cNvSpPr/>
          <p:nvPr/>
        </p:nvSpPr>
        <p:spPr>
          <a:xfrm>
            <a:off x="365760" y="914400"/>
            <a:ext cx="40233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5 text 2" descr="sci-ppt:o002"/>
          <p:cNvSpPr txBox="1"/>
          <p:nvPr/>
        </p:nvSpPr>
        <p:spPr>
          <a:xfrm>
            <a:off x="475488" y="969264"/>
            <a:ext cx="3803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Perfect symmetry picks no direction</a:t>
            </a:r>
          </a:p>
        </p:txBody>
      </p:sp>
      <p:sp>
        <p:nvSpPr>
          <p:cNvPr id="5" name="C1-E25 ellipse 3" descr="sci-ppt:o003"/>
          <p:cNvSpPr/>
          <p:nvPr/>
        </p:nvSpPr>
        <p:spPr>
          <a:xfrm>
            <a:off x="1554480" y="2560320"/>
            <a:ext cx="1645920" cy="164592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1-E25 arrow 4" descr="sci-ppt:o004"/>
          <p:cNvCxnSpPr/>
          <p:nvPr/>
        </p:nvCxnSpPr>
        <p:spPr>
          <a:xfrm>
            <a:off x="3246120" y="3383280"/>
            <a:ext cx="54864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1-E25 arrow 5" descr="sci-ppt:o005"/>
          <p:cNvCxnSpPr/>
          <p:nvPr/>
        </p:nvCxnSpPr>
        <p:spPr>
          <a:xfrm flipV="1">
            <a:off x="3129738" y="2674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5 arrow 6" descr="sci-ppt:o006"/>
          <p:cNvCxnSpPr/>
          <p:nvPr/>
        </p:nvCxnSpPr>
        <p:spPr>
          <a:xfrm flipV="1">
            <a:off x="2811780" y="2155844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5 arrow 7" descr="sci-ppt:o007"/>
          <p:cNvCxnSpPr/>
          <p:nvPr/>
        </p:nvCxnSpPr>
        <p:spPr>
          <a:xfrm flipV="1">
            <a:off x="2377440" y="1965960"/>
            <a:ext cx="0" cy="54864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5 arrow 8" descr="sci-ppt:o008"/>
          <p:cNvCxnSpPr/>
          <p:nvPr/>
        </p:nvCxnSpPr>
        <p:spPr>
          <a:xfrm flipH="1" flipV="1">
            <a:off x="1668780" y="2155844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5 arrow 9" descr="sci-ppt:o009"/>
          <p:cNvCxnSpPr/>
          <p:nvPr/>
        </p:nvCxnSpPr>
        <p:spPr>
          <a:xfrm flipH="1" flipV="1">
            <a:off x="1150004" y="2674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1-E25 arrow 10" descr="sci-ppt:o010"/>
          <p:cNvCxnSpPr/>
          <p:nvPr/>
        </p:nvCxnSpPr>
        <p:spPr>
          <a:xfrm flipH="1">
            <a:off x="960120" y="3383280"/>
            <a:ext cx="54864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1-E25 arrow 11" descr="sci-ppt:o011"/>
          <p:cNvCxnSpPr/>
          <p:nvPr/>
        </p:nvCxnSpPr>
        <p:spPr>
          <a:xfrm flipH="1">
            <a:off x="1150004" y="3817620"/>
            <a:ext cx="475137" cy="274319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4" name="C1-E25 arrow 12" descr="sci-ppt:o012"/>
          <p:cNvCxnSpPr/>
          <p:nvPr/>
        </p:nvCxnSpPr>
        <p:spPr>
          <a:xfrm flipH="1">
            <a:off x="1668779" y="4135578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5" name="C1-E25 arrow 13" descr="sci-ppt:o013"/>
          <p:cNvCxnSpPr/>
          <p:nvPr/>
        </p:nvCxnSpPr>
        <p:spPr>
          <a:xfrm flipH="1">
            <a:off x="2377439" y="4251960"/>
            <a:ext cx="1" cy="54864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6" name="C1-E25 arrow 14" descr="sci-ppt:o014"/>
          <p:cNvCxnSpPr/>
          <p:nvPr/>
        </p:nvCxnSpPr>
        <p:spPr>
          <a:xfrm>
            <a:off x="2811780" y="4135578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25 arrow 15" descr="sci-ppt:o015"/>
          <p:cNvCxnSpPr/>
          <p:nvPr/>
        </p:nvCxnSpPr>
        <p:spPr>
          <a:xfrm>
            <a:off x="3129738" y="3817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25 text 16" descr="sci-ppt:o016"/>
          <p:cNvSpPr txBox="1"/>
          <p:nvPr/>
        </p:nvSpPr>
        <p:spPr>
          <a:xfrm>
            <a:off x="502920" y="502920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∮ eᵣ dΩ = 0: outward unit vectors cancel in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pairs, so a lone sphere has no preferred jet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direction.</a:t>
            </a:r>
          </a:p>
        </p:txBody>
      </p:sp>
      <p:sp>
        <p:nvSpPr>
          <p:cNvPr id="19" name="C1-E25 rect 17" descr="sci-ppt:o017"/>
          <p:cNvSpPr/>
          <p:nvPr/>
        </p:nvSpPr>
        <p:spPr>
          <a:xfrm>
            <a:off x="4754880" y="5486400"/>
            <a:ext cx="7040880" cy="256032"/>
          </a:xfrm>
          <a:prstGeom prst="rect">
            <a:avLst/>
          </a:prstGeom>
          <a:solidFill>
            <a:srgbClr val="3A5362"/>
          </a:solidFill>
          <a:ln w="1651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1-E25 line 18" descr="sci-ppt:o018"/>
          <p:cNvCxnSpPr/>
          <p:nvPr/>
        </p:nvCxnSpPr>
        <p:spPr>
          <a:xfrm>
            <a:off x="4846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5 line 19" descr="sci-ppt:o019"/>
          <p:cNvCxnSpPr/>
          <p:nvPr/>
        </p:nvCxnSpPr>
        <p:spPr>
          <a:xfrm>
            <a:off x="5074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5 line 20" descr="sci-ppt:o020"/>
          <p:cNvCxnSpPr/>
          <p:nvPr/>
        </p:nvCxnSpPr>
        <p:spPr>
          <a:xfrm>
            <a:off x="5303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1-E25 line 21" descr="sci-ppt:o021"/>
          <p:cNvCxnSpPr/>
          <p:nvPr/>
        </p:nvCxnSpPr>
        <p:spPr>
          <a:xfrm>
            <a:off x="5532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25 line 22" descr="sci-ppt:o022"/>
          <p:cNvCxnSpPr/>
          <p:nvPr/>
        </p:nvCxnSpPr>
        <p:spPr>
          <a:xfrm>
            <a:off x="5760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5 line 23" descr="sci-ppt:o023"/>
          <p:cNvCxnSpPr/>
          <p:nvPr/>
        </p:nvCxnSpPr>
        <p:spPr>
          <a:xfrm>
            <a:off x="5989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1-E25 line 24" descr="sci-ppt:o024"/>
          <p:cNvCxnSpPr/>
          <p:nvPr/>
        </p:nvCxnSpPr>
        <p:spPr>
          <a:xfrm>
            <a:off x="6217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25 line 25" descr="sci-ppt:o025"/>
          <p:cNvCxnSpPr/>
          <p:nvPr/>
        </p:nvCxnSpPr>
        <p:spPr>
          <a:xfrm>
            <a:off x="6446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5 line 26" descr="sci-ppt:o026"/>
          <p:cNvCxnSpPr/>
          <p:nvPr/>
        </p:nvCxnSpPr>
        <p:spPr>
          <a:xfrm>
            <a:off x="6675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1-E25 line 27" descr="sci-ppt:o027"/>
          <p:cNvCxnSpPr/>
          <p:nvPr/>
        </p:nvCxnSpPr>
        <p:spPr>
          <a:xfrm>
            <a:off x="6903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25 line 28" descr="sci-ppt:o028"/>
          <p:cNvCxnSpPr/>
          <p:nvPr/>
        </p:nvCxnSpPr>
        <p:spPr>
          <a:xfrm>
            <a:off x="7132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25 line 29" descr="sci-ppt:o029"/>
          <p:cNvCxnSpPr/>
          <p:nvPr/>
        </p:nvCxnSpPr>
        <p:spPr>
          <a:xfrm>
            <a:off x="73609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1-E25 line 30" descr="sci-ppt:o030"/>
          <p:cNvCxnSpPr/>
          <p:nvPr/>
        </p:nvCxnSpPr>
        <p:spPr>
          <a:xfrm>
            <a:off x="75895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25 line 31" descr="sci-ppt:o031"/>
          <p:cNvCxnSpPr/>
          <p:nvPr/>
        </p:nvCxnSpPr>
        <p:spPr>
          <a:xfrm>
            <a:off x="78181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25 line 32" descr="sci-ppt:o032"/>
          <p:cNvCxnSpPr/>
          <p:nvPr/>
        </p:nvCxnSpPr>
        <p:spPr>
          <a:xfrm>
            <a:off x="80467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25 line 33" descr="sci-ppt:o033"/>
          <p:cNvCxnSpPr/>
          <p:nvPr/>
        </p:nvCxnSpPr>
        <p:spPr>
          <a:xfrm>
            <a:off x="8275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25 line 34" descr="sci-ppt:o034"/>
          <p:cNvCxnSpPr/>
          <p:nvPr/>
        </p:nvCxnSpPr>
        <p:spPr>
          <a:xfrm>
            <a:off x="8503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1-E25 line 35" descr="sci-ppt:o035"/>
          <p:cNvCxnSpPr/>
          <p:nvPr/>
        </p:nvCxnSpPr>
        <p:spPr>
          <a:xfrm>
            <a:off x="8732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25 line 36" descr="sci-ppt:o036"/>
          <p:cNvCxnSpPr/>
          <p:nvPr/>
        </p:nvCxnSpPr>
        <p:spPr>
          <a:xfrm>
            <a:off x="8961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25 line 37" descr="sci-ppt:o037"/>
          <p:cNvCxnSpPr/>
          <p:nvPr/>
        </p:nvCxnSpPr>
        <p:spPr>
          <a:xfrm>
            <a:off x="9189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1-E25 line 38" descr="sci-ppt:o038"/>
          <p:cNvCxnSpPr/>
          <p:nvPr/>
        </p:nvCxnSpPr>
        <p:spPr>
          <a:xfrm>
            <a:off x="9418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25 line 39" descr="sci-ppt:o039"/>
          <p:cNvCxnSpPr/>
          <p:nvPr/>
        </p:nvCxnSpPr>
        <p:spPr>
          <a:xfrm>
            <a:off x="9646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25 line 40" descr="sci-ppt:o040"/>
          <p:cNvCxnSpPr/>
          <p:nvPr/>
        </p:nvCxnSpPr>
        <p:spPr>
          <a:xfrm>
            <a:off x="9875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1-E25 line 41" descr="sci-ppt:o041"/>
          <p:cNvCxnSpPr/>
          <p:nvPr/>
        </p:nvCxnSpPr>
        <p:spPr>
          <a:xfrm>
            <a:off x="10104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25 line 42" descr="sci-ppt:o042"/>
          <p:cNvCxnSpPr/>
          <p:nvPr/>
        </p:nvCxnSpPr>
        <p:spPr>
          <a:xfrm>
            <a:off x="10332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25 line 43" descr="sci-ppt:o043"/>
          <p:cNvCxnSpPr/>
          <p:nvPr/>
        </p:nvCxnSpPr>
        <p:spPr>
          <a:xfrm>
            <a:off x="10561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25 line 44" descr="sci-ppt:o044"/>
          <p:cNvCxnSpPr/>
          <p:nvPr/>
        </p:nvCxnSpPr>
        <p:spPr>
          <a:xfrm>
            <a:off x="10789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7" name="C1-E25 line 45" descr="sci-ppt:o045"/>
          <p:cNvCxnSpPr/>
          <p:nvPr/>
        </p:nvCxnSpPr>
        <p:spPr>
          <a:xfrm>
            <a:off x="11018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25 line 46" descr="sci-ppt:o046"/>
          <p:cNvCxnSpPr/>
          <p:nvPr/>
        </p:nvCxnSpPr>
        <p:spPr>
          <a:xfrm>
            <a:off x="11247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25 line 47" descr="sci-ppt:o047"/>
          <p:cNvCxnSpPr/>
          <p:nvPr/>
        </p:nvCxnSpPr>
        <p:spPr>
          <a:xfrm>
            <a:off x="11475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0" name="C1-E25 text 48" descr="sci-ppt:o048"/>
          <p:cNvSpPr txBox="1"/>
          <p:nvPr/>
        </p:nvSpPr>
        <p:spPr>
          <a:xfrm>
            <a:off x="4754880" y="914400"/>
            <a:ext cx="70408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Stand-off γ = h / Rₘₐₓ locates the boundary</a:t>
            </a:r>
          </a:p>
        </p:txBody>
      </p:sp>
      <p:sp>
        <p:nvSpPr>
          <p:cNvPr id="51" name="C1-E25 ellipse 49" descr="sci-ppt:o049"/>
          <p:cNvSpPr/>
          <p:nvPr/>
        </p:nvSpPr>
        <p:spPr>
          <a:xfrm>
            <a:off x="5257800" y="4123944"/>
            <a:ext cx="1188720" cy="1188720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1-E25 line 50" descr="sci-ppt:o050"/>
          <p:cNvCxnSpPr/>
          <p:nvPr/>
        </p:nvCxnSpPr>
        <p:spPr>
          <a:xfrm>
            <a:off x="5852160" y="4718304"/>
            <a:ext cx="0" cy="768096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53" name="C1-E25 line 51" descr="sci-ppt:o051"/>
          <p:cNvCxnSpPr/>
          <p:nvPr/>
        </p:nvCxnSpPr>
        <p:spPr>
          <a:xfrm>
            <a:off x="6583680" y="4718304"/>
            <a:ext cx="0" cy="76809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54" name="C1-E25 line 52" descr="sci-ppt:o052"/>
          <p:cNvCxnSpPr/>
          <p:nvPr/>
        </p:nvCxnSpPr>
        <p:spPr>
          <a:xfrm flipH="1">
            <a:off x="6519672" y="4718304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55" name="C1-E25 line 53" descr="sci-ppt:o053"/>
          <p:cNvCxnSpPr/>
          <p:nvPr/>
        </p:nvCxnSpPr>
        <p:spPr>
          <a:xfrm flipH="1">
            <a:off x="6519672" y="5486400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56" name="C1-E25 text 54" descr="sci-ppt:o054"/>
          <p:cNvSpPr txBox="1"/>
          <p:nvPr/>
        </p:nvSpPr>
        <p:spPr>
          <a:xfrm>
            <a:off x="5486400" y="5018532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7" name="C1-E25 text 55" descr="sci-ppt:o055"/>
          <p:cNvSpPr txBox="1"/>
          <p:nvPr/>
        </p:nvSpPr>
        <p:spPr>
          <a:xfrm>
            <a:off x="6693408" y="5010912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0.6 Rₘₐₓ</a:t>
            </a:r>
          </a:p>
        </p:txBody>
      </p:sp>
      <p:sp>
        <p:nvSpPr>
          <p:cNvPr id="58" name="C1-E25 text 56" descr="sci-ppt:o056"/>
          <p:cNvSpPr txBox="1"/>
          <p:nvPr/>
        </p:nvSpPr>
        <p:spPr>
          <a:xfrm>
            <a:off x="5120640" y="3712463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0.6</a:t>
            </a:r>
          </a:p>
        </p:txBody>
      </p:sp>
      <p:sp>
        <p:nvSpPr>
          <p:cNvPr id="59" name="C1-E25 ellipse 57" descr="sci-ppt:o057"/>
          <p:cNvSpPr/>
          <p:nvPr/>
        </p:nvSpPr>
        <p:spPr>
          <a:xfrm>
            <a:off x="7694675" y="3568903"/>
            <a:ext cx="1069848" cy="1069848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1-E25 line 58" descr="sci-ppt:o058"/>
          <p:cNvCxnSpPr/>
          <p:nvPr/>
        </p:nvCxnSpPr>
        <p:spPr>
          <a:xfrm>
            <a:off x="8229600" y="4103827"/>
            <a:ext cx="0" cy="1382573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61" name="C1-E25 line 59" descr="sci-ppt:o059"/>
          <p:cNvCxnSpPr/>
          <p:nvPr/>
        </p:nvCxnSpPr>
        <p:spPr>
          <a:xfrm>
            <a:off x="8887968" y="4103827"/>
            <a:ext cx="0" cy="1382573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62" name="C1-E25 line 60" descr="sci-ppt:o060"/>
          <p:cNvCxnSpPr/>
          <p:nvPr/>
        </p:nvCxnSpPr>
        <p:spPr>
          <a:xfrm flipH="1">
            <a:off x="8823960" y="4103827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63" name="C1-E25 line 61" descr="sci-ppt:o061"/>
          <p:cNvCxnSpPr/>
          <p:nvPr/>
        </p:nvCxnSpPr>
        <p:spPr>
          <a:xfrm flipH="1">
            <a:off x="8823960" y="5486400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64" name="C1-E25 text 62" descr="sci-ppt:o062"/>
          <p:cNvSpPr txBox="1"/>
          <p:nvPr/>
        </p:nvSpPr>
        <p:spPr>
          <a:xfrm>
            <a:off x="7790688" y="4711293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" name="C1-E25 text 63" descr="sci-ppt:o063"/>
          <p:cNvSpPr txBox="1"/>
          <p:nvPr/>
        </p:nvSpPr>
        <p:spPr>
          <a:xfrm>
            <a:off x="8997696" y="4703673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1.2 Rₘₐₓ</a:t>
            </a:r>
          </a:p>
        </p:txBody>
      </p:sp>
      <p:sp>
        <p:nvSpPr>
          <p:cNvPr id="66" name="C1-E25 text 64" descr="sci-ppt:o064"/>
          <p:cNvSpPr txBox="1"/>
          <p:nvPr/>
        </p:nvSpPr>
        <p:spPr>
          <a:xfrm>
            <a:off x="7498079" y="3157423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1.2</a:t>
            </a:r>
          </a:p>
        </p:txBody>
      </p:sp>
      <p:sp>
        <p:nvSpPr>
          <p:cNvPr id="67" name="C1-E25 ellipse 65" descr="sci-ppt:o065"/>
          <p:cNvSpPr/>
          <p:nvPr/>
        </p:nvSpPr>
        <p:spPr>
          <a:xfrm>
            <a:off x="10252709" y="2544318"/>
            <a:ext cx="891540" cy="891540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1-E25 line 66" descr="sci-ppt:o066"/>
          <p:cNvCxnSpPr/>
          <p:nvPr/>
        </p:nvCxnSpPr>
        <p:spPr>
          <a:xfrm>
            <a:off x="10698480" y="2990088"/>
            <a:ext cx="0" cy="2496312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69" name="C1-E25 line 67" descr="sci-ppt:o067"/>
          <p:cNvCxnSpPr/>
          <p:nvPr/>
        </p:nvCxnSpPr>
        <p:spPr>
          <a:xfrm>
            <a:off x="11247119" y="2990088"/>
            <a:ext cx="0" cy="2496312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70" name="C1-E25 line 68" descr="sci-ppt:o068"/>
          <p:cNvCxnSpPr/>
          <p:nvPr/>
        </p:nvCxnSpPr>
        <p:spPr>
          <a:xfrm flipH="1">
            <a:off x="11183111" y="2990088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71" name="C1-E25 line 69" descr="sci-ppt:o069"/>
          <p:cNvCxnSpPr/>
          <p:nvPr/>
        </p:nvCxnSpPr>
        <p:spPr>
          <a:xfrm flipH="1">
            <a:off x="11183111" y="5486400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72" name="C1-E25 text 70" descr="sci-ppt:o070"/>
          <p:cNvSpPr txBox="1"/>
          <p:nvPr/>
        </p:nvSpPr>
        <p:spPr>
          <a:xfrm>
            <a:off x="10149840" y="4154423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3" name="C1-E25 text 71" descr="sci-ppt:o071"/>
          <p:cNvSpPr txBox="1"/>
          <p:nvPr/>
        </p:nvSpPr>
        <p:spPr>
          <a:xfrm>
            <a:off x="11356847" y="4146804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2.6 Rₘₐₓ</a:t>
            </a:r>
          </a:p>
        </p:txBody>
      </p:sp>
      <p:sp>
        <p:nvSpPr>
          <p:cNvPr id="74" name="C1-E25 text 72" descr="sci-ppt:o072"/>
          <p:cNvSpPr txBox="1"/>
          <p:nvPr/>
        </p:nvSpPr>
        <p:spPr>
          <a:xfrm>
            <a:off x="9966959" y="2132837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2.6</a:t>
            </a:r>
          </a:p>
        </p:txBody>
      </p:sp>
      <p:sp>
        <p:nvSpPr>
          <p:cNvPr id="75" name="C1-E25 text 73" descr="sci-ppt:o073"/>
          <p:cNvSpPr txBox="1"/>
          <p:nvPr/>
        </p:nvSpPr>
        <p:spPr>
          <a:xfrm>
            <a:off x="4754880" y="1371600"/>
            <a:ext cx="70408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Small γ: boundary close, strong asymmetry.   Large γ: far boundary, nearly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spherical.</a:t>
            </a:r>
          </a:p>
        </p:txBody>
      </p:sp>
      <p:sp>
        <p:nvSpPr>
          <p:cNvPr id="76" name="C1-E25 text 74" descr="sci-ppt:o07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Definitions of Eq. C1-E25. Positions drawn to show the trend; radii are not to scale.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C1-E26 · Bulk conservation and Newtonian constitutive assumption</a:t>
            </a:r>
          </a:p>
        </p:txBody>
      </p:sp>
      <p:sp>
        <p:nvSpPr>
          <p:cNvPr id="3" name="C1-E26 round_rect 1" descr="sci-ppt:o001"/>
          <p:cNvSpPr/>
          <p:nvPr/>
        </p:nvSpPr>
        <p:spPr>
          <a:xfrm>
            <a:off x="365760" y="914400"/>
            <a:ext cx="384048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6 text 2" descr="sci-ppt:o002"/>
          <p:cNvSpPr txBox="1"/>
          <p:nvPr/>
        </p:nvSpPr>
        <p:spPr>
          <a:xfrm>
            <a:off x="475488" y="969264"/>
            <a:ext cx="3621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Continuity: ∇·u = 0</a:t>
            </a:r>
          </a:p>
        </p:txBody>
      </p:sp>
      <p:sp>
        <p:nvSpPr>
          <p:cNvPr id="5" name="C1-E26 rect 3" descr="sci-ppt:o003"/>
          <p:cNvSpPr/>
          <p:nvPr/>
        </p:nvSpPr>
        <p:spPr>
          <a:xfrm>
            <a:off x="1280160" y="2286000"/>
            <a:ext cx="2011680" cy="1554480"/>
          </a:xfrm>
          <a:prstGeom prst="rect">
            <a:avLst/>
          </a:prstGeom>
          <a:solidFill>
            <a:srgbClr val="1E4A5A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1-E26 arrow 4" descr="sci-ppt:o004"/>
          <p:cNvCxnSpPr/>
          <p:nvPr/>
        </p:nvCxnSpPr>
        <p:spPr>
          <a:xfrm>
            <a:off x="685800" y="26060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1-E26 arrow 5" descr="sci-ppt:o005"/>
          <p:cNvCxnSpPr/>
          <p:nvPr/>
        </p:nvCxnSpPr>
        <p:spPr>
          <a:xfrm>
            <a:off x="3337560" y="26060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6 arrow 6" descr="sci-ppt:o006"/>
          <p:cNvCxnSpPr/>
          <p:nvPr/>
        </p:nvCxnSpPr>
        <p:spPr>
          <a:xfrm>
            <a:off x="685800" y="30632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6 arrow 7" descr="sci-ppt:o007"/>
          <p:cNvCxnSpPr/>
          <p:nvPr/>
        </p:nvCxnSpPr>
        <p:spPr>
          <a:xfrm>
            <a:off x="3337560" y="30632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6 arrow 8" descr="sci-ppt:o008"/>
          <p:cNvCxnSpPr/>
          <p:nvPr/>
        </p:nvCxnSpPr>
        <p:spPr>
          <a:xfrm>
            <a:off x="685800" y="35204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6 arrow 9" descr="sci-ppt:o009"/>
          <p:cNvCxnSpPr/>
          <p:nvPr/>
        </p:nvCxnSpPr>
        <p:spPr>
          <a:xfrm>
            <a:off x="3337560" y="35204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1-E26 text 10" descr="sci-ppt:o010"/>
          <p:cNvSpPr txBox="1"/>
          <p:nvPr/>
        </p:nvSpPr>
        <p:spPr>
          <a:xfrm>
            <a:off x="1371600" y="2834640"/>
            <a:ext cx="182880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volume in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= volume out</a:t>
            </a:r>
          </a:p>
        </p:txBody>
      </p:sp>
      <p:sp>
        <p:nvSpPr>
          <p:cNvPr id="13" name="C1-E26 text 11" descr="sci-ppt:o011"/>
          <p:cNvSpPr txBox="1"/>
          <p:nvPr/>
        </p:nvSpPr>
        <p:spPr>
          <a:xfrm>
            <a:off x="502920" y="4251960"/>
            <a:ext cx="356616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liquid does not compress: whatever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flows into a region flows out, so a moving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bubble wall must push liquid outward.</a:t>
            </a:r>
          </a:p>
        </p:txBody>
      </p:sp>
      <p:sp>
        <p:nvSpPr>
          <p:cNvPr id="14" name="C1-E26 round_rect 12" descr="sci-ppt:o012"/>
          <p:cNvSpPr/>
          <p:nvPr/>
        </p:nvSpPr>
        <p:spPr>
          <a:xfrm>
            <a:off x="4480560" y="914400"/>
            <a:ext cx="736092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1-E26 text 13" descr="sci-ppt:o013"/>
          <p:cNvSpPr txBox="1"/>
          <p:nvPr/>
        </p:nvSpPr>
        <p:spPr>
          <a:xfrm>
            <a:off x="4590288" y="969264"/>
            <a:ext cx="71414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Momentum: ρ Du/Dt = −∇p + μ∇²u</a:t>
            </a:r>
          </a:p>
        </p:txBody>
      </p:sp>
      <p:cxnSp>
        <p:nvCxnSpPr>
          <p:cNvPr id="16" name="C1-E26 arrow 14" descr="sci-ppt:o014"/>
          <p:cNvCxnSpPr/>
          <p:nvPr/>
        </p:nvCxnSpPr>
        <p:spPr>
          <a:xfrm flipV="1">
            <a:off x="5394960" y="3474720"/>
            <a:ext cx="2743200" cy="914400"/>
          </a:xfrm>
          <a:prstGeom prst="line">
            <a:avLst/>
          </a:prstGeom>
          <a:ln w="444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26 arrow 15" descr="sci-ppt:o015"/>
          <p:cNvCxnSpPr/>
          <p:nvPr/>
        </p:nvCxnSpPr>
        <p:spPr>
          <a:xfrm>
            <a:off x="5394960" y="4389120"/>
            <a:ext cx="2743200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8" name="C1-E26 arrow 16" descr="sci-ppt:o016"/>
          <p:cNvCxnSpPr/>
          <p:nvPr/>
        </p:nvCxnSpPr>
        <p:spPr>
          <a:xfrm flipV="1">
            <a:off x="8138160" y="3474720"/>
            <a:ext cx="0" cy="914400"/>
          </a:xfrm>
          <a:prstGeom prst="line">
            <a:avLst/>
          </a:prstGeom>
          <a:ln w="3810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sp>
        <p:nvSpPr>
          <p:cNvPr id="19" name="C1-E26 ellipse 17" descr="sci-ppt:o017"/>
          <p:cNvSpPr/>
          <p:nvPr/>
        </p:nvSpPr>
        <p:spPr>
          <a:xfrm>
            <a:off x="5321808" y="4315968"/>
            <a:ext cx="146304" cy="146304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1-E26 text 18" descr="sci-ppt:o018"/>
          <p:cNvSpPr txBox="1"/>
          <p:nvPr/>
        </p:nvSpPr>
        <p:spPr>
          <a:xfrm>
            <a:off x="8275320" y="3108960"/>
            <a:ext cx="3291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ρ Du/Dt (inertia)</a:t>
            </a:r>
          </a:p>
        </p:txBody>
      </p:sp>
      <p:sp>
        <p:nvSpPr>
          <p:cNvPr id="21" name="C1-E26 text 19" descr="sci-ppt:o019"/>
          <p:cNvSpPr txBox="1"/>
          <p:nvPr/>
        </p:nvSpPr>
        <p:spPr>
          <a:xfrm>
            <a:off x="6309360" y="4462272"/>
            <a:ext cx="27432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−∇p (pressure gradient)</a:t>
            </a:r>
          </a:p>
        </p:txBody>
      </p:sp>
      <p:sp>
        <p:nvSpPr>
          <p:cNvPr id="22" name="C1-E26 text 20" descr="sci-ppt:o020"/>
          <p:cNvSpPr txBox="1"/>
          <p:nvPr/>
        </p:nvSpPr>
        <p:spPr>
          <a:xfrm>
            <a:off x="8275320" y="3840480"/>
            <a:ext cx="3291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μ∇²u (viscous diffusion)</a:t>
            </a:r>
          </a:p>
        </p:txBody>
      </p:sp>
      <p:sp>
        <p:nvSpPr>
          <p:cNvPr id="23" name="C1-E26 text 21" descr="sci-ppt:o021"/>
          <p:cNvSpPr txBox="1"/>
          <p:nvPr/>
        </p:nvSpPr>
        <p:spPr>
          <a:xfrm>
            <a:off x="4663440" y="1371600"/>
            <a:ext cx="704088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Per unit volume, the mass-times-acceleration vector equals the sum of the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forces:</a:t>
            </a:r>
          </a:p>
        </p:txBody>
      </p:sp>
      <p:sp>
        <p:nvSpPr>
          <p:cNvPr id="24" name="C1-E26 text 22" descr="sci-ppt:o022"/>
          <p:cNvSpPr txBox="1"/>
          <p:nvPr/>
        </p:nvSpPr>
        <p:spPr>
          <a:xfrm>
            <a:off x="4663440" y="1874519"/>
            <a:ext cx="70408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same fixed set of equations governs every later spatial calculation: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pressure field supplies the push, the viscous term damps it, and the convective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part u·∇u makes the flow nonlinear.</a:t>
            </a:r>
          </a:p>
        </p:txBody>
      </p:sp>
      <p:sp>
        <p:nvSpPr>
          <p:cNvPr id="25" name="C1-E26 text 23" descr="sci-ppt:o023"/>
          <p:cNvSpPr txBox="1"/>
          <p:nvPr/>
        </p:nvSpPr>
        <p:spPr>
          <a:xfrm>
            <a:off x="4663440" y="2834640"/>
            <a:ext cx="70408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Du/Dt = ∂u/∂t + (u·∇)u</a:t>
            </a:r>
          </a:p>
        </p:txBody>
      </p:sp>
      <p:sp>
        <p:nvSpPr>
          <p:cNvPr id="26" name="C1-E26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Vectors are schematic; constant ρ and μ.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C1-E27 · Kinematic condition and clean-interface traction</a:t>
            </a:r>
          </a:p>
        </p:txBody>
      </p:sp>
      <p:sp>
        <p:nvSpPr>
          <p:cNvPr id="3" name="C1-E27 round_rect 1" descr="sci-ppt:o001"/>
          <p:cNvSpPr/>
          <p:nvPr/>
        </p:nvSpPr>
        <p:spPr>
          <a:xfrm>
            <a:off x="365760" y="914400"/>
            <a:ext cx="49377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7 text 2" descr="sci-ppt:o002"/>
          <p:cNvSpPr txBox="1"/>
          <p:nvPr/>
        </p:nvSpPr>
        <p:spPr>
          <a:xfrm>
            <a:off x="475488" y="969264"/>
            <a:ext cx="47183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Interface patch and conventions</a:t>
            </a:r>
          </a:p>
        </p:txBody>
      </p:sp>
      <p:sp>
        <p:nvSpPr>
          <p:cNvPr id="5" name="C1-E27 ellipse 3" descr="sci-ppt:o003"/>
          <p:cNvSpPr/>
          <p:nvPr/>
        </p:nvSpPr>
        <p:spPr>
          <a:xfrm>
            <a:off x="1188719" y="1965960"/>
            <a:ext cx="3108960" cy="3108960"/>
          </a:xfrm>
          <a:prstGeom prst="ellipse">
            <a:avLst/>
          </a:prstGeom>
          <a:solidFill>
            <a:srgbClr val="1E4A5A"/>
          </a:solidFill>
          <a:ln w="1270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27 ellipse 4" descr="sci-ppt:o004"/>
          <p:cNvSpPr/>
          <p:nvPr/>
        </p:nvSpPr>
        <p:spPr>
          <a:xfrm>
            <a:off x="1554480" y="2331720"/>
            <a:ext cx="2377440" cy="23774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1-E27 arrow 5" descr="sci-ppt:o005"/>
          <p:cNvCxnSpPr/>
          <p:nvPr/>
        </p:nvCxnSpPr>
        <p:spPr>
          <a:xfrm flipH="1">
            <a:off x="3080264" y="2838618"/>
            <a:ext cx="636678" cy="445806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7 arrow 6" descr="sci-ppt:o006"/>
          <p:cNvCxnSpPr/>
          <p:nvPr/>
        </p:nvCxnSpPr>
        <p:spPr>
          <a:xfrm flipH="1" flipV="1">
            <a:off x="3349807" y="2314295"/>
            <a:ext cx="367135" cy="524323"/>
          </a:xfrm>
          <a:prstGeom prst="line">
            <a:avLst/>
          </a:prstGeom>
          <a:ln w="3048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7 arrow 7" descr="sci-ppt:o007"/>
          <p:cNvCxnSpPr/>
          <p:nvPr/>
        </p:nvCxnSpPr>
        <p:spPr>
          <a:xfrm>
            <a:off x="2240825" y="2443093"/>
            <a:ext cx="328476" cy="704419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7 arrow 8" descr="sci-ppt:o008"/>
          <p:cNvCxnSpPr/>
          <p:nvPr/>
        </p:nvCxnSpPr>
        <p:spPr>
          <a:xfrm flipH="1">
            <a:off x="1660715" y="2443093"/>
            <a:ext cx="580110" cy="270510"/>
          </a:xfrm>
          <a:prstGeom prst="line">
            <a:avLst/>
          </a:prstGeom>
          <a:ln w="3048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7 arrow 9" descr="sci-ppt:o009"/>
          <p:cNvCxnSpPr/>
          <p:nvPr/>
        </p:nvCxnSpPr>
        <p:spPr>
          <a:xfrm flipV="1">
            <a:off x="1626168" y="3661174"/>
            <a:ext cx="730367" cy="265832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1-E27 arrow 10" descr="sci-ppt:o010"/>
          <p:cNvCxnSpPr/>
          <p:nvPr/>
        </p:nvCxnSpPr>
        <p:spPr>
          <a:xfrm>
            <a:off x="1626168" y="3927006"/>
            <a:ext cx="218920" cy="601478"/>
          </a:xfrm>
          <a:prstGeom prst="line">
            <a:avLst/>
          </a:prstGeom>
          <a:ln w="3048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1-E27 text 11" descr="sci-ppt:o011"/>
          <p:cNvSpPr txBox="1"/>
          <p:nvPr/>
        </p:nvSpPr>
        <p:spPr>
          <a:xfrm>
            <a:off x="3749039" y="1645920"/>
            <a:ext cx="23774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n: liquid → gas</a:t>
            </a:r>
          </a:p>
        </p:txBody>
      </p:sp>
      <p:sp>
        <p:nvSpPr>
          <p:cNvPr id="14" name="C1-E27 text 12" descr="sci-ppt:o012"/>
          <p:cNvSpPr txBox="1"/>
          <p:nvPr/>
        </p:nvSpPr>
        <p:spPr>
          <a:xfrm>
            <a:off x="4023360" y="2194560"/>
            <a:ext cx="23774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s: tangent</a:t>
            </a:r>
          </a:p>
        </p:txBody>
      </p:sp>
      <p:sp>
        <p:nvSpPr>
          <p:cNvPr id="15" name="C1-E27 text 13" descr="sci-ppt:o013"/>
          <p:cNvSpPr txBox="1"/>
          <p:nvPr/>
        </p:nvSpPr>
        <p:spPr>
          <a:xfrm>
            <a:off x="502920" y="5257800"/>
            <a:ext cx="46634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For a bubble the normal points inward, so the sphere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curvature is κ = −2/R.</a:t>
            </a:r>
          </a:p>
        </p:txBody>
      </p:sp>
      <p:sp>
        <p:nvSpPr>
          <p:cNvPr id="16" name="C1-E27 text 14" descr="sci-ppt:o014"/>
          <p:cNvSpPr txBox="1"/>
          <p:nvPr/>
        </p:nvSpPr>
        <p:spPr>
          <a:xfrm>
            <a:off x="5577840" y="914400"/>
            <a:ext cx="62179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Three conditions on the interface Γ</a:t>
            </a:r>
          </a:p>
        </p:txBody>
      </p:sp>
      <p:sp>
        <p:nvSpPr>
          <p:cNvPr id="17" name="C1-E27 round_rect 15" descr="sci-ppt:o015"/>
          <p:cNvSpPr/>
          <p:nvPr/>
        </p:nvSpPr>
        <p:spPr>
          <a:xfrm>
            <a:off x="5577840" y="1417320"/>
            <a:ext cx="6263640" cy="13258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1-E27 text 16" descr="sci-ppt:o016"/>
          <p:cNvSpPr txBox="1"/>
          <p:nvPr/>
        </p:nvSpPr>
        <p:spPr>
          <a:xfrm>
            <a:off x="5715000" y="1472184"/>
            <a:ext cx="5943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Kinematic</a:t>
            </a:r>
          </a:p>
        </p:txBody>
      </p:sp>
      <p:sp>
        <p:nvSpPr>
          <p:cNvPr id="19" name="C1-E27 text 17" descr="sci-ppt:o017"/>
          <p:cNvSpPr txBox="1"/>
          <p:nvPr/>
        </p:nvSpPr>
        <p:spPr>
          <a:xfrm>
            <a:off x="5715000" y="1828800"/>
            <a:ext cx="59436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Vₙ = u · n</a:t>
            </a:r>
          </a:p>
        </p:txBody>
      </p:sp>
      <p:sp>
        <p:nvSpPr>
          <p:cNvPr id="20" name="C1-E27 text 18" descr="sci-ppt:o018"/>
          <p:cNvSpPr txBox="1"/>
          <p:nvPr/>
        </p:nvSpPr>
        <p:spPr>
          <a:xfrm>
            <a:off x="5715000" y="2286000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surface moves with the liquid normal to itself</a:t>
            </a:r>
          </a:p>
        </p:txBody>
      </p:sp>
      <p:sp>
        <p:nvSpPr>
          <p:cNvPr id="21" name="C1-E27 round_rect 19" descr="sci-ppt:o019"/>
          <p:cNvSpPr/>
          <p:nvPr/>
        </p:nvSpPr>
        <p:spPr>
          <a:xfrm>
            <a:off x="5577840" y="2880360"/>
            <a:ext cx="6263640" cy="13258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1-E27 text 20" descr="sci-ppt:o020"/>
          <p:cNvSpPr txBox="1"/>
          <p:nvPr/>
        </p:nvSpPr>
        <p:spPr>
          <a:xfrm>
            <a:off x="5715000" y="2935224"/>
            <a:ext cx="5943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Normal stress</a:t>
            </a:r>
          </a:p>
        </p:txBody>
      </p:sp>
      <p:sp>
        <p:nvSpPr>
          <p:cNvPr id="23" name="C1-E27 text 21" descr="sci-ppt:o021"/>
          <p:cNvSpPr txBox="1"/>
          <p:nvPr/>
        </p:nvSpPr>
        <p:spPr>
          <a:xfrm>
            <a:off x="5715000" y="3291840"/>
            <a:ext cx="59436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pₗ = p_b + σκ + 2μ n·D·n</a:t>
            </a:r>
          </a:p>
        </p:txBody>
      </p:sp>
      <p:sp>
        <p:nvSpPr>
          <p:cNvPr id="24" name="C1-E27 text 22" descr="sci-ppt:o022"/>
          <p:cNvSpPr txBox="1"/>
          <p:nvPr/>
        </p:nvSpPr>
        <p:spPr>
          <a:xfrm>
            <a:off x="5715000" y="3749040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σκ = −2σ/R for a sphere</a:t>
            </a:r>
          </a:p>
        </p:txBody>
      </p:sp>
      <p:sp>
        <p:nvSpPr>
          <p:cNvPr id="25" name="C1-E27 round_rect 23" descr="sci-ppt:o023"/>
          <p:cNvSpPr/>
          <p:nvPr/>
        </p:nvSpPr>
        <p:spPr>
          <a:xfrm>
            <a:off x="5577840" y="4343400"/>
            <a:ext cx="6263640" cy="13258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7 text 24" descr="sci-ppt:o024"/>
          <p:cNvSpPr txBox="1"/>
          <p:nvPr/>
        </p:nvSpPr>
        <p:spPr>
          <a:xfrm>
            <a:off x="5715000" y="4398264"/>
            <a:ext cx="5943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Tangential stress</a:t>
            </a:r>
          </a:p>
        </p:txBody>
      </p:sp>
      <p:sp>
        <p:nvSpPr>
          <p:cNvPr id="27" name="C1-E27 text 25" descr="sci-ppt:o025"/>
          <p:cNvSpPr txBox="1"/>
          <p:nvPr/>
        </p:nvSpPr>
        <p:spPr>
          <a:xfrm>
            <a:off x="5715000" y="4754880"/>
            <a:ext cx="59436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2μ s·D·n = 0</a:t>
            </a:r>
          </a:p>
        </p:txBody>
      </p:sp>
      <p:sp>
        <p:nvSpPr>
          <p:cNvPr id="28" name="C1-E27 text 26" descr="sci-ppt:o026"/>
          <p:cNvSpPr txBox="1"/>
          <p:nvPr/>
        </p:nvSpPr>
        <p:spPr>
          <a:xfrm>
            <a:off x="5715000" y="5212080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gas cannot support shear</a:t>
            </a:r>
          </a:p>
        </p:txBody>
      </p:sp>
      <p:sp>
        <p:nvSpPr>
          <p:cNvPr id="29" name="C1-E27 text 27" descr="sci-ppt:o027"/>
          <p:cNvSpPr txBox="1"/>
          <p:nvPr/>
        </p:nvSpPr>
        <p:spPr>
          <a:xfrm>
            <a:off x="5577840" y="5806440"/>
            <a:ext cx="62179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One sign convention for n, κ and D is required, or the terms cancel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wrongly.</a:t>
            </a:r>
          </a:p>
        </p:txBody>
      </p:sp>
      <p:sp>
        <p:nvSpPr>
          <p:cNvPr id="30" name="C1-E27 text 28" descr="sci-ppt:o02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 = ½(∇u + ∇uᵀ) is the strain-rate tensor (Eq. C1-E27).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C1-E28 · Inviscid pre-impact moving-interface closure</a:t>
            </a:r>
          </a:p>
        </p:txBody>
      </p:sp>
      <p:sp>
        <p:nvSpPr>
          <p:cNvPr id="3" name="C1-E28 round_rect 1" descr="sci-ppt:o001"/>
          <p:cNvSpPr/>
          <p:nvPr/>
        </p:nvSpPr>
        <p:spPr>
          <a:xfrm>
            <a:off x="365760" y="914400"/>
            <a:ext cx="548640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8 text 2" descr="sci-ppt:o002"/>
          <p:cNvSpPr txBox="1"/>
          <p:nvPr/>
        </p:nvSpPr>
        <p:spPr>
          <a:xfrm>
            <a:off x="475488" y="9692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A shape that is not a sphere</a:t>
            </a:r>
          </a:p>
        </p:txBody>
      </p:sp>
      <p:sp>
        <p:nvSpPr>
          <p:cNvPr id="5" name="C1-E28 polygon 3" descr="sci-ppt:o003"/>
          <p:cNvSpPr/>
          <p:nvPr/>
        </p:nvSpPr>
        <p:spPr>
          <a:xfrm>
            <a:off x="1685048" y="2628162"/>
            <a:ext cx="3152676" cy="1510235"/>
          </a:xfrm>
          <a:custGeom>
            <a:avLst/>
            <a:gdLst/>
            <a:ahLst/>
            <a:cxnLst/>
            <a:rect l="l" t="t" r="r" b="b"/>
            <a:pathLst>
              <a:path w="3152676" h="1510235">
                <a:moveTo>
                  <a:pt x="3152676" y="755118"/>
                </a:moveTo>
                <a:lnTo>
                  <a:pt x="3142764" y="653859"/>
                </a:lnTo>
                <a:lnTo>
                  <a:pt x="3113333" y="554796"/>
                </a:lnTo>
                <a:lnTo>
                  <a:pt x="3065286" y="460027"/>
                </a:lnTo>
                <a:lnTo>
                  <a:pt x="3000076" y="371460"/>
                </a:lnTo>
                <a:lnTo>
                  <a:pt x="2919636" y="290738"/>
                </a:lnTo>
                <a:lnTo>
                  <a:pt x="2826287" y="219163"/>
                </a:lnTo>
                <a:lnTo>
                  <a:pt x="2722620" y="157652"/>
                </a:lnTo>
                <a:lnTo>
                  <a:pt x="2611377" y="106709"/>
                </a:lnTo>
                <a:lnTo>
                  <a:pt x="2495317" y="66415"/>
                </a:lnTo>
                <a:lnTo>
                  <a:pt x="2377091" y="36444"/>
                </a:lnTo>
                <a:lnTo>
                  <a:pt x="2259126" y="16100"/>
                </a:lnTo>
                <a:lnTo>
                  <a:pt x="2143517" y="4370"/>
                </a:lnTo>
                <a:lnTo>
                  <a:pt x="2031947" y="0"/>
                </a:lnTo>
                <a:lnTo>
                  <a:pt x="1925628" y="1567"/>
                </a:lnTo>
                <a:lnTo>
                  <a:pt x="1825274" y="7579"/>
                </a:lnTo>
                <a:lnTo>
                  <a:pt x="1731097" y="16558"/>
                </a:lnTo>
                <a:lnTo>
                  <a:pt x="1642835" y="27128"/>
                </a:lnTo>
                <a:lnTo>
                  <a:pt x="1559811" y="38100"/>
                </a:lnTo>
                <a:lnTo>
                  <a:pt x="1481003" y="48531"/>
                </a:lnTo>
                <a:lnTo>
                  <a:pt x="1405150" y="57780"/>
                </a:lnTo>
                <a:lnTo>
                  <a:pt x="1330852" y="65538"/>
                </a:lnTo>
                <a:lnTo>
                  <a:pt x="1256693" y="71837"/>
                </a:lnTo>
                <a:lnTo>
                  <a:pt x="1181351" y="77041"/>
                </a:lnTo>
                <a:lnTo>
                  <a:pt x="1103709" y="81818"/>
                </a:lnTo>
                <a:lnTo>
                  <a:pt x="1022946" y="87087"/>
                </a:lnTo>
                <a:lnTo>
                  <a:pt x="938617" y="93960"/>
                </a:lnTo>
                <a:lnTo>
                  <a:pt x="850701" y="103658"/>
                </a:lnTo>
                <a:lnTo>
                  <a:pt x="759630" y="117436"/>
                </a:lnTo>
                <a:lnTo>
                  <a:pt x="666282" y="136495"/>
                </a:lnTo>
                <a:lnTo>
                  <a:pt x="571959" y="161898"/>
                </a:lnTo>
                <a:lnTo>
                  <a:pt x="478324" y="194498"/>
                </a:lnTo>
                <a:lnTo>
                  <a:pt x="387331" y="234875"/>
                </a:lnTo>
                <a:lnTo>
                  <a:pt x="301117" y="283286"/>
                </a:lnTo>
                <a:lnTo>
                  <a:pt x="221907" y="339636"/>
                </a:lnTo>
                <a:lnTo>
                  <a:pt x="151885" y="403475"/>
                </a:lnTo>
                <a:lnTo>
                  <a:pt x="93089" y="474001"/>
                </a:lnTo>
                <a:lnTo>
                  <a:pt x="47298" y="550094"/>
                </a:lnTo>
                <a:lnTo>
                  <a:pt x="15937" y="630371"/>
                </a:lnTo>
                <a:lnTo>
                  <a:pt x="0" y="713242"/>
                </a:lnTo>
                <a:lnTo>
                  <a:pt x="0" y="796993"/>
                </a:lnTo>
                <a:lnTo>
                  <a:pt x="15937" y="879864"/>
                </a:lnTo>
                <a:lnTo>
                  <a:pt x="47298" y="960141"/>
                </a:lnTo>
                <a:lnTo>
                  <a:pt x="93089" y="1036234"/>
                </a:lnTo>
                <a:lnTo>
                  <a:pt x="151885" y="1106760"/>
                </a:lnTo>
                <a:lnTo>
                  <a:pt x="221907" y="1170599"/>
                </a:lnTo>
                <a:lnTo>
                  <a:pt x="301117" y="1226949"/>
                </a:lnTo>
                <a:lnTo>
                  <a:pt x="387331" y="1275360"/>
                </a:lnTo>
                <a:lnTo>
                  <a:pt x="478324" y="1315737"/>
                </a:lnTo>
                <a:lnTo>
                  <a:pt x="571959" y="1348337"/>
                </a:lnTo>
                <a:lnTo>
                  <a:pt x="666282" y="1373740"/>
                </a:lnTo>
                <a:lnTo>
                  <a:pt x="759630" y="1392799"/>
                </a:lnTo>
                <a:lnTo>
                  <a:pt x="850701" y="1406577"/>
                </a:lnTo>
                <a:lnTo>
                  <a:pt x="938617" y="1416275"/>
                </a:lnTo>
                <a:lnTo>
                  <a:pt x="1022946" y="1423148"/>
                </a:lnTo>
                <a:lnTo>
                  <a:pt x="1103709" y="1428417"/>
                </a:lnTo>
                <a:lnTo>
                  <a:pt x="1181351" y="1433194"/>
                </a:lnTo>
                <a:lnTo>
                  <a:pt x="1256693" y="1438398"/>
                </a:lnTo>
                <a:lnTo>
                  <a:pt x="1330852" y="1444697"/>
                </a:lnTo>
                <a:lnTo>
                  <a:pt x="1405150" y="1452455"/>
                </a:lnTo>
                <a:lnTo>
                  <a:pt x="1481003" y="1461704"/>
                </a:lnTo>
                <a:lnTo>
                  <a:pt x="1559811" y="1472135"/>
                </a:lnTo>
                <a:lnTo>
                  <a:pt x="1642835" y="1483107"/>
                </a:lnTo>
                <a:lnTo>
                  <a:pt x="1731097" y="1493677"/>
                </a:lnTo>
                <a:lnTo>
                  <a:pt x="1825274" y="1502656"/>
                </a:lnTo>
                <a:lnTo>
                  <a:pt x="1925628" y="1508668"/>
                </a:lnTo>
                <a:lnTo>
                  <a:pt x="2031947" y="1510235"/>
                </a:lnTo>
                <a:lnTo>
                  <a:pt x="2143517" y="1505865"/>
                </a:lnTo>
                <a:lnTo>
                  <a:pt x="2259126" y="1494135"/>
                </a:lnTo>
                <a:lnTo>
                  <a:pt x="2377091" y="1473791"/>
                </a:lnTo>
                <a:lnTo>
                  <a:pt x="2495317" y="1443820"/>
                </a:lnTo>
                <a:lnTo>
                  <a:pt x="2611377" y="1403526"/>
                </a:lnTo>
                <a:lnTo>
                  <a:pt x="2722620" y="1352583"/>
                </a:lnTo>
                <a:lnTo>
                  <a:pt x="2826287" y="1291072"/>
                </a:lnTo>
                <a:lnTo>
                  <a:pt x="2919636" y="1219497"/>
                </a:lnTo>
                <a:lnTo>
                  <a:pt x="3000076" y="1138775"/>
                </a:lnTo>
                <a:lnTo>
                  <a:pt x="3065286" y="1050208"/>
                </a:lnTo>
                <a:lnTo>
                  <a:pt x="3113333" y="955439"/>
                </a:lnTo>
                <a:lnTo>
                  <a:pt x="3142764" y="856376"/>
                </a:lnTo>
                <a:lnTo>
                  <a:pt x="3152676" y="755118"/>
                </a:lnTo>
                <a:close/>
              </a:path>
            </a:pathLst>
          </a:custGeom>
          <a:solidFill>
            <a:srgbClr val="0C1820"/>
          </a:solidFill>
          <a:ln w="304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28 text 4" descr="sci-ppt:o004"/>
          <p:cNvSpPr txBox="1"/>
          <p:nvPr/>
        </p:nvSpPr>
        <p:spPr>
          <a:xfrm>
            <a:off x="2743200" y="3291840"/>
            <a:ext cx="731520" cy="35559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B880"/>
                </a:solidFill>
                <a:latin typeface="Arial"/>
              </a:rPr>
              <a:t>Γ</a:t>
            </a:r>
          </a:p>
        </p:txBody>
      </p:sp>
      <p:sp>
        <p:nvSpPr>
          <p:cNvPr id="7" name="C1-E28 rect 5" descr="sci-ppt:o005"/>
          <p:cNvSpPr/>
          <p:nvPr/>
        </p:nvSpPr>
        <p:spPr>
          <a:xfrm>
            <a:off x="731520" y="5394960"/>
            <a:ext cx="4754880" cy="237744"/>
          </a:xfrm>
          <a:prstGeom prst="rect">
            <a:avLst/>
          </a:prstGeom>
          <a:solidFill>
            <a:srgbClr val="3A5362"/>
          </a:solidFill>
          <a:ln w="1651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1-E28 line 6" descr="sci-ppt:o006"/>
          <p:cNvCxnSpPr/>
          <p:nvPr/>
        </p:nvCxnSpPr>
        <p:spPr>
          <a:xfrm>
            <a:off x="7498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28 line 7" descr="sci-ppt:o007"/>
          <p:cNvCxnSpPr/>
          <p:nvPr/>
        </p:nvCxnSpPr>
        <p:spPr>
          <a:xfrm>
            <a:off x="9326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1-E28 line 8" descr="sci-ppt:o008"/>
          <p:cNvCxnSpPr/>
          <p:nvPr/>
        </p:nvCxnSpPr>
        <p:spPr>
          <a:xfrm>
            <a:off x="11155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1-E28 line 9" descr="sci-ppt:o009"/>
          <p:cNvCxnSpPr/>
          <p:nvPr/>
        </p:nvCxnSpPr>
        <p:spPr>
          <a:xfrm>
            <a:off x="12984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28 line 10" descr="sci-ppt:o010"/>
          <p:cNvCxnSpPr/>
          <p:nvPr/>
        </p:nvCxnSpPr>
        <p:spPr>
          <a:xfrm>
            <a:off x="14813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1-E28 line 11" descr="sci-ppt:o011"/>
          <p:cNvCxnSpPr/>
          <p:nvPr/>
        </p:nvCxnSpPr>
        <p:spPr>
          <a:xfrm>
            <a:off x="16642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1-E28 line 12" descr="sci-ppt:o012"/>
          <p:cNvCxnSpPr/>
          <p:nvPr/>
        </p:nvCxnSpPr>
        <p:spPr>
          <a:xfrm>
            <a:off x="18470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28 line 13" descr="sci-ppt:o013"/>
          <p:cNvCxnSpPr/>
          <p:nvPr/>
        </p:nvCxnSpPr>
        <p:spPr>
          <a:xfrm>
            <a:off x="20299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1-E28 line 14" descr="sci-ppt:o014"/>
          <p:cNvCxnSpPr/>
          <p:nvPr/>
        </p:nvCxnSpPr>
        <p:spPr>
          <a:xfrm>
            <a:off x="22128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1-E28 line 15" descr="sci-ppt:o015"/>
          <p:cNvCxnSpPr/>
          <p:nvPr/>
        </p:nvCxnSpPr>
        <p:spPr>
          <a:xfrm>
            <a:off x="23957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28 line 16" descr="sci-ppt:o016"/>
          <p:cNvCxnSpPr/>
          <p:nvPr/>
        </p:nvCxnSpPr>
        <p:spPr>
          <a:xfrm>
            <a:off x="25786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28 line 17" descr="sci-ppt:o017"/>
          <p:cNvCxnSpPr/>
          <p:nvPr/>
        </p:nvCxnSpPr>
        <p:spPr>
          <a:xfrm>
            <a:off x="27614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1-E28 line 18" descr="sci-ppt:o018"/>
          <p:cNvCxnSpPr/>
          <p:nvPr/>
        </p:nvCxnSpPr>
        <p:spPr>
          <a:xfrm>
            <a:off x="29443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8 line 19" descr="sci-ppt:o019"/>
          <p:cNvCxnSpPr/>
          <p:nvPr/>
        </p:nvCxnSpPr>
        <p:spPr>
          <a:xfrm>
            <a:off x="31272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8 line 20" descr="sci-ppt:o020"/>
          <p:cNvCxnSpPr/>
          <p:nvPr/>
        </p:nvCxnSpPr>
        <p:spPr>
          <a:xfrm>
            <a:off x="33101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1-E28 line 21" descr="sci-ppt:o021"/>
          <p:cNvCxnSpPr/>
          <p:nvPr/>
        </p:nvCxnSpPr>
        <p:spPr>
          <a:xfrm>
            <a:off x="349300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28 line 22" descr="sci-ppt:o022"/>
          <p:cNvCxnSpPr/>
          <p:nvPr/>
        </p:nvCxnSpPr>
        <p:spPr>
          <a:xfrm>
            <a:off x="367588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8 line 23" descr="sci-ppt:o023"/>
          <p:cNvCxnSpPr/>
          <p:nvPr/>
        </p:nvCxnSpPr>
        <p:spPr>
          <a:xfrm>
            <a:off x="38587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1-E28 line 24" descr="sci-ppt:o024"/>
          <p:cNvCxnSpPr/>
          <p:nvPr/>
        </p:nvCxnSpPr>
        <p:spPr>
          <a:xfrm>
            <a:off x="40416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28 line 25" descr="sci-ppt:o025"/>
          <p:cNvCxnSpPr/>
          <p:nvPr/>
        </p:nvCxnSpPr>
        <p:spPr>
          <a:xfrm>
            <a:off x="42245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8 line 26" descr="sci-ppt:o026"/>
          <p:cNvCxnSpPr/>
          <p:nvPr/>
        </p:nvCxnSpPr>
        <p:spPr>
          <a:xfrm>
            <a:off x="440740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1-E28 line 27" descr="sci-ppt:o027"/>
          <p:cNvCxnSpPr/>
          <p:nvPr/>
        </p:nvCxnSpPr>
        <p:spPr>
          <a:xfrm>
            <a:off x="459028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28 line 28" descr="sci-ppt:o028"/>
          <p:cNvCxnSpPr/>
          <p:nvPr/>
        </p:nvCxnSpPr>
        <p:spPr>
          <a:xfrm>
            <a:off x="477316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28 line 29" descr="sci-ppt:o029"/>
          <p:cNvCxnSpPr/>
          <p:nvPr/>
        </p:nvCxnSpPr>
        <p:spPr>
          <a:xfrm>
            <a:off x="495604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1-E28 line 30" descr="sci-ppt:o030"/>
          <p:cNvCxnSpPr/>
          <p:nvPr/>
        </p:nvCxnSpPr>
        <p:spPr>
          <a:xfrm>
            <a:off x="5138928" y="5632704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28 line 31" descr="sci-ppt:o031"/>
          <p:cNvCxnSpPr/>
          <p:nvPr/>
        </p:nvCxnSpPr>
        <p:spPr>
          <a:xfrm>
            <a:off x="5321807" y="5632704"/>
            <a:ext cx="137161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28 arrow 32" descr="sci-ppt:o032"/>
          <p:cNvCxnSpPr/>
          <p:nvPr/>
        </p:nvCxnSpPr>
        <p:spPr>
          <a:xfrm>
            <a:off x="4837724" y="3383280"/>
            <a:ext cx="502920" cy="0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5" name="C1-E28 arrow 33" descr="sci-ppt:o033"/>
          <p:cNvCxnSpPr/>
          <p:nvPr/>
        </p:nvCxnSpPr>
        <p:spPr>
          <a:xfrm flipV="1">
            <a:off x="3698885" y="2192509"/>
            <a:ext cx="251460" cy="435542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6" name="C1-E28 arrow 34" descr="sci-ppt:o034"/>
          <p:cNvCxnSpPr/>
          <p:nvPr/>
        </p:nvCxnSpPr>
        <p:spPr>
          <a:xfrm flipH="1" flipV="1">
            <a:off x="2343287" y="2289437"/>
            <a:ext cx="251460" cy="435541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7" name="C1-E28 arrow 35" descr="sci-ppt:o035"/>
          <p:cNvCxnSpPr/>
          <p:nvPr/>
        </p:nvCxnSpPr>
        <p:spPr>
          <a:xfrm flipH="1">
            <a:off x="1180124" y="3383280"/>
            <a:ext cx="502920" cy="0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8" name="C1-E28 arrow 36" descr="sci-ppt:o036"/>
          <p:cNvCxnSpPr/>
          <p:nvPr/>
        </p:nvCxnSpPr>
        <p:spPr>
          <a:xfrm flipH="1">
            <a:off x="2343287" y="4041581"/>
            <a:ext cx="251460" cy="435541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9" name="C1-E28 arrow 37" descr="sci-ppt:o037"/>
          <p:cNvCxnSpPr/>
          <p:nvPr/>
        </p:nvCxnSpPr>
        <p:spPr>
          <a:xfrm>
            <a:off x="3698885" y="4138508"/>
            <a:ext cx="251460" cy="435542"/>
          </a:xfrm>
          <a:prstGeom prst="line">
            <a:avLst/>
          </a:prstGeom>
          <a:ln w="2794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0" name="C1-E28 text 38" descr="sci-ppt:o038"/>
          <p:cNvSpPr txBox="1"/>
          <p:nvPr/>
        </p:nvSpPr>
        <p:spPr>
          <a:xfrm>
            <a:off x="502920" y="484632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Surface velocity u = ∇φ differs from point to point; the shape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changes as it is carried along.</a:t>
            </a:r>
          </a:p>
        </p:txBody>
      </p:sp>
      <p:sp>
        <p:nvSpPr>
          <p:cNvPr id="41" name="C1-E28 text 39" descr="sci-ppt:o039"/>
          <p:cNvSpPr txBox="1"/>
          <p:nvPr/>
        </p:nvSpPr>
        <p:spPr>
          <a:xfrm>
            <a:off x="6126480" y="914400"/>
            <a:ext cx="5669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Closure loop (inviscid, before impact)</a:t>
            </a:r>
          </a:p>
        </p:txBody>
      </p:sp>
      <p:sp>
        <p:nvSpPr>
          <p:cNvPr id="42" name="C1-E28 round_rect 40" descr="sci-ppt:o040"/>
          <p:cNvSpPr/>
          <p:nvPr/>
        </p:nvSpPr>
        <p:spPr>
          <a:xfrm>
            <a:off x="6126480" y="137160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28 ellipse 41" descr="sci-ppt:o041"/>
          <p:cNvSpPr/>
          <p:nvPr/>
        </p:nvSpPr>
        <p:spPr>
          <a:xfrm>
            <a:off x="6227064" y="1609344"/>
            <a:ext cx="438912" cy="43891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28 text 42" descr="sci-ppt:o042"/>
          <p:cNvSpPr txBox="1"/>
          <p:nvPr/>
        </p:nvSpPr>
        <p:spPr>
          <a:xfrm>
            <a:off x="6336792" y="164592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1</a:t>
            </a:r>
          </a:p>
        </p:txBody>
      </p:sp>
      <p:sp>
        <p:nvSpPr>
          <p:cNvPr id="45" name="C1-E28 text 43" descr="sci-ppt:o043"/>
          <p:cNvSpPr txBox="1"/>
          <p:nvPr/>
        </p:nvSpPr>
        <p:spPr>
          <a:xfrm>
            <a:off x="6858000" y="144475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Known φ on Γ</a:t>
            </a:r>
          </a:p>
        </p:txBody>
      </p:sp>
      <p:sp>
        <p:nvSpPr>
          <p:cNvPr id="46" name="C1-E28 text 44" descr="sci-ppt:o044"/>
          <p:cNvSpPr txBox="1"/>
          <p:nvPr/>
        </p:nvSpPr>
        <p:spPr>
          <a:xfrm>
            <a:off x="6858000" y="182880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solve ∇²φ = 0 in the liquid</a:t>
            </a:r>
          </a:p>
        </p:txBody>
      </p:sp>
      <p:cxnSp>
        <p:nvCxnSpPr>
          <p:cNvPr id="47" name="C1-E28 arrow 45" descr="sci-ppt:o045"/>
          <p:cNvCxnSpPr/>
          <p:nvPr/>
        </p:nvCxnSpPr>
        <p:spPr>
          <a:xfrm>
            <a:off x="8961120" y="228600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48" name="C1-E28 round_rect 46" descr="sci-ppt:o046"/>
          <p:cNvSpPr/>
          <p:nvPr/>
        </p:nvSpPr>
        <p:spPr>
          <a:xfrm>
            <a:off x="6126480" y="246888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28 ellipse 47" descr="sci-ppt:o047"/>
          <p:cNvSpPr/>
          <p:nvPr/>
        </p:nvSpPr>
        <p:spPr>
          <a:xfrm>
            <a:off x="6227064" y="2706624"/>
            <a:ext cx="438912" cy="43891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28 text 48" descr="sci-ppt:o048"/>
          <p:cNvSpPr txBox="1"/>
          <p:nvPr/>
        </p:nvSpPr>
        <p:spPr>
          <a:xfrm>
            <a:off x="6336792" y="274320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2</a:t>
            </a:r>
          </a:p>
        </p:txBody>
      </p:sp>
      <p:sp>
        <p:nvSpPr>
          <p:cNvPr id="51" name="C1-E28 text 49" descr="sci-ppt:o049"/>
          <p:cNvSpPr txBox="1"/>
          <p:nvPr/>
        </p:nvSpPr>
        <p:spPr>
          <a:xfrm>
            <a:off x="6858000" y="254203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u = ∇φ at the surface</a:t>
            </a:r>
          </a:p>
        </p:txBody>
      </p:sp>
      <p:sp>
        <p:nvSpPr>
          <p:cNvPr id="52" name="C1-E28 text 50" descr="sci-ppt:o050"/>
          <p:cNvSpPr txBox="1"/>
          <p:nvPr/>
        </p:nvSpPr>
        <p:spPr>
          <a:xfrm>
            <a:off x="6858000" y="292608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normal speed Vₙ = ∂φ/∂n</a:t>
            </a:r>
          </a:p>
        </p:txBody>
      </p:sp>
      <p:cxnSp>
        <p:nvCxnSpPr>
          <p:cNvPr id="53" name="C1-E28 arrow 51" descr="sci-ppt:o051"/>
          <p:cNvCxnSpPr/>
          <p:nvPr/>
        </p:nvCxnSpPr>
        <p:spPr>
          <a:xfrm>
            <a:off x="8961120" y="338328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54" name="C1-E28 round_rect 52" descr="sci-ppt:o052"/>
          <p:cNvSpPr/>
          <p:nvPr/>
        </p:nvSpPr>
        <p:spPr>
          <a:xfrm>
            <a:off x="6126480" y="356616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28 ellipse 53" descr="sci-ppt:o053"/>
          <p:cNvSpPr/>
          <p:nvPr/>
        </p:nvSpPr>
        <p:spPr>
          <a:xfrm>
            <a:off x="6227064" y="3803904"/>
            <a:ext cx="438912" cy="43891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1-E28 text 54" descr="sci-ppt:o054"/>
          <p:cNvSpPr txBox="1"/>
          <p:nvPr/>
        </p:nvSpPr>
        <p:spPr>
          <a:xfrm>
            <a:off x="6336792" y="384048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3</a:t>
            </a:r>
          </a:p>
        </p:txBody>
      </p:sp>
      <p:sp>
        <p:nvSpPr>
          <p:cNvPr id="57" name="C1-E28 text 55" descr="sci-ppt:o055"/>
          <p:cNvSpPr txBox="1"/>
          <p:nvPr/>
        </p:nvSpPr>
        <p:spPr>
          <a:xfrm>
            <a:off x="6858000" y="363931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Advect: dX/dt = u(X, t)</a:t>
            </a:r>
          </a:p>
        </p:txBody>
      </p:sp>
      <p:sp>
        <p:nvSpPr>
          <p:cNvPr id="58" name="C1-E28 text 56" descr="sci-ppt:o056"/>
          <p:cNvSpPr txBox="1"/>
          <p:nvPr/>
        </p:nvSpPr>
        <p:spPr>
          <a:xfrm>
            <a:off x="6858000" y="402336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new shape Γ(t + dt), new curvature κ</a:t>
            </a:r>
          </a:p>
        </p:txBody>
      </p:sp>
      <p:cxnSp>
        <p:nvCxnSpPr>
          <p:cNvPr id="59" name="C1-E28 arrow 57" descr="sci-ppt:o057"/>
          <p:cNvCxnSpPr/>
          <p:nvPr/>
        </p:nvCxnSpPr>
        <p:spPr>
          <a:xfrm>
            <a:off x="8961120" y="4480560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60" name="C1-E28 round_rect 58" descr="sci-ppt:o058"/>
          <p:cNvSpPr/>
          <p:nvPr/>
        </p:nvSpPr>
        <p:spPr>
          <a:xfrm>
            <a:off x="6126480" y="4663440"/>
            <a:ext cx="5715000" cy="9144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1-E28 ellipse 59" descr="sci-ppt:o059"/>
          <p:cNvSpPr/>
          <p:nvPr/>
        </p:nvSpPr>
        <p:spPr>
          <a:xfrm>
            <a:off x="6227064" y="4901184"/>
            <a:ext cx="438912" cy="43891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1-E28 text 60" descr="sci-ppt:o060"/>
          <p:cNvSpPr txBox="1"/>
          <p:nvPr/>
        </p:nvSpPr>
        <p:spPr>
          <a:xfrm>
            <a:off x="6336792" y="4937760"/>
            <a:ext cx="228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632"/>
                </a:solidFill>
                <a:latin typeface="Arial"/>
              </a:rPr>
              <a:t>4</a:t>
            </a:r>
          </a:p>
        </p:txBody>
      </p:sp>
      <p:sp>
        <p:nvSpPr>
          <p:cNvPr id="63" name="C1-E28 text 61" descr="sci-ppt:o061"/>
          <p:cNvSpPr txBox="1"/>
          <p:nvPr/>
        </p:nvSpPr>
        <p:spPr>
          <a:xfrm>
            <a:off x="6858000" y="4736592"/>
            <a:ext cx="48920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Update φ on Γ</a:t>
            </a:r>
          </a:p>
        </p:txBody>
      </p:sp>
      <p:sp>
        <p:nvSpPr>
          <p:cNvPr id="64" name="C1-E28 text 62" descr="sci-ppt:o062"/>
          <p:cNvSpPr txBox="1"/>
          <p:nvPr/>
        </p:nvSpPr>
        <p:spPr>
          <a:xfrm>
            <a:off x="6858000" y="5120640"/>
            <a:ext cx="4892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Dφ/Dt = ½|u|² + (p∞ − p_b − σκ)/ρ</a:t>
            </a:r>
          </a:p>
        </p:txBody>
      </p:sp>
      <p:sp>
        <p:nvSpPr>
          <p:cNvPr id="65" name="C1-E28 text 63" descr="sci-ppt:o063"/>
          <p:cNvSpPr txBox="1"/>
          <p:nvPr/>
        </p:nvSpPr>
        <p:spPr>
          <a:xfrm>
            <a:off x="6126480" y="5806440"/>
            <a:ext cx="56692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shape and the potential evolve together; changing geometry is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what creates focusing.</a:t>
            </a:r>
          </a:p>
        </p:txBody>
      </p:sp>
      <p:sp>
        <p:nvSpPr>
          <p:cNvPr id="66" name="C1-E28 text 64" descr="sci-ppt:o06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Schematic of the loop of Eq. C1-E28; the deformed shape is illustrative.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C1-E29 · Exact spherical recovery of the potential closure</a:t>
            </a:r>
          </a:p>
        </p:txBody>
      </p:sp>
      <p:cxnSp>
        <p:nvCxnSpPr>
          <p:cNvPr id="3" name="C1-E29 line 1" descr="sci-ppt:o001"/>
          <p:cNvCxnSpPr/>
          <p:nvPr/>
        </p:nvCxnSpPr>
        <p:spPr>
          <a:xfrm>
            <a:off x="6858000" y="4937760"/>
            <a:ext cx="49377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29 line 2" descr="sci-ppt:o002"/>
          <p:cNvCxnSpPr/>
          <p:nvPr/>
        </p:nvCxnSpPr>
        <p:spPr>
          <a:xfrm>
            <a:off x="68580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29 line 3" descr="sci-ppt:o003"/>
          <p:cNvCxnSpPr/>
          <p:nvPr/>
        </p:nvCxnSpPr>
        <p:spPr>
          <a:xfrm>
            <a:off x="68580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29 line 4" descr="sci-ppt:o004"/>
          <p:cNvCxnSpPr/>
          <p:nvPr/>
        </p:nvCxnSpPr>
        <p:spPr>
          <a:xfrm>
            <a:off x="68580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29 text 5" descr="sci-ppt:o005"/>
          <p:cNvSpPr txBox="1"/>
          <p:nvPr/>
        </p:nvSpPr>
        <p:spPr>
          <a:xfrm>
            <a:off x="64008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29 line 6" descr="sci-ppt:o006"/>
          <p:cNvCxnSpPr/>
          <p:nvPr/>
        </p:nvCxnSpPr>
        <p:spPr>
          <a:xfrm>
            <a:off x="85039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29 line 7" descr="sci-ppt:o007"/>
          <p:cNvCxnSpPr/>
          <p:nvPr/>
        </p:nvCxnSpPr>
        <p:spPr>
          <a:xfrm>
            <a:off x="85039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29 text 8" descr="sci-ppt:o008"/>
          <p:cNvSpPr txBox="1"/>
          <p:nvPr/>
        </p:nvSpPr>
        <p:spPr>
          <a:xfrm>
            <a:off x="804672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29 line 9" descr="sci-ppt:o009"/>
          <p:cNvCxnSpPr/>
          <p:nvPr/>
        </p:nvCxnSpPr>
        <p:spPr>
          <a:xfrm>
            <a:off x="101498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29 line 10" descr="sci-ppt:o010"/>
          <p:cNvCxnSpPr/>
          <p:nvPr/>
        </p:nvCxnSpPr>
        <p:spPr>
          <a:xfrm>
            <a:off x="101498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29 text 11" descr="sci-ppt:o011"/>
          <p:cNvSpPr txBox="1"/>
          <p:nvPr/>
        </p:nvSpPr>
        <p:spPr>
          <a:xfrm>
            <a:off x="96926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29 line 12" descr="sci-ppt:o012"/>
          <p:cNvCxnSpPr/>
          <p:nvPr/>
        </p:nvCxnSpPr>
        <p:spPr>
          <a:xfrm>
            <a:off x="117957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29 line 13" descr="sci-ppt:o013"/>
          <p:cNvCxnSpPr/>
          <p:nvPr/>
        </p:nvCxnSpPr>
        <p:spPr>
          <a:xfrm>
            <a:off x="117957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29 text 14" descr="sci-ppt:o014"/>
          <p:cNvSpPr txBox="1"/>
          <p:nvPr/>
        </p:nvSpPr>
        <p:spPr>
          <a:xfrm>
            <a:off x="113385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29 line 15" descr="sci-ppt:o015"/>
          <p:cNvCxnSpPr/>
          <p:nvPr/>
        </p:nvCxnSpPr>
        <p:spPr>
          <a:xfrm>
            <a:off x="67939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29 line 16" descr="sci-ppt:o016"/>
          <p:cNvCxnSpPr/>
          <p:nvPr/>
        </p:nvCxnSpPr>
        <p:spPr>
          <a:xfrm>
            <a:off x="6793992" y="40462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29 line 17" descr="sci-ppt:o017"/>
          <p:cNvCxnSpPr/>
          <p:nvPr/>
        </p:nvCxnSpPr>
        <p:spPr>
          <a:xfrm>
            <a:off x="6858000" y="404622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29 text 18" descr="sci-ppt:o018"/>
          <p:cNvSpPr txBox="1"/>
          <p:nvPr/>
        </p:nvSpPr>
        <p:spPr>
          <a:xfrm>
            <a:off x="5989320" y="39639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-500</a:t>
            </a:r>
          </a:p>
        </p:txBody>
      </p:sp>
      <p:cxnSp>
        <p:nvCxnSpPr>
          <p:cNvPr id="21" name="C1-E29 line 19" descr="sci-ppt:o019"/>
          <p:cNvCxnSpPr/>
          <p:nvPr/>
        </p:nvCxnSpPr>
        <p:spPr>
          <a:xfrm>
            <a:off x="6793992" y="3154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9 line 20" descr="sci-ppt:o020"/>
          <p:cNvCxnSpPr/>
          <p:nvPr/>
        </p:nvCxnSpPr>
        <p:spPr>
          <a:xfrm>
            <a:off x="6858000" y="315468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29 text 21" descr="sci-ppt:o021"/>
          <p:cNvSpPr txBox="1"/>
          <p:nvPr/>
        </p:nvSpPr>
        <p:spPr>
          <a:xfrm>
            <a:off x="5989320" y="3072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4" name="C1-E29 line 22" descr="sci-ppt:o022"/>
          <p:cNvCxnSpPr/>
          <p:nvPr/>
        </p:nvCxnSpPr>
        <p:spPr>
          <a:xfrm>
            <a:off x="6793992" y="22631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9 line 23" descr="sci-ppt:o023"/>
          <p:cNvCxnSpPr/>
          <p:nvPr/>
        </p:nvCxnSpPr>
        <p:spPr>
          <a:xfrm>
            <a:off x="6858000" y="226314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29 text 24" descr="sci-ppt:o024"/>
          <p:cNvSpPr txBox="1"/>
          <p:nvPr/>
        </p:nvSpPr>
        <p:spPr>
          <a:xfrm>
            <a:off x="5989320" y="21808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500</a:t>
            </a:r>
          </a:p>
        </p:txBody>
      </p:sp>
      <p:cxnSp>
        <p:nvCxnSpPr>
          <p:cNvPr id="27" name="C1-E29 line 25" descr="sci-ppt:o025"/>
          <p:cNvCxnSpPr/>
          <p:nvPr/>
        </p:nvCxnSpPr>
        <p:spPr>
          <a:xfrm>
            <a:off x="67939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9 line 26" descr="sci-ppt:o026"/>
          <p:cNvCxnSpPr/>
          <p:nvPr/>
        </p:nvCxnSpPr>
        <p:spPr>
          <a:xfrm>
            <a:off x="6858000" y="137160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29 text 27" descr="sci-ppt:o027"/>
          <p:cNvSpPr txBox="1"/>
          <p:nvPr/>
        </p:nvSpPr>
        <p:spPr>
          <a:xfrm>
            <a:off x="59893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30" name="C1-E29 text 28" descr="sci-ppt:o028"/>
          <p:cNvSpPr txBox="1"/>
          <p:nvPr/>
        </p:nvSpPr>
        <p:spPr>
          <a:xfrm>
            <a:off x="6858000" y="5221224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1" name="C1-E29 text 29" descr="sci-ppt:o029"/>
          <p:cNvSpPr txBox="1"/>
          <p:nvPr/>
        </p:nvSpPr>
        <p:spPr>
          <a:xfrm>
            <a:off x="6309360" y="1024128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closure terms (m²/s²)</a:t>
            </a:r>
          </a:p>
        </p:txBody>
      </p:sp>
      <p:cxnSp>
        <p:nvCxnSpPr>
          <p:cNvPr id="32" name="C1-E29 line 30" descr="sci-ppt:o030"/>
          <p:cNvCxnSpPr/>
          <p:nvPr/>
        </p:nvCxnSpPr>
        <p:spPr>
          <a:xfrm>
            <a:off x="6858000" y="3154680"/>
            <a:ext cx="493776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33" name="C1-E29 polygon 31" descr="sci-ppt:o031"/>
          <p:cNvSpPr/>
          <p:nvPr/>
        </p:nvSpPr>
        <p:spPr>
          <a:xfrm>
            <a:off x="6865408" y="2992514"/>
            <a:ext cx="4922943" cy="1712408"/>
          </a:xfrm>
          <a:custGeom>
            <a:avLst/>
            <a:gdLst/>
            <a:ahLst/>
            <a:cxnLst/>
            <a:rect l="l" t="t" r="r" b="b"/>
            <a:pathLst>
              <a:path w="4922943" h="1712408">
                <a:moveTo>
                  <a:pt x="0" y="1712408"/>
                </a:moveTo>
                <a:lnTo>
                  <a:pt x="34573" y="1688080"/>
                </a:lnTo>
                <a:lnTo>
                  <a:pt x="69146" y="1631989"/>
                </a:lnTo>
                <a:lnTo>
                  <a:pt x="103719" y="1549311"/>
                </a:lnTo>
                <a:lnTo>
                  <a:pt x="138292" y="1446964"/>
                </a:lnTo>
                <a:lnTo>
                  <a:pt x="172865" y="1332373"/>
                </a:lnTo>
                <a:lnTo>
                  <a:pt x="207438" y="1212425"/>
                </a:lnTo>
                <a:lnTo>
                  <a:pt x="242011" y="1092797"/>
                </a:lnTo>
                <a:lnTo>
                  <a:pt x="276584" y="977692"/>
                </a:lnTo>
                <a:lnTo>
                  <a:pt x="311157" y="869882"/>
                </a:lnTo>
                <a:lnTo>
                  <a:pt x="345730" y="770923"/>
                </a:lnTo>
                <a:lnTo>
                  <a:pt x="380303" y="681450"/>
                </a:lnTo>
                <a:lnTo>
                  <a:pt x="414876" y="601445"/>
                </a:lnTo>
                <a:lnTo>
                  <a:pt x="449449" y="530478"/>
                </a:lnTo>
                <a:lnTo>
                  <a:pt x="484021" y="467878"/>
                </a:lnTo>
                <a:lnTo>
                  <a:pt x="518594" y="412867"/>
                </a:lnTo>
                <a:lnTo>
                  <a:pt x="553167" y="364636"/>
                </a:lnTo>
                <a:lnTo>
                  <a:pt x="587740" y="322400"/>
                </a:lnTo>
                <a:lnTo>
                  <a:pt x="622313" y="285428"/>
                </a:lnTo>
                <a:lnTo>
                  <a:pt x="656886" y="253054"/>
                </a:lnTo>
                <a:lnTo>
                  <a:pt x="691459" y="224686"/>
                </a:lnTo>
                <a:lnTo>
                  <a:pt x="726032" y="199800"/>
                </a:lnTo>
                <a:lnTo>
                  <a:pt x="760605" y="177939"/>
                </a:lnTo>
                <a:lnTo>
                  <a:pt x="795178" y="158705"/>
                </a:lnTo>
                <a:lnTo>
                  <a:pt x="829751" y="141755"/>
                </a:lnTo>
                <a:lnTo>
                  <a:pt x="864324" y="126791"/>
                </a:lnTo>
                <a:lnTo>
                  <a:pt x="898897" y="113557"/>
                </a:lnTo>
                <a:lnTo>
                  <a:pt x="933470" y="101833"/>
                </a:lnTo>
                <a:lnTo>
                  <a:pt x="968043" y="91427"/>
                </a:lnTo>
                <a:lnTo>
                  <a:pt x="1002616" y="82175"/>
                </a:lnTo>
                <a:lnTo>
                  <a:pt x="1037189" y="73935"/>
                </a:lnTo>
                <a:lnTo>
                  <a:pt x="1071762" y="66584"/>
                </a:lnTo>
                <a:lnTo>
                  <a:pt x="1106335" y="60016"/>
                </a:lnTo>
                <a:lnTo>
                  <a:pt x="1140908" y="54138"/>
                </a:lnTo>
                <a:lnTo>
                  <a:pt x="1175481" y="48870"/>
                </a:lnTo>
                <a:lnTo>
                  <a:pt x="1210054" y="44142"/>
                </a:lnTo>
                <a:lnTo>
                  <a:pt x="1244627" y="39893"/>
                </a:lnTo>
                <a:lnTo>
                  <a:pt x="1279200" y="36070"/>
                </a:lnTo>
                <a:lnTo>
                  <a:pt x="1313773" y="32625"/>
                </a:lnTo>
                <a:lnTo>
                  <a:pt x="1348346" y="29518"/>
                </a:lnTo>
                <a:lnTo>
                  <a:pt x="1382919" y="26713"/>
                </a:lnTo>
                <a:lnTo>
                  <a:pt x="1417491" y="24177"/>
                </a:lnTo>
                <a:lnTo>
                  <a:pt x="1452064" y="21884"/>
                </a:lnTo>
                <a:lnTo>
                  <a:pt x="1486637" y="19807"/>
                </a:lnTo>
                <a:lnTo>
                  <a:pt x="1521210" y="17926"/>
                </a:lnTo>
                <a:lnTo>
                  <a:pt x="1555783" y="16220"/>
                </a:lnTo>
                <a:lnTo>
                  <a:pt x="1590356" y="14673"/>
                </a:lnTo>
                <a:lnTo>
                  <a:pt x="1624929" y="13268"/>
                </a:lnTo>
                <a:lnTo>
                  <a:pt x="1659502" y="11992"/>
                </a:lnTo>
                <a:lnTo>
                  <a:pt x="1694075" y="10833"/>
                </a:lnTo>
                <a:lnTo>
                  <a:pt x="1728648" y="9780"/>
                </a:lnTo>
                <a:lnTo>
                  <a:pt x="1763221" y="8822"/>
                </a:lnTo>
                <a:lnTo>
                  <a:pt x="1797794" y="7951"/>
                </a:lnTo>
                <a:lnTo>
                  <a:pt x="1832367" y="7160"/>
                </a:lnTo>
                <a:lnTo>
                  <a:pt x="1866940" y="6440"/>
                </a:lnTo>
                <a:lnTo>
                  <a:pt x="1901513" y="5786"/>
                </a:lnTo>
                <a:lnTo>
                  <a:pt x="1936086" y="5191"/>
                </a:lnTo>
                <a:lnTo>
                  <a:pt x="1970659" y="4650"/>
                </a:lnTo>
                <a:lnTo>
                  <a:pt x="2005232" y="4159"/>
                </a:lnTo>
                <a:lnTo>
                  <a:pt x="2039805" y="3713"/>
                </a:lnTo>
                <a:lnTo>
                  <a:pt x="2074378" y="3308"/>
                </a:lnTo>
                <a:lnTo>
                  <a:pt x="2108951" y="2941"/>
                </a:lnTo>
                <a:lnTo>
                  <a:pt x="2143524" y="2608"/>
                </a:lnTo>
                <a:lnTo>
                  <a:pt x="2178097" y="2307"/>
                </a:lnTo>
                <a:lnTo>
                  <a:pt x="2212670" y="2034"/>
                </a:lnTo>
                <a:lnTo>
                  <a:pt x="2247243" y="1788"/>
                </a:lnTo>
                <a:lnTo>
                  <a:pt x="2281816" y="1567"/>
                </a:lnTo>
                <a:lnTo>
                  <a:pt x="2316389" y="1367"/>
                </a:lnTo>
                <a:lnTo>
                  <a:pt x="2350961" y="1187"/>
                </a:lnTo>
                <a:lnTo>
                  <a:pt x="2385534" y="1026"/>
                </a:lnTo>
                <a:lnTo>
                  <a:pt x="2420107" y="882"/>
                </a:lnTo>
                <a:lnTo>
                  <a:pt x="2454680" y="754"/>
                </a:lnTo>
                <a:lnTo>
                  <a:pt x="2489253" y="640"/>
                </a:lnTo>
                <a:lnTo>
                  <a:pt x="2523826" y="539"/>
                </a:lnTo>
                <a:lnTo>
                  <a:pt x="2558399" y="449"/>
                </a:lnTo>
                <a:lnTo>
                  <a:pt x="2592972" y="371"/>
                </a:lnTo>
                <a:lnTo>
                  <a:pt x="2627545" y="302"/>
                </a:lnTo>
                <a:lnTo>
                  <a:pt x="2662118" y="243"/>
                </a:lnTo>
                <a:lnTo>
                  <a:pt x="2696691" y="192"/>
                </a:lnTo>
                <a:lnTo>
                  <a:pt x="2731264" y="148"/>
                </a:lnTo>
                <a:lnTo>
                  <a:pt x="2765837" y="112"/>
                </a:lnTo>
                <a:lnTo>
                  <a:pt x="2800410" y="81"/>
                </a:lnTo>
                <a:lnTo>
                  <a:pt x="2834983" y="57"/>
                </a:lnTo>
                <a:lnTo>
                  <a:pt x="2869556" y="37"/>
                </a:lnTo>
                <a:lnTo>
                  <a:pt x="2904129" y="22"/>
                </a:lnTo>
                <a:lnTo>
                  <a:pt x="2938702" y="11"/>
                </a:lnTo>
                <a:lnTo>
                  <a:pt x="2973275" y="4"/>
                </a:lnTo>
                <a:lnTo>
                  <a:pt x="3007848" y="1"/>
                </a:lnTo>
                <a:lnTo>
                  <a:pt x="3042421" y="0"/>
                </a:lnTo>
                <a:lnTo>
                  <a:pt x="3076994" y="2"/>
                </a:lnTo>
                <a:lnTo>
                  <a:pt x="3111567" y="7"/>
                </a:lnTo>
                <a:lnTo>
                  <a:pt x="3146140" y="13"/>
                </a:lnTo>
                <a:lnTo>
                  <a:pt x="3180713" y="22"/>
                </a:lnTo>
                <a:lnTo>
                  <a:pt x="3215286" y="32"/>
                </a:lnTo>
                <a:lnTo>
                  <a:pt x="3249859" y="43"/>
                </a:lnTo>
                <a:lnTo>
                  <a:pt x="3284432" y="56"/>
                </a:lnTo>
                <a:lnTo>
                  <a:pt x="3319004" y="69"/>
                </a:lnTo>
                <a:lnTo>
                  <a:pt x="3353577" y="83"/>
                </a:lnTo>
                <a:lnTo>
                  <a:pt x="3388150" y="98"/>
                </a:lnTo>
                <a:lnTo>
                  <a:pt x="3422723" y="113"/>
                </a:lnTo>
                <a:lnTo>
                  <a:pt x="3457296" y="128"/>
                </a:lnTo>
                <a:lnTo>
                  <a:pt x="3491869" y="144"/>
                </a:lnTo>
                <a:lnTo>
                  <a:pt x="3526442" y="159"/>
                </a:lnTo>
                <a:lnTo>
                  <a:pt x="3561015" y="175"/>
                </a:lnTo>
                <a:lnTo>
                  <a:pt x="3595588" y="190"/>
                </a:lnTo>
                <a:lnTo>
                  <a:pt x="3630161" y="205"/>
                </a:lnTo>
                <a:lnTo>
                  <a:pt x="3664734" y="220"/>
                </a:lnTo>
                <a:lnTo>
                  <a:pt x="3699307" y="234"/>
                </a:lnTo>
                <a:lnTo>
                  <a:pt x="3733880" y="247"/>
                </a:lnTo>
                <a:lnTo>
                  <a:pt x="3768453" y="260"/>
                </a:lnTo>
                <a:lnTo>
                  <a:pt x="3803026" y="273"/>
                </a:lnTo>
                <a:lnTo>
                  <a:pt x="3837599" y="284"/>
                </a:lnTo>
                <a:lnTo>
                  <a:pt x="3872172" y="295"/>
                </a:lnTo>
                <a:lnTo>
                  <a:pt x="3906745" y="305"/>
                </a:lnTo>
                <a:lnTo>
                  <a:pt x="3941318" y="314"/>
                </a:lnTo>
                <a:lnTo>
                  <a:pt x="3975891" y="322"/>
                </a:lnTo>
                <a:lnTo>
                  <a:pt x="4010464" y="329"/>
                </a:lnTo>
                <a:lnTo>
                  <a:pt x="4045037" y="335"/>
                </a:lnTo>
                <a:lnTo>
                  <a:pt x="4079610" y="340"/>
                </a:lnTo>
                <a:lnTo>
                  <a:pt x="4114183" y="345"/>
                </a:lnTo>
                <a:lnTo>
                  <a:pt x="4148756" y="348"/>
                </a:lnTo>
                <a:lnTo>
                  <a:pt x="4183329" y="350"/>
                </a:lnTo>
                <a:lnTo>
                  <a:pt x="4217902" y="351"/>
                </a:lnTo>
                <a:lnTo>
                  <a:pt x="4252474" y="351"/>
                </a:lnTo>
                <a:lnTo>
                  <a:pt x="4287047" y="350"/>
                </a:lnTo>
                <a:lnTo>
                  <a:pt x="4321620" y="347"/>
                </a:lnTo>
                <a:lnTo>
                  <a:pt x="4356193" y="344"/>
                </a:lnTo>
                <a:lnTo>
                  <a:pt x="4390766" y="340"/>
                </a:lnTo>
                <a:lnTo>
                  <a:pt x="4425339" y="335"/>
                </a:lnTo>
                <a:lnTo>
                  <a:pt x="4459912" y="328"/>
                </a:lnTo>
                <a:lnTo>
                  <a:pt x="4494485" y="321"/>
                </a:lnTo>
                <a:lnTo>
                  <a:pt x="4529058" y="313"/>
                </a:lnTo>
                <a:lnTo>
                  <a:pt x="4563631" y="304"/>
                </a:lnTo>
                <a:lnTo>
                  <a:pt x="4598204" y="294"/>
                </a:lnTo>
                <a:lnTo>
                  <a:pt x="4632777" y="283"/>
                </a:lnTo>
                <a:lnTo>
                  <a:pt x="4667350" y="271"/>
                </a:lnTo>
                <a:lnTo>
                  <a:pt x="4701923" y="259"/>
                </a:lnTo>
                <a:lnTo>
                  <a:pt x="4736496" y="246"/>
                </a:lnTo>
                <a:lnTo>
                  <a:pt x="4771069" y="232"/>
                </a:lnTo>
                <a:lnTo>
                  <a:pt x="4805642" y="218"/>
                </a:lnTo>
                <a:lnTo>
                  <a:pt x="4840215" y="204"/>
                </a:lnTo>
                <a:lnTo>
                  <a:pt x="4874788" y="189"/>
                </a:lnTo>
                <a:lnTo>
                  <a:pt x="4909361" y="173"/>
                </a:lnTo>
                <a:lnTo>
                  <a:pt x="4922943" y="167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29 polygon 32" descr="sci-ppt:o032"/>
          <p:cNvSpPr/>
          <p:nvPr/>
        </p:nvSpPr>
        <p:spPr>
          <a:xfrm>
            <a:off x="6865408" y="2992514"/>
            <a:ext cx="4922943" cy="1712430"/>
          </a:xfrm>
          <a:custGeom>
            <a:avLst/>
            <a:gdLst/>
            <a:ahLst/>
            <a:cxnLst/>
            <a:rect l="l" t="t" r="r" b="b"/>
            <a:pathLst>
              <a:path w="4922943" h="1712430">
                <a:moveTo>
                  <a:pt x="0" y="1712430"/>
                </a:moveTo>
                <a:lnTo>
                  <a:pt x="34573" y="1688100"/>
                </a:lnTo>
                <a:lnTo>
                  <a:pt x="69146" y="1632005"/>
                </a:lnTo>
                <a:lnTo>
                  <a:pt x="103719" y="1549323"/>
                </a:lnTo>
                <a:lnTo>
                  <a:pt x="138292" y="1446970"/>
                </a:lnTo>
                <a:lnTo>
                  <a:pt x="172865" y="1332374"/>
                </a:lnTo>
                <a:lnTo>
                  <a:pt x="207438" y="1212422"/>
                </a:lnTo>
                <a:lnTo>
                  <a:pt x="242011" y="1092791"/>
                </a:lnTo>
                <a:lnTo>
                  <a:pt x="276584" y="977685"/>
                </a:lnTo>
                <a:lnTo>
                  <a:pt x="311157" y="869873"/>
                </a:lnTo>
                <a:lnTo>
                  <a:pt x="345730" y="770915"/>
                </a:lnTo>
                <a:lnTo>
                  <a:pt x="380303" y="681442"/>
                </a:lnTo>
                <a:lnTo>
                  <a:pt x="414876" y="601438"/>
                </a:lnTo>
                <a:lnTo>
                  <a:pt x="449449" y="530471"/>
                </a:lnTo>
                <a:lnTo>
                  <a:pt x="484021" y="467873"/>
                </a:lnTo>
                <a:lnTo>
                  <a:pt x="518594" y="412863"/>
                </a:lnTo>
                <a:lnTo>
                  <a:pt x="553167" y="364632"/>
                </a:lnTo>
                <a:lnTo>
                  <a:pt x="587740" y="322397"/>
                </a:lnTo>
                <a:lnTo>
                  <a:pt x="622313" y="285425"/>
                </a:lnTo>
                <a:lnTo>
                  <a:pt x="656886" y="253052"/>
                </a:lnTo>
                <a:lnTo>
                  <a:pt x="691459" y="224684"/>
                </a:lnTo>
                <a:lnTo>
                  <a:pt x="726032" y="199798"/>
                </a:lnTo>
                <a:lnTo>
                  <a:pt x="760605" y="177937"/>
                </a:lnTo>
                <a:lnTo>
                  <a:pt x="795178" y="158704"/>
                </a:lnTo>
                <a:lnTo>
                  <a:pt x="829751" y="141754"/>
                </a:lnTo>
                <a:lnTo>
                  <a:pt x="864324" y="126790"/>
                </a:lnTo>
                <a:lnTo>
                  <a:pt x="898897" y="113557"/>
                </a:lnTo>
                <a:lnTo>
                  <a:pt x="933470" y="101832"/>
                </a:lnTo>
                <a:lnTo>
                  <a:pt x="968043" y="91426"/>
                </a:lnTo>
                <a:lnTo>
                  <a:pt x="1002616" y="82175"/>
                </a:lnTo>
                <a:lnTo>
                  <a:pt x="1037189" y="73935"/>
                </a:lnTo>
                <a:lnTo>
                  <a:pt x="1071762" y="66584"/>
                </a:lnTo>
                <a:lnTo>
                  <a:pt x="1106335" y="60016"/>
                </a:lnTo>
                <a:lnTo>
                  <a:pt x="1140908" y="54138"/>
                </a:lnTo>
                <a:lnTo>
                  <a:pt x="1175481" y="48870"/>
                </a:lnTo>
                <a:lnTo>
                  <a:pt x="1210054" y="44142"/>
                </a:lnTo>
                <a:lnTo>
                  <a:pt x="1244627" y="39893"/>
                </a:lnTo>
                <a:lnTo>
                  <a:pt x="1279200" y="36070"/>
                </a:lnTo>
                <a:lnTo>
                  <a:pt x="1313773" y="32625"/>
                </a:lnTo>
                <a:lnTo>
                  <a:pt x="1348346" y="29518"/>
                </a:lnTo>
                <a:lnTo>
                  <a:pt x="1382919" y="26713"/>
                </a:lnTo>
                <a:lnTo>
                  <a:pt x="1417491" y="24177"/>
                </a:lnTo>
                <a:lnTo>
                  <a:pt x="1452064" y="21884"/>
                </a:lnTo>
                <a:lnTo>
                  <a:pt x="1486637" y="19807"/>
                </a:lnTo>
                <a:lnTo>
                  <a:pt x="1521210" y="17926"/>
                </a:lnTo>
                <a:lnTo>
                  <a:pt x="1555783" y="16220"/>
                </a:lnTo>
                <a:lnTo>
                  <a:pt x="1590356" y="14673"/>
                </a:lnTo>
                <a:lnTo>
                  <a:pt x="1624929" y="13268"/>
                </a:lnTo>
                <a:lnTo>
                  <a:pt x="1659502" y="11992"/>
                </a:lnTo>
                <a:lnTo>
                  <a:pt x="1694075" y="10833"/>
                </a:lnTo>
                <a:lnTo>
                  <a:pt x="1728648" y="9780"/>
                </a:lnTo>
                <a:lnTo>
                  <a:pt x="1763221" y="8822"/>
                </a:lnTo>
                <a:lnTo>
                  <a:pt x="1797794" y="7952"/>
                </a:lnTo>
                <a:lnTo>
                  <a:pt x="1832367" y="7160"/>
                </a:lnTo>
                <a:lnTo>
                  <a:pt x="1866940" y="6440"/>
                </a:lnTo>
                <a:lnTo>
                  <a:pt x="1901513" y="5786"/>
                </a:lnTo>
                <a:lnTo>
                  <a:pt x="1936086" y="5191"/>
                </a:lnTo>
                <a:lnTo>
                  <a:pt x="1970659" y="4650"/>
                </a:lnTo>
                <a:lnTo>
                  <a:pt x="2005232" y="4159"/>
                </a:lnTo>
                <a:lnTo>
                  <a:pt x="2039805" y="3713"/>
                </a:lnTo>
                <a:lnTo>
                  <a:pt x="2074378" y="3308"/>
                </a:lnTo>
                <a:lnTo>
                  <a:pt x="2108951" y="2941"/>
                </a:lnTo>
                <a:lnTo>
                  <a:pt x="2143524" y="2608"/>
                </a:lnTo>
                <a:lnTo>
                  <a:pt x="2178097" y="2307"/>
                </a:lnTo>
                <a:lnTo>
                  <a:pt x="2212670" y="2034"/>
                </a:lnTo>
                <a:lnTo>
                  <a:pt x="2247243" y="1788"/>
                </a:lnTo>
                <a:lnTo>
                  <a:pt x="2281816" y="1567"/>
                </a:lnTo>
                <a:lnTo>
                  <a:pt x="2316389" y="1367"/>
                </a:lnTo>
                <a:lnTo>
                  <a:pt x="2350961" y="1187"/>
                </a:lnTo>
                <a:lnTo>
                  <a:pt x="2385534" y="1026"/>
                </a:lnTo>
                <a:lnTo>
                  <a:pt x="2420107" y="882"/>
                </a:lnTo>
                <a:lnTo>
                  <a:pt x="2454680" y="754"/>
                </a:lnTo>
                <a:lnTo>
                  <a:pt x="2489253" y="640"/>
                </a:lnTo>
                <a:lnTo>
                  <a:pt x="2523826" y="539"/>
                </a:lnTo>
                <a:lnTo>
                  <a:pt x="2558399" y="449"/>
                </a:lnTo>
                <a:lnTo>
                  <a:pt x="2592972" y="371"/>
                </a:lnTo>
                <a:lnTo>
                  <a:pt x="2627545" y="302"/>
                </a:lnTo>
                <a:lnTo>
                  <a:pt x="2662118" y="243"/>
                </a:lnTo>
                <a:lnTo>
                  <a:pt x="2696691" y="192"/>
                </a:lnTo>
                <a:lnTo>
                  <a:pt x="2731264" y="148"/>
                </a:lnTo>
                <a:lnTo>
                  <a:pt x="2765837" y="112"/>
                </a:lnTo>
                <a:lnTo>
                  <a:pt x="2800410" y="81"/>
                </a:lnTo>
                <a:lnTo>
                  <a:pt x="2834983" y="57"/>
                </a:lnTo>
                <a:lnTo>
                  <a:pt x="2869556" y="37"/>
                </a:lnTo>
                <a:lnTo>
                  <a:pt x="2904129" y="22"/>
                </a:lnTo>
                <a:lnTo>
                  <a:pt x="2938702" y="11"/>
                </a:lnTo>
                <a:lnTo>
                  <a:pt x="2973275" y="4"/>
                </a:lnTo>
                <a:lnTo>
                  <a:pt x="3007848" y="1"/>
                </a:lnTo>
                <a:lnTo>
                  <a:pt x="3042421" y="0"/>
                </a:lnTo>
                <a:lnTo>
                  <a:pt x="3076994" y="2"/>
                </a:lnTo>
                <a:lnTo>
                  <a:pt x="3111567" y="7"/>
                </a:lnTo>
                <a:lnTo>
                  <a:pt x="3146140" y="13"/>
                </a:lnTo>
                <a:lnTo>
                  <a:pt x="3180713" y="22"/>
                </a:lnTo>
                <a:lnTo>
                  <a:pt x="3215286" y="32"/>
                </a:lnTo>
                <a:lnTo>
                  <a:pt x="3249859" y="43"/>
                </a:lnTo>
                <a:lnTo>
                  <a:pt x="3284432" y="56"/>
                </a:lnTo>
                <a:lnTo>
                  <a:pt x="3319004" y="69"/>
                </a:lnTo>
                <a:lnTo>
                  <a:pt x="3353577" y="83"/>
                </a:lnTo>
                <a:lnTo>
                  <a:pt x="3388150" y="98"/>
                </a:lnTo>
                <a:lnTo>
                  <a:pt x="3422723" y="113"/>
                </a:lnTo>
                <a:lnTo>
                  <a:pt x="3457296" y="128"/>
                </a:lnTo>
                <a:lnTo>
                  <a:pt x="3491869" y="144"/>
                </a:lnTo>
                <a:lnTo>
                  <a:pt x="3526442" y="159"/>
                </a:lnTo>
                <a:lnTo>
                  <a:pt x="3561015" y="175"/>
                </a:lnTo>
                <a:lnTo>
                  <a:pt x="3595588" y="190"/>
                </a:lnTo>
                <a:lnTo>
                  <a:pt x="3630161" y="205"/>
                </a:lnTo>
                <a:lnTo>
                  <a:pt x="3664734" y="220"/>
                </a:lnTo>
                <a:lnTo>
                  <a:pt x="3699307" y="234"/>
                </a:lnTo>
                <a:lnTo>
                  <a:pt x="3733880" y="247"/>
                </a:lnTo>
                <a:lnTo>
                  <a:pt x="3768453" y="260"/>
                </a:lnTo>
                <a:lnTo>
                  <a:pt x="3803026" y="273"/>
                </a:lnTo>
                <a:lnTo>
                  <a:pt x="3837599" y="284"/>
                </a:lnTo>
                <a:lnTo>
                  <a:pt x="3872172" y="295"/>
                </a:lnTo>
                <a:lnTo>
                  <a:pt x="3906745" y="305"/>
                </a:lnTo>
                <a:lnTo>
                  <a:pt x="3941318" y="314"/>
                </a:lnTo>
                <a:lnTo>
                  <a:pt x="3975891" y="322"/>
                </a:lnTo>
                <a:lnTo>
                  <a:pt x="4010464" y="329"/>
                </a:lnTo>
                <a:lnTo>
                  <a:pt x="4045037" y="335"/>
                </a:lnTo>
                <a:lnTo>
                  <a:pt x="4079610" y="340"/>
                </a:lnTo>
                <a:lnTo>
                  <a:pt x="4114183" y="345"/>
                </a:lnTo>
                <a:lnTo>
                  <a:pt x="4148756" y="348"/>
                </a:lnTo>
                <a:lnTo>
                  <a:pt x="4183329" y="350"/>
                </a:lnTo>
                <a:lnTo>
                  <a:pt x="4217902" y="351"/>
                </a:lnTo>
                <a:lnTo>
                  <a:pt x="4252474" y="351"/>
                </a:lnTo>
                <a:lnTo>
                  <a:pt x="4287047" y="350"/>
                </a:lnTo>
                <a:lnTo>
                  <a:pt x="4321620" y="347"/>
                </a:lnTo>
                <a:lnTo>
                  <a:pt x="4356193" y="344"/>
                </a:lnTo>
                <a:lnTo>
                  <a:pt x="4390766" y="340"/>
                </a:lnTo>
                <a:lnTo>
                  <a:pt x="4425339" y="335"/>
                </a:lnTo>
                <a:lnTo>
                  <a:pt x="4459912" y="328"/>
                </a:lnTo>
                <a:lnTo>
                  <a:pt x="4494485" y="321"/>
                </a:lnTo>
                <a:lnTo>
                  <a:pt x="4529058" y="313"/>
                </a:lnTo>
                <a:lnTo>
                  <a:pt x="4563631" y="304"/>
                </a:lnTo>
                <a:lnTo>
                  <a:pt x="4598204" y="294"/>
                </a:lnTo>
                <a:lnTo>
                  <a:pt x="4632777" y="283"/>
                </a:lnTo>
                <a:lnTo>
                  <a:pt x="4667350" y="271"/>
                </a:lnTo>
                <a:lnTo>
                  <a:pt x="4701923" y="259"/>
                </a:lnTo>
                <a:lnTo>
                  <a:pt x="4736496" y="246"/>
                </a:lnTo>
                <a:lnTo>
                  <a:pt x="4771069" y="232"/>
                </a:lnTo>
                <a:lnTo>
                  <a:pt x="4805642" y="218"/>
                </a:lnTo>
                <a:lnTo>
                  <a:pt x="4840215" y="204"/>
                </a:lnTo>
                <a:lnTo>
                  <a:pt x="4874788" y="189"/>
                </a:lnTo>
                <a:lnTo>
                  <a:pt x="4909361" y="173"/>
                </a:lnTo>
                <a:lnTo>
                  <a:pt x="4922943" y="167"/>
                </a:lnTo>
              </a:path>
            </a:pathLst>
          </a:custGeom>
          <a:noFill/>
          <a:ln w="20320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1-E29 text 33" descr="sci-ppt:o033"/>
          <p:cNvSpPr txBox="1"/>
          <p:nvPr/>
        </p:nvSpPr>
        <p:spPr>
          <a:xfrm>
            <a:off x="7095744" y="1407261"/>
            <a:ext cx="47548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solid: left side, dashed: right side; relative gap 1e-05</a:t>
            </a:r>
          </a:p>
        </p:txBody>
      </p:sp>
      <p:sp>
        <p:nvSpPr>
          <p:cNvPr id="36" name="C1-E29 round_rect 34" descr="sci-ppt:o034"/>
          <p:cNvSpPr/>
          <p:nvPr/>
        </p:nvSpPr>
        <p:spPr>
          <a:xfrm>
            <a:off x="365760" y="914400"/>
            <a:ext cx="566928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29 text 35" descr="sci-ppt:o035"/>
          <p:cNvSpPr txBox="1"/>
          <p:nvPr/>
        </p:nvSpPr>
        <p:spPr>
          <a:xfrm>
            <a:off x="475488" y="969264"/>
            <a:ext cx="5449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general closure contains the sphere</a:t>
            </a:r>
          </a:p>
        </p:txBody>
      </p:sp>
      <p:sp>
        <p:nvSpPr>
          <p:cNvPr id="38" name="C1-E29 text 36" descr="sci-ppt:o036"/>
          <p:cNvSpPr txBox="1"/>
          <p:nvPr/>
        </p:nvSpPr>
        <p:spPr>
          <a:xfrm>
            <a:off x="548640" y="1371600"/>
            <a:ext cx="5303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General closure, Eq. C1-E28</a:t>
            </a:r>
          </a:p>
        </p:txBody>
      </p:sp>
      <p:sp>
        <p:nvSpPr>
          <p:cNvPr id="39" name="C1-E29 text 37" descr="sci-ppt:o037"/>
          <p:cNvSpPr txBox="1"/>
          <p:nvPr/>
        </p:nvSpPr>
        <p:spPr>
          <a:xfrm>
            <a:off x="777240" y="1664208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 φ/Dt = ½|u|² + (p∞ − p_b − σκ)/ρ</a:t>
            </a:r>
          </a:p>
        </p:txBody>
      </p:sp>
      <p:cxnSp>
        <p:nvCxnSpPr>
          <p:cNvPr id="40" name="C1-E29 arrow 38" descr="sci-ppt:o038"/>
          <p:cNvCxnSpPr/>
          <p:nvPr/>
        </p:nvCxnSpPr>
        <p:spPr>
          <a:xfrm>
            <a:off x="3108960" y="1976755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41" name="C1-E29 text 39" descr="sci-ppt:o039"/>
          <p:cNvSpPr txBox="1"/>
          <p:nvPr/>
        </p:nvSpPr>
        <p:spPr>
          <a:xfrm>
            <a:off x="548640" y="2214499"/>
            <a:ext cx="5303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Insert the sphere</a:t>
            </a:r>
          </a:p>
        </p:txBody>
      </p:sp>
      <p:sp>
        <p:nvSpPr>
          <p:cNvPr id="42" name="C1-E29 text 40" descr="sci-ppt:o040"/>
          <p:cNvSpPr txBox="1"/>
          <p:nvPr/>
        </p:nvSpPr>
        <p:spPr>
          <a:xfrm>
            <a:off x="777240" y="2507107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φ_Γ = −RṘ,   κ = −2/R</a:t>
            </a:r>
          </a:p>
        </p:txBody>
      </p:sp>
      <p:cxnSp>
        <p:nvCxnSpPr>
          <p:cNvPr id="43" name="C1-E29 arrow 41" descr="sci-ppt:o041"/>
          <p:cNvCxnSpPr/>
          <p:nvPr/>
        </p:nvCxnSpPr>
        <p:spPr>
          <a:xfrm>
            <a:off x="3108960" y="2819654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44" name="C1-E29 text 42" descr="sci-ppt:o042"/>
          <p:cNvSpPr txBox="1"/>
          <p:nvPr/>
        </p:nvSpPr>
        <p:spPr>
          <a:xfrm>
            <a:off x="548640" y="3057398"/>
            <a:ext cx="5303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FC8F8"/>
                </a:solidFill>
                <a:latin typeface="Arial"/>
              </a:rPr>
              <a:t>Differentiate along the wall</a:t>
            </a:r>
          </a:p>
        </p:txBody>
      </p:sp>
      <p:sp>
        <p:nvSpPr>
          <p:cNvPr id="45" name="C1-E29 text 43" descr="sci-ppt:o043"/>
          <p:cNvSpPr txBox="1"/>
          <p:nvPr/>
        </p:nvSpPr>
        <p:spPr>
          <a:xfrm>
            <a:off x="777240" y="3350006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−Ṙ² − RR̈ = (p∞ − p_b + 2σ/R)/ρ + ½Ṙ²</a:t>
            </a:r>
          </a:p>
        </p:txBody>
      </p:sp>
      <p:cxnSp>
        <p:nvCxnSpPr>
          <p:cNvPr id="46" name="C1-E29 arrow 44" descr="sci-ppt:o044"/>
          <p:cNvCxnSpPr/>
          <p:nvPr/>
        </p:nvCxnSpPr>
        <p:spPr>
          <a:xfrm>
            <a:off x="3108960" y="3662552"/>
            <a:ext cx="0" cy="182880"/>
          </a:xfrm>
          <a:prstGeom prst="line">
            <a:avLst/>
          </a:prstGeom>
          <a:ln w="2540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47" name="C1-E29 text 45" descr="sci-ppt:o045"/>
          <p:cNvSpPr txBox="1"/>
          <p:nvPr/>
        </p:nvSpPr>
        <p:spPr>
          <a:xfrm>
            <a:off x="548640" y="3900296"/>
            <a:ext cx="5303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Rearrange</a:t>
            </a:r>
          </a:p>
        </p:txBody>
      </p:sp>
      <p:sp>
        <p:nvSpPr>
          <p:cNvPr id="48" name="C1-E29 text 46" descr="sci-ppt:o046"/>
          <p:cNvSpPr txBox="1"/>
          <p:nvPr/>
        </p:nvSpPr>
        <p:spPr>
          <a:xfrm>
            <a:off x="777240" y="4192904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ρ(RR̈ + 3Ṙ²/2) = p_b − p∞ − 2σ/R</a:t>
            </a:r>
          </a:p>
        </p:txBody>
      </p:sp>
      <p:sp>
        <p:nvSpPr>
          <p:cNvPr id="49" name="C1-E29 text 47" descr="sci-ppt:o047"/>
          <p:cNvSpPr txBox="1"/>
          <p:nvPr/>
        </p:nvSpPr>
        <p:spPr>
          <a:xfrm>
            <a:off x="548640" y="5074920"/>
            <a:ext cx="53035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This is the Rayleigh–Plesset equation without viscosity: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spatial theory returns the spherical model in its own limit.</a:t>
            </a:r>
          </a:p>
        </p:txBody>
      </p:sp>
      <p:sp>
        <p:nvSpPr>
          <p:cNvPr id="50" name="C1-E29 text 48" descr="sci-ppt:o048"/>
          <p:cNvSpPr txBox="1"/>
          <p:nvPr/>
        </p:nvSpPr>
        <p:spPr>
          <a:xfrm>
            <a:off x="6858000" y="5669280"/>
            <a:ext cx="49377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Check: R(t) from the solution, R̈ by finite differences.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two sides coincide, so the algebra above is exact.</a:t>
            </a:r>
          </a:p>
        </p:txBody>
      </p:sp>
      <p:sp>
        <p:nvSpPr>
          <p:cNvPr id="51" name="C1-E29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Inviscid Rayleigh–Plesset run: R₀ = 5 µm, p_g0 = 1 MPa, γ = 1.4, σ = 0.072 N/m.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C1-E30 · Compressibility applicability diagnostics</a:t>
            </a:r>
          </a:p>
        </p:txBody>
      </p:sp>
      <p:sp>
        <p:nvSpPr>
          <p:cNvPr id="3" name="C1-E30 text 1" descr="sci-ppt:o001"/>
          <p:cNvSpPr txBox="1"/>
          <p:nvPr/>
        </p:nvSpPr>
        <p:spPr>
          <a:xfrm>
            <a:off x="457200" y="914400"/>
            <a:ext cx="5669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A pressure pulse crossing a distance Lₑ</a:t>
            </a:r>
          </a:p>
        </p:txBody>
      </p:sp>
      <p:sp>
        <p:nvSpPr>
          <p:cNvPr id="4" name="C1-E30 rect 2" descr="sci-ppt:o002"/>
          <p:cNvSpPr/>
          <p:nvPr/>
        </p:nvSpPr>
        <p:spPr>
          <a:xfrm>
            <a:off x="548640" y="2194560"/>
            <a:ext cx="5120640" cy="502920"/>
          </a:xfrm>
          <a:prstGeom prst="rect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1-E30 text 3" descr="sci-ppt:o003"/>
          <p:cNvSpPr txBox="1"/>
          <p:nvPr/>
        </p:nvSpPr>
        <p:spPr>
          <a:xfrm>
            <a:off x="548640" y="1417319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slow rise: τₑ ≫ Lₑ/c</a:t>
            </a:r>
          </a:p>
        </p:txBody>
      </p:sp>
      <p:sp>
        <p:nvSpPr>
          <p:cNvPr id="6" name="C1-E30 polygon 4" descr="sci-ppt:o004"/>
          <p:cNvSpPr/>
          <p:nvPr/>
        </p:nvSpPr>
        <p:spPr>
          <a:xfrm>
            <a:off x="548640" y="2087051"/>
            <a:ext cx="5120640" cy="419841"/>
          </a:xfrm>
          <a:custGeom>
            <a:avLst/>
            <a:gdLst/>
            <a:ahLst/>
            <a:cxnLst/>
            <a:rect l="l" t="t" r="r" b="b"/>
            <a:pathLst>
              <a:path w="5120640" h="419841">
                <a:moveTo>
                  <a:pt x="0" y="0"/>
                </a:moveTo>
                <a:lnTo>
                  <a:pt x="64818" y="4051"/>
                </a:lnTo>
                <a:lnTo>
                  <a:pt x="129636" y="8172"/>
                </a:lnTo>
                <a:lnTo>
                  <a:pt x="194454" y="12363"/>
                </a:lnTo>
                <a:lnTo>
                  <a:pt x="259272" y="16624"/>
                </a:lnTo>
                <a:lnTo>
                  <a:pt x="324091" y="20955"/>
                </a:lnTo>
                <a:lnTo>
                  <a:pt x="388909" y="25355"/>
                </a:lnTo>
                <a:lnTo>
                  <a:pt x="453727" y="29823"/>
                </a:lnTo>
                <a:lnTo>
                  <a:pt x="518545" y="34360"/>
                </a:lnTo>
                <a:lnTo>
                  <a:pt x="583364" y="38964"/>
                </a:lnTo>
                <a:lnTo>
                  <a:pt x="648182" y="43635"/>
                </a:lnTo>
                <a:lnTo>
                  <a:pt x="713000" y="48372"/>
                </a:lnTo>
                <a:lnTo>
                  <a:pt x="777818" y="53175"/>
                </a:lnTo>
                <a:lnTo>
                  <a:pt x="842636" y="58041"/>
                </a:lnTo>
                <a:lnTo>
                  <a:pt x="907455" y="62971"/>
                </a:lnTo>
                <a:lnTo>
                  <a:pt x="972273" y="67964"/>
                </a:lnTo>
                <a:lnTo>
                  <a:pt x="1037091" y="73017"/>
                </a:lnTo>
                <a:lnTo>
                  <a:pt x="1101909" y="78129"/>
                </a:lnTo>
                <a:lnTo>
                  <a:pt x="1166728" y="83300"/>
                </a:lnTo>
                <a:lnTo>
                  <a:pt x="1231546" y="88528"/>
                </a:lnTo>
                <a:lnTo>
                  <a:pt x="1296364" y="93811"/>
                </a:lnTo>
                <a:lnTo>
                  <a:pt x="1361182" y="99148"/>
                </a:lnTo>
                <a:lnTo>
                  <a:pt x="1426001" y="104536"/>
                </a:lnTo>
                <a:lnTo>
                  <a:pt x="1490819" y="109975"/>
                </a:lnTo>
                <a:lnTo>
                  <a:pt x="1555637" y="115462"/>
                </a:lnTo>
                <a:lnTo>
                  <a:pt x="1620455" y="120995"/>
                </a:lnTo>
                <a:lnTo>
                  <a:pt x="1685273" y="126572"/>
                </a:lnTo>
                <a:lnTo>
                  <a:pt x="1750092" y="132191"/>
                </a:lnTo>
                <a:lnTo>
                  <a:pt x="1814910" y="137850"/>
                </a:lnTo>
                <a:lnTo>
                  <a:pt x="1879728" y="143547"/>
                </a:lnTo>
                <a:lnTo>
                  <a:pt x="1944546" y="149279"/>
                </a:lnTo>
                <a:lnTo>
                  <a:pt x="2009365" y="155044"/>
                </a:lnTo>
                <a:lnTo>
                  <a:pt x="2074183" y="160839"/>
                </a:lnTo>
                <a:lnTo>
                  <a:pt x="2139001" y="166662"/>
                </a:lnTo>
                <a:lnTo>
                  <a:pt x="2203819" y="172511"/>
                </a:lnTo>
                <a:lnTo>
                  <a:pt x="2268637" y="178382"/>
                </a:lnTo>
                <a:lnTo>
                  <a:pt x="2333456" y="184274"/>
                </a:lnTo>
                <a:lnTo>
                  <a:pt x="2398274" y="190183"/>
                </a:lnTo>
                <a:lnTo>
                  <a:pt x="2463092" y="196106"/>
                </a:lnTo>
                <a:lnTo>
                  <a:pt x="2527910" y="202042"/>
                </a:lnTo>
                <a:lnTo>
                  <a:pt x="2592729" y="207987"/>
                </a:lnTo>
                <a:lnTo>
                  <a:pt x="2657547" y="213939"/>
                </a:lnTo>
                <a:lnTo>
                  <a:pt x="2722365" y="219894"/>
                </a:lnTo>
                <a:lnTo>
                  <a:pt x="2787183" y="225850"/>
                </a:lnTo>
                <a:lnTo>
                  <a:pt x="2852002" y="231804"/>
                </a:lnTo>
                <a:lnTo>
                  <a:pt x="2916820" y="237754"/>
                </a:lnTo>
                <a:lnTo>
                  <a:pt x="2981638" y="243696"/>
                </a:lnTo>
                <a:lnTo>
                  <a:pt x="3046456" y="249628"/>
                </a:lnTo>
                <a:lnTo>
                  <a:pt x="3111274" y="255546"/>
                </a:lnTo>
                <a:lnTo>
                  <a:pt x="3176093" y="261450"/>
                </a:lnTo>
                <a:lnTo>
                  <a:pt x="3240911" y="267334"/>
                </a:lnTo>
                <a:lnTo>
                  <a:pt x="3305729" y="273198"/>
                </a:lnTo>
                <a:lnTo>
                  <a:pt x="3370547" y="279038"/>
                </a:lnTo>
                <a:lnTo>
                  <a:pt x="3435366" y="284851"/>
                </a:lnTo>
                <a:lnTo>
                  <a:pt x="3500184" y="290636"/>
                </a:lnTo>
                <a:lnTo>
                  <a:pt x="3565002" y="296389"/>
                </a:lnTo>
                <a:lnTo>
                  <a:pt x="3629820" y="302109"/>
                </a:lnTo>
                <a:lnTo>
                  <a:pt x="3694638" y="307792"/>
                </a:lnTo>
                <a:lnTo>
                  <a:pt x="3759457" y="313437"/>
                </a:lnTo>
                <a:lnTo>
                  <a:pt x="3824275" y="319042"/>
                </a:lnTo>
                <a:lnTo>
                  <a:pt x="3889093" y="324603"/>
                </a:lnTo>
                <a:lnTo>
                  <a:pt x="3953911" y="330120"/>
                </a:lnTo>
                <a:lnTo>
                  <a:pt x="4018730" y="335590"/>
                </a:lnTo>
                <a:lnTo>
                  <a:pt x="4083548" y="341011"/>
                </a:lnTo>
                <a:lnTo>
                  <a:pt x="4148366" y="346381"/>
                </a:lnTo>
                <a:lnTo>
                  <a:pt x="4213184" y="351699"/>
                </a:lnTo>
                <a:lnTo>
                  <a:pt x="4278003" y="356962"/>
                </a:lnTo>
                <a:lnTo>
                  <a:pt x="4342821" y="362170"/>
                </a:lnTo>
                <a:lnTo>
                  <a:pt x="4407639" y="367320"/>
                </a:lnTo>
                <a:lnTo>
                  <a:pt x="4472457" y="372412"/>
                </a:lnTo>
                <a:lnTo>
                  <a:pt x="4537275" y="377443"/>
                </a:lnTo>
                <a:lnTo>
                  <a:pt x="4602094" y="382414"/>
                </a:lnTo>
                <a:lnTo>
                  <a:pt x="4666912" y="387321"/>
                </a:lnTo>
                <a:lnTo>
                  <a:pt x="4731730" y="392165"/>
                </a:lnTo>
                <a:lnTo>
                  <a:pt x="4796548" y="396944"/>
                </a:lnTo>
                <a:lnTo>
                  <a:pt x="4861367" y="401658"/>
                </a:lnTo>
                <a:lnTo>
                  <a:pt x="4926185" y="406305"/>
                </a:lnTo>
                <a:lnTo>
                  <a:pt x="4991003" y="410885"/>
                </a:lnTo>
                <a:lnTo>
                  <a:pt x="5055821" y="415397"/>
                </a:lnTo>
                <a:lnTo>
                  <a:pt x="5120640" y="41984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30 text 5" descr="sci-ppt:o005"/>
          <p:cNvSpPr txBox="1"/>
          <p:nvPr/>
        </p:nvSpPr>
        <p:spPr>
          <a:xfrm>
            <a:off x="548640" y="2752344"/>
            <a:ext cx="51206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pressure along the column at one instant</a:t>
            </a:r>
          </a:p>
        </p:txBody>
      </p:sp>
      <p:sp>
        <p:nvSpPr>
          <p:cNvPr id="8" name="C1-E30 rect 6" descr="sci-ppt:o006"/>
          <p:cNvSpPr/>
          <p:nvPr/>
        </p:nvSpPr>
        <p:spPr>
          <a:xfrm>
            <a:off x="548640" y="4114800"/>
            <a:ext cx="5120640" cy="502920"/>
          </a:xfrm>
          <a:prstGeom prst="rect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1-E30 text 7" descr="sci-ppt:o007"/>
          <p:cNvSpPr txBox="1"/>
          <p:nvPr/>
        </p:nvSpPr>
        <p:spPr>
          <a:xfrm>
            <a:off x="548640" y="3337560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fast rise: τₑ ≪ Lₑ/c</a:t>
            </a:r>
          </a:p>
        </p:txBody>
      </p:sp>
      <p:sp>
        <p:nvSpPr>
          <p:cNvPr id="10" name="C1-E30 polygon 8" descr="sci-ppt:o008"/>
          <p:cNvSpPr/>
          <p:nvPr/>
        </p:nvSpPr>
        <p:spPr>
          <a:xfrm>
            <a:off x="548640" y="3840565"/>
            <a:ext cx="5120640" cy="776866"/>
          </a:xfrm>
          <a:custGeom>
            <a:avLst/>
            <a:gdLst/>
            <a:ahLst/>
            <a:cxnLst/>
            <a:rect l="l" t="t" r="r" b="b"/>
            <a:pathLst>
              <a:path w="5120640" h="776866">
                <a:moveTo>
                  <a:pt x="0" y="0"/>
                </a:moveTo>
                <a:lnTo>
                  <a:pt x="64818" y="21"/>
                </a:lnTo>
                <a:lnTo>
                  <a:pt x="129636" y="46"/>
                </a:lnTo>
                <a:lnTo>
                  <a:pt x="194454" y="78"/>
                </a:lnTo>
                <a:lnTo>
                  <a:pt x="259272" y="117"/>
                </a:lnTo>
                <a:lnTo>
                  <a:pt x="324091" y="166"/>
                </a:lnTo>
                <a:lnTo>
                  <a:pt x="388909" y="226"/>
                </a:lnTo>
                <a:lnTo>
                  <a:pt x="453727" y="301"/>
                </a:lnTo>
                <a:lnTo>
                  <a:pt x="518545" y="394"/>
                </a:lnTo>
                <a:lnTo>
                  <a:pt x="583364" y="509"/>
                </a:lnTo>
                <a:lnTo>
                  <a:pt x="648182" y="651"/>
                </a:lnTo>
                <a:lnTo>
                  <a:pt x="713000" y="828"/>
                </a:lnTo>
                <a:lnTo>
                  <a:pt x="777818" y="1047"/>
                </a:lnTo>
                <a:lnTo>
                  <a:pt x="842636" y="1319"/>
                </a:lnTo>
                <a:lnTo>
                  <a:pt x="907455" y="1656"/>
                </a:lnTo>
                <a:lnTo>
                  <a:pt x="972273" y="2073"/>
                </a:lnTo>
                <a:lnTo>
                  <a:pt x="1037091" y="2590"/>
                </a:lnTo>
                <a:lnTo>
                  <a:pt x="1101909" y="3230"/>
                </a:lnTo>
                <a:lnTo>
                  <a:pt x="1166728" y="4022"/>
                </a:lnTo>
                <a:lnTo>
                  <a:pt x="1231546" y="5003"/>
                </a:lnTo>
                <a:lnTo>
                  <a:pt x="1296364" y="6215"/>
                </a:lnTo>
                <a:lnTo>
                  <a:pt x="1361182" y="7714"/>
                </a:lnTo>
                <a:lnTo>
                  <a:pt x="1426001" y="9565"/>
                </a:lnTo>
                <a:lnTo>
                  <a:pt x="1490819" y="11849"/>
                </a:lnTo>
                <a:lnTo>
                  <a:pt x="1555637" y="14662"/>
                </a:lnTo>
                <a:lnTo>
                  <a:pt x="1620455" y="18123"/>
                </a:lnTo>
                <a:lnTo>
                  <a:pt x="1685273" y="22372"/>
                </a:lnTo>
                <a:lnTo>
                  <a:pt x="1750092" y="27576"/>
                </a:lnTo>
                <a:lnTo>
                  <a:pt x="1814910" y="33932"/>
                </a:lnTo>
                <a:lnTo>
                  <a:pt x="1879728" y="41667"/>
                </a:lnTo>
                <a:lnTo>
                  <a:pt x="1944546" y="51040"/>
                </a:lnTo>
                <a:lnTo>
                  <a:pt x="2009365" y="62339"/>
                </a:lnTo>
                <a:lnTo>
                  <a:pt x="2074183" y="75873"/>
                </a:lnTo>
                <a:lnTo>
                  <a:pt x="2139001" y="91964"/>
                </a:lnTo>
                <a:lnTo>
                  <a:pt x="2203819" y="110924"/>
                </a:lnTo>
                <a:lnTo>
                  <a:pt x="2268637" y="133030"/>
                </a:lnTo>
                <a:lnTo>
                  <a:pt x="2333456" y="158492"/>
                </a:lnTo>
                <a:lnTo>
                  <a:pt x="2398274" y="187405"/>
                </a:lnTo>
                <a:lnTo>
                  <a:pt x="2463092" y="219717"/>
                </a:lnTo>
                <a:lnTo>
                  <a:pt x="2527910" y="255188"/>
                </a:lnTo>
                <a:lnTo>
                  <a:pt x="2592729" y="293369"/>
                </a:lnTo>
                <a:lnTo>
                  <a:pt x="2657547" y="333610"/>
                </a:lnTo>
                <a:lnTo>
                  <a:pt x="2722365" y="375090"/>
                </a:lnTo>
                <a:lnTo>
                  <a:pt x="2787183" y="416879"/>
                </a:lnTo>
                <a:lnTo>
                  <a:pt x="2852002" y="458019"/>
                </a:lnTo>
                <a:lnTo>
                  <a:pt x="2916820" y="497611"/>
                </a:lnTo>
                <a:lnTo>
                  <a:pt x="2981638" y="534888"/>
                </a:lnTo>
                <a:lnTo>
                  <a:pt x="3046456" y="569271"/>
                </a:lnTo>
                <a:lnTo>
                  <a:pt x="3111274" y="600387"/>
                </a:lnTo>
                <a:lnTo>
                  <a:pt x="3176093" y="628065"/>
                </a:lnTo>
                <a:lnTo>
                  <a:pt x="3240911" y="652310"/>
                </a:lnTo>
                <a:lnTo>
                  <a:pt x="3305729" y="673264"/>
                </a:lnTo>
                <a:lnTo>
                  <a:pt x="3370547" y="691165"/>
                </a:lnTo>
                <a:lnTo>
                  <a:pt x="3435366" y="706306"/>
                </a:lnTo>
                <a:lnTo>
                  <a:pt x="3500184" y="719006"/>
                </a:lnTo>
                <a:lnTo>
                  <a:pt x="3565002" y="729582"/>
                </a:lnTo>
                <a:lnTo>
                  <a:pt x="3629820" y="738338"/>
                </a:lnTo>
                <a:lnTo>
                  <a:pt x="3694638" y="745553"/>
                </a:lnTo>
                <a:lnTo>
                  <a:pt x="3759457" y="751473"/>
                </a:lnTo>
                <a:lnTo>
                  <a:pt x="3824275" y="756315"/>
                </a:lnTo>
                <a:lnTo>
                  <a:pt x="3889093" y="760265"/>
                </a:lnTo>
                <a:lnTo>
                  <a:pt x="3953911" y="763480"/>
                </a:lnTo>
                <a:lnTo>
                  <a:pt x="4018730" y="766091"/>
                </a:lnTo>
                <a:lnTo>
                  <a:pt x="4083548" y="768210"/>
                </a:lnTo>
                <a:lnTo>
                  <a:pt x="4148366" y="769927"/>
                </a:lnTo>
                <a:lnTo>
                  <a:pt x="4213184" y="771317"/>
                </a:lnTo>
                <a:lnTo>
                  <a:pt x="4278003" y="772441"/>
                </a:lnTo>
                <a:lnTo>
                  <a:pt x="4342821" y="773350"/>
                </a:lnTo>
                <a:lnTo>
                  <a:pt x="4407639" y="774084"/>
                </a:lnTo>
                <a:lnTo>
                  <a:pt x="4472457" y="774677"/>
                </a:lnTo>
                <a:lnTo>
                  <a:pt x="4537275" y="775156"/>
                </a:lnTo>
                <a:lnTo>
                  <a:pt x="4602094" y="775542"/>
                </a:lnTo>
                <a:lnTo>
                  <a:pt x="4666912" y="775854"/>
                </a:lnTo>
                <a:lnTo>
                  <a:pt x="4731730" y="776106"/>
                </a:lnTo>
                <a:lnTo>
                  <a:pt x="4796548" y="776309"/>
                </a:lnTo>
                <a:lnTo>
                  <a:pt x="4861367" y="776472"/>
                </a:lnTo>
                <a:lnTo>
                  <a:pt x="4926185" y="776604"/>
                </a:lnTo>
                <a:lnTo>
                  <a:pt x="4991003" y="776711"/>
                </a:lnTo>
                <a:lnTo>
                  <a:pt x="5055821" y="776797"/>
                </a:lnTo>
                <a:lnTo>
                  <a:pt x="5120640" y="776866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1-E30 text 9" descr="sci-ppt:o009"/>
          <p:cNvSpPr txBox="1"/>
          <p:nvPr/>
        </p:nvSpPr>
        <p:spPr>
          <a:xfrm>
            <a:off x="548640" y="4672584"/>
            <a:ext cx="51206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pressure along the column at one instant</a:t>
            </a:r>
          </a:p>
        </p:txBody>
      </p:sp>
      <p:cxnSp>
        <p:nvCxnSpPr>
          <p:cNvPr id="12" name="C1-E30 line 10" descr="sci-ppt:o010"/>
          <p:cNvCxnSpPr/>
          <p:nvPr/>
        </p:nvCxnSpPr>
        <p:spPr>
          <a:xfrm>
            <a:off x="6858000" y="4709160"/>
            <a:ext cx="49377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3" name="C1-E30 line 11" descr="sci-ppt:o011"/>
          <p:cNvCxnSpPr/>
          <p:nvPr/>
        </p:nvCxnSpPr>
        <p:spPr>
          <a:xfrm>
            <a:off x="6858000" y="141732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4" name="C1-E30 line 12" descr="sci-ppt:o012"/>
          <p:cNvCxnSpPr/>
          <p:nvPr/>
        </p:nvCxnSpPr>
        <p:spPr>
          <a:xfrm>
            <a:off x="685800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0 line 13" descr="sci-ppt:o013"/>
          <p:cNvCxnSpPr/>
          <p:nvPr/>
        </p:nvCxnSpPr>
        <p:spPr>
          <a:xfrm>
            <a:off x="685800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30 text 14" descr="sci-ppt:o014"/>
          <p:cNvSpPr txBox="1"/>
          <p:nvPr/>
        </p:nvSpPr>
        <p:spPr>
          <a:xfrm>
            <a:off x="640080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7" name="C1-E30 line 15" descr="sci-ppt:o015"/>
          <p:cNvCxnSpPr/>
          <p:nvPr/>
        </p:nvCxnSpPr>
        <p:spPr>
          <a:xfrm>
            <a:off x="850392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30 line 16" descr="sci-ppt:o016"/>
          <p:cNvCxnSpPr/>
          <p:nvPr/>
        </p:nvCxnSpPr>
        <p:spPr>
          <a:xfrm>
            <a:off x="850392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30 text 17" descr="sci-ppt:o017"/>
          <p:cNvSpPr txBox="1"/>
          <p:nvPr/>
        </p:nvSpPr>
        <p:spPr>
          <a:xfrm>
            <a:off x="804672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1e-04</a:t>
            </a:r>
          </a:p>
        </p:txBody>
      </p:sp>
      <p:cxnSp>
        <p:nvCxnSpPr>
          <p:cNvPr id="20" name="C1-E30 line 18" descr="sci-ppt:o018"/>
          <p:cNvCxnSpPr/>
          <p:nvPr/>
        </p:nvCxnSpPr>
        <p:spPr>
          <a:xfrm>
            <a:off x="1014984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30 line 19" descr="sci-ppt:o019"/>
          <p:cNvCxnSpPr/>
          <p:nvPr/>
        </p:nvCxnSpPr>
        <p:spPr>
          <a:xfrm>
            <a:off x="1014984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30 text 20" descr="sci-ppt:o020"/>
          <p:cNvSpPr txBox="1"/>
          <p:nvPr/>
        </p:nvSpPr>
        <p:spPr>
          <a:xfrm>
            <a:off x="969264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23" name="C1-E30 line 21" descr="sci-ppt:o021"/>
          <p:cNvCxnSpPr/>
          <p:nvPr/>
        </p:nvCxnSpPr>
        <p:spPr>
          <a:xfrm>
            <a:off x="1179576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30 line 22" descr="sci-ppt:o022"/>
          <p:cNvCxnSpPr/>
          <p:nvPr/>
        </p:nvCxnSpPr>
        <p:spPr>
          <a:xfrm>
            <a:off x="1179576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30 text 23" descr="sci-ppt:o023"/>
          <p:cNvSpPr txBox="1"/>
          <p:nvPr/>
        </p:nvSpPr>
        <p:spPr>
          <a:xfrm>
            <a:off x="1133856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1e-02</a:t>
            </a:r>
          </a:p>
        </p:txBody>
      </p:sp>
      <p:cxnSp>
        <p:nvCxnSpPr>
          <p:cNvPr id="26" name="C1-E30 line 24" descr="sci-ppt:o024"/>
          <p:cNvCxnSpPr/>
          <p:nvPr/>
        </p:nvCxnSpPr>
        <p:spPr>
          <a:xfrm>
            <a:off x="6793992" y="4709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30 line 25" descr="sci-ppt:o025"/>
          <p:cNvCxnSpPr/>
          <p:nvPr/>
        </p:nvCxnSpPr>
        <p:spPr>
          <a:xfrm>
            <a:off x="6793992" y="30632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30 line 26" descr="sci-ppt:o026"/>
          <p:cNvCxnSpPr/>
          <p:nvPr/>
        </p:nvCxnSpPr>
        <p:spPr>
          <a:xfrm>
            <a:off x="6858000" y="306324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30 text 27" descr="sci-ppt:o027"/>
          <p:cNvSpPr txBox="1"/>
          <p:nvPr/>
        </p:nvSpPr>
        <p:spPr>
          <a:xfrm>
            <a:off x="5989320" y="29809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1e+00</a:t>
            </a:r>
          </a:p>
        </p:txBody>
      </p:sp>
      <p:cxnSp>
        <p:nvCxnSpPr>
          <p:cNvPr id="30" name="C1-E30 line 28" descr="sci-ppt:o028"/>
          <p:cNvCxnSpPr/>
          <p:nvPr/>
        </p:nvCxnSpPr>
        <p:spPr>
          <a:xfrm>
            <a:off x="6793992" y="1417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30 line 29" descr="sci-ppt:o029"/>
          <p:cNvCxnSpPr/>
          <p:nvPr/>
        </p:nvCxnSpPr>
        <p:spPr>
          <a:xfrm>
            <a:off x="6858000" y="141732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30 text 30" descr="sci-ppt:o030"/>
          <p:cNvSpPr txBox="1"/>
          <p:nvPr/>
        </p:nvSpPr>
        <p:spPr>
          <a:xfrm>
            <a:off x="5989320" y="13350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1e+02</a:t>
            </a:r>
          </a:p>
        </p:txBody>
      </p:sp>
      <p:sp>
        <p:nvSpPr>
          <p:cNvPr id="33" name="C1-E30 text 31" descr="sci-ppt:o031"/>
          <p:cNvSpPr txBox="1"/>
          <p:nvPr/>
        </p:nvSpPr>
        <p:spPr>
          <a:xfrm>
            <a:off x="6858000" y="4992624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communication length Lₑ  (m)</a:t>
            </a:r>
          </a:p>
        </p:txBody>
      </p:sp>
      <p:sp>
        <p:nvSpPr>
          <p:cNvPr id="34" name="C1-E30 text 32" descr="sci-ppt:o032"/>
          <p:cNvSpPr txBox="1"/>
          <p:nvPr/>
        </p:nvSpPr>
        <p:spPr>
          <a:xfrm>
            <a:off x="6309360" y="1069848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𝒞ₑ = Lₑ / (c τₑ)</a:t>
            </a:r>
          </a:p>
        </p:txBody>
      </p:sp>
      <p:sp>
        <p:nvSpPr>
          <p:cNvPr id="35" name="C1-E30 polygon 33" descr="sci-ppt:o033"/>
          <p:cNvSpPr/>
          <p:nvPr/>
        </p:nvSpPr>
        <p:spPr>
          <a:xfrm>
            <a:off x="6858000" y="1562236"/>
            <a:ext cx="4937760" cy="2468880"/>
          </a:xfrm>
          <a:custGeom>
            <a:avLst/>
            <a:gdLst/>
            <a:ahLst/>
            <a:cxnLst/>
            <a:rect l="l" t="t" r="r" b="b"/>
            <a:pathLst>
              <a:path w="4937760" h="2468880">
                <a:moveTo>
                  <a:pt x="0" y="2468880"/>
                </a:moveTo>
                <a:lnTo>
                  <a:pt x="49876" y="2443941"/>
                </a:lnTo>
                <a:lnTo>
                  <a:pt x="99752" y="2419003"/>
                </a:lnTo>
                <a:lnTo>
                  <a:pt x="149629" y="2394065"/>
                </a:lnTo>
                <a:lnTo>
                  <a:pt x="199505" y="2369127"/>
                </a:lnTo>
                <a:lnTo>
                  <a:pt x="249381" y="2344189"/>
                </a:lnTo>
                <a:lnTo>
                  <a:pt x="299258" y="2319250"/>
                </a:lnTo>
                <a:lnTo>
                  <a:pt x="349134" y="2294312"/>
                </a:lnTo>
                <a:lnTo>
                  <a:pt x="399010" y="2269374"/>
                </a:lnTo>
                <a:lnTo>
                  <a:pt x="448887" y="2244436"/>
                </a:lnTo>
                <a:lnTo>
                  <a:pt x="498763" y="2219498"/>
                </a:lnTo>
                <a:lnTo>
                  <a:pt x="548640" y="2194560"/>
                </a:lnTo>
                <a:lnTo>
                  <a:pt x="598516" y="2169621"/>
                </a:lnTo>
                <a:lnTo>
                  <a:pt x="648392" y="2144683"/>
                </a:lnTo>
                <a:lnTo>
                  <a:pt x="698269" y="2119745"/>
                </a:lnTo>
                <a:lnTo>
                  <a:pt x="748145" y="2094807"/>
                </a:lnTo>
                <a:lnTo>
                  <a:pt x="798021" y="2069869"/>
                </a:lnTo>
                <a:lnTo>
                  <a:pt x="847898" y="2044930"/>
                </a:lnTo>
                <a:lnTo>
                  <a:pt x="897774" y="2019992"/>
                </a:lnTo>
                <a:lnTo>
                  <a:pt x="947650" y="1995054"/>
                </a:lnTo>
                <a:lnTo>
                  <a:pt x="997527" y="1970116"/>
                </a:lnTo>
                <a:lnTo>
                  <a:pt x="1047403" y="1945178"/>
                </a:lnTo>
                <a:lnTo>
                  <a:pt x="1097280" y="1920240"/>
                </a:lnTo>
                <a:lnTo>
                  <a:pt x="1147156" y="1895301"/>
                </a:lnTo>
                <a:lnTo>
                  <a:pt x="1197032" y="1870363"/>
                </a:lnTo>
                <a:lnTo>
                  <a:pt x="1246909" y="1845425"/>
                </a:lnTo>
                <a:lnTo>
                  <a:pt x="1296785" y="1820487"/>
                </a:lnTo>
                <a:lnTo>
                  <a:pt x="1346661" y="1795549"/>
                </a:lnTo>
                <a:lnTo>
                  <a:pt x="1396538" y="1770610"/>
                </a:lnTo>
                <a:lnTo>
                  <a:pt x="1446414" y="1745672"/>
                </a:lnTo>
                <a:lnTo>
                  <a:pt x="1496290" y="1720734"/>
                </a:lnTo>
                <a:lnTo>
                  <a:pt x="1546167" y="1695796"/>
                </a:lnTo>
                <a:lnTo>
                  <a:pt x="1596043" y="1670858"/>
                </a:lnTo>
                <a:lnTo>
                  <a:pt x="1645920" y="1645920"/>
                </a:lnTo>
                <a:lnTo>
                  <a:pt x="1695796" y="1620981"/>
                </a:lnTo>
                <a:lnTo>
                  <a:pt x="1745672" y="1596043"/>
                </a:lnTo>
                <a:lnTo>
                  <a:pt x="1795549" y="1571105"/>
                </a:lnTo>
                <a:lnTo>
                  <a:pt x="1845425" y="1546167"/>
                </a:lnTo>
                <a:lnTo>
                  <a:pt x="1895301" y="1521229"/>
                </a:lnTo>
                <a:lnTo>
                  <a:pt x="1945178" y="1496290"/>
                </a:lnTo>
                <a:lnTo>
                  <a:pt x="1995054" y="1471352"/>
                </a:lnTo>
                <a:lnTo>
                  <a:pt x="2044930" y="1446414"/>
                </a:lnTo>
                <a:lnTo>
                  <a:pt x="2094807" y="1421476"/>
                </a:lnTo>
                <a:lnTo>
                  <a:pt x="2144683" y="1396538"/>
                </a:lnTo>
                <a:lnTo>
                  <a:pt x="2194560" y="1371600"/>
                </a:lnTo>
                <a:lnTo>
                  <a:pt x="2244436" y="1346661"/>
                </a:lnTo>
                <a:lnTo>
                  <a:pt x="2294312" y="1321723"/>
                </a:lnTo>
                <a:lnTo>
                  <a:pt x="2344189" y="1296785"/>
                </a:lnTo>
                <a:lnTo>
                  <a:pt x="2394065" y="1271847"/>
                </a:lnTo>
                <a:lnTo>
                  <a:pt x="2443941" y="1246909"/>
                </a:lnTo>
                <a:lnTo>
                  <a:pt x="2493818" y="1221970"/>
                </a:lnTo>
                <a:lnTo>
                  <a:pt x="2543694" y="1197032"/>
                </a:lnTo>
                <a:lnTo>
                  <a:pt x="2593570" y="1172094"/>
                </a:lnTo>
                <a:lnTo>
                  <a:pt x="2643447" y="1147156"/>
                </a:lnTo>
                <a:lnTo>
                  <a:pt x="2693323" y="1122218"/>
                </a:lnTo>
                <a:lnTo>
                  <a:pt x="2743200" y="1097280"/>
                </a:lnTo>
                <a:lnTo>
                  <a:pt x="2793076" y="1072341"/>
                </a:lnTo>
                <a:lnTo>
                  <a:pt x="2842952" y="1047403"/>
                </a:lnTo>
                <a:lnTo>
                  <a:pt x="2892829" y="1022465"/>
                </a:lnTo>
                <a:lnTo>
                  <a:pt x="2942705" y="997527"/>
                </a:lnTo>
                <a:lnTo>
                  <a:pt x="2992581" y="972589"/>
                </a:lnTo>
                <a:lnTo>
                  <a:pt x="3042458" y="947650"/>
                </a:lnTo>
                <a:lnTo>
                  <a:pt x="3092334" y="922712"/>
                </a:lnTo>
                <a:lnTo>
                  <a:pt x="3142210" y="897774"/>
                </a:lnTo>
                <a:lnTo>
                  <a:pt x="3192087" y="872836"/>
                </a:lnTo>
                <a:lnTo>
                  <a:pt x="3241963" y="847898"/>
                </a:lnTo>
                <a:lnTo>
                  <a:pt x="3291840" y="822960"/>
                </a:lnTo>
                <a:lnTo>
                  <a:pt x="3341716" y="798021"/>
                </a:lnTo>
                <a:lnTo>
                  <a:pt x="3391592" y="773083"/>
                </a:lnTo>
                <a:lnTo>
                  <a:pt x="3441469" y="748145"/>
                </a:lnTo>
                <a:lnTo>
                  <a:pt x="3491345" y="723207"/>
                </a:lnTo>
                <a:lnTo>
                  <a:pt x="3541221" y="698269"/>
                </a:lnTo>
                <a:lnTo>
                  <a:pt x="3591098" y="673330"/>
                </a:lnTo>
                <a:lnTo>
                  <a:pt x="3640974" y="648392"/>
                </a:lnTo>
                <a:lnTo>
                  <a:pt x="3690850" y="623454"/>
                </a:lnTo>
                <a:lnTo>
                  <a:pt x="3740727" y="598516"/>
                </a:lnTo>
                <a:lnTo>
                  <a:pt x="3790603" y="573578"/>
                </a:lnTo>
                <a:lnTo>
                  <a:pt x="3840480" y="548640"/>
                </a:lnTo>
                <a:lnTo>
                  <a:pt x="3890356" y="523701"/>
                </a:lnTo>
                <a:lnTo>
                  <a:pt x="3940232" y="498763"/>
                </a:lnTo>
                <a:lnTo>
                  <a:pt x="3990109" y="473825"/>
                </a:lnTo>
                <a:lnTo>
                  <a:pt x="4039985" y="448887"/>
                </a:lnTo>
                <a:lnTo>
                  <a:pt x="4089861" y="423949"/>
                </a:lnTo>
                <a:lnTo>
                  <a:pt x="4139738" y="399010"/>
                </a:lnTo>
                <a:lnTo>
                  <a:pt x="4189614" y="374072"/>
                </a:lnTo>
                <a:lnTo>
                  <a:pt x="4239490" y="349134"/>
                </a:lnTo>
                <a:lnTo>
                  <a:pt x="4289367" y="324196"/>
                </a:lnTo>
                <a:lnTo>
                  <a:pt x="4339243" y="299258"/>
                </a:lnTo>
                <a:lnTo>
                  <a:pt x="4389120" y="274320"/>
                </a:lnTo>
                <a:lnTo>
                  <a:pt x="4438996" y="249381"/>
                </a:lnTo>
                <a:lnTo>
                  <a:pt x="4488872" y="224443"/>
                </a:lnTo>
                <a:lnTo>
                  <a:pt x="4538749" y="199505"/>
                </a:lnTo>
                <a:lnTo>
                  <a:pt x="4588625" y="174567"/>
                </a:lnTo>
                <a:lnTo>
                  <a:pt x="4638501" y="149629"/>
                </a:lnTo>
                <a:lnTo>
                  <a:pt x="4688378" y="124690"/>
                </a:lnTo>
                <a:lnTo>
                  <a:pt x="4738254" y="99752"/>
                </a:lnTo>
                <a:lnTo>
                  <a:pt x="4788130" y="74814"/>
                </a:lnTo>
                <a:lnTo>
                  <a:pt x="4838007" y="49876"/>
                </a:lnTo>
                <a:lnTo>
                  <a:pt x="4887883" y="24938"/>
                </a:lnTo>
                <a:lnTo>
                  <a:pt x="493776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30 polygon 34" descr="sci-ppt:o034"/>
          <p:cNvSpPr/>
          <p:nvPr/>
        </p:nvSpPr>
        <p:spPr>
          <a:xfrm>
            <a:off x="8803178" y="3208156"/>
            <a:ext cx="2992582" cy="1496290"/>
          </a:xfrm>
          <a:custGeom>
            <a:avLst/>
            <a:gdLst/>
            <a:ahLst/>
            <a:cxnLst/>
            <a:rect l="l" t="t" r="r" b="b"/>
            <a:pathLst>
              <a:path w="2992582" h="1496290">
                <a:moveTo>
                  <a:pt x="0" y="1496290"/>
                </a:moveTo>
                <a:lnTo>
                  <a:pt x="49876" y="1471352"/>
                </a:lnTo>
                <a:lnTo>
                  <a:pt x="99752" y="1446414"/>
                </a:lnTo>
                <a:lnTo>
                  <a:pt x="149629" y="1421476"/>
                </a:lnTo>
                <a:lnTo>
                  <a:pt x="199505" y="1396538"/>
                </a:lnTo>
                <a:lnTo>
                  <a:pt x="249382" y="1371600"/>
                </a:lnTo>
                <a:lnTo>
                  <a:pt x="299258" y="1346661"/>
                </a:lnTo>
                <a:lnTo>
                  <a:pt x="349134" y="1321723"/>
                </a:lnTo>
                <a:lnTo>
                  <a:pt x="399011" y="1296785"/>
                </a:lnTo>
                <a:lnTo>
                  <a:pt x="448887" y="1271847"/>
                </a:lnTo>
                <a:lnTo>
                  <a:pt x="498763" y="1246909"/>
                </a:lnTo>
                <a:lnTo>
                  <a:pt x="548640" y="1221970"/>
                </a:lnTo>
                <a:lnTo>
                  <a:pt x="598516" y="1197032"/>
                </a:lnTo>
                <a:lnTo>
                  <a:pt x="648392" y="1172094"/>
                </a:lnTo>
                <a:lnTo>
                  <a:pt x="698269" y="1147156"/>
                </a:lnTo>
                <a:lnTo>
                  <a:pt x="748145" y="1122218"/>
                </a:lnTo>
                <a:lnTo>
                  <a:pt x="798022" y="1097280"/>
                </a:lnTo>
                <a:lnTo>
                  <a:pt x="847898" y="1072341"/>
                </a:lnTo>
                <a:lnTo>
                  <a:pt x="897774" y="1047403"/>
                </a:lnTo>
                <a:lnTo>
                  <a:pt x="947651" y="1022465"/>
                </a:lnTo>
                <a:lnTo>
                  <a:pt x="997527" y="997527"/>
                </a:lnTo>
                <a:lnTo>
                  <a:pt x="1047403" y="972589"/>
                </a:lnTo>
                <a:lnTo>
                  <a:pt x="1097280" y="947650"/>
                </a:lnTo>
                <a:lnTo>
                  <a:pt x="1147156" y="922712"/>
                </a:lnTo>
                <a:lnTo>
                  <a:pt x="1197032" y="897774"/>
                </a:lnTo>
                <a:lnTo>
                  <a:pt x="1246909" y="872836"/>
                </a:lnTo>
                <a:lnTo>
                  <a:pt x="1296785" y="847898"/>
                </a:lnTo>
                <a:lnTo>
                  <a:pt x="1346662" y="822960"/>
                </a:lnTo>
                <a:lnTo>
                  <a:pt x="1396538" y="798021"/>
                </a:lnTo>
                <a:lnTo>
                  <a:pt x="1446414" y="773083"/>
                </a:lnTo>
                <a:lnTo>
                  <a:pt x="1496291" y="748145"/>
                </a:lnTo>
                <a:lnTo>
                  <a:pt x="1546167" y="723207"/>
                </a:lnTo>
                <a:lnTo>
                  <a:pt x="1596043" y="698269"/>
                </a:lnTo>
                <a:lnTo>
                  <a:pt x="1645920" y="673330"/>
                </a:lnTo>
                <a:lnTo>
                  <a:pt x="1695796" y="648392"/>
                </a:lnTo>
                <a:lnTo>
                  <a:pt x="1745672" y="623454"/>
                </a:lnTo>
                <a:lnTo>
                  <a:pt x="1795549" y="598516"/>
                </a:lnTo>
                <a:lnTo>
                  <a:pt x="1845425" y="573578"/>
                </a:lnTo>
                <a:lnTo>
                  <a:pt x="1895302" y="548640"/>
                </a:lnTo>
                <a:lnTo>
                  <a:pt x="1945178" y="523701"/>
                </a:lnTo>
                <a:lnTo>
                  <a:pt x="1995054" y="498763"/>
                </a:lnTo>
                <a:lnTo>
                  <a:pt x="2044931" y="473825"/>
                </a:lnTo>
                <a:lnTo>
                  <a:pt x="2094807" y="448887"/>
                </a:lnTo>
                <a:lnTo>
                  <a:pt x="2144683" y="423949"/>
                </a:lnTo>
                <a:lnTo>
                  <a:pt x="2194560" y="399010"/>
                </a:lnTo>
                <a:lnTo>
                  <a:pt x="2244436" y="374072"/>
                </a:lnTo>
                <a:lnTo>
                  <a:pt x="2294312" y="349134"/>
                </a:lnTo>
                <a:lnTo>
                  <a:pt x="2344189" y="324196"/>
                </a:lnTo>
                <a:lnTo>
                  <a:pt x="2394065" y="299258"/>
                </a:lnTo>
                <a:lnTo>
                  <a:pt x="2443942" y="274320"/>
                </a:lnTo>
                <a:lnTo>
                  <a:pt x="2493818" y="249381"/>
                </a:lnTo>
                <a:lnTo>
                  <a:pt x="2543694" y="224443"/>
                </a:lnTo>
                <a:lnTo>
                  <a:pt x="2593571" y="199505"/>
                </a:lnTo>
                <a:lnTo>
                  <a:pt x="2643447" y="174567"/>
                </a:lnTo>
                <a:lnTo>
                  <a:pt x="2693323" y="149629"/>
                </a:lnTo>
                <a:lnTo>
                  <a:pt x="2743200" y="124690"/>
                </a:lnTo>
                <a:lnTo>
                  <a:pt x="2793076" y="99752"/>
                </a:lnTo>
                <a:lnTo>
                  <a:pt x="2842952" y="74814"/>
                </a:lnTo>
                <a:lnTo>
                  <a:pt x="2892829" y="49876"/>
                </a:lnTo>
                <a:lnTo>
                  <a:pt x="2942705" y="24938"/>
                </a:lnTo>
                <a:lnTo>
                  <a:pt x="2992582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1-E30 line 35" descr="sci-ppt:o035"/>
          <p:cNvCxnSpPr/>
          <p:nvPr/>
        </p:nvCxnSpPr>
        <p:spPr>
          <a:xfrm>
            <a:off x="6858000" y="3063240"/>
            <a:ext cx="493776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38" name="C1-E30 text 36" descr="sci-ppt:o036"/>
          <p:cNvSpPr txBox="1"/>
          <p:nvPr/>
        </p:nvSpPr>
        <p:spPr>
          <a:xfrm>
            <a:off x="7220984" y="2788920"/>
            <a:ext cx="1097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𝒞ₑ = 1</a:t>
            </a:r>
          </a:p>
        </p:txBody>
      </p:sp>
      <p:sp>
        <p:nvSpPr>
          <p:cNvPr id="39" name="C1-E30 text 37" descr="sci-ppt:o037"/>
          <p:cNvSpPr txBox="1"/>
          <p:nvPr/>
        </p:nvSpPr>
        <p:spPr>
          <a:xfrm>
            <a:off x="9072543" y="1901104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τₑ = 0.1 µs</a:t>
            </a:r>
          </a:p>
        </p:txBody>
      </p:sp>
      <p:sp>
        <p:nvSpPr>
          <p:cNvPr id="40" name="C1-E30 text 38" descr="sci-ppt:o038"/>
          <p:cNvSpPr txBox="1"/>
          <p:nvPr/>
        </p:nvSpPr>
        <p:spPr>
          <a:xfrm>
            <a:off x="10353317" y="3402108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τₑ = 10 µs</a:t>
            </a:r>
          </a:p>
        </p:txBody>
      </p:sp>
      <p:sp>
        <p:nvSpPr>
          <p:cNvPr id="41" name="C1-E30 text 39" descr="sci-ppt:o039"/>
          <p:cNvSpPr txBox="1"/>
          <p:nvPr/>
        </p:nvSpPr>
        <p:spPr>
          <a:xfrm>
            <a:off x="6858000" y="5212080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M_w = |Ṙ|/c  and  𝒞ₑ = Lₑ/(cτₑ)  test different things.</a:t>
            </a:r>
          </a:p>
        </p:txBody>
      </p:sp>
      <p:sp>
        <p:nvSpPr>
          <p:cNvPr id="42" name="C1-E30 text 40" descr="sci-ppt:o040"/>
          <p:cNvSpPr txBox="1"/>
          <p:nvPr/>
        </p:nvSpPr>
        <p:spPr>
          <a:xfrm>
            <a:off x="457200" y="5669280"/>
            <a:ext cx="11338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A pulse can need compressibility even when the wall is slow: 𝒞ₑ ≳ 1 means pressure cannot equalise during the rise.</a:t>
            </a:r>
          </a:p>
        </p:txBody>
      </p:sp>
      <p:sp>
        <p:nvSpPr>
          <p:cNvPr id="43" name="C1-E30 text 41" descr="sci-ppt:o04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 = 1500 m/s; curves from the definition 𝒞ₑ = Lₑ/(c τₑ) of Eq. C1-E30.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C1-E31 · Original formulas quoted for defense 1</a:t>
            </a:r>
          </a:p>
        </p:txBody>
      </p:sp>
      <p:sp>
        <p:nvSpPr>
          <p:cNvPr id="3" name="C1-E31 round_rect 1" descr="sci-ppt:o001"/>
          <p:cNvSpPr/>
          <p:nvPr/>
        </p:nvSpPr>
        <p:spPr>
          <a:xfrm>
            <a:off x="457200" y="1280160"/>
            <a:ext cx="250317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31 text 2" descr="sci-ppt:o002"/>
          <p:cNvSpPr txBox="1"/>
          <p:nvPr/>
        </p:nvSpPr>
        <p:spPr>
          <a:xfrm>
            <a:off x="530352" y="1335024"/>
            <a:ext cx="235686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Source pressure</a:t>
            </a:r>
          </a:p>
        </p:txBody>
      </p:sp>
      <p:sp>
        <p:nvSpPr>
          <p:cNvPr id="5" name="C1-E31 text 3" descr="sci-ppt:o003"/>
          <p:cNvSpPr txBox="1"/>
          <p:nvPr/>
        </p:nvSpPr>
        <p:spPr>
          <a:xfrm>
            <a:off x="530352" y="1608201"/>
            <a:ext cx="2356866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p_b from the contents (E08),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not from R alone</a:t>
            </a:r>
          </a:p>
        </p:txBody>
      </p:sp>
      <p:cxnSp>
        <p:nvCxnSpPr>
          <p:cNvPr id="6" name="C1-E31 arrow 4" descr="sci-ppt:o004"/>
          <p:cNvCxnSpPr/>
          <p:nvPr/>
        </p:nvCxnSpPr>
        <p:spPr>
          <a:xfrm>
            <a:off x="2987802" y="2057400"/>
            <a:ext cx="35661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C1-E31 round_rect 5" descr="sci-ppt:o005"/>
          <p:cNvSpPr/>
          <p:nvPr/>
        </p:nvSpPr>
        <p:spPr>
          <a:xfrm>
            <a:off x="3371850" y="1280160"/>
            <a:ext cx="250317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1-E31 text 6" descr="sci-ppt:o006"/>
          <p:cNvSpPr txBox="1"/>
          <p:nvPr/>
        </p:nvSpPr>
        <p:spPr>
          <a:xfrm>
            <a:off x="3445002" y="1335024"/>
            <a:ext cx="235686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Radius motion</a:t>
            </a:r>
          </a:p>
        </p:txBody>
      </p:sp>
      <p:sp>
        <p:nvSpPr>
          <p:cNvPr id="9" name="C1-E31 text 7" descr="sci-ppt:o007"/>
          <p:cNvSpPr txBox="1"/>
          <p:nvPr/>
        </p:nvSpPr>
        <p:spPr>
          <a:xfrm>
            <a:off x="3445002" y="1608201"/>
            <a:ext cx="2356866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Rayleigh–Plesset: p_b − p∞ −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2σ/R − 4μṘ/R (E07)</a:t>
            </a:r>
          </a:p>
        </p:txBody>
      </p:sp>
      <p:cxnSp>
        <p:nvCxnSpPr>
          <p:cNvPr id="10" name="C1-E31 arrow 8" descr="sci-ppt:o008"/>
          <p:cNvCxnSpPr/>
          <p:nvPr/>
        </p:nvCxnSpPr>
        <p:spPr>
          <a:xfrm>
            <a:off x="5902452" y="2057400"/>
            <a:ext cx="35661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1-E31 round_rect 9" descr="sci-ppt:o009"/>
          <p:cNvSpPr/>
          <p:nvPr/>
        </p:nvSpPr>
        <p:spPr>
          <a:xfrm>
            <a:off x="6286500" y="1280160"/>
            <a:ext cx="250317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1-E31 text 10" descr="sci-ppt:o010"/>
          <p:cNvSpPr txBox="1"/>
          <p:nvPr/>
        </p:nvSpPr>
        <p:spPr>
          <a:xfrm>
            <a:off x="6359652" y="1335024"/>
            <a:ext cx="235686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Liquid response</a:t>
            </a:r>
          </a:p>
        </p:txBody>
      </p:sp>
      <p:sp>
        <p:nvSpPr>
          <p:cNvPr id="13" name="C1-E31 text 11" descr="sci-ppt:o011"/>
          <p:cNvSpPr txBox="1"/>
          <p:nvPr/>
        </p:nvSpPr>
        <p:spPr>
          <a:xfrm>
            <a:off x="6359652" y="1608201"/>
            <a:ext cx="2356866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inertia stores the work;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impulse Π gives early speed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(E05, E21)</a:t>
            </a:r>
          </a:p>
        </p:txBody>
      </p:sp>
      <p:cxnSp>
        <p:nvCxnSpPr>
          <p:cNvPr id="14" name="C1-E31 arrow 12" descr="sci-ppt:o012"/>
          <p:cNvCxnSpPr/>
          <p:nvPr/>
        </p:nvCxnSpPr>
        <p:spPr>
          <a:xfrm>
            <a:off x="8817102" y="2057400"/>
            <a:ext cx="35661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1-E31 round_rect 13" descr="sci-ppt:o013"/>
          <p:cNvSpPr/>
          <p:nvPr/>
        </p:nvSpPr>
        <p:spPr>
          <a:xfrm>
            <a:off x="9201150" y="1280160"/>
            <a:ext cx="250317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1-E31 text 14" descr="sci-ppt:o014"/>
          <p:cNvSpPr txBox="1"/>
          <p:nvPr/>
        </p:nvSpPr>
        <p:spPr>
          <a:xfrm>
            <a:off x="9274302" y="1335024"/>
            <a:ext cx="235686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Geometry</a:t>
            </a:r>
          </a:p>
        </p:txBody>
      </p:sp>
      <p:sp>
        <p:nvSpPr>
          <p:cNvPr id="17" name="C1-E31 text 15" descr="sci-ppt:o015"/>
          <p:cNvSpPr txBox="1"/>
          <p:nvPr/>
        </p:nvSpPr>
        <p:spPr>
          <a:xfrm>
            <a:off x="9274302" y="1608201"/>
            <a:ext cx="2356866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stand-off and walls decide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direction (E26–E29)</a:t>
            </a:r>
          </a:p>
        </p:txBody>
      </p:sp>
      <p:sp>
        <p:nvSpPr>
          <p:cNvPr id="18" name="C1-E31 round_rect 16" descr="sci-ppt:o016"/>
          <p:cNvSpPr/>
          <p:nvPr/>
        </p:nvSpPr>
        <p:spPr>
          <a:xfrm>
            <a:off x="457200" y="3200400"/>
            <a:ext cx="1124712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1-E31 text 17" descr="sci-ppt:o017"/>
          <p:cNvSpPr txBox="1"/>
          <p:nvPr/>
        </p:nvSpPr>
        <p:spPr>
          <a:xfrm>
            <a:off x="594360" y="3273552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Reference formulas of the defence answer</a:t>
            </a:r>
          </a:p>
        </p:txBody>
      </p:sp>
      <p:sp>
        <p:nvSpPr>
          <p:cNvPr id="20" name="C1-E31 text 18" descr="sci-ppt:o018"/>
          <p:cNvSpPr txBox="1"/>
          <p:nvPr/>
        </p:nvSpPr>
        <p:spPr>
          <a:xfrm>
            <a:off x="594360" y="3657600"/>
            <a:ext cx="10972800" cy="47955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ρ(RR̈ + 3Ṙ²/2) = p_b − p∞ − 2σ/R − 4μṘ/R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p_b = pᵥ,PFC + pᵥ,w + p_g</a:t>
            </a:r>
          </a:p>
        </p:txBody>
      </p:sp>
      <p:sp>
        <p:nvSpPr>
          <p:cNvPr id="21" name="C1-E31 text 19" descr="sci-ppt:o019"/>
          <p:cNvSpPr txBox="1"/>
          <p:nvPr/>
        </p:nvSpPr>
        <p:spPr>
          <a:xfrm>
            <a:off x="457200" y="4846320"/>
            <a:ext cx="11247120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2B880"/>
                </a:solidFill>
                <a:latin typeface="Arial"/>
              </a:rPr>
              <a:t>The source pressure moves carrier liquid. Whether that motion becomes a useful jet is decided by geometry, not by the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2B880"/>
                </a:solidFill>
                <a:latin typeface="Arial"/>
              </a:rPr>
              <a:t>pressure alone.</a:t>
            </a:r>
          </a:p>
        </p:txBody>
      </p:sp>
      <p:sp>
        <p:nvSpPr>
          <p:cNvPr id="22" name="C1-E31 text 20" descr="sci-ppt:o020"/>
          <p:cNvSpPr txBox="1"/>
          <p:nvPr/>
        </p:nvSpPr>
        <p:spPr>
          <a:xfrm>
            <a:off x="457200" y="539496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Every term of the radius equation is a pressure (Pa); every term of the composition is a partial pressure.</a:t>
            </a:r>
          </a:p>
        </p:txBody>
      </p:sp>
      <p:sp>
        <p:nvSpPr>
          <p:cNvPr id="23" name="C1-E31 text 21" descr="sci-ppt:o02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Summary of Eqs. C1-E07 and C1-E08.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C1-E32 · Original formulas quoted for defense 2</a:t>
            </a:r>
          </a:p>
        </p:txBody>
      </p:sp>
      <p:cxnSp>
        <p:nvCxnSpPr>
          <p:cNvPr id="3" name="C1-E32 line 1" descr="sci-ppt:o001"/>
          <p:cNvCxnSpPr/>
          <p:nvPr/>
        </p:nvCxnSpPr>
        <p:spPr>
          <a:xfrm>
            <a:off x="822960" y="457200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32 line 2" descr="sci-ppt:o002"/>
          <p:cNvCxnSpPr/>
          <p:nvPr/>
        </p:nvCxnSpPr>
        <p:spPr>
          <a:xfrm>
            <a:off x="82296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32 line 3" descr="sci-ppt:o003"/>
          <p:cNvCxnSpPr/>
          <p:nvPr/>
        </p:nvCxnSpPr>
        <p:spPr>
          <a:xfrm>
            <a:off x="8229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32 line 4" descr="sci-ppt:o004"/>
          <p:cNvCxnSpPr/>
          <p:nvPr/>
        </p:nvCxnSpPr>
        <p:spPr>
          <a:xfrm>
            <a:off x="8229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32 text 5" descr="sci-ppt:o005"/>
          <p:cNvSpPr txBox="1"/>
          <p:nvPr/>
        </p:nvSpPr>
        <p:spPr>
          <a:xfrm>
            <a:off x="3657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0.05</a:t>
            </a:r>
          </a:p>
        </p:txBody>
      </p:sp>
      <p:cxnSp>
        <p:nvCxnSpPr>
          <p:cNvPr id="8" name="C1-E32 line 6" descr="sci-ppt:o006"/>
          <p:cNvCxnSpPr/>
          <p:nvPr/>
        </p:nvCxnSpPr>
        <p:spPr>
          <a:xfrm>
            <a:off x="15846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32 line 7" descr="sci-ppt:o007"/>
          <p:cNvCxnSpPr/>
          <p:nvPr/>
        </p:nvCxnSpPr>
        <p:spPr>
          <a:xfrm>
            <a:off x="15846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32 text 8" descr="sci-ppt:o008"/>
          <p:cNvSpPr txBox="1"/>
          <p:nvPr/>
        </p:nvSpPr>
        <p:spPr>
          <a:xfrm>
            <a:off x="11274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1" name="C1-E32 line 9" descr="sci-ppt:o009"/>
          <p:cNvCxnSpPr/>
          <p:nvPr/>
        </p:nvCxnSpPr>
        <p:spPr>
          <a:xfrm>
            <a:off x="3353139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32 line 10" descr="sci-ppt:o010"/>
          <p:cNvCxnSpPr/>
          <p:nvPr/>
        </p:nvCxnSpPr>
        <p:spPr>
          <a:xfrm>
            <a:off x="3353139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32 text 11" descr="sci-ppt:o011"/>
          <p:cNvSpPr txBox="1"/>
          <p:nvPr/>
        </p:nvSpPr>
        <p:spPr>
          <a:xfrm>
            <a:off x="2895939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4" name="C1-E32 line 12" descr="sci-ppt:o012"/>
          <p:cNvCxnSpPr/>
          <p:nvPr/>
        </p:nvCxnSpPr>
        <p:spPr>
          <a:xfrm>
            <a:off x="41148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2 line 13" descr="sci-ppt:o013"/>
          <p:cNvCxnSpPr/>
          <p:nvPr/>
        </p:nvCxnSpPr>
        <p:spPr>
          <a:xfrm>
            <a:off x="411480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32 text 14" descr="sci-ppt:o014"/>
          <p:cNvSpPr txBox="1"/>
          <p:nvPr/>
        </p:nvSpPr>
        <p:spPr>
          <a:xfrm>
            <a:off x="36576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7" name="C1-E32 line 15" descr="sci-ppt:o015"/>
          <p:cNvCxnSpPr/>
          <p:nvPr/>
        </p:nvCxnSpPr>
        <p:spPr>
          <a:xfrm>
            <a:off x="75895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32 line 16" descr="sci-ppt:o016"/>
          <p:cNvCxnSpPr/>
          <p:nvPr/>
        </p:nvCxnSpPr>
        <p:spPr>
          <a:xfrm>
            <a:off x="758952" y="3566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32 line 17" descr="sci-ppt:o017"/>
          <p:cNvCxnSpPr/>
          <p:nvPr/>
        </p:nvCxnSpPr>
        <p:spPr>
          <a:xfrm>
            <a:off x="822960" y="35661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32 text 18" descr="sci-ppt:o018"/>
          <p:cNvSpPr txBox="1"/>
          <p:nvPr/>
        </p:nvSpPr>
        <p:spPr>
          <a:xfrm>
            <a:off x="-45719" y="34838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1" name="C1-E32 line 19" descr="sci-ppt:o019"/>
          <p:cNvCxnSpPr/>
          <p:nvPr/>
        </p:nvCxnSpPr>
        <p:spPr>
          <a:xfrm>
            <a:off x="758952" y="2560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32 line 20" descr="sci-ppt:o020"/>
          <p:cNvCxnSpPr/>
          <p:nvPr/>
        </p:nvCxnSpPr>
        <p:spPr>
          <a:xfrm>
            <a:off x="822960" y="256032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32 text 21" descr="sci-ppt:o021"/>
          <p:cNvSpPr txBox="1"/>
          <p:nvPr/>
        </p:nvSpPr>
        <p:spPr>
          <a:xfrm>
            <a:off x="-45719" y="24780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1-E32 line 22" descr="sci-ppt:o022"/>
          <p:cNvCxnSpPr/>
          <p:nvPr/>
        </p:nvCxnSpPr>
        <p:spPr>
          <a:xfrm>
            <a:off x="758952" y="1554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32 line 23" descr="sci-ppt:o023"/>
          <p:cNvCxnSpPr/>
          <p:nvPr/>
        </p:nvCxnSpPr>
        <p:spPr>
          <a:xfrm>
            <a:off x="822960" y="15544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32 text 24" descr="sci-ppt:o024"/>
          <p:cNvSpPr txBox="1"/>
          <p:nvPr/>
        </p:nvSpPr>
        <p:spPr>
          <a:xfrm>
            <a:off x="-45719" y="1472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27" name="C1-E32 text 25" descr="sci-ppt:o025"/>
          <p:cNvSpPr txBox="1"/>
          <p:nvPr/>
        </p:nvSpPr>
        <p:spPr>
          <a:xfrm>
            <a:off x="822960" y="4855464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28" name="C1-E32 text 26" descr="sci-ppt:o026"/>
          <p:cNvSpPr txBox="1"/>
          <p:nvPr/>
        </p:nvSpPr>
        <p:spPr>
          <a:xfrm>
            <a:off x="274320" y="1207007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|Ṙ| (m/s)</a:t>
            </a:r>
          </a:p>
        </p:txBody>
      </p:sp>
      <p:sp>
        <p:nvSpPr>
          <p:cNvPr id="29" name="C1-E32 polygon 27" descr="sci-ppt:o027"/>
          <p:cNvSpPr/>
          <p:nvPr/>
        </p:nvSpPr>
        <p:spPr>
          <a:xfrm>
            <a:off x="825566" y="1693359"/>
            <a:ext cx="3272705" cy="2633129"/>
          </a:xfrm>
          <a:custGeom>
            <a:avLst/>
            <a:gdLst/>
            <a:ahLst/>
            <a:cxnLst/>
            <a:rect l="l" t="t" r="r" b="b"/>
            <a:pathLst>
              <a:path w="3272705" h="2633129">
                <a:moveTo>
                  <a:pt x="0" y="0"/>
                </a:moveTo>
                <a:lnTo>
                  <a:pt x="16528" y="9857"/>
                </a:lnTo>
                <a:lnTo>
                  <a:pt x="33057" y="19715"/>
                </a:lnTo>
                <a:lnTo>
                  <a:pt x="49586" y="29572"/>
                </a:lnTo>
                <a:lnTo>
                  <a:pt x="66115" y="39430"/>
                </a:lnTo>
                <a:lnTo>
                  <a:pt x="82644" y="49288"/>
                </a:lnTo>
                <a:lnTo>
                  <a:pt x="99172" y="59146"/>
                </a:lnTo>
                <a:lnTo>
                  <a:pt x="115701" y="69004"/>
                </a:lnTo>
                <a:lnTo>
                  <a:pt x="132230" y="78862"/>
                </a:lnTo>
                <a:lnTo>
                  <a:pt x="148759" y="88720"/>
                </a:lnTo>
                <a:lnTo>
                  <a:pt x="165288" y="98578"/>
                </a:lnTo>
                <a:lnTo>
                  <a:pt x="181817" y="108436"/>
                </a:lnTo>
                <a:lnTo>
                  <a:pt x="198345" y="118294"/>
                </a:lnTo>
                <a:lnTo>
                  <a:pt x="214874" y="128153"/>
                </a:lnTo>
                <a:lnTo>
                  <a:pt x="231403" y="138011"/>
                </a:lnTo>
                <a:lnTo>
                  <a:pt x="247932" y="147870"/>
                </a:lnTo>
                <a:lnTo>
                  <a:pt x="264461" y="157728"/>
                </a:lnTo>
                <a:lnTo>
                  <a:pt x="280989" y="167587"/>
                </a:lnTo>
                <a:lnTo>
                  <a:pt x="297518" y="177446"/>
                </a:lnTo>
                <a:lnTo>
                  <a:pt x="314047" y="187305"/>
                </a:lnTo>
                <a:lnTo>
                  <a:pt x="330576" y="197165"/>
                </a:lnTo>
                <a:lnTo>
                  <a:pt x="347105" y="207024"/>
                </a:lnTo>
                <a:lnTo>
                  <a:pt x="363633" y="216883"/>
                </a:lnTo>
                <a:lnTo>
                  <a:pt x="380162" y="226743"/>
                </a:lnTo>
                <a:lnTo>
                  <a:pt x="396691" y="236603"/>
                </a:lnTo>
                <a:lnTo>
                  <a:pt x="413220" y="246463"/>
                </a:lnTo>
                <a:lnTo>
                  <a:pt x="429749" y="256323"/>
                </a:lnTo>
                <a:lnTo>
                  <a:pt x="446278" y="266183"/>
                </a:lnTo>
                <a:lnTo>
                  <a:pt x="462806" y="276044"/>
                </a:lnTo>
                <a:lnTo>
                  <a:pt x="479335" y="285905"/>
                </a:lnTo>
                <a:lnTo>
                  <a:pt x="495864" y="295765"/>
                </a:lnTo>
                <a:lnTo>
                  <a:pt x="512393" y="305627"/>
                </a:lnTo>
                <a:lnTo>
                  <a:pt x="528922" y="315488"/>
                </a:lnTo>
                <a:lnTo>
                  <a:pt x="545450" y="325350"/>
                </a:lnTo>
                <a:lnTo>
                  <a:pt x="561979" y="335211"/>
                </a:lnTo>
                <a:lnTo>
                  <a:pt x="578508" y="345074"/>
                </a:lnTo>
                <a:lnTo>
                  <a:pt x="595037" y="354936"/>
                </a:lnTo>
                <a:lnTo>
                  <a:pt x="611566" y="364799"/>
                </a:lnTo>
                <a:lnTo>
                  <a:pt x="628094" y="374662"/>
                </a:lnTo>
                <a:lnTo>
                  <a:pt x="644623" y="384525"/>
                </a:lnTo>
                <a:lnTo>
                  <a:pt x="661152" y="394388"/>
                </a:lnTo>
                <a:lnTo>
                  <a:pt x="677681" y="404252"/>
                </a:lnTo>
                <a:lnTo>
                  <a:pt x="694210" y="414117"/>
                </a:lnTo>
                <a:lnTo>
                  <a:pt x="710739" y="423981"/>
                </a:lnTo>
                <a:lnTo>
                  <a:pt x="727267" y="433846"/>
                </a:lnTo>
                <a:lnTo>
                  <a:pt x="743796" y="443712"/>
                </a:lnTo>
                <a:lnTo>
                  <a:pt x="760325" y="453578"/>
                </a:lnTo>
                <a:lnTo>
                  <a:pt x="776854" y="463444"/>
                </a:lnTo>
                <a:lnTo>
                  <a:pt x="793383" y="473311"/>
                </a:lnTo>
                <a:lnTo>
                  <a:pt x="809911" y="483178"/>
                </a:lnTo>
                <a:lnTo>
                  <a:pt x="826440" y="493046"/>
                </a:lnTo>
                <a:lnTo>
                  <a:pt x="842969" y="502914"/>
                </a:lnTo>
                <a:lnTo>
                  <a:pt x="859498" y="512783"/>
                </a:lnTo>
                <a:lnTo>
                  <a:pt x="876027" y="522653"/>
                </a:lnTo>
                <a:lnTo>
                  <a:pt x="892556" y="532523"/>
                </a:lnTo>
                <a:lnTo>
                  <a:pt x="909084" y="542394"/>
                </a:lnTo>
                <a:lnTo>
                  <a:pt x="925613" y="552265"/>
                </a:lnTo>
                <a:lnTo>
                  <a:pt x="942142" y="562137"/>
                </a:lnTo>
                <a:lnTo>
                  <a:pt x="958671" y="572010"/>
                </a:lnTo>
                <a:lnTo>
                  <a:pt x="975200" y="581884"/>
                </a:lnTo>
                <a:lnTo>
                  <a:pt x="991728" y="591758"/>
                </a:lnTo>
                <a:lnTo>
                  <a:pt x="1008257" y="601634"/>
                </a:lnTo>
                <a:lnTo>
                  <a:pt x="1024786" y="611510"/>
                </a:lnTo>
                <a:lnTo>
                  <a:pt x="1041315" y="621387"/>
                </a:lnTo>
                <a:lnTo>
                  <a:pt x="1057844" y="631265"/>
                </a:lnTo>
                <a:lnTo>
                  <a:pt x="1074372" y="641144"/>
                </a:lnTo>
                <a:lnTo>
                  <a:pt x="1090901" y="651024"/>
                </a:lnTo>
                <a:lnTo>
                  <a:pt x="1107430" y="660905"/>
                </a:lnTo>
                <a:lnTo>
                  <a:pt x="1123959" y="670788"/>
                </a:lnTo>
                <a:lnTo>
                  <a:pt x="1140488" y="680671"/>
                </a:lnTo>
                <a:lnTo>
                  <a:pt x="1157017" y="690556"/>
                </a:lnTo>
                <a:lnTo>
                  <a:pt x="1173545" y="700442"/>
                </a:lnTo>
                <a:lnTo>
                  <a:pt x="1190074" y="710330"/>
                </a:lnTo>
                <a:lnTo>
                  <a:pt x="1206603" y="720219"/>
                </a:lnTo>
                <a:lnTo>
                  <a:pt x="1223132" y="730109"/>
                </a:lnTo>
                <a:lnTo>
                  <a:pt x="1239661" y="740002"/>
                </a:lnTo>
                <a:lnTo>
                  <a:pt x="1256189" y="749895"/>
                </a:lnTo>
                <a:lnTo>
                  <a:pt x="1272718" y="759791"/>
                </a:lnTo>
                <a:lnTo>
                  <a:pt x="1289247" y="769688"/>
                </a:lnTo>
                <a:lnTo>
                  <a:pt x="1305776" y="779588"/>
                </a:lnTo>
                <a:lnTo>
                  <a:pt x="1322305" y="789489"/>
                </a:lnTo>
                <a:lnTo>
                  <a:pt x="1338833" y="799392"/>
                </a:lnTo>
                <a:lnTo>
                  <a:pt x="1355362" y="809298"/>
                </a:lnTo>
                <a:lnTo>
                  <a:pt x="1371891" y="819206"/>
                </a:lnTo>
                <a:lnTo>
                  <a:pt x="1388420" y="829116"/>
                </a:lnTo>
                <a:lnTo>
                  <a:pt x="1404949" y="839029"/>
                </a:lnTo>
                <a:lnTo>
                  <a:pt x="1421478" y="848944"/>
                </a:lnTo>
                <a:lnTo>
                  <a:pt x="1438006" y="858862"/>
                </a:lnTo>
                <a:lnTo>
                  <a:pt x="1454535" y="868783"/>
                </a:lnTo>
                <a:lnTo>
                  <a:pt x="1471064" y="878707"/>
                </a:lnTo>
                <a:lnTo>
                  <a:pt x="1487593" y="888634"/>
                </a:lnTo>
                <a:lnTo>
                  <a:pt x="1504122" y="898565"/>
                </a:lnTo>
                <a:lnTo>
                  <a:pt x="1520650" y="908499"/>
                </a:lnTo>
                <a:lnTo>
                  <a:pt x="1537179" y="918436"/>
                </a:lnTo>
                <a:lnTo>
                  <a:pt x="1553708" y="928378"/>
                </a:lnTo>
                <a:lnTo>
                  <a:pt x="1570237" y="938323"/>
                </a:lnTo>
                <a:lnTo>
                  <a:pt x="1586766" y="948272"/>
                </a:lnTo>
                <a:lnTo>
                  <a:pt x="1603295" y="958226"/>
                </a:lnTo>
                <a:lnTo>
                  <a:pt x="1619823" y="968184"/>
                </a:lnTo>
                <a:lnTo>
                  <a:pt x="1636352" y="978147"/>
                </a:lnTo>
                <a:lnTo>
                  <a:pt x="1652881" y="988116"/>
                </a:lnTo>
                <a:lnTo>
                  <a:pt x="1669410" y="998089"/>
                </a:lnTo>
                <a:lnTo>
                  <a:pt x="1685939" y="1008068"/>
                </a:lnTo>
                <a:lnTo>
                  <a:pt x="1702467" y="1018052"/>
                </a:lnTo>
                <a:lnTo>
                  <a:pt x="1718996" y="1028043"/>
                </a:lnTo>
                <a:lnTo>
                  <a:pt x="1735525" y="1038039"/>
                </a:lnTo>
                <a:lnTo>
                  <a:pt x="1752054" y="1048043"/>
                </a:lnTo>
                <a:lnTo>
                  <a:pt x="1768583" y="1058053"/>
                </a:lnTo>
                <a:lnTo>
                  <a:pt x="1785111" y="1068071"/>
                </a:lnTo>
                <a:lnTo>
                  <a:pt x="1801640" y="1078096"/>
                </a:lnTo>
                <a:lnTo>
                  <a:pt x="1818169" y="1088129"/>
                </a:lnTo>
                <a:lnTo>
                  <a:pt x="1834698" y="1098170"/>
                </a:lnTo>
                <a:lnTo>
                  <a:pt x="1851227" y="1108220"/>
                </a:lnTo>
                <a:lnTo>
                  <a:pt x="1867756" y="1118279"/>
                </a:lnTo>
                <a:lnTo>
                  <a:pt x="1884284" y="1128348"/>
                </a:lnTo>
                <a:lnTo>
                  <a:pt x="1900813" y="1138427"/>
                </a:lnTo>
                <a:lnTo>
                  <a:pt x="1917342" y="1148516"/>
                </a:lnTo>
                <a:lnTo>
                  <a:pt x="1933871" y="1158616"/>
                </a:lnTo>
                <a:lnTo>
                  <a:pt x="1950400" y="1168728"/>
                </a:lnTo>
                <a:lnTo>
                  <a:pt x="1966928" y="1178852"/>
                </a:lnTo>
                <a:lnTo>
                  <a:pt x="1983457" y="1188989"/>
                </a:lnTo>
                <a:lnTo>
                  <a:pt x="1999986" y="1199139"/>
                </a:lnTo>
                <a:lnTo>
                  <a:pt x="2016515" y="1209303"/>
                </a:lnTo>
                <a:lnTo>
                  <a:pt x="2033044" y="1219481"/>
                </a:lnTo>
                <a:lnTo>
                  <a:pt x="2049572" y="1229676"/>
                </a:lnTo>
                <a:lnTo>
                  <a:pt x="2066101" y="1239886"/>
                </a:lnTo>
                <a:lnTo>
                  <a:pt x="2082630" y="1250113"/>
                </a:lnTo>
                <a:lnTo>
                  <a:pt x="2099159" y="1260358"/>
                </a:lnTo>
                <a:lnTo>
                  <a:pt x="2115688" y="1270622"/>
                </a:lnTo>
                <a:lnTo>
                  <a:pt x="2132217" y="1280905"/>
                </a:lnTo>
                <a:lnTo>
                  <a:pt x="2148745" y="1291209"/>
                </a:lnTo>
                <a:lnTo>
                  <a:pt x="2165274" y="1301534"/>
                </a:lnTo>
                <a:lnTo>
                  <a:pt x="2181803" y="1311883"/>
                </a:lnTo>
                <a:lnTo>
                  <a:pt x="2198332" y="1322255"/>
                </a:lnTo>
                <a:lnTo>
                  <a:pt x="2214861" y="1332652"/>
                </a:lnTo>
                <a:lnTo>
                  <a:pt x="2231389" y="1343076"/>
                </a:lnTo>
                <a:lnTo>
                  <a:pt x="2247918" y="1353528"/>
                </a:lnTo>
                <a:lnTo>
                  <a:pt x="2264447" y="1364008"/>
                </a:lnTo>
                <a:lnTo>
                  <a:pt x="2280976" y="1374520"/>
                </a:lnTo>
                <a:lnTo>
                  <a:pt x="2297505" y="1385064"/>
                </a:lnTo>
                <a:lnTo>
                  <a:pt x="2314033" y="1395642"/>
                </a:lnTo>
                <a:lnTo>
                  <a:pt x="2330562" y="1406256"/>
                </a:lnTo>
                <a:lnTo>
                  <a:pt x="2347091" y="1416907"/>
                </a:lnTo>
                <a:lnTo>
                  <a:pt x="2363620" y="1427599"/>
                </a:lnTo>
                <a:lnTo>
                  <a:pt x="2380149" y="1438332"/>
                </a:lnTo>
                <a:lnTo>
                  <a:pt x="2396678" y="1449110"/>
                </a:lnTo>
                <a:lnTo>
                  <a:pt x="2413206" y="1459934"/>
                </a:lnTo>
                <a:lnTo>
                  <a:pt x="2429735" y="1470808"/>
                </a:lnTo>
                <a:lnTo>
                  <a:pt x="2446264" y="1481733"/>
                </a:lnTo>
                <a:lnTo>
                  <a:pt x="2462793" y="1492714"/>
                </a:lnTo>
                <a:lnTo>
                  <a:pt x="2479322" y="1503753"/>
                </a:lnTo>
                <a:lnTo>
                  <a:pt x="2495850" y="1514854"/>
                </a:lnTo>
                <a:lnTo>
                  <a:pt x="2512379" y="1526019"/>
                </a:lnTo>
                <a:lnTo>
                  <a:pt x="2528908" y="1537253"/>
                </a:lnTo>
                <a:lnTo>
                  <a:pt x="2545437" y="1548561"/>
                </a:lnTo>
                <a:lnTo>
                  <a:pt x="2561966" y="1559945"/>
                </a:lnTo>
                <a:lnTo>
                  <a:pt x="2578495" y="1571412"/>
                </a:lnTo>
                <a:lnTo>
                  <a:pt x="2595023" y="1582966"/>
                </a:lnTo>
                <a:lnTo>
                  <a:pt x="2611552" y="1594613"/>
                </a:lnTo>
                <a:lnTo>
                  <a:pt x="2628081" y="1606358"/>
                </a:lnTo>
                <a:lnTo>
                  <a:pt x="2644610" y="1618208"/>
                </a:lnTo>
                <a:lnTo>
                  <a:pt x="2661139" y="1630169"/>
                </a:lnTo>
                <a:lnTo>
                  <a:pt x="2677667" y="1642250"/>
                </a:lnTo>
                <a:lnTo>
                  <a:pt x="2694196" y="1654458"/>
                </a:lnTo>
                <a:lnTo>
                  <a:pt x="2710725" y="1666801"/>
                </a:lnTo>
                <a:lnTo>
                  <a:pt x="2727254" y="1679291"/>
                </a:lnTo>
                <a:lnTo>
                  <a:pt x="2743783" y="1691936"/>
                </a:lnTo>
                <a:lnTo>
                  <a:pt x="2760311" y="1704749"/>
                </a:lnTo>
                <a:lnTo>
                  <a:pt x="2776840" y="1717741"/>
                </a:lnTo>
                <a:lnTo>
                  <a:pt x="2793369" y="1730927"/>
                </a:lnTo>
                <a:lnTo>
                  <a:pt x="2809898" y="1744322"/>
                </a:lnTo>
                <a:lnTo>
                  <a:pt x="2826427" y="1757943"/>
                </a:lnTo>
                <a:lnTo>
                  <a:pt x="2842956" y="1771809"/>
                </a:lnTo>
                <a:lnTo>
                  <a:pt x="2859484" y="1785939"/>
                </a:lnTo>
                <a:lnTo>
                  <a:pt x="2876013" y="1800359"/>
                </a:lnTo>
                <a:lnTo>
                  <a:pt x="2892542" y="1815093"/>
                </a:lnTo>
                <a:lnTo>
                  <a:pt x="2909071" y="1830172"/>
                </a:lnTo>
                <a:lnTo>
                  <a:pt x="2925600" y="1845629"/>
                </a:lnTo>
                <a:lnTo>
                  <a:pt x="2942128" y="1861503"/>
                </a:lnTo>
                <a:lnTo>
                  <a:pt x="2958657" y="1877836"/>
                </a:lnTo>
                <a:lnTo>
                  <a:pt x="2975186" y="1894681"/>
                </a:lnTo>
                <a:lnTo>
                  <a:pt x="2991715" y="1912096"/>
                </a:lnTo>
                <a:lnTo>
                  <a:pt x="3008244" y="1930151"/>
                </a:lnTo>
                <a:lnTo>
                  <a:pt x="3024772" y="1948926"/>
                </a:lnTo>
                <a:lnTo>
                  <a:pt x="3041301" y="1968520"/>
                </a:lnTo>
                <a:lnTo>
                  <a:pt x="3057830" y="1989051"/>
                </a:lnTo>
                <a:lnTo>
                  <a:pt x="3074359" y="2010663"/>
                </a:lnTo>
                <a:lnTo>
                  <a:pt x="3090888" y="2033534"/>
                </a:lnTo>
                <a:lnTo>
                  <a:pt x="3107417" y="2057892"/>
                </a:lnTo>
                <a:lnTo>
                  <a:pt x="3123945" y="2084025"/>
                </a:lnTo>
                <a:lnTo>
                  <a:pt x="3140474" y="2112316"/>
                </a:lnTo>
                <a:lnTo>
                  <a:pt x="3157003" y="2143284"/>
                </a:lnTo>
                <a:lnTo>
                  <a:pt x="3173532" y="2177655"/>
                </a:lnTo>
                <a:lnTo>
                  <a:pt x="3190061" y="2216493"/>
                </a:lnTo>
                <a:lnTo>
                  <a:pt x="3206589" y="2261446"/>
                </a:lnTo>
                <a:lnTo>
                  <a:pt x="3223118" y="2315279"/>
                </a:lnTo>
                <a:lnTo>
                  <a:pt x="3239647" y="2383171"/>
                </a:lnTo>
                <a:lnTo>
                  <a:pt x="3256176" y="2476751"/>
                </a:lnTo>
                <a:lnTo>
                  <a:pt x="3272705" y="263312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32 line 28" descr="sci-ppt:o028"/>
          <p:cNvCxnSpPr/>
          <p:nvPr/>
        </p:nvCxnSpPr>
        <p:spPr>
          <a:xfrm>
            <a:off x="4937760" y="457200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1" name="C1-E32 line 29" descr="sci-ppt:o029"/>
          <p:cNvCxnSpPr/>
          <p:nvPr/>
        </p:nvCxnSpPr>
        <p:spPr>
          <a:xfrm>
            <a:off x="493776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2" name="C1-E32 line 30" descr="sci-ppt:o030"/>
          <p:cNvCxnSpPr/>
          <p:nvPr/>
        </p:nvCxnSpPr>
        <p:spPr>
          <a:xfrm>
            <a:off x="49377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32 line 31" descr="sci-ppt:o031"/>
          <p:cNvCxnSpPr/>
          <p:nvPr/>
        </p:nvCxnSpPr>
        <p:spPr>
          <a:xfrm>
            <a:off x="49377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1-E32 text 32" descr="sci-ppt:o032"/>
          <p:cNvSpPr txBox="1"/>
          <p:nvPr/>
        </p:nvSpPr>
        <p:spPr>
          <a:xfrm>
            <a:off x="44805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5" name="C1-E32 line 33" descr="sci-ppt:o033"/>
          <p:cNvCxnSpPr/>
          <p:nvPr/>
        </p:nvCxnSpPr>
        <p:spPr>
          <a:xfrm>
            <a:off x="603504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32 line 34" descr="sci-ppt:o034"/>
          <p:cNvCxnSpPr/>
          <p:nvPr/>
        </p:nvCxnSpPr>
        <p:spPr>
          <a:xfrm>
            <a:off x="603504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1-E32 text 35" descr="sci-ppt:o035"/>
          <p:cNvSpPr txBox="1"/>
          <p:nvPr/>
        </p:nvSpPr>
        <p:spPr>
          <a:xfrm>
            <a:off x="557784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8" name="C1-E32 line 36" descr="sci-ppt:o036"/>
          <p:cNvCxnSpPr/>
          <p:nvPr/>
        </p:nvCxnSpPr>
        <p:spPr>
          <a:xfrm>
            <a:off x="71323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32 line 37" descr="sci-ppt:o037"/>
          <p:cNvCxnSpPr/>
          <p:nvPr/>
        </p:nvCxnSpPr>
        <p:spPr>
          <a:xfrm>
            <a:off x="71323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32 text 38" descr="sci-ppt:o038"/>
          <p:cNvSpPr txBox="1"/>
          <p:nvPr/>
        </p:nvSpPr>
        <p:spPr>
          <a:xfrm>
            <a:off x="66751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1" name="C1-E32 line 39" descr="sci-ppt:o039"/>
          <p:cNvCxnSpPr/>
          <p:nvPr/>
        </p:nvCxnSpPr>
        <p:spPr>
          <a:xfrm>
            <a:off x="82296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32 line 40" descr="sci-ppt:o040"/>
          <p:cNvCxnSpPr/>
          <p:nvPr/>
        </p:nvCxnSpPr>
        <p:spPr>
          <a:xfrm>
            <a:off x="822960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32 text 41" descr="sci-ppt:o041"/>
          <p:cNvSpPr txBox="1"/>
          <p:nvPr/>
        </p:nvSpPr>
        <p:spPr>
          <a:xfrm>
            <a:off x="77724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4" name="C1-E32 line 42" descr="sci-ppt:o042"/>
          <p:cNvCxnSpPr/>
          <p:nvPr/>
        </p:nvCxnSpPr>
        <p:spPr>
          <a:xfrm>
            <a:off x="487375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32 line 43" descr="sci-ppt:o043"/>
          <p:cNvCxnSpPr/>
          <p:nvPr/>
        </p:nvCxnSpPr>
        <p:spPr>
          <a:xfrm>
            <a:off x="4873752" y="359860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32 line 44" descr="sci-ppt:o044"/>
          <p:cNvCxnSpPr/>
          <p:nvPr/>
        </p:nvCxnSpPr>
        <p:spPr>
          <a:xfrm>
            <a:off x="4937760" y="3598606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1-E32 text 45" descr="sci-ppt:o045"/>
          <p:cNvSpPr txBox="1"/>
          <p:nvPr/>
        </p:nvSpPr>
        <p:spPr>
          <a:xfrm>
            <a:off x="4069080" y="351631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48" name="C1-E32 line 46" descr="sci-ppt:o046"/>
          <p:cNvCxnSpPr/>
          <p:nvPr/>
        </p:nvCxnSpPr>
        <p:spPr>
          <a:xfrm>
            <a:off x="4873752" y="262521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32 line 47" descr="sci-ppt:o047"/>
          <p:cNvCxnSpPr/>
          <p:nvPr/>
        </p:nvCxnSpPr>
        <p:spPr>
          <a:xfrm>
            <a:off x="4937760" y="2625212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32 text 48" descr="sci-ppt:o048"/>
          <p:cNvSpPr txBox="1"/>
          <p:nvPr/>
        </p:nvSpPr>
        <p:spPr>
          <a:xfrm>
            <a:off x="4069080" y="254291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51" name="C1-E32 line 49" descr="sci-ppt:o049"/>
          <p:cNvCxnSpPr/>
          <p:nvPr/>
        </p:nvCxnSpPr>
        <p:spPr>
          <a:xfrm>
            <a:off x="4873752" y="16518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32 line 50" descr="sci-ppt:o050"/>
          <p:cNvCxnSpPr/>
          <p:nvPr/>
        </p:nvCxnSpPr>
        <p:spPr>
          <a:xfrm>
            <a:off x="4937760" y="165181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1-E32 text 51" descr="sci-ppt:o051"/>
          <p:cNvSpPr txBox="1"/>
          <p:nvPr/>
        </p:nvSpPr>
        <p:spPr>
          <a:xfrm>
            <a:off x="4069080" y="156952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54" name="C1-E32 text 52" descr="sci-ppt:o052"/>
          <p:cNvSpPr txBox="1"/>
          <p:nvPr/>
        </p:nvSpPr>
        <p:spPr>
          <a:xfrm>
            <a:off x="4937760" y="4855464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(µs)</a:t>
            </a:r>
          </a:p>
        </p:txBody>
      </p:sp>
      <p:sp>
        <p:nvSpPr>
          <p:cNvPr id="55" name="C1-E32 text 53" descr="sci-ppt:o053"/>
          <p:cNvSpPr txBox="1"/>
          <p:nvPr/>
        </p:nvSpPr>
        <p:spPr>
          <a:xfrm>
            <a:off x="4389120" y="1207007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(µm)</a:t>
            </a:r>
          </a:p>
        </p:txBody>
      </p:sp>
      <p:sp>
        <p:nvSpPr>
          <p:cNvPr id="56" name="C1-E32 polygon 54" descr="sci-ppt:o054"/>
          <p:cNvSpPr/>
          <p:nvPr/>
        </p:nvSpPr>
        <p:spPr>
          <a:xfrm>
            <a:off x="4937760" y="1651819"/>
            <a:ext cx="3010984" cy="2919596"/>
          </a:xfrm>
          <a:custGeom>
            <a:avLst/>
            <a:gdLst/>
            <a:ahLst/>
            <a:cxnLst/>
            <a:rect l="l" t="t" r="r" b="b"/>
            <a:pathLst>
              <a:path w="3010984" h="2919596">
                <a:moveTo>
                  <a:pt x="0" y="0"/>
                </a:moveTo>
                <a:lnTo>
                  <a:pt x="31083" y="130"/>
                </a:lnTo>
                <a:lnTo>
                  <a:pt x="62165" y="521"/>
                </a:lnTo>
                <a:lnTo>
                  <a:pt x="93240" y="1172"/>
                </a:lnTo>
                <a:lnTo>
                  <a:pt x="124308" y="2083"/>
                </a:lnTo>
                <a:lnTo>
                  <a:pt x="155364" y="3255"/>
                </a:lnTo>
                <a:lnTo>
                  <a:pt x="186406" y="4687"/>
                </a:lnTo>
                <a:lnTo>
                  <a:pt x="217432" y="6379"/>
                </a:lnTo>
                <a:lnTo>
                  <a:pt x="248439" y="8332"/>
                </a:lnTo>
                <a:lnTo>
                  <a:pt x="279423" y="10546"/>
                </a:lnTo>
                <a:lnTo>
                  <a:pt x="310382" y="13019"/>
                </a:lnTo>
                <a:lnTo>
                  <a:pt x="341313" y="15753"/>
                </a:lnTo>
                <a:lnTo>
                  <a:pt x="372214" y="18748"/>
                </a:lnTo>
                <a:lnTo>
                  <a:pt x="403082" y="22003"/>
                </a:lnTo>
                <a:lnTo>
                  <a:pt x="433913" y="25518"/>
                </a:lnTo>
                <a:lnTo>
                  <a:pt x="464706" y="29293"/>
                </a:lnTo>
                <a:lnTo>
                  <a:pt x="495456" y="33329"/>
                </a:lnTo>
                <a:lnTo>
                  <a:pt x="526163" y="37626"/>
                </a:lnTo>
                <a:lnTo>
                  <a:pt x="556822" y="42183"/>
                </a:lnTo>
                <a:lnTo>
                  <a:pt x="587430" y="47000"/>
                </a:lnTo>
                <a:lnTo>
                  <a:pt x="617986" y="52077"/>
                </a:lnTo>
                <a:lnTo>
                  <a:pt x="648486" y="57415"/>
                </a:lnTo>
                <a:lnTo>
                  <a:pt x="678928" y="63013"/>
                </a:lnTo>
                <a:lnTo>
                  <a:pt x="709308" y="68872"/>
                </a:lnTo>
                <a:lnTo>
                  <a:pt x="739624" y="74991"/>
                </a:lnTo>
                <a:lnTo>
                  <a:pt x="769873" y="81371"/>
                </a:lnTo>
                <a:lnTo>
                  <a:pt x="800051" y="88011"/>
                </a:lnTo>
                <a:lnTo>
                  <a:pt x="830158" y="94911"/>
                </a:lnTo>
                <a:lnTo>
                  <a:pt x="860188" y="102072"/>
                </a:lnTo>
                <a:lnTo>
                  <a:pt x="890140" y="109493"/>
                </a:lnTo>
                <a:lnTo>
                  <a:pt x="920010" y="117174"/>
                </a:lnTo>
                <a:lnTo>
                  <a:pt x="949796" y="125116"/>
                </a:lnTo>
                <a:lnTo>
                  <a:pt x="979496" y="133318"/>
                </a:lnTo>
                <a:lnTo>
                  <a:pt x="1009105" y="141781"/>
                </a:lnTo>
                <a:lnTo>
                  <a:pt x="1038621" y="150504"/>
                </a:lnTo>
                <a:lnTo>
                  <a:pt x="1068041" y="159487"/>
                </a:lnTo>
                <a:lnTo>
                  <a:pt x="1097362" y="168731"/>
                </a:lnTo>
                <a:lnTo>
                  <a:pt x="1126582" y="178235"/>
                </a:lnTo>
                <a:lnTo>
                  <a:pt x="1155697" y="187999"/>
                </a:lnTo>
                <a:lnTo>
                  <a:pt x="1184705" y="198024"/>
                </a:lnTo>
                <a:lnTo>
                  <a:pt x="1213602" y="208309"/>
                </a:lnTo>
                <a:lnTo>
                  <a:pt x="1242385" y="218855"/>
                </a:lnTo>
                <a:lnTo>
                  <a:pt x="1271052" y="229661"/>
                </a:lnTo>
                <a:lnTo>
                  <a:pt x="1299600" y="240728"/>
                </a:lnTo>
                <a:lnTo>
                  <a:pt x="1328025" y="252054"/>
                </a:lnTo>
                <a:lnTo>
                  <a:pt x="1356325" y="263642"/>
                </a:lnTo>
                <a:lnTo>
                  <a:pt x="1384496" y="275489"/>
                </a:lnTo>
                <a:lnTo>
                  <a:pt x="1412535" y="287597"/>
                </a:lnTo>
                <a:lnTo>
                  <a:pt x="1440441" y="299966"/>
                </a:lnTo>
                <a:lnTo>
                  <a:pt x="1468208" y="312594"/>
                </a:lnTo>
                <a:lnTo>
                  <a:pt x="1495835" y="325484"/>
                </a:lnTo>
                <a:lnTo>
                  <a:pt x="1523318" y="338633"/>
                </a:lnTo>
                <a:lnTo>
                  <a:pt x="1550655" y="352043"/>
                </a:lnTo>
                <a:lnTo>
                  <a:pt x="1577842" y="365713"/>
                </a:lnTo>
                <a:lnTo>
                  <a:pt x="1604875" y="379644"/>
                </a:lnTo>
                <a:lnTo>
                  <a:pt x="1631753" y="393835"/>
                </a:lnTo>
                <a:lnTo>
                  <a:pt x="1658471" y="408287"/>
                </a:lnTo>
                <a:lnTo>
                  <a:pt x="1685027" y="422998"/>
                </a:lnTo>
                <a:lnTo>
                  <a:pt x="1711417" y="437971"/>
                </a:lnTo>
                <a:lnTo>
                  <a:pt x="1737639" y="453203"/>
                </a:lnTo>
                <a:lnTo>
                  <a:pt x="1763689" y="468696"/>
                </a:lnTo>
                <a:lnTo>
                  <a:pt x="1789564" y="484450"/>
                </a:lnTo>
                <a:lnTo>
                  <a:pt x="1815260" y="500464"/>
                </a:lnTo>
                <a:lnTo>
                  <a:pt x="1840775" y="516738"/>
                </a:lnTo>
                <a:lnTo>
                  <a:pt x="1866106" y="533272"/>
                </a:lnTo>
                <a:lnTo>
                  <a:pt x="1891248" y="550067"/>
                </a:lnTo>
                <a:lnTo>
                  <a:pt x="1916199" y="567123"/>
                </a:lnTo>
                <a:lnTo>
                  <a:pt x="1940956" y="584438"/>
                </a:lnTo>
                <a:lnTo>
                  <a:pt x="1965515" y="602014"/>
                </a:lnTo>
                <a:lnTo>
                  <a:pt x="1989873" y="619851"/>
                </a:lnTo>
                <a:lnTo>
                  <a:pt x="2014026" y="637948"/>
                </a:lnTo>
                <a:lnTo>
                  <a:pt x="2037972" y="656305"/>
                </a:lnTo>
                <a:lnTo>
                  <a:pt x="2061706" y="674923"/>
                </a:lnTo>
                <a:lnTo>
                  <a:pt x="2085227" y="693801"/>
                </a:lnTo>
                <a:lnTo>
                  <a:pt x="2108529" y="712939"/>
                </a:lnTo>
                <a:lnTo>
                  <a:pt x="2131611" y="732338"/>
                </a:lnTo>
                <a:lnTo>
                  <a:pt x="2154468" y="751997"/>
                </a:lnTo>
                <a:lnTo>
                  <a:pt x="2177097" y="771917"/>
                </a:lnTo>
                <a:lnTo>
                  <a:pt x="2199495" y="792097"/>
                </a:lnTo>
                <a:lnTo>
                  <a:pt x="2221658" y="812537"/>
                </a:lnTo>
                <a:lnTo>
                  <a:pt x="2243583" y="833238"/>
                </a:lnTo>
                <a:lnTo>
                  <a:pt x="2265266" y="854199"/>
                </a:lnTo>
                <a:lnTo>
                  <a:pt x="2286704" y="875421"/>
                </a:lnTo>
                <a:lnTo>
                  <a:pt x="2307894" y="896903"/>
                </a:lnTo>
                <a:lnTo>
                  <a:pt x="2328832" y="918645"/>
                </a:lnTo>
                <a:lnTo>
                  <a:pt x="2349515" y="940648"/>
                </a:lnTo>
                <a:lnTo>
                  <a:pt x="2369938" y="962911"/>
                </a:lnTo>
                <a:lnTo>
                  <a:pt x="2390100" y="985434"/>
                </a:lnTo>
                <a:lnTo>
                  <a:pt x="2409995" y="1008218"/>
                </a:lnTo>
                <a:lnTo>
                  <a:pt x="2429622" y="1031262"/>
                </a:lnTo>
                <a:lnTo>
                  <a:pt x="2448975" y="1054567"/>
                </a:lnTo>
                <a:lnTo>
                  <a:pt x="2468052" y="1078132"/>
                </a:lnTo>
                <a:lnTo>
                  <a:pt x="2486850" y="1101957"/>
                </a:lnTo>
                <a:lnTo>
                  <a:pt x="2505364" y="1126043"/>
                </a:lnTo>
                <a:lnTo>
                  <a:pt x="2523591" y="1150389"/>
                </a:lnTo>
                <a:lnTo>
                  <a:pt x="2541528" y="1174996"/>
                </a:lnTo>
                <a:lnTo>
                  <a:pt x="2559172" y="1199863"/>
                </a:lnTo>
                <a:lnTo>
                  <a:pt x="2576519" y="1224990"/>
                </a:lnTo>
                <a:lnTo>
                  <a:pt x="2593565" y="1250378"/>
                </a:lnTo>
                <a:lnTo>
                  <a:pt x="2610307" y="1276026"/>
                </a:lnTo>
                <a:lnTo>
                  <a:pt x="2626741" y="1301935"/>
                </a:lnTo>
                <a:lnTo>
                  <a:pt x="2642866" y="1328103"/>
                </a:lnTo>
                <a:lnTo>
                  <a:pt x="2658675" y="1354533"/>
                </a:lnTo>
                <a:lnTo>
                  <a:pt x="2674168" y="1381222"/>
                </a:lnTo>
                <a:lnTo>
                  <a:pt x="2689340" y="1408172"/>
                </a:lnTo>
                <a:lnTo>
                  <a:pt x="2704188" y="1435383"/>
                </a:lnTo>
                <a:lnTo>
                  <a:pt x="2718709" y="1462854"/>
                </a:lnTo>
                <a:lnTo>
                  <a:pt x="2732899" y="1490585"/>
                </a:lnTo>
                <a:lnTo>
                  <a:pt x="2746757" y="1518576"/>
                </a:lnTo>
                <a:lnTo>
                  <a:pt x="2760277" y="1546828"/>
                </a:lnTo>
                <a:lnTo>
                  <a:pt x="2773458" y="1575341"/>
                </a:lnTo>
                <a:lnTo>
                  <a:pt x="2786297" y="1604114"/>
                </a:lnTo>
                <a:lnTo>
                  <a:pt x="2798791" y="1633147"/>
                </a:lnTo>
                <a:lnTo>
                  <a:pt x="2810937" y="1662440"/>
                </a:lnTo>
                <a:lnTo>
                  <a:pt x="2822732" y="1691994"/>
                </a:lnTo>
                <a:lnTo>
                  <a:pt x="2834174" y="1721808"/>
                </a:lnTo>
                <a:lnTo>
                  <a:pt x="2845260" y="1751883"/>
                </a:lnTo>
                <a:lnTo>
                  <a:pt x="2855989" y="1782218"/>
                </a:lnTo>
                <a:lnTo>
                  <a:pt x="2866357" y="1812814"/>
                </a:lnTo>
                <a:lnTo>
                  <a:pt x="2876363" y="1843670"/>
                </a:lnTo>
                <a:lnTo>
                  <a:pt x="2886006" y="1874786"/>
                </a:lnTo>
                <a:lnTo>
                  <a:pt x="2895282" y="1906162"/>
                </a:lnTo>
                <a:lnTo>
                  <a:pt x="2904192" y="1937799"/>
                </a:lnTo>
                <a:lnTo>
                  <a:pt x="2912733" y="1969697"/>
                </a:lnTo>
                <a:lnTo>
                  <a:pt x="2920904" y="2001855"/>
                </a:lnTo>
                <a:lnTo>
                  <a:pt x="2928706" y="2034273"/>
                </a:lnTo>
                <a:lnTo>
                  <a:pt x="2936136" y="2066951"/>
                </a:lnTo>
                <a:lnTo>
                  <a:pt x="2943195" y="2099890"/>
                </a:lnTo>
                <a:lnTo>
                  <a:pt x="2949884" y="2133090"/>
                </a:lnTo>
                <a:lnTo>
                  <a:pt x="2956202" y="2166549"/>
                </a:lnTo>
                <a:lnTo>
                  <a:pt x="2962150" y="2200269"/>
                </a:lnTo>
                <a:lnTo>
                  <a:pt x="2967730" y="2234250"/>
                </a:lnTo>
                <a:lnTo>
                  <a:pt x="2972944" y="2268491"/>
                </a:lnTo>
                <a:lnTo>
                  <a:pt x="2977793" y="2302992"/>
                </a:lnTo>
                <a:lnTo>
                  <a:pt x="2982281" y="2337754"/>
                </a:lnTo>
                <a:lnTo>
                  <a:pt x="2986410" y="2372776"/>
                </a:lnTo>
                <a:lnTo>
                  <a:pt x="2990186" y="2408058"/>
                </a:lnTo>
                <a:lnTo>
                  <a:pt x="2993613" y="2443601"/>
                </a:lnTo>
                <a:lnTo>
                  <a:pt x="2996697" y="2479404"/>
                </a:lnTo>
                <a:lnTo>
                  <a:pt x="2999444" y="2515468"/>
                </a:lnTo>
                <a:lnTo>
                  <a:pt x="3001863" y="2551792"/>
                </a:lnTo>
                <a:lnTo>
                  <a:pt x="3003962" y="2588376"/>
                </a:lnTo>
                <a:lnTo>
                  <a:pt x="3005752" y="2625221"/>
                </a:lnTo>
                <a:lnTo>
                  <a:pt x="3007246" y="2662326"/>
                </a:lnTo>
                <a:lnTo>
                  <a:pt x="3008456" y="2699692"/>
                </a:lnTo>
                <a:lnTo>
                  <a:pt x="3009400" y="2737318"/>
                </a:lnTo>
                <a:lnTo>
                  <a:pt x="3010097" y="2775204"/>
                </a:lnTo>
                <a:lnTo>
                  <a:pt x="3010570" y="2813350"/>
                </a:lnTo>
                <a:lnTo>
                  <a:pt x="3010848" y="2851758"/>
                </a:lnTo>
                <a:lnTo>
                  <a:pt x="3010967" y="2890425"/>
                </a:lnTo>
                <a:lnTo>
                  <a:pt x="3010984" y="2919596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1-E32 line 55" descr="sci-ppt:o055"/>
          <p:cNvCxnSpPr/>
          <p:nvPr/>
        </p:nvCxnSpPr>
        <p:spPr>
          <a:xfrm>
            <a:off x="7948744" y="1554480"/>
            <a:ext cx="0" cy="301752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cxnSp>
        <p:nvCxnSpPr>
          <p:cNvPr id="58" name="C1-E32 line 56" descr="sci-ppt:o056"/>
          <p:cNvCxnSpPr/>
          <p:nvPr/>
        </p:nvCxnSpPr>
        <p:spPr>
          <a:xfrm>
            <a:off x="8961120" y="4572000"/>
            <a:ext cx="2834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9" name="C1-E32 line 57" descr="sci-ppt:o057"/>
          <p:cNvCxnSpPr/>
          <p:nvPr/>
        </p:nvCxnSpPr>
        <p:spPr>
          <a:xfrm>
            <a:off x="896112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0" name="C1-E32 line 58" descr="sci-ppt:o058"/>
          <p:cNvCxnSpPr/>
          <p:nvPr/>
        </p:nvCxnSpPr>
        <p:spPr>
          <a:xfrm>
            <a:off x="89611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1" name="C1-E32 line 59" descr="sci-ppt:o059"/>
          <p:cNvCxnSpPr/>
          <p:nvPr/>
        </p:nvCxnSpPr>
        <p:spPr>
          <a:xfrm>
            <a:off x="89611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2" name="C1-E32 text 60" descr="sci-ppt:o060"/>
          <p:cNvSpPr txBox="1"/>
          <p:nvPr/>
        </p:nvSpPr>
        <p:spPr>
          <a:xfrm>
            <a:off x="85039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3" name="C1-E32 line 61" descr="sci-ppt:o061"/>
          <p:cNvCxnSpPr/>
          <p:nvPr/>
        </p:nvCxnSpPr>
        <p:spPr>
          <a:xfrm>
            <a:off x="1037844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4" name="C1-E32 line 62" descr="sci-ppt:o062"/>
          <p:cNvCxnSpPr/>
          <p:nvPr/>
        </p:nvCxnSpPr>
        <p:spPr>
          <a:xfrm>
            <a:off x="1037844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5" name="C1-E32 text 63" descr="sci-ppt:o063"/>
          <p:cNvSpPr txBox="1"/>
          <p:nvPr/>
        </p:nvSpPr>
        <p:spPr>
          <a:xfrm>
            <a:off x="992124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66" name="C1-E32 line 64" descr="sci-ppt:o064"/>
          <p:cNvCxnSpPr/>
          <p:nvPr/>
        </p:nvCxnSpPr>
        <p:spPr>
          <a:xfrm>
            <a:off x="117957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7" name="C1-E32 line 65" descr="sci-ppt:o065"/>
          <p:cNvCxnSpPr/>
          <p:nvPr/>
        </p:nvCxnSpPr>
        <p:spPr>
          <a:xfrm>
            <a:off x="117957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8" name="C1-E32 text 66" descr="sci-ppt:o066"/>
          <p:cNvSpPr txBox="1"/>
          <p:nvPr/>
        </p:nvSpPr>
        <p:spPr>
          <a:xfrm>
            <a:off x="113385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69" name="C1-E32 line 67" descr="sci-ppt:o067"/>
          <p:cNvCxnSpPr/>
          <p:nvPr/>
        </p:nvCxnSpPr>
        <p:spPr>
          <a:xfrm>
            <a:off x="889711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0" name="C1-E32 line 68" descr="sci-ppt:o068"/>
          <p:cNvCxnSpPr/>
          <p:nvPr/>
        </p:nvCxnSpPr>
        <p:spPr>
          <a:xfrm>
            <a:off x="8897112" y="31350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1" name="C1-E32 line 69" descr="sci-ppt:o069"/>
          <p:cNvCxnSpPr/>
          <p:nvPr/>
        </p:nvCxnSpPr>
        <p:spPr>
          <a:xfrm>
            <a:off x="8961120" y="3135085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2" name="C1-E32 text 70" descr="sci-ppt:o070"/>
          <p:cNvSpPr txBox="1"/>
          <p:nvPr/>
        </p:nvSpPr>
        <p:spPr>
          <a:xfrm>
            <a:off x="8092440" y="30527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73" name="C1-E32 line 71" descr="sci-ppt:o071"/>
          <p:cNvCxnSpPr/>
          <p:nvPr/>
        </p:nvCxnSpPr>
        <p:spPr>
          <a:xfrm>
            <a:off x="8897112" y="16981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4" name="C1-E32 line 72" descr="sci-ppt:o072"/>
          <p:cNvCxnSpPr/>
          <p:nvPr/>
        </p:nvCxnSpPr>
        <p:spPr>
          <a:xfrm>
            <a:off x="8961120" y="1698171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5" name="C1-E32 text 73" descr="sci-ppt:o073"/>
          <p:cNvSpPr txBox="1"/>
          <p:nvPr/>
        </p:nvSpPr>
        <p:spPr>
          <a:xfrm>
            <a:off x="8092440" y="16158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76" name="C1-E32 text 74" descr="sci-ppt:o074"/>
          <p:cNvSpPr txBox="1"/>
          <p:nvPr/>
        </p:nvSpPr>
        <p:spPr>
          <a:xfrm>
            <a:off x="8961120" y="4855464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77" name="C1-E32 text 75" descr="sci-ppt:o075"/>
          <p:cNvSpPr txBox="1"/>
          <p:nvPr/>
        </p:nvSpPr>
        <p:spPr>
          <a:xfrm>
            <a:off x="8412480" y="1207007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/ E_B</a:t>
            </a:r>
          </a:p>
        </p:txBody>
      </p:sp>
      <p:sp>
        <p:nvSpPr>
          <p:cNvPr id="78" name="C1-E32 polygon 76" descr="sci-ppt:o076"/>
          <p:cNvSpPr/>
          <p:nvPr/>
        </p:nvSpPr>
        <p:spPr>
          <a:xfrm>
            <a:off x="8961120" y="1698171"/>
            <a:ext cx="2834640" cy="2873829"/>
          </a:xfrm>
          <a:custGeom>
            <a:avLst/>
            <a:gdLst/>
            <a:ahLst/>
            <a:cxnLst/>
            <a:rect l="l" t="t" r="r" b="b"/>
            <a:pathLst>
              <a:path w="2834640" h="2873829">
                <a:moveTo>
                  <a:pt x="0" y="0"/>
                </a:moveTo>
                <a:lnTo>
                  <a:pt x="28632" y="3"/>
                </a:lnTo>
                <a:lnTo>
                  <a:pt x="57265" y="24"/>
                </a:lnTo>
                <a:lnTo>
                  <a:pt x="85898" y="80"/>
                </a:lnTo>
                <a:lnTo>
                  <a:pt x="114530" y="189"/>
                </a:lnTo>
                <a:lnTo>
                  <a:pt x="143163" y="370"/>
                </a:lnTo>
                <a:lnTo>
                  <a:pt x="171796" y="640"/>
                </a:lnTo>
                <a:lnTo>
                  <a:pt x="200429" y="1016"/>
                </a:lnTo>
                <a:lnTo>
                  <a:pt x="229061" y="1516"/>
                </a:lnTo>
                <a:lnTo>
                  <a:pt x="257694" y="2159"/>
                </a:lnTo>
                <a:lnTo>
                  <a:pt x="286327" y="2962"/>
                </a:lnTo>
                <a:lnTo>
                  <a:pt x="314960" y="3942"/>
                </a:lnTo>
                <a:lnTo>
                  <a:pt x="343592" y="5118"/>
                </a:lnTo>
                <a:lnTo>
                  <a:pt x="372225" y="6507"/>
                </a:lnTo>
                <a:lnTo>
                  <a:pt x="400858" y="8127"/>
                </a:lnTo>
                <a:lnTo>
                  <a:pt x="429490" y="9996"/>
                </a:lnTo>
                <a:lnTo>
                  <a:pt x="458123" y="12131"/>
                </a:lnTo>
                <a:lnTo>
                  <a:pt x="486756" y="14551"/>
                </a:lnTo>
                <a:lnTo>
                  <a:pt x="515389" y="17273"/>
                </a:lnTo>
                <a:lnTo>
                  <a:pt x="544021" y="20315"/>
                </a:lnTo>
                <a:lnTo>
                  <a:pt x="572654" y="23694"/>
                </a:lnTo>
                <a:lnTo>
                  <a:pt x="601287" y="27429"/>
                </a:lnTo>
                <a:lnTo>
                  <a:pt x="629920" y="31537"/>
                </a:lnTo>
                <a:lnTo>
                  <a:pt x="658552" y="36036"/>
                </a:lnTo>
                <a:lnTo>
                  <a:pt x="687185" y="40944"/>
                </a:lnTo>
                <a:lnTo>
                  <a:pt x="715818" y="46278"/>
                </a:lnTo>
                <a:lnTo>
                  <a:pt x="744450" y="52056"/>
                </a:lnTo>
                <a:lnTo>
                  <a:pt x="773083" y="58297"/>
                </a:lnTo>
                <a:lnTo>
                  <a:pt x="801716" y="65017"/>
                </a:lnTo>
                <a:lnTo>
                  <a:pt x="830349" y="72235"/>
                </a:lnTo>
                <a:lnTo>
                  <a:pt x="858981" y="79968"/>
                </a:lnTo>
                <a:lnTo>
                  <a:pt x="887614" y="88235"/>
                </a:lnTo>
                <a:lnTo>
                  <a:pt x="916247" y="97052"/>
                </a:lnTo>
                <a:lnTo>
                  <a:pt x="944880" y="106438"/>
                </a:lnTo>
                <a:lnTo>
                  <a:pt x="973512" y="116410"/>
                </a:lnTo>
                <a:lnTo>
                  <a:pt x="1002145" y="126987"/>
                </a:lnTo>
                <a:lnTo>
                  <a:pt x="1030778" y="138186"/>
                </a:lnTo>
                <a:lnTo>
                  <a:pt x="1059410" y="150024"/>
                </a:lnTo>
                <a:lnTo>
                  <a:pt x="1088043" y="162520"/>
                </a:lnTo>
                <a:lnTo>
                  <a:pt x="1116676" y="175691"/>
                </a:lnTo>
                <a:lnTo>
                  <a:pt x="1145309" y="189555"/>
                </a:lnTo>
                <a:lnTo>
                  <a:pt x="1173941" y="204130"/>
                </a:lnTo>
                <a:lnTo>
                  <a:pt x="1202574" y="219434"/>
                </a:lnTo>
                <a:lnTo>
                  <a:pt x="1231207" y="235484"/>
                </a:lnTo>
                <a:lnTo>
                  <a:pt x="1259840" y="252298"/>
                </a:lnTo>
                <a:lnTo>
                  <a:pt x="1288472" y="269894"/>
                </a:lnTo>
                <a:lnTo>
                  <a:pt x="1317105" y="288289"/>
                </a:lnTo>
                <a:lnTo>
                  <a:pt x="1345738" y="307503"/>
                </a:lnTo>
                <a:lnTo>
                  <a:pt x="1374370" y="327551"/>
                </a:lnTo>
                <a:lnTo>
                  <a:pt x="1403003" y="348452"/>
                </a:lnTo>
                <a:lnTo>
                  <a:pt x="1431636" y="370225"/>
                </a:lnTo>
                <a:lnTo>
                  <a:pt x="1460269" y="392885"/>
                </a:lnTo>
                <a:lnTo>
                  <a:pt x="1488901" y="416452"/>
                </a:lnTo>
                <a:lnTo>
                  <a:pt x="1517534" y="440943"/>
                </a:lnTo>
                <a:lnTo>
                  <a:pt x="1546167" y="466376"/>
                </a:lnTo>
                <a:lnTo>
                  <a:pt x="1574800" y="492769"/>
                </a:lnTo>
                <a:lnTo>
                  <a:pt x="1603432" y="520139"/>
                </a:lnTo>
                <a:lnTo>
                  <a:pt x="1632065" y="548504"/>
                </a:lnTo>
                <a:lnTo>
                  <a:pt x="1660698" y="577882"/>
                </a:lnTo>
                <a:lnTo>
                  <a:pt x="1689330" y="608291"/>
                </a:lnTo>
                <a:lnTo>
                  <a:pt x="1717963" y="639748"/>
                </a:lnTo>
                <a:lnTo>
                  <a:pt x="1746596" y="672272"/>
                </a:lnTo>
                <a:lnTo>
                  <a:pt x="1775229" y="705879"/>
                </a:lnTo>
                <a:lnTo>
                  <a:pt x="1803861" y="740588"/>
                </a:lnTo>
                <a:lnTo>
                  <a:pt x="1832494" y="776417"/>
                </a:lnTo>
                <a:lnTo>
                  <a:pt x="1861127" y="813383"/>
                </a:lnTo>
                <a:lnTo>
                  <a:pt x="1889760" y="851505"/>
                </a:lnTo>
                <a:lnTo>
                  <a:pt x="1918392" y="890799"/>
                </a:lnTo>
                <a:lnTo>
                  <a:pt x="1947025" y="931284"/>
                </a:lnTo>
                <a:lnTo>
                  <a:pt x="1975658" y="972977"/>
                </a:lnTo>
                <a:lnTo>
                  <a:pt x="2004290" y="1015896"/>
                </a:lnTo>
                <a:lnTo>
                  <a:pt x="2032923" y="1060060"/>
                </a:lnTo>
                <a:lnTo>
                  <a:pt x="2061556" y="1105485"/>
                </a:lnTo>
                <a:lnTo>
                  <a:pt x="2090189" y="1152189"/>
                </a:lnTo>
                <a:lnTo>
                  <a:pt x="2118821" y="1200191"/>
                </a:lnTo>
                <a:lnTo>
                  <a:pt x="2147454" y="1249508"/>
                </a:lnTo>
                <a:lnTo>
                  <a:pt x="2176087" y="1300158"/>
                </a:lnTo>
                <a:lnTo>
                  <a:pt x="2204720" y="1352158"/>
                </a:lnTo>
                <a:lnTo>
                  <a:pt x="2233352" y="1405527"/>
                </a:lnTo>
                <a:lnTo>
                  <a:pt x="2261985" y="1460281"/>
                </a:lnTo>
                <a:lnTo>
                  <a:pt x="2290618" y="1516440"/>
                </a:lnTo>
                <a:lnTo>
                  <a:pt x="2319250" y="1574020"/>
                </a:lnTo>
                <a:lnTo>
                  <a:pt x="2347883" y="1633040"/>
                </a:lnTo>
                <a:lnTo>
                  <a:pt x="2376516" y="1693517"/>
                </a:lnTo>
                <a:lnTo>
                  <a:pt x="2405149" y="1755469"/>
                </a:lnTo>
                <a:lnTo>
                  <a:pt x="2433781" y="1818913"/>
                </a:lnTo>
                <a:lnTo>
                  <a:pt x="2462414" y="1883869"/>
                </a:lnTo>
                <a:lnTo>
                  <a:pt x="2491047" y="1950352"/>
                </a:lnTo>
                <a:lnTo>
                  <a:pt x="2519680" y="2018382"/>
                </a:lnTo>
                <a:lnTo>
                  <a:pt x="2548312" y="2087975"/>
                </a:lnTo>
                <a:lnTo>
                  <a:pt x="2576945" y="2159150"/>
                </a:lnTo>
                <a:lnTo>
                  <a:pt x="2605578" y="2231924"/>
                </a:lnTo>
                <a:lnTo>
                  <a:pt x="2634210" y="2306316"/>
                </a:lnTo>
                <a:lnTo>
                  <a:pt x="2662843" y="2382342"/>
                </a:lnTo>
                <a:lnTo>
                  <a:pt x="2691476" y="2460021"/>
                </a:lnTo>
                <a:lnTo>
                  <a:pt x="2720109" y="2539371"/>
                </a:lnTo>
                <a:lnTo>
                  <a:pt x="2748741" y="2620408"/>
                </a:lnTo>
                <a:lnTo>
                  <a:pt x="2777374" y="2703152"/>
                </a:lnTo>
                <a:lnTo>
                  <a:pt x="2806007" y="2787619"/>
                </a:lnTo>
                <a:lnTo>
                  <a:pt x="2834640" y="2873829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1-E32 text 77" descr="sci-ppt:o077"/>
          <p:cNvSpPr txBox="1"/>
          <p:nvPr/>
        </p:nvSpPr>
        <p:spPr>
          <a:xfrm>
            <a:off x="82296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EDBD4"/>
                </a:solidFill>
                <a:latin typeface="Arial"/>
              </a:rPr>
              <a:t>Speed</a:t>
            </a:r>
          </a:p>
        </p:txBody>
      </p:sp>
      <p:sp>
        <p:nvSpPr>
          <p:cNvPr id="80" name="C1-E32 text 78" descr="sci-ppt:o078"/>
          <p:cNvSpPr txBox="1"/>
          <p:nvPr/>
        </p:nvSpPr>
        <p:spPr>
          <a:xfrm>
            <a:off x="822960" y="52578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Ṙ = −√{(2Δp_c/3ρ)[(Rₘₐₓ/R)³ − 1]}</a:t>
            </a:r>
          </a:p>
        </p:txBody>
      </p:sp>
      <p:sp>
        <p:nvSpPr>
          <p:cNvPr id="81" name="C1-E32 text 79" descr="sci-ppt:o079"/>
          <p:cNvSpPr txBox="1"/>
          <p:nvPr/>
        </p:nvSpPr>
        <p:spPr>
          <a:xfrm>
            <a:off x="493776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Time</a:t>
            </a:r>
          </a:p>
        </p:txBody>
      </p:sp>
      <p:sp>
        <p:nvSpPr>
          <p:cNvPr id="82" name="C1-E32 text 80" descr="sci-ppt:o080"/>
          <p:cNvSpPr txBox="1"/>
          <p:nvPr/>
        </p:nvSpPr>
        <p:spPr>
          <a:xfrm>
            <a:off x="4937760" y="5257800"/>
            <a:ext cx="338328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t_c = B(5/6,1/2)/√6 · Rₘₐₓ√(ρ/Δp_c) = 2.744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µs</a:t>
            </a:r>
          </a:p>
        </p:txBody>
      </p:sp>
      <p:sp>
        <p:nvSpPr>
          <p:cNvPr id="83" name="C1-E32 text 81" descr="sci-ppt:o081"/>
          <p:cNvSpPr txBox="1"/>
          <p:nvPr/>
        </p:nvSpPr>
        <p:spPr>
          <a:xfrm>
            <a:off x="896112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FC8F8"/>
                </a:solidFill>
                <a:latin typeface="Arial"/>
              </a:rPr>
              <a:t>Energy</a:t>
            </a:r>
          </a:p>
        </p:txBody>
      </p:sp>
      <p:sp>
        <p:nvSpPr>
          <p:cNvPr id="84" name="C1-E32 text 82" descr="sci-ppt:o082"/>
          <p:cNvSpPr txBox="1"/>
          <p:nvPr/>
        </p:nvSpPr>
        <p:spPr>
          <a:xfrm>
            <a:off x="8961120" y="52578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Kₗ = (4π/3)Δp_c(Rₘₐₓ³ − R³)</a:t>
            </a:r>
          </a:p>
        </p:txBody>
      </p:sp>
      <p:sp>
        <p:nvSpPr>
          <p:cNvPr id="85" name="C1-E32 text 83" descr="sci-ppt:o083"/>
          <p:cNvSpPr txBox="1"/>
          <p:nvPr/>
        </p:nvSpPr>
        <p:spPr>
          <a:xfrm>
            <a:off x="457200" y="5897880"/>
            <a:ext cx="113385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singular speed belongs to an ideal radial trajectory (no gas, viscosity, tension or compressibility), not to a validated physical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maximum.</a:t>
            </a:r>
          </a:p>
        </p:txBody>
      </p:sp>
      <p:sp>
        <p:nvSpPr>
          <p:cNvPr id="86" name="C1-E32 text 84" descr="sci-ppt:o08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 inputs Rₘₐₓ = 30 µm, ρ = 1000 kg/m³, Δp_c = 100 kPa (Eqs. C1-E14, E16, E18).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C1-E33 · Original formulas quoted for defense 3</a:t>
            </a:r>
          </a:p>
        </p:txBody>
      </p:sp>
      <p:cxnSp>
        <p:nvCxnSpPr>
          <p:cNvPr id="3" name="C1-E33 line 1" descr="sci-ppt:o001"/>
          <p:cNvCxnSpPr/>
          <p:nvPr/>
        </p:nvCxnSpPr>
        <p:spPr>
          <a:xfrm>
            <a:off x="914400" y="3840480"/>
            <a:ext cx="3566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33 line 2" descr="sci-ppt:o002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33 line 3" descr="sci-ppt:o003"/>
          <p:cNvCxnSpPr/>
          <p:nvPr/>
        </p:nvCxnSpPr>
        <p:spPr>
          <a:xfrm>
            <a:off x="91440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33 line 4" descr="sci-ppt:o004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33 text 5" descr="sci-ppt:o005"/>
          <p:cNvSpPr txBox="1"/>
          <p:nvPr/>
        </p:nvSpPr>
        <p:spPr>
          <a:xfrm>
            <a:off x="45720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33 line 6" descr="sci-ppt:o006"/>
          <p:cNvCxnSpPr/>
          <p:nvPr/>
        </p:nvCxnSpPr>
        <p:spPr>
          <a:xfrm>
            <a:off x="269748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33 line 7" descr="sci-ppt:o007"/>
          <p:cNvCxnSpPr/>
          <p:nvPr/>
        </p:nvCxnSpPr>
        <p:spPr>
          <a:xfrm>
            <a:off x="269748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33 text 8" descr="sci-ppt:o008"/>
          <p:cNvSpPr txBox="1"/>
          <p:nvPr/>
        </p:nvSpPr>
        <p:spPr>
          <a:xfrm>
            <a:off x="224028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33 line 9" descr="sci-ppt:o009"/>
          <p:cNvCxnSpPr/>
          <p:nvPr/>
        </p:nvCxnSpPr>
        <p:spPr>
          <a:xfrm>
            <a:off x="448056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33 line 10" descr="sci-ppt:o010"/>
          <p:cNvCxnSpPr/>
          <p:nvPr/>
        </p:nvCxnSpPr>
        <p:spPr>
          <a:xfrm>
            <a:off x="448056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33 text 11" descr="sci-ppt:o011"/>
          <p:cNvSpPr txBox="1"/>
          <p:nvPr/>
        </p:nvSpPr>
        <p:spPr>
          <a:xfrm>
            <a:off x="402336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33 line 12" descr="sci-ppt:o012"/>
          <p:cNvCxnSpPr/>
          <p:nvPr/>
        </p:nvCxnSpPr>
        <p:spPr>
          <a:xfrm>
            <a:off x="850392" y="3840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3 line 13" descr="sci-ppt:o013"/>
          <p:cNvCxnSpPr/>
          <p:nvPr/>
        </p:nvCxnSpPr>
        <p:spPr>
          <a:xfrm>
            <a:off x="850392" y="2926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1-E33 line 14" descr="sci-ppt:o014"/>
          <p:cNvCxnSpPr/>
          <p:nvPr/>
        </p:nvCxnSpPr>
        <p:spPr>
          <a:xfrm>
            <a:off x="914400" y="29260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1-E33 text 15" descr="sci-ppt:o015"/>
          <p:cNvSpPr txBox="1"/>
          <p:nvPr/>
        </p:nvSpPr>
        <p:spPr>
          <a:xfrm>
            <a:off x="45720" y="2843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18" name="C1-E33 line 16" descr="sci-ppt:o016"/>
          <p:cNvCxnSpPr/>
          <p:nvPr/>
        </p:nvCxnSpPr>
        <p:spPr>
          <a:xfrm>
            <a:off x="85039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33 line 17" descr="sci-ppt:o017"/>
          <p:cNvCxnSpPr/>
          <p:nvPr/>
        </p:nvCxnSpPr>
        <p:spPr>
          <a:xfrm>
            <a:off x="914400" y="20116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33 text 18" descr="sci-ppt:o018"/>
          <p:cNvSpPr txBox="1"/>
          <p:nvPr/>
        </p:nvSpPr>
        <p:spPr>
          <a:xfrm>
            <a:off x="45720" y="1929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sp>
        <p:nvSpPr>
          <p:cNvPr id="21" name="C1-E33 text 19" descr="sci-ppt:o019"/>
          <p:cNvSpPr txBox="1"/>
          <p:nvPr/>
        </p:nvSpPr>
        <p:spPr>
          <a:xfrm>
            <a:off x="914400" y="4123944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(µs)</a:t>
            </a:r>
          </a:p>
        </p:txBody>
      </p:sp>
      <p:sp>
        <p:nvSpPr>
          <p:cNvPr id="22" name="C1-E33 text 20" descr="sci-ppt:o020"/>
          <p:cNvSpPr txBox="1"/>
          <p:nvPr/>
        </p:nvSpPr>
        <p:spPr>
          <a:xfrm>
            <a:off x="365760" y="1207007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 − p_ref (MPa)</a:t>
            </a:r>
          </a:p>
        </p:txBody>
      </p:sp>
      <p:sp>
        <p:nvSpPr>
          <p:cNvPr id="23" name="C1-E33 polygon 21" descr="sci-ppt:o021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0"/>
                </a:moveTo>
                <a:lnTo>
                  <a:pt x="8937" y="0"/>
                </a:lnTo>
                <a:lnTo>
                  <a:pt x="17875" y="0"/>
                </a:lnTo>
                <a:lnTo>
                  <a:pt x="26813" y="0"/>
                </a:lnTo>
                <a:lnTo>
                  <a:pt x="35750" y="0"/>
                </a:lnTo>
                <a:lnTo>
                  <a:pt x="44688" y="0"/>
                </a:lnTo>
                <a:lnTo>
                  <a:pt x="53626" y="0"/>
                </a:lnTo>
                <a:lnTo>
                  <a:pt x="62564" y="0"/>
                </a:lnTo>
                <a:lnTo>
                  <a:pt x="71501" y="0"/>
                </a:lnTo>
                <a:lnTo>
                  <a:pt x="80439" y="0"/>
                </a:lnTo>
                <a:lnTo>
                  <a:pt x="89377" y="0"/>
                </a:lnTo>
                <a:lnTo>
                  <a:pt x="98315" y="0"/>
                </a:lnTo>
                <a:lnTo>
                  <a:pt x="107252" y="0"/>
                </a:lnTo>
                <a:lnTo>
                  <a:pt x="116190" y="0"/>
                </a:lnTo>
                <a:lnTo>
                  <a:pt x="125128" y="0"/>
                </a:lnTo>
                <a:lnTo>
                  <a:pt x="134066" y="0"/>
                </a:lnTo>
                <a:lnTo>
                  <a:pt x="143003" y="0"/>
                </a:lnTo>
                <a:lnTo>
                  <a:pt x="151941" y="0"/>
                </a:lnTo>
                <a:lnTo>
                  <a:pt x="160879" y="0"/>
                </a:lnTo>
                <a:lnTo>
                  <a:pt x="169817" y="0"/>
                </a:lnTo>
                <a:lnTo>
                  <a:pt x="178754" y="0"/>
                </a:lnTo>
                <a:lnTo>
                  <a:pt x="187692" y="0"/>
                </a:lnTo>
                <a:lnTo>
                  <a:pt x="196630" y="0"/>
                </a:lnTo>
                <a:lnTo>
                  <a:pt x="205568" y="0"/>
                </a:lnTo>
                <a:lnTo>
                  <a:pt x="214505" y="0"/>
                </a:lnTo>
                <a:lnTo>
                  <a:pt x="223443" y="0"/>
                </a:lnTo>
                <a:lnTo>
                  <a:pt x="232381" y="0"/>
                </a:lnTo>
                <a:lnTo>
                  <a:pt x="241319" y="0"/>
                </a:lnTo>
                <a:lnTo>
                  <a:pt x="250256" y="0"/>
                </a:lnTo>
                <a:lnTo>
                  <a:pt x="259194" y="0"/>
                </a:lnTo>
                <a:lnTo>
                  <a:pt x="268132" y="0"/>
                </a:lnTo>
                <a:lnTo>
                  <a:pt x="277070" y="0"/>
                </a:lnTo>
                <a:lnTo>
                  <a:pt x="286007" y="0"/>
                </a:lnTo>
                <a:lnTo>
                  <a:pt x="294945" y="0"/>
                </a:lnTo>
                <a:lnTo>
                  <a:pt x="303883" y="0"/>
                </a:lnTo>
                <a:lnTo>
                  <a:pt x="312821" y="0"/>
                </a:lnTo>
                <a:lnTo>
                  <a:pt x="321758" y="0"/>
                </a:lnTo>
                <a:lnTo>
                  <a:pt x="330696" y="0"/>
                </a:lnTo>
                <a:lnTo>
                  <a:pt x="339634" y="0"/>
                </a:lnTo>
                <a:lnTo>
                  <a:pt x="348572" y="0"/>
                </a:lnTo>
                <a:lnTo>
                  <a:pt x="357509" y="0"/>
                </a:lnTo>
                <a:lnTo>
                  <a:pt x="366447" y="0"/>
                </a:lnTo>
                <a:lnTo>
                  <a:pt x="375385" y="0"/>
                </a:lnTo>
                <a:lnTo>
                  <a:pt x="384323" y="0"/>
                </a:lnTo>
                <a:lnTo>
                  <a:pt x="393260" y="0"/>
                </a:lnTo>
                <a:lnTo>
                  <a:pt x="402198" y="0"/>
                </a:lnTo>
                <a:lnTo>
                  <a:pt x="411136" y="0"/>
                </a:lnTo>
                <a:lnTo>
                  <a:pt x="420073" y="0"/>
                </a:lnTo>
                <a:lnTo>
                  <a:pt x="429011" y="0"/>
                </a:lnTo>
                <a:lnTo>
                  <a:pt x="437949" y="0"/>
                </a:lnTo>
                <a:lnTo>
                  <a:pt x="446887" y="0"/>
                </a:lnTo>
                <a:lnTo>
                  <a:pt x="455824" y="0"/>
                </a:lnTo>
                <a:lnTo>
                  <a:pt x="464762" y="0"/>
                </a:lnTo>
                <a:lnTo>
                  <a:pt x="473700" y="0"/>
                </a:lnTo>
                <a:lnTo>
                  <a:pt x="482638" y="0"/>
                </a:lnTo>
                <a:lnTo>
                  <a:pt x="491575" y="0"/>
                </a:lnTo>
                <a:lnTo>
                  <a:pt x="500513" y="0"/>
                </a:lnTo>
                <a:lnTo>
                  <a:pt x="509451" y="0"/>
                </a:lnTo>
                <a:lnTo>
                  <a:pt x="518389" y="0"/>
                </a:lnTo>
                <a:lnTo>
                  <a:pt x="527326" y="0"/>
                </a:lnTo>
                <a:lnTo>
                  <a:pt x="536264" y="0"/>
                </a:lnTo>
                <a:lnTo>
                  <a:pt x="545202" y="0"/>
                </a:lnTo>
                <a:lnTo>
                  <a:pt x="554140" y="0"/>
                </a:lnTo>
                <a:lnTo>
                  <a:pt x="563077" y="0"/>
                </a:lnTo>
                <a:lnTo>
                  <a:pt x="572015" y="0"/>
                </a:lnTo>
                <a:lnTo>
                  <a:pt x="580953" y="0"/>
                </a:lnTo>
                <a:lnTo>
                  <a:pt x="589891" y="0"/>
                </a:lnTo>
                <a:lnTo>
                  <a:pt x="598828" y="0"/>
                </a:lnTo>
                <a:lnTo>
                  <a:pt x="607766" y="0"/>
                </a:lnTo>
                <a:lnTo>
                  <a:pt x="616704" y="0"/>
                </a:lnTo>
                <a:lnTo>
                  <a:pt x="625642" y="0"/>
                </a:lnTo>
                <a:lnTo>
                  <a:pt x="634579" y="0"/>
                </a:lnTo>
                <a:lnTo>
                  <a:pt x="643517" y="0"/>
                </a:lnTo>
                <a:lnTo>
                  <a:pt x="652455" y="0"/>
                </a:lnTo>
                <a:lnTo>
                  <a:pt x="661393" y="0"/>
                </a:lnTo>
                <a:lnTo>
                  <a:pt x="670330" y="0"/>
                </a:lnTo>
                <a:lnTo>
                  <a:pt x="679268" y="0"/>
                </a:lnTo>
                <a:lnTo>
                  <a:pt x="688206" y="0"/>
                </a:lnTo>
                <a:lnTo>
                  <a:pt x="697144" y="0"/>
                </a:lnTo>
                <a:lnTo>
                  <a:pt x="706081" y="0"/>
                </a:lnTo>
                <a:lnTo>
                  <a:pt x="715019" y="0"/>
                </a:lnTo>
                <a:lnTo>
                  <a:pt x="723957" y="0"/>
                </a:lnTo>
                <a:lnTo>
                  <a:pt x="732895" y="0"/>
                </a:lnTo>
                <a:lnTo>
                  <a:pt x="741832" y="0"/>
                </a:lnTo>
                <a:lnTo>
                  <a:pt x="750770" y="0"/>
                </a:lnTo>
                <a:lnTo>
                  <a:pt x="759708" y="0"/>
                </a:lnTo>
                <a:lnTo>
                  <a:pt x="768646" y="0"/>
                </a:lnTo>
                <a:lnTo>
                  <a:pt x="777583" y="0"/>
                </a:lnTo>
                <a:lnTo>
                  <a:pt x="786521" y="0"/>
                </a:lnTo>
                <a:lnTo>
                  <a:pt x="795459" y="0"/>
                </a:lnTo>
                <a:lnTo>
                  <a:pt x="804396" y="0"/>
                </a:lnTo>
                <a:lnTo>
                  <a:pt x="813334" y="0"/>
                </a:lnTo>
                <a:lnTo>
                  <a:pt x="822272" y="0"/>
                </a:lnTo>
                <a:lnTo>
                  <a:pt x="831210" y="0"/>
                </a:lnTo>
                <a:lnTo>
                  <a:pt x="840147" y="0"/>
                </a:lnTo>
                <a:lnTo>
                  <a:pt x="849085" y="0"/>
                </a:lnTo>
                <a:lnTo>
                  <a:pt x="858023" y="0"/>
                </a:lnTo>
                <a:lnTo>
                  <a:pt x="866961" y="0"/>
                </a:lnTo>
                <a:lnTo>
                  <a:pt x="875898" y="0"/>
                </a:lnTo>
                <a:lnTo>
                  <a:pt x="884836" y="0"/>
                </a:lnTo>
                <a:lnTo>
                  <a:pt x="893774" y="1828800"/>
                </a:lnTo>
                <a:lnTo>
                  <a:pt x="902712" y="1828800"/>
                </a:lnTo>
                <a:lnTo>
                  <a:pt x="911649" y="1828800"/>
                </a:lnTo>
                <a:lnTo>
                  <a:pt x="920587" y="1828800"/>
                </a:lnTo>
                <a:lnTo>
                  <a:pt x="929525" y="1828800"/>
                </a:lnTo>
                <a:lnTo>
                  <a:pt x="938463" y="1828800"/>
                </a:lnTo>
                <a:lnTo>
                  <a:pt x="947400" y="1828800"/>
                </a:lnTo>
                <a:lnTo>
                  <a:pt x="956338" y="1828800"/>
                </a:lnTo>
                <a:lnTo>
                  <a:pt x="965276" y="1828800"/>
                </a:lnTo>
                <a:lnTo>
                  <a:pt x="974214" y="1828800"/>
                </a:lnTo>
                <a:lnTo>
                  <a:pt x="983151" y="1828800"/>
                </a:lnTo>
                <a:lnTo>
                  <a:pt x="992089" y="1828800"/>
                </a:lnTo>
                <a:lnTo>
                  <a:pt x="1001027" y="1828800"/>
                </a:lnTo>
                <a:lnTo>
                  <a:pt x="1009965" y="1828800"/>
                </a:lnTo>
                <a:lnTo>
                  <a:pt x="1018902" y="1828800"/>
                </a:lnTo>
                <a:lnTo>
                  <a:pt x="1027840" y="1828800"/>
                </a:lnTo>
                <a:lnTo>
                  <a:pt x="1036778" y="1828800"/>
                </a:lnTo>
                <a:lnTo>
                  <a:pt x="1045716" y="1828800"/>
                </a:lnTo>
                <a:lnTo>
                  <a:pt x="1054653" y="1828800"/>
                </a:lnTo>
                <a:lnTo>
                  <a:pt x="1063591" y="1828800"/>
                </a:lnTo>
                <a:lnTo>
                  <a:pt x="1072529" y="1828800"/>
                </a:lnTo>
                <a:lnTo>
                  <a:pt x="1081467" y="1828800"/>
                </a:lnTo>
                <a:lnTo>
                  <a:pt x="1090404" y="1828800"/>
                </a:lnTo>
                <a:lnTo>
                  <a:pt x="1099342" y="1828800"/>
                </a:lnTo>
                <a:lnTo>
                  <a:pt x="1108280" y="1828800"/>
                </a:lnTo>
                <a:lnTo>
                  <a:pt x="1117218" y="1828800"/>
                </a:lnTo>
                <a:lnTo>
                  <a:pt x="1126155" y="1828800"/>
                </a:lnTo>
                <a:lnTo>
                  <a:pt x="1135093" y="1828800"/>
                </a:lnTo>
                <a:lnTo>
                  <a:pt x="1144031" y="1828800"/>
                </a:lnTo>
                <a:lnTo>
                  <a:pt x="1152969" y="1828800"/>
                </a:lnTo>
                <a:lnTo>
                  <a:pt x="1161906" y="1828800"/>
                </a:lnTo>
                <a:lnTo>
                  <a:pt x="1170844" y="1828800"/>
                </a:lnTo>
                <a:lnTo>
                  <a:pt x="1179782" y="1828800"/>
                </a:lnTo>
                <a:lnTo>
                  <a:pt x="1188720" y="1828800"/>
                </a:lnTo>
                <a:lnTo>
                  <a:pt x="1197657" y="1828800"/>
                </a:lnTo>
                <a:lnTo>
                  <a:pt x="1206595" y="1828800"/>
                </a:lnTo>
                <a:lnTo>
                  <a:pt x="1215533" y="1828800"/>
                </a:lnTo>
                <a:lnTo>
                  <a:pt x="1224470" y="1828800"/>
                </a:lnTo>
                <a:lnTo>
                  <a:pt x="1233408" y="1828800"/>
                </a:lnTo>
                <a:lnTo>
                  <a:pt x="1242346" y="1828800"/>
                </a:lnTo>
                <a:lnTo>
                  <a:pt x="1251284" y="1828800"/>
                </a:lnTo>
                <a:lnTo>
                  <a:pt x="1260221" y="1828800"/>
                </a:lnTo>
                <a:lnTo>
                  <a:pt x="1269159" y="1828800"/>
                </a:lnTo>
                <a:lnTo>
                  <a:pt x="1278097" y="1828800"/>
                </a:lnTo>
                <a:lnTo>
                  <a:pt x="1287035" y="1828800"/>
                </a:lnTo>
                <a:lnTo>
                  <a:pt x="1295972" y="1828800"/>
                </a:lnTo>
                <a:lnTo>
                  <a:pt x="1304910" y="1828800"/>
                </a:lnTo>
                <a:lnTo>
                  <a:pt x="1313848" y="1828800"/>
                </a:lnTo>
                <a:lnTo>
                  <a:pt x="1322786" y="1828800"/>
                </a:lnTo>
                <a:lnTo>
                  <a:pt x="1331723" y="1828800"/>
                </a:lnTo>
                <a:lnTo>
                  <a:pt x="1340661" y="1828800"/>
                </a:lnTo>
                <a:lnTo>
                  <a:pt x="1349599" y="1828800"/>
                </a:lnTo>
                <a:lnTo>
                  <a:pt x="1358537" y="1828800"/>
                </a:lnTo>
                <a:lnTo>
                  <a:pt x="1367474" y="1828800"/>
                </a:lnTo>
                <a:lnTo>
                  <a:pt x="1376412" y="1828800"/>
                </a:lnTo>
                <a:lnTo>
                  <a:pt x="1385350" y="1828800"/>
                </a:lnTo>
                <a:lnTo>
                  <a:pt x="1394288" y="1828800"/>
                </a:lnTo>
                <a:lnTo>
                  <a:pt x="1403225" y="1828800"/>
                </a:lnTo>
                <a:lnTo>
                  <a:pt x="1412163" y="1828800"/>
                </a:lnTo>
                <a:lnTo>
                  <a:pt x="1421101" y="1828800"/>
                </a:lnTo>
                <a:lnTo>
                  <a:pt x="1430039" y="1828800"/>
                </a:lnTo>
                <a:lnTo>
                  <a:pt x="1438976" y="1828800"/>
                </a:lnTo>
                <a:lnTo>
                  <a:pt x="1447914" y="1828800"/>
                </a:lnTo>
                <a:lnTo>
                  <a:pt x="1456852" y="1828800"/>
                </a:lnTo>
                <a:lnTo>
                  <a:pt x="1465790" y="1828800"/>
                </a:lnTo>
                <a:lnTo>
                  <a:pt x="1474727" y="1828800"/>
                </a:lnTo>
                <a:lnTo>
                  <a:pt x="1483665" y="1828800"/>
                </a:lnTo>
                <a:lnTo>
                  <a:pt x="1492603" y="1828800"/>
                </a:lnTo>
                <a:lnTo>
                  <a:pt x="1501541" y="1828800"/>
                </a:lnTo>
                <a:lnTo>
                  <a:pt x="1510478" y="1828800"/>
                </a:lnTo>
                <a:lnTo>
                  <a:pt x="1519416" y="1828800"/>
                </a:lnTo>
                <a:lnTo>
                  <a:pt x="1528354" y="1828800"/>
                </a:lnTo>
                <a:lnTo>
                  <a:pt x="1537292" y="1828800"/>
                </a:lnTo>
                <a:lnTo>
                  <a:pt x="1546229" y="1828800"/>
                </a:lnTo>
                <a:lnTo>
                  <a:pt x="1555167" y="1828800"/>
                </a:lnTo>
                <a:lnTo>
                  <a:pt x="1564105" y="1828800"/>
                </a:lnTo>
                <a:lnTo>
                  <a:pt x="1573043" y="1828800"/>
                </a:lnTo>
                <a:lnTo>
                  <a:pt x="1581980" y="1828800"/>
                </a:lnTo>
                <a:lnTo>
                  <a:pt x="1590918" y="1828800"/>
                </a:lnTo>
                <a:lnTo>
                  <a:pt x="1599856" y="1828800"/>
                </a:lnTo>
                <a:lnTo>
                  <a:pt x="1608793" y="1828800"/>
                </a:lnTo>
                <a:lnTo>
                  <a:pt x="1617731" y="1828800"/>
                </a:lnTo>
                <a:lnTo>
                  <a:pt x="1626669" y="1828800"/>
                </a:lnTo>
                <a:lnTo>
                  <a:pt x="1635607" y="1828800"/>
                </a:lnTo>
                <a:lnTo>
                  <a:pt x="1644544" y="1828800"/>
                </a:lnTo>
                <a:lnTo>
                  <a:pt x="1653482" y="1828800"/>
                </a:lnTo>
                <a:lnTo>
                  <a:pt x="1662420" y="1828800"/>
                </a:lnTo>
                <a:lnTo>
                  <a:pt x="1671358" y="1828800"/>
                </a:lnTo>
                <a:lnTo>
                  <a:pt x="1680295" y="1828800"/>
                </a:lnTo>
                <a:lnTo>
                  <a:pt x="1689233" y="1828800"/>
                </a:lnTo>
                <a:lnTo>
                  <a:pt x="1698171" y="1828800"/>
                </a:lnTo>
                <a:lnTo>
                  <a:pt x="1707109" y="1828800"/>
                </a:lnTo>
                <a:lnTo>
                  <a:pt x="1716046" y="1828800"/>
                </a:lnTo>
                <a:lnTo>
                  <a:pt x="1724984" y="1828800"/>
                </a:lnTo>
                <a:lnTo>
                  <a:pt x="1733922" y="1828800"/>
                </a:lnTo>
                <a:lnTo>
                  <a:pt x="1742860" y="1828800"/>
                </a:lnTo>
                <a:lnTo>
                  <a:pt x="1751797" y="1828800"/>
                </a:lnTo>
                <a:lnTo>
                  <a:pt x="1760735" y="1828800"/>
                </a:lnTo>
                <a:lnTo>
                  <a:pt x="1769673" y="1828800"/>
                </a:lnTo>
                <a:lnTo>
                  <a:pt x="1778611" y="1828800"/>
                </a:lnTo>
                <a:lnTo>
                  <a:pt x="1787548" y="1828800"/>
                </a:lnTo>
                <a:lnTo>
                  <a:pt x="1796486" y="1828800"/>
                </a:lnTo>
                <a:lnTo>
                  <a:pt x="1805424" y="1828800"/>
                </a:lnTo>
                <a:lnTo>
                  <a:pt x="1814362" y="1828800"/>
                </a:lnTo>
                <a:lnTo>
                  <a:pt x="1823299" y="1828800"/>
                </a:lnTo>
                <a:lnTo>
                  <a:pt x="1832237" y="1828800"/>
                </a:lnTo>
                <a:lnTo>
                  <a:pt x="1841175" y="1828800"/>
                </a:lnTo>
                <a:lnTo>
                  <a:pt x="1850113" y="1828800"/>
                </a:lnTo>
                <a:lnTo>
                  <a:pt x="1859050" y="1828800"/>
                </a:lnTo>
                <a:lnTo>
                  <a:pt x="1867988" y="1828800"/>
                </a:lnTo>
                <a:lnTo>
                  <a:pt x="1876926" y="1828800"/>
                </a:lnTo>
                <a:lnTo>
                  <a:pt x="1885864" y="1828800"/>
                </a:lnTo>
                <a:lnTo>
                  <a:pt x="1894801" y="1828800"/>
                </a:lnTo>
                <a:lnTo>
                  <a:pt x="1903739" y="1828800"/>
                </a:lnTo>
                <a:lnTo>
                  <a:pt x="1912677" y="1828800"/>
                </a:lnTo>
                <a:lnTo>
                  <a:pt x="1921615" y="1828800"/>
                </a:lnTo>
                <a:lnTo>
                  <a:pt x="1930552" y="1828800"/>
                </a:lnTo>
                <a:lnTo>
                  <a:pt x="1939490" y="1828800"/>
                </a:lnTo>
                <a:lnTo>
                  <a:pt x="1948428" y="1828800"/>
                </a:lnTo>
                <a:lnTo>
                  <a:pt x="1957366" y="1828800"/>
                </a:lnTo>
                <a:lnTo>
                  <a:pt x="1966303" y="1828800"/>
                </a:lnTo>
                <a:lnTo>
                  <a:pt x="1975241" y="1828800"/>
                </a:lnTo>
                <a:lnTo>
                  <a:pt x="1984179" y="1828800"/>
                </a:lnTo>
                <a:lnTo>
                  <a:pt x="1993116" y="1828800"/>
                </a:lnTo>
                <a:lnTo>
                  <a:pt x="2002054" y="1828800"/>
                </a:lnTo>
                <a:lnTo>
                  <a:pt x="2010992" y="1828800"/>
                </a:lnTo>
                <a:lnTo>
                  <a:pt x="2019930" y="1828800"/>
                </a:lnTo>
                <a:lnTo>
                  <a:pt x="2028867" y="1828800"/>
                </a:lnTo>
                <a:lnTo>
                  <a:pt x="2037805" y="1828800"/>
                </a:lnTo>
                <a:lnTo>
                  <a:pt x="2046743" y="1828800"/>
                </a:lnTo>
                <a:lnTo>
                  <a:pt x="2055681" y="1828800"/>
                </a:lnTo>
                <a:lnTo>
                  <a:pt x="2064618" y="1828800"/>
                </a:lnTo>
                <a:lnTo>
                  <a:pt x="2073556" y="1828800"/>
                </a:lnTo>
                <a:lnTo>
                  <a:pt x="2082494" y="1828800"/>
                </a:lnTo>
                <a:lnTo>
                  <a:pt x="2091432" y="1828800"/>
                </a:lnTo>
                <a:lnTo>
                  <a:pt x="2100369" y="1828800"/>
                </a:lnTo>
                <a:lnTo>
                  <a:pt x="2109307" y="1828800"/>
                </a:lnTo>
                <a:lnTo>
                  <a:pt x="2118245" y="1828800"/>
                </a:lnTo>
                <a:lnTo>
                  <a:pt x="2127183" y="1828800"/>
                </a:lnTo>
                <a:lnTo>
                  <a:pt x="2136120" y="1828800"/>
                </a:lnTo>
                <a:lnTo>
                  <a:pt x="2145058" y="1828800"/>
                </a:lnTo>
                <a:lnTo>
                  <a:pt x="2153996" y="1828800"/>
                </a:lnTo>
                <a:lnTo>
                  <a:pt x="2162934" y="1828800"/>
                </a:lnTo>
                <a:lnTo>
                  <a:pt x="2171871" y="1828800"/>
                </a:lnTo>
                <a:lnTo>
                  <a:pt x="2180809" y="1828800"/>
                </a:lnTo>
                <a:lnTo>
                  <a:pt x="2189747" y="1828800"/>
                </a:lnTo>
                <a:lnTo>
                  <a:pt x="2198685" y="1828800"/>
                </a:lnTo>
                <a:lnTo>
                  <a:pt x="2207622" y="1828800"/>
                </a:lnTo>
                <a:lnTo>
                  <a:pt x="2216560" y="1828800"/>
                </a:lnTo>
                <a:lnTo>
                  <a:pt x="2225498" y="1828800"/>
                </a:lnTo>
                <a:lnTo>
                  <a:pt x="2234436" y="1828800"/>
                </a:lnTo>
                <a:lnTo>
                  <a:pt x="2243373" y="1828800"/>
                </a:lnTo>
                <a:lnTo>
                  <a:pt x="2252311" y="1828800"/>
                </a:lnTo>
                <a:lnTo>
                  <a:pt x="2261249" y="1828800"/>
                </a:lnTo>
                <a:lnTo>
                  <a:pt x="2270187" y="1828800"/>
                </a:lnTo>
                <a:lnTo>
                  <a:pt x="2279124" y="1828800"/>
                </a:lnTo>
                <a:lnTo>
                  <a:pt x="2288062" y="1828800"/>
                </a:lnTo>
                <a:lnTo>
                  <a:pt x="2297000" y="1828800"/>
                </a:lnTo>
                <a:lnTo>
                  <a:pt x="2305938" y="1828800"/>
                </a:lnTo>
                <a:lnTo>
                  <a:pt x="2314875" y="1828800"/>
                </a:lnTo>
                <a:lnTo>
                  <a:pt x="2323813" y="1828800"/>
                </a:lnTo>
                <a:lnTo>
                  <a:pt x="2332751" y="1828800"/>
                </a:lnTo>
                <a:lnTo>
                  <a:pt x="2341689" y="1828800"/>
                </a:lnTo>
                <a:lnTo>
                  <a:pt x="2350626" y="1828800"/>
                </a:lnTo>
                <a:lnTo>
                  <a:pt x="2359564" y="1828800"/>
                </a:lnTo>
                <a:lnTo>
                  <a:pt x="2368502" y="1828800"/>
                </a:lnTo>
                <a:lnTo>
                  <a:pt x="2377439" y="1828800"/>
                </a:lnTo>
                <a:lnTo>
                  <a:pt x="2386377" y="1828800"/>
                </a:lnTo>
                <a:lnTo>
                  <a:pt x="2395315" y="1828800"/>
                </a:lnTo>
                <a:lnTo>
                  <a:pt x="2404253" y="1828800"/>
                </a:lnTo>
                <a:lnTo>
                  <a:pt x="2413190" y="1828800"/>
                </a:lnTo>
                <a:lnTo>
                  <a:pt x="2422128" y="1828800"/>
                </a:lnTo>
                <a:lnTo>
                  <a:pt x="2431066" y="1828800"/>
                </a:lnTo>
                <a:lnTo>
                  <a:pt x="2440004" y="1828800"/>
                </a:lnTo>
                <a:lnTo>
                  <a:pt x="2448941" y="1828800"/>
                </a:lnTo>
                <a:lnTo>
                  <a:pt x="2457879" y="1828800"/>
                </a:lnTo>
                <a:lnTo>
                  <a:pt x="2466817" y="1828800"/>
                </a:lnTo>
                <a:lnTo>
                  <a:pt x="2475755" y="1828800"/>
                </a:lnTo>
                <a:lnTo>
                  <a:pt x="2484692" y="1828800"/>
                </a:lnTo>
                <a:lnTo>
                  <a:pt x="2493630" y="1828800"/>
                </a:lnTo>
                <a:lnTo>
                  <a:pt x="2502568" y="1828800"/>
                </a:lnTo>
                <a:lnTo>
                  <a:pt x="2511506" y="1828800"/>
                </a:lnTo>
                <a:lnTo>
                  <a:pt x="2520443" y="1828800"/>
                </a:lnTo>
                <a:lnTo>
                  <a:pt x="2529381" y="1828800"/>
                </a:lnTo>
                <a:lnTo>
                  <a:pt x="2538319" y="1828800"/>
                </a:lnTo>
                <a:lnTo>
                  <a:pt x="2547257" y="1828800"/>
                </a:lnTo>
                <a:lnTo>
                  <a:pt x="2556194" y="1828800"/>
                </a:lnTo>
                <a:lnTo>
                  <a:pt x="2565132" y="1828800"/>
                </a:lnTo>
                <a:lnTo>
                  <a:pt x="2574070" y="1828800"/>
                </a:lnTo>
                <a:lnTo>
                  <a:pt x="2583008" y="1828800"/>
                </a:lnTo>
                <a:lnTo>
                  <a:pt x="2591945" y="1828800"/>
                </a:lnTo>
                <a:lnTo>
                  <a:pt x="2600883" y="1828800"/>
                </a:lnTo>
                <a:lnTo>
                  <a:pt x="2609821" y="1828800"/>
                </a:lnTo>
                <a:lnTo>
                  <a:pt x="2618759" y="1828800"/>
                </a:lnTo>
                <a:lnTo>
                  <a:pt x="2627696" y="1828800"/>
                </a:lnTo>
                <a:lnTo>
                  <a:pt x="2636634" y="1828800"/>
                </a:lnTo>
                <a:lnTo>
                  <a:pt x="2645572" y="1828800"/>
                </a:lnTo>
                <a:lnTo>
                  <a:pt x="2654510" y="1828800"/>
                </a:lnTo>
                <a:lnTo>
                  <a:pt x="2663447" y="1828800"/>
                </a:lnTo>
                <a:lnTo>
                  <a:pt x="2672385" y="1828800"/>
                </a:lnTo>
                <a:lnTo>
                  <a:pt x="2681323" y="1828800"/>
                </a:lnTo>
                <a:lnTo>
                  <a:pt x="2690261" y="1828800"/>
                </a:lnTo>
                <a:lnTo>
                  <a:pt x="2699198" y="1828800"/>
                </a:lnTo>
                <a:lnTo>
                  <a:pt x="2708136" y="1828800"/>
                </a:lnTo>
                <a:lnTo>
                  <a:pt x="2717074" y="1828800"/>
                </a:lnTo>
                <a:lnTo>
                  <a:pt x="2726012" y="1828800"/>
                </a:lnTo>
                <a:lnTo>
                  <a:pt x="2734949" y="1828800"/>
                </a:lnTo>
                <a:lnTo>
                  <a:pt x="2743887" y="1828800"/>
                </a:lnTo>
                <a:lnTo>
                  <a:pt x="2752825" y="1828800"/>
                </a:lnTo>
                <a:lnTo>
                  <a:pt x="2761763" y="1828800"/>
                </a:lnTo>
                <a:lnTo>
                  <a:pt x="2770700" y="1828800"/>
                </a:lnTo>
                <a:lnTo>
                  <a:pt x="2779638" y="1828800"/>
                </a:lnTo>
                <a:lnTo>
                  <a:pt x="2788576" y="1828800"/>
                </a:lnTo>
                <a:lnTo>
                  <a:pt x="2797513" y="1828800"/>
                </a:lnTo>
                <a:lnTo>
                  <a:pt x="2806451" y="1828800"/>
                </a:lnTo>
                <a:lnTo>
                  <a:pt x="2815389" y="1828800"/>
                </a:lnTo>
                <a:lnTo>
                  <a:pt x="2824327" y="1828800"/>
                </a:lnTo>
                <a:lnTo>
                  <a:pt x="2833264" y="1828800"/>
                </a:lnTo>
                <a:lnTo>
                  <a:pt x="2842202" y="1828800"/>
                </a:lnTo>
                <a:lnTo>
                  <a:pt x="2851140" y="1828800"/>
                </a:lnTo>
                <a:lnTo>
                  <a:pt x="2860078" y="1828800"/>
                </a:lnTo>
                <a:lnTo>
                  <a:pt x="2869015" y="1828800"/>
                </a:lnTo>
                <a:lnTo>
                  <a:pt x="2877953" y="1828800"/>
                </a:lnTo>
                <a:lnTo>
                  <a:pt x="2886891" y="1828800"/>
                </a:lnTo>
                <a:lnTo>
                  <a:pt x="2895829" y="1828800"/>
                </a:lnTo>
                <a:lnTo>
                  <a:pt x="2904766" y="1828800"/>
                </a:lnTo>
                <a:lnTo>
                  <a:pt x="2913704" y="1828800"/>
                </a:lnTo>
                <a:lnTo>
                  <a:pt x="2922642" y="1828800"/>
                </a:lnTo>
                <a:lnTo>
                  <a:pt x="2931580" y="1828800"/>
                </a:lnTo>
                <a:lnTo>
                  <a:pt x="2940517" y="1828800"/>
                </a:lnTo>
                <a:lnTo>
                  <a:pt x="2949455" y="1828800"/>
                </a:lnTo>
                <a:lnTo>
                  <a:pt x="2958393" y="1828800"/>
                </a:lnTo>
                <a:lnTo>
                  <a:pt x="2967331" y="1828800"/>
                </a:lnTo>
                <a:lnTo>
                  <a:pt x="2976268" y="1828800"/>
                </a:lnTo>
                <a:lnTo>
                  <a:pt x="2985206" y="1828800"/>
                </a:lnTo>
                <a:lnTo>
                  <a:pt x="2994144" y="1828800"/>
                </a:lnTo>
                <a:lnTo>
                  <a:pt x="3003082" y="1828800"/>
                </a:lnTo>
                <a:lnTo>
                  <a:pt x="3012019" y="1828800"/>
                </a:lnTo>
                <a:lnTo>
                  <a:pt x="3020957" y="1828800"/>
                </a:lnTo>
                <a:lnTo>
                  <a:pt x="3029895" y="1828800"/>
                </a:lnTo>
                <a:lnTo>
                  <a:pt x="3038833" y="1828800"/>
                </a:lnTo>
                <a:lnTo>
                  <a:pt x="3047770" y="1828800"/>
                </a:lnTo>
                <a:lnTo>
                  <a:pt x="3056708" y="1828800"/>
                </a:lnTo>
                <a:lnTo>
                  <a:pt x="3065646" y="1828800"/>
                </a:lnTo>
                <a:lnTo>
                  <a:pt x="3074584" y="1828800"/>
                </a:lnTo>
                <a:lnTo>
                  <a:pt x="3083521" y="1828800"/>
                </a:lnTo>
                <a:lnTo>
                  <a:pt x="3092459" y="1828800"/>
                </a:lnTo>
                <a:lnTo>
                  <a:pt x="3101397" y="1828800"/>
                </a:lnTo>
                <a:lnTo>
                  <a:pt x="3110335" y="1828800"/>
                </a:lnTo>
                <a:lnTo>
                  <a:pt x="3119272" y="1828800"/>
                </a:lnTo>
                <a:lnTo>
                  <a:pt x="3128210" y="1828800"/>
                </a:lnTo>
                <a:lnTo>
                  <a:pt x="3137148" y="1828800"/>
                </a:lnTo>
                <a:lnTo>
                  <a:pt x="3146086" y="1828800"/>
                </a:lnTo>
                <a:lnTo>
                  <a:pt x="3155023" y="1828800"/>
                </a:lnTo>
                <a:lnTo>
                  <a:pt x="3163961" y="1828800"/>
                </a:lnTo>
                <a:lnTo>
                  <a:pt x="3172899" y="1828800"/>
                </a:lnTo>
                <a:lnTo>
                  <a:pt x="3181836" y="1828800"/>
                </a:lnTo>
                <a:lnTo>
                  <a:pt x="3190774" y="1828800"/>
                </a:lnTo>
                <a:lnTo>
                  <a:pt x="3199712" y="1828800"/>
                </a:lnTo>
                <a:lnTo>
                  <a:pt x="3208650" y="1828800"/>
                </a:lnTo>
                <a:lnTo>
                  <a:pt x="3217587" y="1828800"/>
                </a:lnTo>
                <a:lnTo>
                  <a:pt x="3226525" y="1828800"/>
                </a:lnTo>
                <a:lnTo>
                  <a:pt x="3235463" y="1828800"/>
                </a:lnTo>
                <a:lnTo>
                  <a:pt x="3244401" y="1828800"/>
                </a:lnTo>
                <a:lnTo>
                  <a:pt x="3253338" y="1828800"/>
                </a:lnTo>
                <a:lnTo>
                  <a:pt x="3262276" y="1828800"/>
                </a:lnTo>
                <a:lnTo>
                  <a:pt x="3271214" y="1828800"/>
                </a:lnTo>
                <a:lnTo>
                  <a:pt x="3280152" y="1828800"/>
                </a:lnTo>
                <a:lnTo>
                  <a:pt x="3289089" y="1828800"/>
                </a:lnTo>
                <a:lnTo>
                  <a:pt x="3298027" y="1828800"/>
                </a:lnTo>
                <a:lnTo>
                  <a:pt x="3306965" y="1828800"/>
                </a:lnTo>
                <a:lnTo>
                  <a:pt x="3315903" y="1828800"/>
                </a:lnTo>
                <a:lnTo>
                  <a:pt x="3324840" y="1828800"/>
                </a:lnTo>
                <a:lnTo>
                  <a:pt x="3333778" y="1828800"/>
                </a:lnTo>
                <a:lnTo>
                  <a:pt x="3342716" y="1828800"/>
                </a:lnTo>
                <a:lnTo>
                  <a:pt x="3351654" y="1828800"/>
                </a:lnTo>
                <a:lnTo>
                  <a:pt x="3360591" y="1828800"/>
                </a:lnTo>
                <a:lnTo>
                  <a:pt x="3369529" y="1828800"/>
                </a:lnTo>
                <a:lnTo>
                  <a:pt x="3378467" y="1828800"/>
                </a:lnTo>
                <a:lnTo>
                  <a:pt x="3387405" y="1828800"/>
                </a:lnTo>
                <a:lnTo>
                  <a:pt x="3396342" y="1828800"/>
                </a:lnTo>
                <a:lnTo>
                  <a:pt x="3405280" y="1828800"/>
                </a:lnTo>
                <a:lnTo>
                  <a:pt x="3414218" y="1828800"/>
                </a:lnTo>
                <a:lnTo>
                  <a:pt x="3423156" y="1828800"/>
                </a:lnTo>
                <a:lnTo>
                  <a:pt x="3432093" y="1828800"/>
                </a:lnTo>
                <a:lnTo>
                  <a:pt x="3441031" y="1828800"/>
                </a:lnTo>
                <a:lnTo>
                  <a:pt x="3449969" y="1828800"/>
                </a:lnTo>
                <a:lnTo>
                  <a:pt x="3458907" y="1828800"/>
                </a:lnTo>
                <a:lnTo>
                  <a:pt x="3467844" y="1828800"/>
                </a:lnTo>
                <a:lnTo>
                  <a:pt x="3476782" y="1828800"/>
                </a:lnTo>
                <a:lnTo>
                  <a:pt x="3485720" y="1828800"/>
                </a:lnTo>
                <a:lnTo>
                  <a:pt x="3494658" y="1828800"/>
                </a:lnTo>
                <a:lnTo>
                  <a:pt x="3503595" y="1828800"/>
                </a:lnTo>
                <a:lnTo>
                  <a:pt x="3512533" y="1828800"/>
                </a:lnTo>
                <a:lnTo>
                  <a:pt x="3521471" y="1828800"/>
                </a:lnTo>
                <a:lnTo>
                  <a:pt x="3530409" y="1828800"/>
                </a:lnTo>
                <a:lnTo>
                  <a:pt x="3539346" y="1828800"/>
                </a:lnTo>
                <a:lnTo>
                  <a:pt x="3548284" y="1828800"/>
                </a:lnTo>
                <a:lnTo>
                  <a:pt x="3557222" y="1828800"/>
                </a:lnTo>
                <a:lnTo>
                  <a:pt x="3566160" y="1828800"/>
                </a:lnTo>
                <a:lnTo>
                  <a:pt x="3566160" y="1828800"/>
                </a:lnTo>
                <a:lnTo>
                  <a:pt x="3557222" y="1828800"/>
                </a:lnTo>
                <a:lnTo>
                  <a:pt x="3548284" y="1828800"/>
                </a:lnTo>
                <a:lnTo>
                  <a:pt x="3539346" y="1828800"/>
                </a:lnTo>
                <a:lnTo>
                  <a:pt x="3530409" y="1828800"/>
                </a:lnTo>
                <a:lnTo>
                  <a:pt x="3521471" y="1828800"/>
                </a:lnTo>
                <a:lnTo>
                  <a:pt x="3512533" y="1828800"/>
                </a:lnTo>
                <a:lnTo>
                  <a:pt x="3503595" y="1828800"/>
                </a:lnTo>
                <a:lnTo>
                  <a:pt x="3494658" y="1828800"/>
                </a:lnTo>
                <a:lnTo>
                  <a:pt x="3485720" y="1828800"/>
                </a:lnTo>
                <a:lnTo>
                  <a:pt x="3476782" y="1828800"/>
                </a:lnTo>
                <a:lnTo>
                  <a:pt x="3467844" y="1828800"/>
                </a:lnTo>
                <a:lnTo>
                  <a:pt x="3458907" y="1828800"/>
                </a:lnTo>
                <a:lnTo>
                  <a:pt x="3449969" y="1828800"/>
                </a:lnTo>
                <a:lnTo>
                  <a:pt x="3441031" y="1828800"/>
                </a:lnTo>
                <a:lnTo>
                  <a:pt x="3432093" y="1828800"/>
                </a:lnTo>
                <a:lnTo>
                  <a:pt x="3423156" y="1828800"/>
                </a:lnTo>
                <a:lnTo>
                  <a:pt x="3414218" y="1828800"/>
                </a:lnTo>
                <a:lnTo>
                  <a:pt x="3405280" y="1828800"/>
                </a:lnTo>
                <a:lnTo>
                  <a:pt x="3396342" y="1828800"/>
                </a:lnTo>
                <a:lnTo>
                  <a:pt x="3387405" y="1828800"/>
                </a:lnTo>
                <a:lnTo>
                  <a:pt x="3378467" y="1828800"/>
                </a:lnTo>
                <a:lnTo>
                  <a:pt x="3369529" y="1828800"/>
                </a:lnTo>
                <a:lnTo>
                  <a:pt x="3360591" y="1828800"/>
                </a:lnTo>
                <a:lnTo>
                  <a:pt x="3351654" y="1828800"/>
                </a:lnTo>
                <a:lnTo>
                  <a:pt x="3342716" y="1828800"/>
                </a:lnTo>
                <a:lnTo>
                  <a:pt x="3333778" y="1828800"/>
                </a:lnTo>
                <a:lnTo>
                  <a:pt x="3324840" y="1828800"/>
                </a:lnTo>
                <a:lnTo>
                  <a:pt x="3315903" y="1828800"/>
                </a:lnTo>
                <a:lnTo>
                  <a:pt x="3306965" y="1828800"/>
                </a:lnTo>
                <a:lnTo>
                  <a:pt x="3298027" y="1828800"/>
                </a:lnTo>
                <a:lnTo>
                  <a:pt x="3289089" y="1828800"/>
                </a:lnTo>
                <a:lnTo>
                  <a:pt x="3280152" y="1828800"/>
                </a:lnTo>
                <a:lnTo>
                  <a:pt x="3271214" y="1828800"/>
                </a:lnTo>
                <a:lnTo>
                  <a:pt x="3262276" y="1828800"/>
                </a:lnTo>
                <a:lnTo>
                  <a:pt x="3253338" y="1828800"/>
                </a:lnTo>
                <a:lnTo>
                  <a:pt x="3244401" y="1828800"/>
                </a:lnTo>
                <a:lnTo>
                  <a:pt x="3235463" y="1828800"/>
                </a:lnTo>
                <a:lnTo>
                  <a:pt x="3226525" y="1828800"/>
                </a:lnTo>
                <a:lnTo>
                  <a:pt x="3217587" y="1828800"/>
                </a:lnTo>
                <a:lnTo>
                  <a:pt x="3208650" y="1828800"/>
                </a:lnTo>
                <a:lnTo>
                  <a:pt x="3199712" y="1828800"/>
                </a:lnTo>
                <a:lnTo>
                  <a:pt x="3190774" y="1828800"/>
                </a:lnTo>
                <a:lnTo>
                  <a:pt x="3181836" y="1828800"/>
                </a:lnTo>
                <a:lnTo>
                  <a:pt x="3172899" y="1828800"/>
                </a:lnTo>
                <a:lnTo>
                  <a:pt x="3163961" y="1828800"/>
                </a:lnTo>
                <a:lnTo>
                  <a:pt x="3155023" y="1828800"/>
                </a:lnTo>
                <a:lnTo>
                  <a:pt x="3146086" y="1828800"/>
                </a:lnTo>
                <a:lnTo>
                  <a:pt x="3137148" y="1828800"/>
                </a:lnTo>
                <a:lnTo>
                  <a:pt x="3128210" y="1828800"/>
                </a:lnTo>
                <a:lnTo>
                  <a:pt x="3119272" y="1828800"/>
                </a:lnTo>
                <a:lnTo>
                  <a:pt x="3110335" y="1828800"/>
                </a:lnTo>
                <a:lnTo>
                  <a:pt x="3101397" y="1828800"/>
                </a:lnTo>
                <a:lnTo>
                  <a:pt x="3092459" y="1828800"/>
                </a:lnTo>
                <a:lnTo>
                  <a:pt x="3083521" y="1828800"/>
                </a:lnTo>
                <a:lnTo>
                  <a:pt x="3074584" y="1828800"/>
                </a:lnTo>
                <a:lnTo>
                  <a:pt x="3065646" y="1828800"/>
                </a:lnTo>
                <a:lnTo>
                  <a:pt x="3056708" y="1828800"/>
                </a:lnTo>
                <a:lnTo>
                  <a:pt x="3047770" y="1828800"/>
                </a:lnTo>
                <a:lnTo>
                  <a:pt x="3038833" y="1828800"/>
                </a:lnTo>
                <a:lnTo>
                  <a:pt x="3029895" y="1828800"/>
                </a:lnTo>
                <a:lnTo>
                  <a:pt x="3020957" y="1828800"/>
                </a:lnTo>
                <a:lnTo>
                  <a:pt x="3012019" y="1828800"/>
                </a:lnTo>
                <a:lnTo>
                  <a:pt x="3003082" y="1828800"/>
                </a:lnTo>
                <a:lnTo>
                  <a:pt x="2994144" y="1828800"/>
                </a:lnTo>
                <a:lnTo>
                  <a:pt x="2985206" y="1828800"/>
                </a:lnTo>
                <a:lnTo>
                  <a:pt x="2976268" y="1828800"/>
                </a:lnTo>
                <a:lnTo>
                  <a:pt x="2967331" y="1828800"/>
                </a:lnTo>
                <a:lnTo>
                  <a:pt x="2958393" y="1828800"/>
                </a:lnTo>
                <a:lnTo>
                  <a:pt x="2949455" y="1828800"/>
                </a:lnTo>
                <a:lnTo>
                  <a:pt x="2940517" y="1828800"/>
                </a:lnTo>
                <a:lnTo>
                  <a:pt x="2931580" y="1828800"/>
                </a:lnTo>
                <a:lnTo>
                  <a:pt x="2922642" y="1828800"/>
                </a:lnTo>
                <a:lnTo>
                  <a:pt x="2913704" y="1828800"/>
                </a:lnTo>
                <a:lnTo>
                  <a:pt x="2904766" y="1828800"/>
                </a:lnTo>
                <a:lnTo>
                  <a:pt x="2895829" y="1828800"/>
                </a:lnTo>
                <a:lnTo>
                  <a:pt x="2886891" y="1828800"/>
                </a:lnTo>
                <a:lnTo>
                  <a:pt x="2877953" y="1828800"/>
                </a:lnTo>
                <a:lnTo>
                  <a:pt x="2869015" y="1828800"/>
                </a:lnTo>
                <a:lnTo>
                  <a:pt x="2860078" y="1828800"/>
                </a:lnTo>
                <a:lnTo>
                  <a:pt x="2851140" y="1828800"/>
                </a:lnTo>
                <a:lnTo>
                  <a:pt x="2842202" y="1828800"/>
                </a:lnTo>
                <a:lnTo>
                  <a:pt x="2833264" y="1828800"/>
                </a:lnTo>
                <a:lnTo>
                  <a:pt x="2824327" y="1828800"/>
                </a:lnTo>
                <a:lnTo>
                  <a:pt x="2815389" y="1828800"/>
                </a:lnTo>
                <a:lnTo>
                  <a:pt x="2806451" y="1828800"/>
                </a:lnTo>
                <a:lnTo>
                  <a:pt x="2797513" y="1828800"/>
                </a:lnTo>
                <a:lnTo>
                  <a:pt x="2788576" y="1828800"/>
                </a:lnTo>
                <a:lnTo>
                  <a:pt x="2779638" y="1828800"/>
                </a:lnTo>
                <a:lnTo>
                  <a:pt x="2770700" y="1828800"/>
                </a:lnTo>
                <a:lnTo>
                  <a:pt x="2761763" y="1828800"/>
                </a:lnTo>
                <a:lnTo>
                  <a:pt x="2752825" y="1828800"/>
                </a:lnTo>
                <a:lnTo>
                  <a:pt x="2743887" y="1828800"/>
                </a:lnTo>
                <a:lnTo>
                  <a:pt x="2734949" y="1828800"/>
                </a:lnTo>
                <a:lnTo>
                  <a:pt x="2726012" y="1828800"/>
                </a:lnTo>
                <a:lnTo>
                  <a:pt x="2717074" y="1828800"/>
                </a:lnTo>
                <a:lnTo>
                  <a:pt x="2708136" y="1828800"/>
                </a:lnTo>
                <a:lnTo>
                  <a:pt x="2699198" y="1828800"/>
                </a:lnTo>
                <a:lnTo>
                  <a:pt x="2690261" y="1828800"/>
                </a:lnTo>
                <a:lnTo>
                  <a:pt x="2681323" y="1828800"/>
                </a:lnTo>
                <a:lnTo>
                  <a:pt x="2672385" y="1828800"/>
                </a:lnTo>
                <a:lnTo>
                  <a:pt x="2663447" y="1828800"/>
                </a:lnTo>
                <a:lnTo>
                  <a:pt x="2654510" y="1828800"/>
                </a:lnTo>
                <a:lnTo>
                  <a:pt x="2645572" y="1828800"/>
                </a:lnTo>
                <a:lnTo>
                  <a:pt x="2636634" y="1828800"/>
                </a:lnTo>
                <a:lnTo>
                  <a:pt x="2627696" y="1828800"/>
                </a:lnTo>
                <a:lnTo>
                  <a:pt x="2618759" y="1828800"/>
                </a:lnTo>
                <a:lnTo>
                  <a:pt x="2609821" y="1828800"/>
                </a:lnTo>
                <a:lnTo>
                  <a:pt x="2600883" y="1828800"/>
                </a:lnTo>
                <a:lnTo>
                  <a:pt x="2591945" y="1828800"/>
                </a:lnTo>
                <a:lnTo>
                  <a:pt x="2583008" y="1828800"/>
                </a:lnTo>
                <a:lnTo>
                  <a:pt x="2574070" y="1828800"/>
                </a:lnTo>
                <a:lnTo>
                  <a:pt x="2565132" y="1828800"/>
                </a:lnTo>
                <a:lnTo>
                  <a:pt x="2556194" y="1828800"/>
                </a:lnTo>
                <a:lnTo>
                  <a:pt x="2547257" y="1828800"/>
                </a:lnTo>
                <a:lnTo>
                  <a:pt x="2538319" y="1828800"/>
                </a:lnTo>
                <a:lnTo>
                  <a:pt x="2529381" y="1828800"/>
                </a:lnTo>
                <a:lnTo>
                  <a:pt x="2520443" y="1828800"/>
                </a:lnTo>
                <a:lnTo>
                  <a:pt x="2511506" y="1828800"/>
                </a:lnTo>
                <a:lnTo>
                  <a:pt x="2502568" y="1828800"/>
                </a:lnTo>
                <a:lnTo>
                  <a:pt x="2493630" y="1828800"/>
                </a:lnTo>
                <a:lnTo>
                  <a:pt x="2484692" y="1828800"/>
                </a:lnTo>
                <a:lnTo>
                  <a:pt x="2475755" y="1828800"/>
                </a:lnTo>
                <a:lnTo>
                  <a:pt x="2466817" y="1828800"/>
                </a:lnTo>
                <a:lnTo>
                  <a:pt x="2457879" y="1828800"/>
                </a:lnTo>
                <a:lnTo>
                  <a:pt x="2448941" y="1828800"/>
                </a:lnTo>
                <a:lnTo>
                  <a:pt x="2440004" y="1828800"/>
                </a:lnTo>
                <a:lnTo>
                  <a:pt x="2431066" y="1828800"/>
                </a:lnTo>
                <a:lnTo>
                  <a:pt x="2422128" y="1828800"/>
                </a:lnTo>
                <a:lnTo>
                  <a:pt x="2413190" y="1828800"/>
                </a:lnTo>
                <a:lnTo>
                  <a:pt x="2404253" y="1828800"/>
                </a:lnTo>
                <a:lnTo>
                  <a:pt x="2395315" y="1828800"/>
                </a:lnTo>
                <a:lnTo>
                  <a:pt x="2386377" y="1828800"/>
                </a:lnTo>
                <a:lnTo>
                  <a:pt x="2377439" y="1828800"/>
                </a:lnTo>
                <a:lnTo>
                  <a:pt x="2368502" y="1828800"/>
                </a:lnTo>
                <a:lnTo>
                  <a:pt x="2359564" y="1828800"/>
                </a:lnTo>
                <a:lnTo>
                  <a:pt x="2350626" y="1828800"/>
                </a:lnTo>
                <a:lnTo>
                  <a:pt x="2341689" y="1828800"/>
                </a:lnTo>
                <a:lnTo>
                  <a:pt x="2332751" y="1828800"/>
                </a:lnTo>
                <a:lnTo>
                  <a:pt x="2323813" y="1828800"/>
                </a:lnTo>
                <a:lnTo>
                  <a:pt x="2314875" y="1828800"/>
                </a:lnTo>
                <a:lnTo>
                  <a:pt x="2305938" y="1828800"/>
                </a:lnTo>
                <a:lnTo>
                  <a:pt x="2297000" y="1828800"/>
                </a:lnTo>
                <a:lnTo>
                  <a:pt x="2288062" y="1828800"/>
                </a:lnTo>
                <a:lnTo>
                  <a:pt x="2279124" y="1828800"/>
                </a:lnTo>
                <a:lnTo>
                  <a:pt x="2270187" y="1828800"/>
                </a:lnTo>
                <a:lnTo>
                  <a:pt x="2261249" y="1828800"/>
                </a:lnTo>
                <a:lnTo>
                  <a:pt x="2252311" y="1828800"/>
                </a:lnTo>
                <a:lnTo>
                  <a:pt x="2243373" y="1828800"/>
                </a:lnTo>
                <a:lnTo>
                  <a:pt x="2234436" y="1828800"/>
                </a:lnTo>
                <a:lnTo>
                  <a:pt x="2225498" y="1828800"/>
                </a:lnTo>
                <a:lnTo>
                  <a:pt x="2216560" y="1828800"/>
                </a:lnTo>
                <a:lnTo>
                  <a:pt x="2207622" y="1828800"/>
                </a:lnTo>
                <a:lnTo>
                  <a:pt x="2198685" y="1828800"/>
                </a:lnTo>
                <a:lnTo>
                  <a:pt x="2189747" y="1828800"/>
                </a:lnTo>
                <a:lnTo>
                  <a:pt x="2180809" y="1828800"/>
                </a:lnTo>
                <a:lnTo>
                  <a:pt x="2171871" y="1828800"/>
                </a:lnTo>
                <a:lnTo>
                  <a:pt x="2162934" y="1828800"/>
                </a:lnTo>
                <a:lnTo>
                  <a:pt x="2153996" y="1828800"/>
                </a:lnTo>
                <a:lnTo>
                  <a:pt x="2145058" y="1828800"/>
                </a:lnTo>
                <a:lnTo>
                  <a:pt x="2136120" y="1828800"/>
                </a:lnTo>
                <a:lnTo>
                  <a:pt x="2127183" y="1828800"/>
                </a:lnTo>
                <a:lnTo>
                  <a:pt x="2118245" y="1828800"/>
                </a:lnTo>
                <a:lnTo>
                  <a:pt x="2109307" y="1828800"/>
                </a:lnTo>
                <a:lnTo>
                  <a:pt x="2100369" y="1828800"/>
                </a:lnTo>
                <a:lnTo>
                  <a:pt x="2091432" y="1828800"/>
                </a:lnTo>
                <a:lnTo>
                  <a:pt x="2082494" y="1828800"/>
                </a:lnTo>
                <a:lnTo>
                  <a:pt x="2073556" y="1828800"/>
                </a:lnTo>
                <a:lnTo>
                  <a:pt x="2064618" y="1828800"/>
                </a:lnTo>
                <a:lnTo>
                  <a:pt x="2055681" y="1828800"/>
                </a:lnTo>
                <a:lnTo>
                  <a:pt x="2046743" y="1828800"/>
                </a:lnTo>
                <a:lnTo>
                  <a:pt x="2037805" y="1828800"/>
                </a:lnTo>
                <a:lnTo>
                  <a:pt x="2028867" y="1828800"/>
                </a:lnTo>
                <a:lnTo>
                  <a:pt x="2019930" y="1828800"/>
                </a:lnTo>
                <a:lnTo>
                  <a:pt x="2010992" y="1828800"/>
                </a:lnTo>
                <a:lnTo>
                  <a:pt x="2002054" y="1828800"/>
                </a:lnTo>
                <a:lnTo>
                  <a:pt x="1993116" y="1828800"/>
                </a:lnTo>
                <a:lnTo>
                  <a:pt x="1984179" y="1828800"/>
                </a:lnTo>
                <a:lnTo>
                  <a:pt x="1975241" y="1828800"/>
                </a:lnTo>
                <a:lnTo>
                  <a:pt x="1966303" y="1828800"/>
                </a:lnTo>
                <a:lnTo>
                  <a:pt x="1957366" y="1828800"/>
                </a:lnTo>
                <a:lnTo>
                  <a:pt x="1948428" y="1828800"/>
                </a:lnTo>
                <a:lnTo>
                  <a:pt x="1939490" y="1828800"/>
                </a:lnTo>
                <a:lnTo>
                  <a:pt x="1930552" y="1828800"/>
                </a:lnTo>
                <a:lnTo>
                  <a:pt x="1921615" y="1828800"/>
                </a:lnTo>
                <a:lnTo>
                  <a:pt x="1912677" y="1828800"/>
                </a:lnTo>
                <a:lnTo>
                  <a:pt x="1903739" y="1828800"/>
                </a:lnTo>
                <a:lnTo>
                  <a:pt x="1894801" y="1828800"/>
                </a:lnTo>
                <a:lnTo>
                  <a:pt x="1885864" y="1828800"/>
                </a:lnTo>
                <a:lnTo>
                  <a:pt x="1876926" y="1828800"/>
                </a:lnTo>
                <a:lnTo>
                  <a:pt x="1867988" y="1828800"/>
                </a:lnTo>
                <a:lnTo>
                  <a:pt x="1859050" y="1828800"/>
                </a:lnTo>
                <a:lnTo>
                  <a:pt x="1850113" y="1828800"/>
                </a:lnTo>
                <a:lnTo>
                  <a:pt x="1841175" y="1828800"/>
                </a:lnTo>
                <a:lnTo>
                  <a:pt x="1832237" y="1828800"/>
                </a:lnTo>
                <a:lnTo>
                  <a:pt x="1823299" y="1828800"/>
                </a:lnTo>
                <a:lnTo>
                  <a:pt x="1814362" y="1828800"/>
                </a:lnTo>
                <a:lnTo>
                  <a:pt x="1805424" y="1828800"/>
                </a:lnTo>
                <a:lnTo>
                  <a:pt x="1796486" y="1828800"/>
                </a:lnTo>
                <a:lnTo>
                  <a:pt x="1787548" y="1828800"/>
                </a:lnTo>
                <a:lnTo>
                  <a:pt x="1778611" y="1828800"/>
                </a:lnTo>
                <a:lnTo>
                  <a:pt x="1769673" y="1828800"/>
                </a:lnTo>
                <a:lnTo>
                  <a:pt x="1760735" y="1828800"/>
                </a:lnTo>
                <a:lnTo>
                  <a:pt x="1751797" y="1828800"/>
                </a:lnTo>
                <a:lnTo>
                  <a:pt x="1742860" y="1828800"/>
                </a:lnTo>
                <a:lnTo>
                  <a:pt x="1733922" y="1828800"/>
                </a:lnTo>
                <a:lnTo>
                  <a:pt x="1724984" y="1828800"/>
                </a:lnTo>
                <a:lnTo>
                  <a:pt x="1716046" y="1828800"/>
                </a:lnTo>
                <a:lnTo>
                  <a:pt x="1707109" y="1828800"/>
                </a:lnTo>
                <a:lnTo>
                  <a:pt x="1698171" y="1828800"/>
                </a:lnTo>
                <a:lnTo>
                  <a:pt x="1689233" y="1828800"/>
                </a:lnTo>
                <a:lnTo>
                  <a:pt x="1680295" y="1828800"/>
                </a:lnTo>
                <a:lnTo>
                  <a:pt x="1671358" y="1828800"/>
                </a:lnTo>
                <a:lnTo>
                  <a:pt x="1662420" y="1828800"/>
                </a:lnTo>
                <a:lnTo>
                  <a:pt x="1653482" y="1828800"/>
                </a:lnTo>
                <a:lnTo>
                  <a:pt x="1644544" y="1828800"/>
                </a:lnTo>
                <a:lnTo>
                  <a:pt x="1635607" y="1828800"/>
                </a:lnTo>
                <a:lnTo>
                  <a:pt x="1626669" y="1828800"/>
                </a:lnTo>
                <a:lnTo>
                  <a:pt x="1617731" y="1828800"/>
                </a:lnTo>
                <a:lnTo>
                  <a:pt x="1608793" y="1828800"/>
                </a:lnTo>
                <a:lnTo>
                  <a:pt x="1599856" y="1828800"/>
                </a:lnTo>
                <a:lnTo>
                  <a:pt x="1590918" y="1828800"/>
                </a:lnTo>
                <a:lnTo>
                  <a:pt x="1581980" y="1828800"/>
                </a:lnTo>
                <a:lnTo>
                  <a:pt x="1573043" y="1828800"/>
                </a:lnTo>
                <a:lnTo>
                  <a:pt x="1564105" y="1828800"/>
                </a:lnTo>
                <a:lnTo>
                  <a:pt x="1555167" y="1828800"/>
                </a:lnTo>
                <a:lnTo>
                  <a:pt x="1546229" y="1828800"/>
                </a:lnTo>
                <a:lnTo>
                  <a:pt x="1537292" y="1828800"/>
                </a:lnTo>
                <a:lnTo>
                  <a:pt x="1528354" y="1828800"/>
                </a:lnTo>
                <a:lnTo>
                  <a:pt x="1519416" y="1828800"/>
                </a:lnTo>
                <a:lnTo>
                  <a:pt x="1510478" y="1828800"/>
                </a:lnTo>
                <a:lnTo>
                  <a:pt x="1501541" y="1828800"/>
                </a:lnTo>
                <a:lnTo>
                  <a:pt x="1492603" y="1828800"/>
                </a:lnTo>
                <a:lnTo>
                  <a:pt x="1483665" y="1828800"/>
                </a:lnTo>
                <a:lnTo>
                  <a:pt x="1474727" y="1828800"/>
                </a:lnTo>
                <a:lnTo>
                  <a:pt x="1465790" y="1828800"/>
                </a:lnTo>
                <a:lnTo>
                  <a:pt x="1456852" y="1828800"/>
                </a:lnTo>
                <a:lnTo>
                  <a:pt x="1447914" y="1828800"/>
                </a:lnTo>
                <a:lnTo>
                  <a:pt x="1438976" y="1828800"/>
                </a:lnTo>
                <a:lnTo>
                  <a:pt x="1430039" y="1828800"/>
                </a:lnTo>
                <a:lnTo>
                  <a:pt x="1421101" y="1828800"/>
                </a:lnTo>
                <a:lnTo>
                  <a:pt x="1412163" y="1828800"/>
                </a:lnTo>
                <a:lnTo>
                  <a:pt x="1403225" y="1828800"/>
                </a:lnTo>
                <a:lnTo>
                  <a:pt x="1394288" y="1828800"/>
                </a:lnTo>
                <a:lnTo>
                  <a:pt x="1385350" y="1828800"/>
                </a:lnTo>
                <a:lnTo>
                  <a:pt x="1376412" y="1828800"/>
                </a:lnTo>
                <a:lnTo>
                  <a:pt x="1367474" y="1828800"/>
                </a:lnTo>
                <a:lnTo>
                  <a:pt x="1358537" y="1828800"/>
                </a:lnTo>
                <a:lnTo>
                  <a:pt x="1349599" y="1828800"/>
                </a:lnTo>
                <a:lnTo>
                  <a:pt x="1340661" y="1828800"/>
                </a:lnTo>
                <a:lnTo>
                  <a:pt x="1331723" y="1828800"/>
                </a:lnTo>
                <a:lnTo>
                  <a:pt x="1322786" y="1828800"/>
                </a:lnTo>
                <a:lnTo>
                  <a:pt x="1313848" y="1828800"/>
                </a:lnTo>
                <a:lnTo>
                  <a:pt x="1304910" y="1828800"/>
                </a:lnTo>
                <a:lnTo>
                  <a:pt x="1295972" y="1828800"/>
                </a:lnTo>
                <a:lnTo>
                  <a:pt x="1287035" y="1828800"/>
                </a:lnTo>
                <a:lnTo>
                  <a:pt x="1278097" y="1828800"/>
                </a:lnTo>
                <a:lnTo>
                  <a:pt x="1269159" y="1828800"/>
                </a:lnTo>
                <a:lnTo>
                  <a:pt x="1260221" y="1828800"/>
                </a:lnTo>
                <a:lnTo>
                  <a:pt x="1251284" y="1828800"/>
                </a:lnTo>
                <a:lnTo>
                  <a:pt x="1242346" y="1828800"/>
                </a:lnTo>
                <a:lnTo>
                  <a:pt x="1233408" y="1828800"/>
                </a:lnTo>
                <a:lnTo>
                  <a:pt x="1224470" y="1828800"/>
                </a:lnTo>
                <a:lnTo>
                  <a:pt x="1215533" y="1828800"/>
                </a:lnTo>
                <a:lnTo>
                  <a:pt x="1206595" y="1828800"/>
                </a:lnTo>
                <a:lnTo>
                  <a:pt x="1197657" y="1828800"/>
                </a:lnTo>
                <a:lnTo>
                  <a:pt x="1188720" y="1828800"/>
                </a:lnTo>
                <a:lnTo>
                  <a:pt x="1179782" y="1828800"/>
                </a:lnTo>
                <a:lnTo>
                  <a:pt x="1170844" y="1828800"/>
                </a:lnTo>
                <a:lnTo>
                  <a:pt x="1161906" y="1828800"/>
                </a:lnTo>
                <a:lnTo>
                  <a:pt x="1152969" y="1828800"/>
                </a:lnTo>
                <a:lnTo>
                  <a:pt x="1144031" y="1828800"/>
                </a:lnTo>
                <a:lnTo>
                  <a:pt x="1135093" y="1828800"/>
                </a:lnTo>
                <a:lnTo>
                  <a:pt x="1126155" y="1828800"/>
                </a:lnTo>
                <a:lnTo>
                  <a:pt x="1117218" y="1828800"/>
                </a:lnTo>
                <a:lnTo>
                  <a:pt x="1108280" y="1828800"/>
                </a:lnTo>
                <a:lnTo>
                  <a:pt x="1099342" y="1828800"/>
                </a:lnTo>
                <a:lnTo>
                  <a:pt x="1090404" y="1828800"/>
                </a:lnTo>
                <a:lnTo>
                  <a:pt x="1081467" y="1828800"/>
                </a:lnTo>
                <a:lnTo>
                  <a:pt x="1072529" y="1828800"/>
                </a:lnTo>
                <a:lnTo>
                  <a:pt x="1063591" y="1828800"/>
                </a:lnTo>
                <a:lnTo>
                  <a:pt x="1054653" y="1828800"/>
                </a:lnTo>
                <a:lnTo>
                  <a:pt x="1045716" y="1828800"/>
                </a:lnTo>
                <a:lnTo>
                  <a:pt x="1036778" y="1828800"/>
                </a:lnTo>
                <a:lnTo>
                  <a:pt x="1027840" y="1828800"/>
                </a:lnTo>
                <a:lnTo>
                  <a:pt x="1018902" y="1828800"/>
                </a:lnTo>
                <a:lnTo>
                  <a:pt x="1009965" y="1828800"/>
                </a:lnTo>
                <a:lnTo>
                  <a:pt x="1001027" y="1828800"/>
                </a:lnTo>
                <a:lnTo>
                  <a:pt x="992089" y="1828800"/>
                </a:lnTo>
                <a:lnTo>
                  <a:pt x="983151" y="1828800"/>
                </a:lnTo>
                <a:lnTo>
                  <a:pt x="974214" y="1828800"/>
                </a:lnTo>
                <a:lnTo>
                  <a:pt x="965276" y="1828800"/>
                </a:lnTo>
                <a:lnTo>
                  <a:pt x="956338" y="1828800"/>
                </a:lnTo>
                <a:lnTo>
                  <a:pt x="947400" y="1828800"/>
                </a:lnTo>
                <a:lnTo>
                  <a:pt x="938463" y="1828800"/>
                </a:lnTo>
                <a:lnTo>
                  <a:pt x="929525" y="1828800"/>
                </a:lnTo>
                <a:lnTo>
                  <a:pt x="920587" y="1828800"/>
                </a:lnTo>
                <a:lnTo>
                  <a:pt x="911649" y="1828800"/>
                </a:lnTo>
                <a:lnTo>
                  <a:pt x="902712" y="1828800"/>
                </a:lnTo>
                <a:lnTo>
                  <a:pt x="893774" y="1828800"/>
                </a:lnTo>
                <a:lnTo>
                  <a:pt x="884836" y="1828800"/>
                </a:lnTo>
                <a:lnTo>
                  <a:pt x="875898" y="1828800"/>
                </a:lnTo>
                <a:lnTo>
                  <a:pt x="866961" y="1828800"/>
                </a:lnTo>
                <a:lnTo>
                  <a:pt x="858023" y="1828800"/>
                </a:lnTo>
                <a:lnTo>
                  <a:pt x="849085" y="1828800"/>
                </a:lnTo>
                <a:lnTo>
                  <a:pt x="840147" y="1828800"/>
                </a:lnTo>
                <a:lnTo>
                  <a:pt x="831210" y="1828800"/>
                </a:lnTo>
                <a:lnTo>
                  <a:pt x="822272" y="1828800"/>
                </a:lnTo>
                <a:lnTo>
                  <a:pt x="813334" y="1828800"/>
                </a:lnTo>
                <a:lnTo>
                  <a:pt x="804396" y="1828800"/>
                </a:lnTo>
                <a:lnTo>
                  <a:pt x="795459" y="1828800"/>
                </a:lnTo>
                <a:lnTo>
                  <a:pt x="786521" y="1828800"/>
                </a:lnTo>
                <a:lnTo>
                  <a:pt x="777583" y="1828800"/>
                </a:lnTo>
                <a:lnTo>
                  <a:pt x="768646" y="1828800"/>
                </a:lnTo>
                <a:lnTo>
                  <a:pt x="759708" y="1828800"/>
                </a:lnTo>
                <a:lnTo>
                  <a:pt x="750770" y="1828800"/>
                </a:lnTo>
                <a:lnTo>
                  <a:pt x="741832" y="1828800"/>
                </a:lnTo>
                <a:lnTo>
                  <a:pt x="732895" y="1828800"/>
                </a:lnTo>
                <a:lnTo>
                  <a:pt x="723957" y="1828800"/>
                </a:lnTo>
                <a:lnTo>
                  <a:pt x="715019" y="1828800"/>
                </a:lnTo>
                <a:lnTo>
                  <a:pt x="706081" y="1828800"/>
                </a:lnTo>
                <a:lnTo>
                  <a:pt x="697144" y="1828800"/>
                </a:lnTo>
                <a:lnTo>
                  <a:pt x="688206" y="1828800"/>
                </a:lnTo>
                <a:lnTo>
                  <a:pt x="679268" y="1828800"/>
                </a:lnTo>
                <a:lnTo>
                  <a:pt x="670330" y="1828800"/>
                </a:lnTo>
                <a:lnTo>
                  <a:pt x="661393" y="1828800"/>
                </a:lnTo>
                <a:lnTo>
                  <a:pt x="652455" y="1828800"/>
                </a:lnTo>
                <a:lnTo>
                  <a:pt x="643517" y="1828800"/>
                </a:lnTo>
                <a:lnTo>
                  <a:pt x="634579" y="1828800"/>
                </a:lnTo>
                <a:lnTo>
                  <a:pt x="625642" y="1828800"/>
                </a:lnTo>
                <a:lnTo>
                  <a:pt x="616704" y="1828800"/>
                </a:lnTo>
                <a:lnTo>
                  <a:pt x="607766" y="1828800"/>
                </a:lnTo>
                <a:lnTo>
                  <a:pt x="598828" y="1828800"/>
                </a:lnTo>
                <a:lnTo>
                  <a:pt x="589891" y="1828800"/>
                </a:lnTo>
                <a:lnTo>
                  <a:pt x="580953" y="1828800"/>
                </a:lnTo>
                <a:lnTo>
                  <a:pt x="572015" y="1828800"/>
                </a:lnTo>
                <a:lnTo>
                  <a:pt x="563077" y="1828800"/>
                </a:lnTo>
                <a:lnTo>
                  <a:pt x="554140" y="1828800"/>
                </a:lnTo>
                <a:lnTo>
                  <a:pt x="545202" y="1828800"/>
                </a:lnTo>
                <a:lnTo>
                  <a:pt x="536264" y="1828800"/>
                </a:lnTo>
                <a:lnTo>
                  <a:pt x="527326" y="1828800"/>
                </a:lnTo>
                <a:lnTo>
                  <a:pt x="518389" y="1828800"/>
                </a:lnTo>
                <a:lnTo>
                  <a:pt x="509451" y="1828800"/>
                </a:lnTo>
                <a:lnTo>
                  <a:pt x="500513" y="1828800"/>
                </a:lnTo>
                <a:lnTo>
                  <a:pt x="491575" y="1828800"/>
                </a:lnTo>
                <a:lnTo>
                  <a:pt x="482638" y="1828800"/>
                </a:lnTo>
                <a:lnTo>
                  <a:pt x="473700" y="1828800"/>
                </a:lnTo>
                <a:lnTo>
                  <a:pt x="464762" y="1828800"/>
                </a:lnTo>
                <a:lnTo>
                  <a:pt x="455824" y="1828800"/>
                </a:lnTo>
                <a:lnTo>
                  <a:pt x="446887" y="1828800"/>
                </a:lnTo>
                <a:lnTo>
                  <a:pt x="437949" y="1828800"/>
                </a:lnTo>
                <a:lnTo>
                  <a:pt x="429011" y="1828800"/>
                </a:lnTo>
                <a:lnTo>
                  <a:pt x="420073" y="1828800"/>
                </a:lnTo>
                <a:lnTo>
                  <a:pt x="411136" y="1828800"/>
                </a:lnTo>
                <a:lnTo>
                  <a:pt x="402198" y="1828800"/>
                </a:lnTo>
                <a:lnTo>
                  <a:pt x="393260" y="1828800"/>
                </a:lnTo>
                <a:lnTo>
                  <a:pt x="384323" y="1828800"/>
                </a:lnTo>
                <a:lnTo>
                  <a:pt x="375385" y="1828800"/>
                </a:lnTo>
                <a:lnTo>
                  <a:pt x="366447" y="1828800"/>
                </a:lnTo>
                <a:lnTo>
                  <a:pt x="357509" y="1828800"/>
                </a:lnTo>
                <a:lnTo>
                  <a:pt x="348572" y="1828800"/>
                </a:lnTo>
                <a:lnTo>
                  <a:pt x="339634" y="1828800"/>
                </a:lnTo>
                <a:lnTo>
                  <a:pt x="330696" y="1828800"/>
                </a:lnTo>
                <a:lnTo>
                  <a:pt x="321758" y="1828800"/>
                </a:lnTo>
                <a:lnTo>
                  <a:pt x="312821" y="1828800"/>
                </a:lnTo>
                <a:lnTo>
                  <a:pt x="303883" y="1828800"/>
                </a:lnTo>
                <a:lnTo>
                  <a:pt x="294945" y="1828800"/>
                </a:lnTo>
                <a:lnTo>
                  <a:pt x="286007" y="1828800"/>
                </a:lnTo>
                <a:lnTo>
                  <a:pt x="277070" y="1828800"/>
                </a:lnTo>
                <a:lnTo>
                  <a:pt x="268132" y="1828800"/>
                </a:lnTo>
                <a:lnTo>
                  <a:pt x="259194" y="1828800"/>
                </a:lnTo>
                <a:lnTo>
                  <a:pt x="250256" y="1828800"/>
                </a:lnTo>
                <a:lnTo>
                  <a:pt x="241319" y="1828800"/>
                </a:lnTo>
                <a:lnTo>
                  <a:pt x="232381" y="1828800"/>
                </a:lnTo>
                <a:lnTo>
                  <a:pt x="223443" y="1828800"/>
                </a:lnTo>
                <a:lnTo>
                  <a:pt x="214505" y="1828800"/>
                </a:lnTo>
                <a:lnTo>
                  <a:pt x="205568" y="1828800"/>
                </a:lnTo>
                <a:lnTo>
                  <a:pt x="196630" y="1828800"/>
                </a:lnTo>
                <a:lnTo>
                  <a:pt x="187692" y="1828800"/>
                </a:lnTo>
                <a:lnTo>
                  <a:pt x="178754" y="1828800"/>
                </a:lnTo>
                <a:lnTo>
                  <a:pt x="169817" y="1828800"/>
                </a:lnTo>
                <a:lnTo>
                  <a:pt x="160879" y="1828800"/>
                </a:lnTo>
                <a:lnTo>
                  <a:pt x="151941" y="1828800"/>
                </a:lnTo>
                <a:lnTo>
                  <a:pt x="143003" y="1828800"/>
                </a:lnTo>
                <a:lnTo>
                  <a:pt x="134066" y="1828800"/>
                </a:lnTo>
                <a:lnTo>
                  <a:pt x="125128" y="1828800"/>
                </a:lnTo>
                <a:lnTo>
                  <a:pt x="116190" y="1828800"/>
                </a:lnTo>
                <a:lnTo>
                  <a:pt x="107252" y="1828800"/>
                </a:lnTo>
                <a:lnTo>
                  <a:pt x="98315" y="1828800"/>
                </a:lnTo>
                <a:lnTo>
                  <a:pt x="89377" y="1828800"/>
                </a:lnTo>
                <a:lnTo>
                  <a:pt x="80439" y="1828800"/>
                </a:lnTo>
                <a:lnTo>
                  <a:pt x="71501" y="1828800"/>
                </a:lnTo>
                <a:lnTo>
                  <a:pt x="62564" y="1828800"/>
                </a:lnTo>
                <a:lnTo>
                  <a:pt x="53626" y="1828800"/>
                </a:lnTo>
                <a:lnTo>
                  <a:pt x="44688" y="1828800"/>
                </a:lnTo>
                <a:lnTo>
                  <a:pt x="35750" y="1828800"/>
                </a:lnTo>
                <a:lnTo>
                  <a:pt x="26813" y="1828800"/>
                </a:lnTo>
                <a:lnTo>
                  <a:pt x="17875" y="1828800"/>
                </a:lnTo>
                <a:lnTo>
                  <a:pt x="8937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8EDBD4">
              <a:alpha val="45000"/>
            </a:srgbClr>
          </a:solidFill>
          <a:ln w="10160">
            <a:solidFill>
              <a:srgbClr val="8EDBD4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33 polygon 22" descr="sci-ppt:o022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1828800"/>
                </a:moveTo>
                <a:lnTo>
                  <a:pt x="0" y="0"/>
                </a:lnTo>
                <a:lnTo>
                  <a:pt x="891540" y="0"/>
                </a:lnTo>
                <a:lnTo>
                  <a:pt x="891540" y="1828800"/>
                </a:lnTo>
                <a:lnTo>
                  <a:pt x="3566160" y="182880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1-E33 text 23" descr="sci-ppt:o023"/>
          <p:cNvSpPr txBox="1"/>
          <p:nvPr/>
        </p:nvSpPr>
        <p:spPr>
          <a:xfrm>
            <a:off x="1986534" y="187452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Π = ∫(p − p_ref)dt</a:t>
            </a:r>
          </a:p>
        </p:txBody>
      </p:sp>
      <p:sp>
        <p:nvSpPr>
          <p:cNvPr id="26" name="C1-E33 text 24" descr="sci-ppt:o024"/>
          <p:cNvSpPr txBox="1"/>
          <p:nvPr/>
        </p:nvSpPr>
        <p:spPr>
          <a:xfrm>
            <a:off x="91440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1  Pulse → impulse</a:t>
            </a:r>
          </a:p>
        </p:txBody>
      </p:sp>
      <p:sp>
        <p:nvSpPr>
          <p:cNvPr id="27" name="C1-E33 text 25" descr="sci-ppt:o025"/>
          <p:cNvSpPr txBox="1"/>
          <p:nvPr/>
        </p:nvSpPr>
        <p:spPr>
          <a:xfrm>
            <a:off x="493776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2  Impulse → velocity</a:t>
            </a:r>
          </a:p>
        </p:txBody>
      </p:sp>
      <p:sp>
        <p:nvSpPr>
          <p:cNvPr id="28" name="C1-E33 rect 26" descr="sci-ppt:o026"/>
          <p:cNvSpPr/>
          <p:nvPr/>
        </p:nvSpPr>
        <p:spPr>
          <a:xfrm>
            <a:off x="5029200" y="2194560"/>
            <a:ext cx="3017520" cy="731520"/>
          </a:xfrm>
          <a:prstGeom prst="rect">
            <a:avLst/>
          </a:prstGeom>
          <a:solidFill>
            <a:srgbClr val="1E4A5A"/>
          </a:solidFill>
          <a:ln w="1778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33 rect 27" descr="sci-ppt:o027"/>
          <p:cNvSpPr/>
          <p:nvPr/>
        </p:nvSpPr>
        <p:spPr>
          <a:xfrm>
            <a:off x="4892040" y="2103120"/>
            <a:ext cx="137160" cy="914400"/>
          </a:xfrm>
          <a:prstGeom prst="rect">
            <a:avLst/>
          </a:prstGeom>
          <a:solidFill>
            <a:srgbClr val="3A5362"/>
          </a:solidFill>
          <a:ln w="1524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33 arrow 28" descr="sci-ppt:o028"/>
          <p:cNvCxnSpPr/>
          <p:nvPr/>
        </p:nvCxnSpPr>
        <p:spPr>
          <a:xfrm>
            <a:off x="52578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1" name="C1-E33 arrow 29" descr="sci-ppt:o029"/>
          <p:cNvCxnSpPr/>
          <p:nvPr/>
        </p:nvCxnSpPr>
        <p:spPr>
          <a:xfrm>
            <a:off x="61722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2" name="C1-E33 arrow 30" descr="sci-ppt:o030"/>
          <p:cNvCxnSpPr/>
          <p:nvPr/>
        </p:nvCxnSpPr>
        <p:spPr>
          <a:xfrm>
            <a:off x="70866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33" name="C1-E33 text 31" descr="sci-ppt:o031"/>
          <p:cNvSpPr txBox="1"/>
          <p:nvPr/>
        </p:nvSpPr>
        <p:spPr>
          <a:xfrm>
            <a:off x="5029200" y="30632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 ≃ −∇Π/ρ,   ∇²Π = 0</a:t>
            </a:r>
          </a:p>
        </p:txBody>
      </p:sp>
      <p:sp>
        <p:nvSpPr>
          <p:cNvPr id="34" name="C1-E33 text 32" descr="sci-ppt:o032"/>
          <p:cNvSpPr txBox="1"/>
          <p:nvPr/>
        </p:nvSpPr>
        <p:spPr>
          <a:xfrm>
            <a:off x="5029200" y="35204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U_column = Π₀/(ρL) = 3.0 m/s</a:t>
            </a:r>
          </a:p>
        </p:txBody>
      </p:sp>
      <p:sp>
        <p:nvSpPr>
          <p:cNvPr id="35" name="C1-E33 text 33" descr="sci-ppt:o033"/>
          <p:cNvSpPr txBox="1"/>
          <p:nvPr/>
        </p:nvSpPr>
        <p:spPr>
          <a:xfrm>
            <a:off x="8686800" y="960120"/>
            <a:ext cx="31089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3  Check the limits</a:t>
            </a:r>
          </a:p>
        </p:txBody>
      </p:sp>
      <p:sp>
        <p:nvSpPr>
          <p:cNvPr id="36" name="C1-E33 text 34" descr="sci-ppt:o034"/>
          <p:cNvSpPr txBox="1"/>
          <p:nvPr/>
        </p:nvSpPr>
        <p:spPr>
          <a:xfrm>
            <a:off x="8887968" y="1463040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Uτ/L = 0.015 ≪ 1</a:t>
            </a:r>
          </a:p>
        </p:txBody>
      </p:sp>
      <p:sp>
        <p:nvSpPr>
          <p:cNvPr id="37" name="C1-E33 ellipse 35" descr="sci-ppt:o035"/>
          <p:cNvSpPr/>
          <p:nvPr/>
        </p:nvSpPr>
        <p:spPr>
          <a:xfrm>
            <a:off x="8718804" y="1516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33 text 36" descr="sci-ppt:o036"/>
          <p:cNvSpPr txBox="1"/>
          <p:nvPr/>
        </p:nvSpPr>
        <p:spPr>
          <a:xfrm>
            <a:off x="8887968" y="1740408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ντ/L² = 5×10⁻⁵ ≪ 1</a:t>
            </a:r>
          </a:p>
        </p:txBody>
      </p:sp>
      <p:sp>
        <p:nvSpPr>
          <p:cNvPr id="39" name="C1-E33 ellipse 37" descr="sci-ppt:o037"/>
          <p:cNvSpPr/>
          <p:nvPr/>
        </p:nvSpPr>
        <p:spPr>
          <a:xfrm>
            <a:off x="8718804" y="179374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33 text 38" descr="sci-ppt:o038"/>
          <p:cNvSpPr txBox="1"/>
          <p:nvPr/>
        </p:nvSpPr>
        <p:spPr>
          <a:xfrm>
            <a:off x="8887968" y="2017776"/>
            <a:ext cx="2907791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tₐ = L/c = 0.067 µs: acoustic time,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not the impulse</a:t>
            </a:r>
          </a:p>
        </p:txBody>
      </p:sp>
      <p:sp>
        <p:nvSpPr>
          <p:cNvPr id="41" name="C1-E33 ellipse 39" descr="sci-ppt:o039"/>
          <p:cNvSpPr/>
          <p:nvPr/>
        </p:nvSpPr>
        <p:spPr>
          <a:xfrm>
            <a:off x="8718804" y="20711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33 round_rect 40" descr="sci-ppt:o040"/>
          <p:cNvSpPr/>
          <p:nvPr/>
        </p:nvSpPr>
        <p:spPr>
          <a:xfrm>
            <a:off x="457200" y="4160520"/>
            <a:ext cx="1124712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33 text 41" descr="sci-ppt:o041"/>
          <p:cNvSpPr txBox="1"/>
          <p:nvPr/>
        </p:nvSpPr>
        <p:spPr>
          <a:xfrm>
            <a:off x="594360" y="4233672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Reference formulas</a:t>
            </a:r>
          </a:p>
        </p:txBody>
      </p:sp>
      <p:sp>
        <p:nvSpPr>
          <p:cNvPr id="44" name="C1-E33 text 42" descr="sci-ppt:o042"/>
          <p:cNvSpPr txBox="1"/>
          <p:nvPr/>
        </p:nvSpPr>
        <p:spPr>
          <a:xfrm>
            <a:off x="594360" y="4572000"/>
            <a:ext cx="10972800" cy="47955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Π(x) = ∫(p − p_ref)dt;   Δu ≃ −∇Π/ρ,  ∇²Π = 0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U_column = Π₀/(ρL);   tₐ = L/c</a:t>
            </a:r>
          </a:p>
        </p:txBody>
      </p:sp>
      <p:sp>
        <p:nvSpPr>
          <p:cNvPr id="45" name="C1-E33 text 43" descr="sci-ppt:o043"/>
          <p:cNvSpPr txBox="1"/>
          <p:nvPr/>
        </p:nvSpPr>
        <p:spPr>
          <a:xfrm>
            <a:off x="457200" y="5760720"/>
            <a:ext cx="11338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impulse benchmark gives the early velocity field; the moving-interface problem that follows is a separate calculation.</a:t>
            </a:r>
          </a:p>
        </p:txBody>
      </p:sp>
      <p:sp>
        <p:nvSpPr>
          <p:cNvPr id="46" name="C1-E33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Summary of Eqs. C1-E20 to C1-E24 for the declared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