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C2-E02 · Exact integral of the prescribed profile</a:t>
            </a:r>
          </a:p>
        </p:txBody>
      </p:sp>
      <p:cxnSp>
        <p:nvCxnSpPr>
          <p:cNvPr id="3" name="C2-E02 line 1" descr="sci-ppt:o001"/>
          <p:cNvCxnSpPr/>
          <p:nvPr/>
        </p:nvCxnSpPr>
        <p:spPr>
          <a:xfrm>
            <a:off x="868680" y="502920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2 line 2" descr="sci-ppt:o002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2 line 3" descr="sci-ppt:o003"/>
          <p:cNvCxnSpPr/>
          <p:nvPr/>
        </p:nvCxnSpPr>
        <p:spPr>
          <a:xfrm>
            <a:off x="8686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2 line 4" descr="sci-ppt:o004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2 text 5" descr="sci-ppt:o005"/>
          <p:cNvSpPr txBox="1"/>
          <p:nvPr/>
        </p:nvSpPr>
        <p:spPr>
          <a:xfrm>
            <a:off x="411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2-E02 line 6" descr="sci-ppt:o006"/>
          <p:cNvCxnSpPr/>
          <p:nvPr/>
        </p:nvCxnSpPr>
        <p:spPr>
          <a:xfrm>
            <a:off x="19354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2 line 7" descr="sci-ppt:o007"/>
          <p:cNvCxnSpPr/>
          <p:nvPr/>
        </p:nvCxnSpPr>
        <p:spPr>
          <a:xfrm>
            <a:off x="19354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2 text 8" descr="sci-ppt:o008"/>
          <p:cNvSpPr txBox="1"/>
          <p:nvPr/>
        </p:nvSpPr>
        <p:spPr>
          <a:xfrm>
            <a:off x="14782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2-E02 line 9" descr="sci-ppt:o009"/>
          <p:cNvCxnSpPr/>
          <p:nvPr/>
        </p:nvCxnSpPr>
        <p:spPr>
          <a:xfrm>
            <a:off x="30022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2 line 10" descr="sci-ppt:o010"/>
          <p:cNvCxnSpPr/>
          <p:nvPr/>
        </p:nvCxnSpPr>
        <p:spPr>
          <a:xfrm>
            <a:off x="30022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2 text 11" descr="sci-ppt:o011"/>
          <p:cNvSpPr txBox="1"/>
          <p:nvPr/>
        </p:nvSpPr>
        <p:spPr>
          <a:xfrm>
            <a:off x="25450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2-E02 line 12" descr="sci-ppt:o012"/>
          <p:cNvCxnSpPr/>
          <p:nvPr/>
        </p:nvCxnSpPr>
        <p:spPr>
          <a:xfrm>
            <a:off x="40690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2 line 13" descr="sci-ppt:o013"/>
          <p:cNvCxnSpPr/>
          <p:nvPr/>
        </p:nvCxnSpPr>
        <p:spPr>
          <a:xfrm>
            <a:off x="40690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2 text 14" descr="sci-ppt:o014"/>
          <p:cNvSpPr txBox="1"/>
          <p:nvPr/>
        </p:nvSpPr>
        <p:spPr>
          <a:xfrm>
            <a:off x="36118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2-E02 line 15" descr="sci-ppt:o015"/>
          <p:cNvCxnSpPr/>
          <p:nvPr/>
        </p:nvCxnSpPr>
        <p:spPr>
          <a:xfrm>
            <a:off x="5135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2 line 16" descr="sci-ppt:o016"/>
          <p:cNvCxnSpPr/>
          <p:nvPr/>
        </p:nvCxnSpPr>
        <p:spPr>
          <a:xfrm>
            <a:off x="5135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02 text 17" descr="sci-ppt:o017"/>
          <p:cNvSpPr txBox="1"/>
          <p:nvPr/>
        </p:nvSpPr>
        <p:spPr>
          <a:xfrm>
            <a:off x="4678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2-E02 line 18" descr="sci-ppt:o018"/>
          <p:cNvCxnSpPr/>
          <p:nvPr/>
        </p:nvCxnSpPr>
        <p:spPr>
          <a:xfrm>
            <a:off x="80467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02 line 19" descr="sci-ppt:o019"/>
          <p:cNvCxnSpPr/>
          <p:nvPr/>
        </p:nvCxnSpPr>
        <p:spPr>
          <a:xfrm>
            <a:off x="804671" y="390378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02 line 20" descr="sci-ppt:o020"/>
          <p:cNvCxnSpPr/>
          <p:nvPr/>
        </p:nvCxnSpPr>
        <p:spPr>
          <a:xfrm>
            <a:off x="868680" y="3903784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02 text 21" descr="sci-ppt:o021"/>
          <p:cNvSpPr txBox="1"/>
          <p:nvPr/>
        </p:nvSpPr>
        <p:spPr>
          <a:xfrm>
            <a:off x="0" y="382148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2-E02 line 22" descr="sci-ppt:o022"/>
          <p:cNvCxnSpPr/>
          <p:nvPr/>
        </p:nvCxnSpPr>
        <p:spPr>
          <a:xfrm>
            <a:off x="804671" y="2778369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02 line 23" descr="sci-ppt:o023"/>
          <p:cNvCxnSpPr/>
          <p:nvPr/>
        </p:nvCxnSpPr>
        <p:spPr>
          <a:xfrm>
            <a:off x="868680" y="2778369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02 text 24" descr="sci-ppt:o024"/>
          <p:cNvSpPr txBox="1"/>
          <p:nvPr/>
        </p:nvSpPr>
        <p:spPr>
          <a:xfrm>
            <a:off x="0" y="269607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7" name="C2-E02 line 25" descr="sci-ppt:o025"/>
          <p:cNvCxnSpPr/>
          <p:nvPr/>
        </p:nvCxnSpPr>
        <p:spPr>
          <a:xfrm>
            <a:off x="804671" y="1652953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02 line 26" descr="sci-ppt:o026"/>
          <p:cNvCxnSpPr/>
          <p:nvPr/>
        </p:nvCxnSpPr>
        <p:spPr>
          <a:xfrm>
            <a:off x="868680" y="1652953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02 text 27" descr="sci-ppt:o027"/>
          <p:cNvSpPr txBox="1"/>
          <p:nvPr/>
        </p:nvSpPr>
        <p:spPr>
          <a:xfrm>
            <a:off x="0" y="157065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sp>
        <p:nvSpPr>
          <p:cNvPr id="30" name="C2-E02 text 28" descr="sci-ppt:o028"/>
          <p:cNvSpPr txBox="1"/>
          <p:nvPr/>
        </p:nvSpPr>
        <p:spPr>
          <a:xfrm>
            <a:off x="868680" y="531266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w</a:t>
            </a:r>
          </a:p>
        </p:txBody>
      </p:sp>
      <p:sp>
        <p:nvSpPr>
          <p:cNvPr id="31" name="C2-E02 text 29" descr="sci-ppt:o029"/>
          <p:cNvSpPr txBox="1"/>
          <p:nvPr/>
        </p:nvSpPr>
        <p:spPr>
          <a:xfrm>
            <a:off x="32004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ring energy 2πrF(r) / (π w F₀)</a:t>
            </a:r>
          </a:p>
        </p:txBody>
      </p:sp>
      <p:sp>
        <p:nvSpPr>
          <p:cNvPr id="32" name="C2-E02 polygon 30" descr="sci-ppt:o030"/>
          <p:cNvSpPr/>
          <p:nvPr/>
        </p:nvSpPr>
        <p:spPr>
          <a:xfrm>
            <a:off x="868680" y="3322740"/>
            <a:ext cx="5120640" cy="1706460"/>
          </a:xfrm>
          <a:custGeom>
            <a:avLst/>
            <a:gdLst/>
            <a:ahLst/>
            <a:cxnLst/>
            <a:rect l="l" t="t" r="r" b="b"/>
            <a:pathLst>
              <a:path w="5120640" h="1706460">
                <a:moveTo>
                  <a:pt x="0" y="1706460"/>
                </a:moveTo>
                <a:lnTo>
                  <a:pt x="17125" y="1661298"/>
                </a:lnTo>
                <a:lnTo>
                  <a:pt x="34251" y="1616172"/>
                </a:lnTo>
                <a:lnTo>
                  <a:pt x="51377" y="1571115"/>
                </a:lnTo>
                <a:lnTo>
                  <a:pt x="68503" y="1526163"/>
                </a:lnTo>
                <a:lnTo>
                  <a:pt x="85629" y="1481350"/>
                </a:lnTo>
                <a:lnTo>
                  <a:pt x="102755" y="1436711"/>
                </a:lnTo>
                <a:lnTo>
                  <a:pt x="119881" y="1392279"/>
                </a:lnTo>
                <a:lnTo>
                  <a:pt x="137007" y="1348090"/>
                </a:lnTo>
                <a:lnTo>
                  <a:pt x="154132" y="1304176"/>
                </a:lnTo>
                <a:lnTo>
                  <a:pt x="171258" y="1260571"/>
                </a:lnTo>
                <a:lnTo>
                  <a:pt x="188384" y="1217307"/>
                </a:lnTo>
                <a:lnTo>
                  <a:pt x="205510" y="1174418"/>
                </a:lnTo>
                <a:lnTo>
                  <a:pt x="222636" y="1131935"/>
                </a:lnTo>
                <a:lnTo>
                  <a:pt x="239762" y="1089890"/>
                </a:lnTo>
                <a:lnTo>
                  <a:pt x="256888" y="1048313"/>
                </a:lnTo>
                <a:lnTo>
                  <a:pt x="274014" y="1007235"/>
                </a:lnTo>
                <a:lnTo>
                  <a:pt x="291140" y="966686"/>
                </a:lnTo>
                <a:lnTo>
                  <a:pt x="308265" y="926695"/>
                </a:lnTo>
                <a:lnTo>
                  <a:pt x="325391" y="887289"/>
                </a:lnTo>
                <a:lnTo>
                  <a:pt x="342517" y="848498"/>
                </a:lnTo>
                <a:lnTo>
                  <a:pt x="359643" y="810346"/>
                </a:lnTo>
                <a:lnTo>
                  <a:pt x="376769" y="772862"/>
                </a:lnTo>
                <a:lnTo>
                  <a:pt x="393895" y="736068"/>
                </a:lnTo>
                <a:lnTo>
                  <a:pt x="411021" y="699992"/>
                </a:lnTo>
                <a:lnTo>
                  <a:pt x="428147" y="664654"/>
                </a:lnTo>
                <a:lnTo>
                  <a:pt x="445273" y="630079"/>
                </a:lnTo>
                <a:lnTo>
                  <a:pt x="462398" y="596288"/>
                </a:lnTo>
                <a:lnTo>
                  <a:pt x="479524" y="563301"/>
                </a:lnTo>
                <a:lnTo>
                  <a:pt x="496650" y="531138"/>
                </a:lnTo>
                <a:lnTo>
                  <a:pt x="513776" y="499818"/>
                </a:lnTo>
                <a:lnTo>
                  <a:pt x="530902" y="469359"/>
                </a:lnTo>
                <a:lnTo>
                  <a:pt x="548028" y="439777"/>
                </a:lnTo>
                <a:lnTo>
                  <a:pt x="565154" y="411089"/>
                </a:lnTo>
                <a:lnTo>
                  <a:pt x="582280" y="383308"/>
                </a:lnTo>
                <a:lnTo>
                  <a:pt x="599406" y="356448"/>
                </a:lnTo>
                <a:lnTo>
                  <a:pt x="616531" y="330523"/>
                </a:lnTo>
                <a:lnTo>
                  <a:pt x="633657" y="305542"/>
                </a:lnTo>
                <a:lnTo>
                  <a:pt x="650783" y="281518"/>
                </a:lnTo>
                <a:lnTo>
                  <a:pt x="667909" y="258458"/>
                </a:lnTo>
                <a:lnTo>
                  <a:pt x="685035" y="236371"/>
                </a:lnTo>
                <a:lnTo>
                  <a:pt x="702161" y="215265"/>
                </a:lnTo>
                <a:lnTo>
                  <a:pt x="719287" y="195145"/>
                </a:lnTo>
                <a:lnTo>
                  <a:pt x="736413" y="176016"/>
                </a:lnTo>
                <a:lnTo>
                  <a:pt x="753538" y="157882"/>
                </a:lnTo>
                <a:lnTo>
                  <a:pt x="770664" y="140747"/>
                </a:lnTo>
                <a:lnTo>
                  <a:pt x="787790" y="124611"/>
                </a:lnTo>
                <a:lnTo>
                  <a:pt x="804916" y="109476"/>
                </a:lnTo>
                <a:lnTo>
                  <a:pt x="822042" y="95342"/>
                </a:lnTo>
                <a:lnTo>
                  <a:pt x="839168" y="82206"/>
                </a:lnTo>
                <a:lnTo>
                  <a:pt x="856294" y="70067"/>
                </a:lnTo>
                <a:lnTo>
                  <a:pt x="873420" y="58921"/>
                </a:lnTo>
                <a:lnTo>
                  <a:pt x="890546" y="48765"/>
                </a:lnTo>
                <a:lnTo>
                  <a:pt x="907671" y="39592"/>
                </a:lnTo>
                <a:lnTo>
                  <a:pt x="924797" y="31397"/>
                </a:lnTo>
                <a:lnTo>
                  <a:pt x="941923" y="24173"/>
                </a:lnTo>
                <a:lnTo>
                  <a:pt x="959049" y="17911"/>
                </a:lnTo>
                <a:lnTo>
                  <a:pt x="976175" y="12603"/>
                </a:lnTo>
                <a:lnTo>
                  <a:pt x="993301" y="8238"/>
                </a:lnTo>
                <a:lnTo>
                  <a:pt x="1010427" y="4808"/>
                </a:lnTo>
                <a:lnTo>
                  <a:pt x="1027553" y="2299"/>
                </a:lnTo>
                <a:lnTo>
                  <a:pt x="1044679" y="701"/>
                </a:lnTo>
                <a:lnTo>
                  <a:pt x="1061804" y="0"/>
                </a:lnTo>
                <a:lnTo>
                  <a:pt x="1078930" y="182"/>
                </a:lnTo>
                <a:lnTo>
                  <a:pt x="1096056" y="1234"/>
                </a:lnTo>
                <a:lnTo>
                  <a:pt x="1113182" y="3140"/>
                </a:lnTo>
                <a:lnTo>
                  <a:pt x="1130308" y="5885"/>
                </a:lnTo>
                <a:lnTo>
                  <a:pt x="1147434" y="9453"/>
                </a:lnTo>
                <a:lnTo>
                  <a:pt x="1164560" y="13826"/>
                </a:lnTo>
                <a:lnTo>
                  <a:pt x="1181686" y="18989"/>
                </a:lnTo>
                <a:lnTo>
                  <a:pt x="1198812" y="24923"/>
                </a:lnTo>
                <a:lnTo>
                  <a:pt x="1215937" y="31609"/>
                </a:lnTo>
                <a:lnTo>
                  <a:pt x="1233063" y="39030"/>
                </a:lnTo>
                <a:lnTo>
                  <a:pt x="1250189" y="47165"/>
                </a:lnTo>
                <a:lnTo>
                  <a:pt x="1267315" y="55996"/>
                </a:lnTo>
                <a:lnTo>
                  <a:pt x="1284441" y="65503"/>
                </a:lnTo>
                <a:lnTo>
                  <a:pt x="1301567" y="75666"/>
                </a:lnTo>
                <a:lnTo>
                  <a:pt x="1318693" y="86463"/>
                </a:lnTo>
                <a:lnTo>
                  <a:pt x="1335819" y="97875"/>
                </a:lnTo>
                <a:lnTo>
                  <a:pt x="1352945" y="109881"/>
                </a:lnTo>
                <a:lnTo>
                  <a:pt x="1370070" y="122460"/>
                </a:lnTo>
                <a:lnTo>
                  <a:pt x="1387196" y="135590"/>
                </a:lnTo>
                <a:lnTo>
                  <a:pt x="1404322" y="149249"/>
                </a:lnTo>
                <a:lnTo>
                  <a:pt x="1421448" y="163418"/>
                </a:lnTo>
                <a:lnTo>
                  <a:pt x="1438574" y="178073"/>
                </a:lnTo>
                <a:lnTo>
                  <a:pt x="1455700" y="193193"/>
                </a:lnTo>
                <a:lnTo>
                  <a:pt x="1472826" y="208758"/>
                </a:lnTo>
                <a:lnTo>
                  <a:pt x="1489952" y="224745"/>
                </a:lnTo>
                <a:lnTo>
                  <a:pt x="1507077" y="241132"/>
                </a:lnTo>
                <a:lnTo>
                  <a:pt x="1524203" y="257899"/>
                </a:lnTo>
                <a:lnTo>
                  <a:pt x="1541329" y="275023"/>
                </a:lnTo>
                <a:lnTo>
                  <a:pt x="1558455" y="292485"/>
                </a:lnTo>
                <a:lnTo>
                  <a:pt x="1575581" y="310261"/>
                </a:lnTo>
                <a:lnTo>
                  <a:pt x="1592707" y="328333"/>
                </a:lnTo>
                <a:lnTo>
                  <a:pt x="1609833" y="346678"/>
                </a:lnTo>
                <a:lnTo>
                  <a:pt x="1626959" y="365276"/>
                </a:lnTo>
                <a:lnTo>
                  <a:pt x="1644085" y="384108"/>
                </a:lnTo>
                <a:lnTo>
                  <a:pt x="1661210" y="403152"/>
                </a:lnTo>
                <a:lnTo>
                  <a:pt x="1678336" y="422390"/>
                </a:lnTo>
                <a:lnTo>
                  <a:pt x="1695462" y="441802"/>
                </a:lnTo>
                <a:lnTo>
                  <a:pt x="1712588" y="461368"/>
                </a:lnTo>
                <a:lnTo>
                  <a:pt x="1729714" y="481069"/>
                </a:lnTo>
                <a:lnTo>
                  <a:pt x="1746840" y="500888"/>
                </a:lnTo>
                <a:lnTo>
                  <a:pt x="1763966" y="520806"/>
                </a:lnTo>
                <a:lnTo>
                  <a:pt x="1781092" y="540806"/>
                </a:lnTo>
                <a:lnTo>
                  <a:pt x="1798218" y="560869"/>
                </a:lnTo>
                <a:lnTo>
                  <a:pt x="1815343" y="580979"/>
                </a:lnTo>
                <a:lnTo>
                  <a:pt x="1832469" y="601119"/>
                </a:lnTo>
                <a:lnTo>
                  <a:pt x="1849595" y="621274"/>
                </a:lnTo>
                <a:lnTo>
                  <a:pt x="1866721" y="641426"/>
                </a:lnTo>
                <a:lnTo>
                  <a:pt x="1883847" y="661562"/>
                </a:lnTo>
                <a:lnTo>
                  <a:pt x="1900973" y="681666"/>
                </a:lnTo>
                <a:lnTo>
                  <a:pt x="1918099" y="701724"/>
                </a:lnTo>
                <a:lnTo>
                  <a:pt x="1935225" y="721722"/>
                </a:lnTo>
                <a:lnTo>
                  <a:pt x="1952351" y="741645"/>
                </a:lnTo>
                <a:lnTo>
                  <a:pt x="1969476" y="761482"/>
                </a:lnTo>
                <a:lnTo>
                  <a:pt x="1986602" y="781220"/>
                </a:lnTo>
                <a:lnTo>
                  <a:pt x="2003728" y="800846"/>
                </a:lnTo>
                <a:lnTo>
                  <a:pt x="2020854" y="820349"/>
                </a:lnTo>
                <a:lnTo>
                  <a:pt x="2037980" y="839718"/>
                </a:lnTo>
                <a:lnTo>
                  <a:pt x="2055106" y="858941"/>
                </a:lnTo>
                <a:lnTo>
                  <a:pt x="2072232" y="878009"/>
                </a:lnTo>
                <a:lnTo>
                  <a:pt x="2089358" y="896913"/>
                </a:lnTo>
                <a:lnTo>
                  <a:pt x="2106484" y="915641"/>
                </a:lnTo>
                <a:lnTo>
                  <a:pt x="2123609" y="934187"/>
                </a:lnTo>
                <a:lnTo>
                  <a:pt x="2140735" y="952541"/>
                </a:lnTo>
                <a:lnTo>
                  <a:pt x="2157861" y="970696"/>
                </a:lnTo>
                <a:lnTo>
                  <a:pt x="2174987" y="988644"/>
                </a:lnTo>
                <a:lnTo>
                  <a:pt x="2192113" y="1006377"/>
                </a:lnTo>
                <a:lnTo>
                  <a:pt x="2209239" y="1023891"/>
                </a:lnTo>
                <a:lnTo>
                  <a:pt x="2226365" y="1041177"/>
                </a:lnTo>
                <a:lnTo>
                  <a:pt x="2243491" y="1058232"/>
                </a:lnTo>
                <a:lnTo>
                  <a:pt x="2260616" y="1075048"/>
                </a:lnTo>
                <a:lnTo>
                  <a:pt x="2277742" y="1091622"/>
                </a:lnTo>
                <a:lnTo>
                  <a:pt x="2294868" y="1107950"/>
                </a:lnTo>
                <a:lnTo>
                  <a:pt x="2311994" y="1124026"/>
                </a:lnTo>
                <a:lnTo>
                  <a:pt x="2329120" y="1139847"/>
                </a:lnTo>
                <a:lnTo>
                  <a:pt x="2346246" y="1155411"/>
                </a:lnTo>
                <a:lnTo>
                  <a:pt x="2363372" y="1170714"/>
                </a:lnTo>
                <a:lnTo>
                  <a:pt x="2380498" y="1185753"/>
                </a:lnTo>
                <a:lnTo>
                  <a:pt x="2397624" y="1200527"/>
                </a:lnTo>
                <a:lnTo>
                  <a:pt x="2414749" y="1215033"/>
                </a:lnTo>
                <a:lnTo>
                  <a:pt x="2431875" y="1229271"/>
                </a:lnTo>
                <a:lnTo>
                  <a:pt x="2449001" y="1243238"/>
                </a:lnTo>
                <a:lnTo>
                  <a:pt x="2466127" y="1256934"/>
                </a:lnTo>
                <a:lnTo>
                  <a:pt x="2483253" y="1270359"/>
                </a:lnTo>
                <a:lnTo>
                  <a:pt x="2500379" y="1283512"/>
                </a:lnTo>
                <a:lnTo>
                  <a:pt x="2517505" y="1296393"/>
                </a:lnTo>
                <a:lnTo>
                  <a:pt x="2534631" y="1309003"/>
                </a:lnTo>
                <a:lnTo>
                  <a:pt x="2551757" y="1321342"/>
                </a:lnTo>
                <a:lnTo>
                  <a:pt x="2568882" y="1333411"/>
                </a:lnTo>
                <a:lnTo>
                  <a:pt x="2586008" y="1345210"/>
                </a:lnTo>
                <a:lnTo>
                  <a:pt x="2603134" y="1356742"/>
                </a:lnTo>
                <a:lnTo>
                  <a:pt x="2620260" y="1368008"/>
                </a:lnTo>
                <a:lnTo>
                  <a:pt x="2637386" y="1379009"/>
                </a:lnTo>
                <a:lnTo>
                  <a:pt x="2654512" y="1389748"/>
                </a:lnTo>
                <a:lnTo>
                  <a:pt x="2671638" y="1400226"/>
                </a:lnTo>
                <a:lnTo>
                  <a:pt x="2688764" y="1410446"/>
                </a:lnTo>
                <a:lnTo>
                  <a:pt x="2705890" y="1420410"/>
                </a:lnTo>
                <a:lnTo>
                  <a:pt x="2723015" y="1430121"/>
                </a:lnTo>
                <a:lnTo>
                  <a:pt x="2740141" y="1439582"/>
                </a:lnTo>
                <a:lnTo>
                  <a:pt x="2757267" y="1448795"/>
                </a:lnTo>
                <a:lnTo>
                  <a:pt x="2774393" y="1457764"/>
                </a:lnTo>
                <a:lnTo>
                  <a:pt x="2791519" y="1466492"/>
                </a:lnTo>
                <a:lnTo>
                  <a:pt x="2808645" y="1474982"/>
                </a:lnTo>
                <a:lnTo>
                  <a:pt x="2825771" y="1483237"/>
                </a:lnTo>
                <a:lnTo>
                  <a:pt x="2842897" y="1491262"/>
                </a:lnTo>
                <a:lnTo>
                  <a:pt x="2860023" y="1499058"/>
                </a:lnTo>
                <a:lnTo>
                  <a:pt x="2877148" y="1506631"/>
                </a:lnTo>
                <a:lnTo>
                  <a:pt x="2894274" y="1513984"/>
                </a:lnTo>
                <a:lnTo>
                  <a:pt x="2911400" y="1521121"/>
                </a:lnTo>
                <a:lnTo>
                  <a:pt x="2928526" y="1528045"/>
                </a:lnTo>
                <a:lnTo>
                  <a:pt x="2945652" y="1534761"/>
                </a:lnTo>
                <a:lnTo>
                  <a:pt x="2962778" y="1541272"/>
                </a:lnTo>
                <a:lnTo>
                  <a:pt x="2979904" y="1547582"/>
                </a:lnTo>
                <a:lnTo>
                  <a:pt x="2997030" y="1553696"/>
                </a:lnTo>
                <a:lnTo>
                  <a:pt x="3014155" y="1559617"/>
                </a:lnTo>
                <a:lnTo>
                  <a:pt x="3031281" y="1565349"/>
                </a:lnTo>
                <a:lnTo>
                  <a:pt x="3048407" y="1570897"/>
                </a:lnTo>
                <a:lnTo>
                  <a:pt x="3065533" y="1576265"/>
                </a:lnTo>
                <a:lnTo>
                  <a:pt x="3082659" y="1581456"/>
                </a:lnTo>
                <a:lnTo>
                  <a:pt x="3099785" y="1586475"/>
                </a:lnTo>
                <a:lnTo>
                  <a:pt x="3116911" y="1591325"/>
                </a:lnTo>
                <a:lnTo>
                  <a:pt x="3134037" y="1596012"/>
                </a:lnTo>
                <a:lnTo>
                  <a:pt x="3151163" y="1600538"/>
                </a:lnTo>
                <a:lnTo>
                  <a:pt x="3168288" y="1604907"/>
                </a:lnTo>
                <a:lnTo>
                  <a:pt x="3185414" y="1609124"/>
                </a:lnTo>
                <a:lnTo>
                  <a:pt x="3202540" y="1613193"/>
                </a:lnTo>
                <a:lnTo>
                  <a:pt x="3219666" y="1617118"/>
                </a:lnTo>
                <a:lnTo>
                  <a:pt x="3236792" y="1620901"/>
                </a:lnTo>
                <a:lnTo>
                  <a:pt x="3253918" y="1624548"/>
                </a:lnTo>
                <a:lnTo>
                  <a:pt x="3271044" y="1628062"/>
                </a:lnTo>
                <a:lnTo>
                  <a:pt x="3288170" y="1631447"/>
                </a:lnTo>
                <a:lnTo>
                  <a:pt x="3305296" y="1634706"/>
                </a:lnTo>
                <a:lnTo>
                  <a:pt x="3322421" y="1637842"/>
                </a:lnTo>
                <a:lnTo>
                  <a:pt x="3339547" y="1640861"/>
                </a:lnTo>
                <a:lnTo>
                  <a:pt x="3356673" y="1643764"/>
                </a:lnTo>
                <a:lnTo>
                  <a:pt x="3373799" y="1646556"/>
                </a:lnTo>
                <a:lnTo>
                  <a:pt x="3390925" y="1649240"/>
                </a:lnTo>
                <a:lnTo>
                  <a:pt x="3408051" y="1651818"/>
                </a:lnTo>
                <a:lnTo>
                  <a:pt x="3425177" y="1654296"/>
                </a:lnTo>
                <a:lnTo>
                  <a:pt x="3442303" y="1656675"/>
                </a:lnTo>
                <a:lnTo>
                  <a:pt x="3459429" y="1658959"/>
                </a:lnTo>
                <a:lnTo>
                  <a:pt x="3476554" y="1661152"/>
                </a:lnTo>
                <a:lnTo>
                  <a:pt x="3493680" y="1663255"/>
                </a:lnTo>
                <a:lnTo>
                  <a:pt x="3510806" y="1665272"/>
                </a:lnTo>
                <a:lnTo>
                  <a:pt x="3527932" y="1667206"/>
                </a:lnTo>
                <a:lnTo>
                  <a:pt x="3545058" y="1669060"/>
                </a:lnTo>
                <a:lnTo>
                  <a:pt x="3562184" y="1670836"/>
                </a:lnTo>
                <a:lnTo>
                  <a:pt x="3579310" y="1672537"/>
                </a:lnTo>
                <a:lnTo>
                  <a:pt x="3596436" y="1674166"/>
                </a:lnTo>
                <a:lnTo>
                  <a:pt x="3613562" y="1675726"/>
                </a:lnTo>
                <a:lnTo>
                  <a:pt x="3630687" y="1677218"/>
                </a:lnTo>
                <a:lnTo>
                  <a:pt x="3647813" y="1678646"/>
                </a:lnTo>
                <a:lnTo>
                  <a:pt x="3664939" y="1680011"/>
                </a:lnTo>
                <a:lnTo>
                  <a:pt x="3682065" y="1681317"/>
                </a:lnTo>
                <a:lnTo>
                  <a:pt x="3699191" y="1682565"/>
                </a:lnTo>
                <a:lnTo>
                  <a:pt x="3716317" y="1683757"/>
                </a:lnTo>
                <a:lnTo>
                  <a:pt x="3733443" y="1684895"/>
                </a:lnTo>
                <a:lnTo>
                  <a:pt x="3750569" y="1685983"/>
                </a:lnTo>
                <a:lnTo>
                  <a:pt x="3767694" y="1687020"/>
                </a:lnTo>
                <a:lnTo>
                  <a:pt x="3784820" y="1688011"/>
                </a:lnTo>
                <a:lnTo>
                  <a:pt x="3801946" y="1688956"/>
                </a:lnTo>
                <a:lnTo>
                  <a:pt x="3819072" y="1689857"/>
                </a:lnTo>
                <a:lnTo>
                  <a:pt x="3836198" y="1690716"/>
                </a:lnTo>
                <a:lnTo>
                  <a:pt x="3853324" y="1691534"/>
                </a:lnTo>
                <a:lnTo>
                  <a:pt x="3870450" y="1692314"/>
                </a:lnTo>
                <a:lnTo>
                  <a:pt x="3887576" y="1693057"/>
                </a:lnTo>
                <a:lnTo>
                  <a:pt x="3904702" y="1693765"/>
                </a:lnTo>
                <a:lnTo>
                  <a:pt x="3921827" y="1694438"/>
                </a:lnTo>
                <a:lnTo>
                  <a:pt x="3938953" y="1695079"/>
                </a:lnTo>
                <a:lnTo>
                  <a:pt x="3956079" y="1695689"/>
                </a:lnTo>
                <a:lnTo>
                  <a:pt x="3973205" y="1696269"/>
                </a:lnTo>
                <a:lnTo>
                  <a:pt x="3990331" y="1696820"/>
                </a:lnTo>
                <a:lnTo>
                  <a:pt x="4007457" y="1697344"/>
                </a:lnTo>
                <a:lnTo>
                  <a:pt x="4024583" y="1697842"/>
                </a:lnTo>
                <a:lnTo>
                  <a:pt x="4041709" y="1698315"/>
                </a:lnTo>
                <a:lnTo>
                  <a:pt x="4058835" y="1698764"/>
                </a:lnTo>
                <a:lnTo>
                  <a:pt x="4075960" y="1699190"/>
                </a:lnTo>
                <a:lnTo>
                  <a:pt x="4093086" y="1699595"/>
                </a:lnTo>
                <a:lnTo>
                  <a:pt x="4110212" y="1699979"/>
                </a:lnTo>
                <a:lnTo>
                  <a:pt x="4127338" y="1700343"/>
                </a:lnTo>
                <a:lnTo>
                  <a:pt x="4144464" y="1700688"/>
                </a:lnTo>
                <a:lnTo>
                  <a:pt x="4161590" y="1701015"/>
                </a:lnTo>
                <a:lnTo>
                  <a:pt x="4178716" y="1701326"/>
                </a:lnTo>
                <a:lnTo>
                  <a:pt x="4195842" y="1701619"/>
                </a:lnTo>
                <a:lnTo>
                  <a:pt x="4212968" y="1701898"/>
                </a:lnTo>
                <a:lnTo>
                  <a:pt x="4230093" y="1702161"/>
                </a:lnTo>
                <a:lnTo>
                  <a:pt x="4247219" y="1702410"/>
                </a:lnTo>
                <a:lnTo>
                  <a:pt x="4264345" y="1702646"/>
                </a:lnTo>
                <a:lnTo>
                  <a:pt x="4281471" y="1702869"/>
                </a:lnTo>
                <a:lnTo>
                  <a:pt x="4298597" y="1703080"/>
                </a:lnTo>
                <a:lnTo>
                  <a:pt x="4315723" y="1703280"/>
                </a:lnTo>
                <a:lnTo>
                  <a:pt x="4332849" y="1703468"/>
                </a:lnTo>
                <a:lnTo>
                  <a:pt x="4349975" y="1703646"/>
                </a:lnTo>
                <a:lnTo>
                  <a:pt x="4367101" y="1703815"/>
                </a:lnTo>
                <a:lnTo>
                  <a:pt x="4384226" y="1703973"/>
                </a:lnTo>
                <a:lnTo>
                  <a:pt x="4401352" y="1704123"/>
                </a:lnTo>
                <a:lnTo>
                  <a:pt x="4418478" y="1704265"/>
                </a:lnTo>
                <a:lnTo>
                  <a:pt x="4435604" y="1704398"/>
                </a:lnTo>
                <a:lnTo>
                  <a:pt x="4452730" y="1704524"/>
                </a:lnTo>
                <a:lnTo>
                  <a:pt x="4469856" y="1704643"/>
                </a:lnTo>
                <a:lnTo>
                  <a:pt x="4486982" y="1704755"/>
                </a:lnTo>
                <a:lnTo>
                  <a:pt x="4504108" y="1704860"/>
                </a:lnTo>
                <a:lnTo>
                  <a:pt x="4521233" y="1704960"/>
                </a:lnTo>
                <a:lnTo>
                  <a:pt x="4538359" y="1705053"/>
                </a:lnTo>
                <a:lnTo>
                  <a:pt x="4555485" y="1705141"/>
                </a:lnTo>
                <a:lnTo>
                  <a:pt x="4572611" y="1705224"/>
                </a:lnTo>
                <a:lnTo>
                  <a:pt x="4589737" y="1705302"/>
                </a:lnTo>
                <a:lnTo>
                  <a:pt x="4606863" y="1705375"/>
                </a:lnTo>
                <a:lnTo>
                  <a:pt x="4623989" y="1705444"/>
                </a:lnTo>
                <a:lnTo>
                  <a:pt x="4641115" y="1705509"/>
                </a:lnTo>
                <a:lnTo>
                  <a:pt x="4658241" y="1705570"/>
                </a:lnTo>
                <a:lnTo>
                  <a:pt x="4675366" y="1705627"/>
                </a:lnTo>
                <a:lnTo>
                  <a:pt x="4692492" y="1705681"/>
                </a:lnTo>
                <a:lnTo>
                  <a:pt x="4709618" y="1705732"/>
                </a:lnTo>
                <a:lnTo>
                  <a:pt x="4726744" y="1705779"/>
                </a:lnTo>
                <a:lnTo>
                  <a:pt x="4743870" y="1705824"/>
                </a:lnTo>
                <a:lnTo>
                  <a:pt x="4760996" y="1705865"/>
                </a:lnTo>
                <a:lnTo>
                  <a:pt x="4778122" y="1705905"/>
                </a:lnTo>
                <a:lnTo>
                  <a:pt x="4795248" y="1705941"/>
                </a:lnTo>
                <a:lnTo>
                  <a:pt x="4812374" y="1705976"/>
                </a:lnTo>
                <a:lnTo>
                  <a:pt x="4829499" y="1706008"/>
                </a:lnTo>
                <a:lnTo>
                  <a:pt x="4846625" y="1706038"/>
                </a:lnTo>
                <a:lnTo>
                  <a:pt x="4863751" y="1706066"/>
                </a:lnTo>
                <a:lnTo>
                  <a:pt x="4880877" y="1706093"/>
                </a:lnTo>
                <a:lnTo>
                  <a:pt x="4898003" y="1706118"/>
                </a:lnTo>
                <a:lnTo>
                  <a:pt x="4915129" y="1706141"/>
                </a:lnTo>
                <a:lnTo>
                  <a:pt x="4932255" y="1706163"/>
                </a:lnTo>
                <a:lnTo>
                  <a:pt x="4949381" y="1706183"/>
                </a:lnTo>
                <a:lnTo>
                  <a:pt x="4966507" y="1706202"/>
                </a:lnTo>
                <a:lnTo>
                  <a:pt x="4983632" y="1706220"/>
                </a:lnTo>
                <a:lnTo>
                  <a:pt x="5000758" y="1706236"/>
                </a:lnTo>
                <a:lnTo>
                  <a:pt x="5017884" y="1706252"/>
                </a:lnTo>
                <a:lnTo>
                  <a:pt x="5035010" y="1706266"/>
                </a:lnTo>
                <a:lnTo>
                  <a:pt x="5052136" y="1706280"/>
                </a:lnTo>
                <a:lnTo>
                  <a:pt x="5069262" y="1706292"/>
                </a:lnTo>
                <a:lnTo>
                  <a:pt x="5086388" y="1706304"/>
                </a:lnTo>
                <a:lnTo>
                  <a:pt x="5103514" y="1706315"/>
                </a:lnTo>
                <a:lnTo>
                  <a:pt x="5120640" y="1706325"/>
                </a:lnTo>
                <a:lnTo>
                  <a:pt x="5120640" y="1706460"/>
                </a:lnTo>
                <a:lnTo>
                  <a:pt x="5103514" y="1706460"/>
                </a:lnTo>
                <a:lnTo>
                  <a:pt x="5086388" y="1706460"/>
                </a:lnTo>
                <a:lnTo>
                  <a:pt x="5069262" y="1706460"/>
                </a:lnTo>
                <a:lnTo>
                  <a:pt x="5052136" y="1706460"/>
                </a:lnTo>
                <a:lnTo>
                  <a:pt x="5035010" y="1706460"/>
                </a:lnTo>
                <a:lnTo>
                  <a:pt x="5017884" y="1706460"/>
                </a:lnTo>
                <a:lnTo>
                  <a:pt x="5000758" y="1706460"/>
                </a:lnTo>
                <a:lnTo>
                  <a:pt x="4983632" y="1706460"/>
                </a:lnTo>
                <a:lnTo>
                  <a:pt x="4966507" y="1706460"/>
                </a:lnTo>
                <a:lnTo>
                  <a:pt x="4949381" y="1706460"/>
                </a:lnTo>
                <a:lnTo>
                  <a:pt x="4932255" y="1706460"/>
                </a:lnTo>
                <a:lnTo>
                  <a:pt x="4915129" y="1706460"/>
                </a:lnTo>
                <a:lnTo>
                  <a:pt x="4898003" y="1706460"/>
                </a:lnTo>
                <a:lnTo>
                  <a:pt x="4880877" y="1706460"/>
                </a:lnTo>
                <a:lnTo>
                  <a:pt x="4863751" y="1706460"/>
                </a:lnTo>
                <a:lnTo>
                  <a:pt x="4846625" y="1706460"/>
                </a:lnTo>
                <a:lnTo>
                  <a:pt x="4829499" y="1706460"/>
                </a:lnTo>
                <a:lnTo>
                  <a:pt x="4812374" y="1706460"/>
                </a:lnTo>
                <a:lnTo>
                  <a:pt x="4795248" y="1706460"/>
                </a:lnTo>
                <a:lnTo>
                  <a:pt x="4778122" y="1706460"/>
                </a:lnTo>
                <a:lnTo>
                  <a:pt x="4760996" y="1706460"/>
                </a:lnTo>
                <a:lnTo>
                  <a:pt x="4743870" y="1706460"/>
                </a:lnTo>
                <a:lnTo>
                  <a:pt x="4726744" y="1706460"/>
                </a:lnTo>
                <a:lnTo>
                  <a:pt x="4709618" y="1706460"/>
                </a:lnTo>
                <a:lnTo>
                  <a:pt x="4692492" y="1706460"/>
                </a:lnTo>
                <a:lnTo>
                  <a:pt x="4675366" y="1706460"/>
                </a:lnTo>
                <a:lnTo>
                  <a:pt x="4658241" y="1706460"/>
                </a:lnTo>
                <a:lnTo>
                  <a:pt x="4641115" y="1706460"/>
                </a:lnTo>
                <a:lnTo>
                  <a:pt x="4623989" y="1706460"/>
                </a:lnTo>
                <a:lnTo>
                  <a:pt x="4606863" y="1706460"/>
                </a:lnTo>
                <a:lnTo>
                  <a:pt x="4589737" y="1706460"/>
                </a:lnTo>
                <a:lnTo>
                  <a:pt x="4572611" y="1706460"/>
                </a:lnTo>
                <a:lnTo>
                  <a:pt x="4555485" y="1706460"/>
                </a:lnTo>
                <a:lnTo>
                  <a:pt x="4538359" y="1706460"/>
                </a:lnTo>
                <a:lnTo>
                  <a:pt x="4521233" y="1706460"/>
                </a:lnTo>
                <a:lnTo>
                  <a:pt x="4504108" y="1706460"/>
                </a:lnTo>
                <a:lnTo>
                  <a:pt x="4486982" y="1706460"/>
                </a:lnTo>
                <a:lnTo>
                  <a:pt x="4469856" y="1706460"/>
                </a:lnTo>
                <a:lnTo>
                  <a:pt x="4452730" y="1706460"/>
                </a:lnTo>
                <a:lnTo>
                  <a:pt x="4435604" y="1706460"/>
                </a:lnTo>
                <a:lnTo>
                  <a:pt x="4418478" y="1706460"/>
                </a:lnTo>
                <a:lnTo>
                  <a:pt x="4401352" y="1706460"/>
                </a:lnTo>
                <a:lnTo>
                  <a:pt x="4384226" y="1706460"/>
                </a:lnTo>
                <a:lnTo>
                  <a:pt x="4367101" y="1706460"/>
                </a:lnTo>
                <a:lnTo>
                  <a:pt x="4349975" y="1706460"/>
                </a:lnTo>
                <a:lnTo>
                  <a:pt x="4332849" y="1706460"/>
                </a:lnTo>
                <a:lnTo>
                  <a:pt x="4315723" y="1706460"/>
                </a:lnTo>
                <a:lnTo>
                  <a:pt x="4298597" y="1706460"/>
                </a:lnTo>
                <a:lnTo>
                  <a:pt x="4281471" y="1706460"/>
                </a:lnTo>
                <a:lnTo>
                  <a:pt x="4264345" y="1706460"/>
                </a:lnTo>
                <a:lnTo>
                  <a:pt x="4247219" y="1706460"/>
                </a:lnTo>
                <a:lnTo>
                  <a:pt x="4230093" y="1706460"/>
                </a:lnTo>
                <a:lnTo>
                  <a:pt x="4212968" y="1706460"/>
                </a:lnTo>
                <a:lnTo>
                  <a:pt x="4195842" y="1706460"/>
                </a:lnTo>
                <a:lnTo>
                  <a:pt x="4178716" y="1706460"/>
                </a:lnTo>
                <a:lnTo>
                  <a:pt x="4161590" y="1706460"/>
                </a:lnTo>
                <a:lnTo>
                  <a:pt x="4144464" y="1706460"/>
                </a:lnTo>
                <a:lnTo>
                  <a:pt x="4127338" y="1706460"/>
                </a:lnTo>
                <a:lnTo>
                  <a:pt x="4110212" y="1706460"/>
                </a:lnTo>
                <a:lnTo>
                  <a:pt x="4093086" y="1706460"/>
                </a:lnTo>
                <a:lnTo>
                  <a:pt x="4075960" y="1706460"/>
                </a:lnTo>
                <a:lnTo>
                  <a:pt x="4058835" y="1706460"/>
                </a:lnTo>
                <a:lnTo>
                  <a:pt x="4041709" y="1706460"/>
                </a:lnTo>
                <a:lnTo>
                  <a:pt x="4024583" y="1706460"/>
                </a:lnTo>
                <a:lnTo>
                  <a:pt x="4007457" y="1706460"/>
                </a:lnTo>
                <a:lnTo>
                  <a:pt x="3990331" y="1706460"/>
                </a:lnTo>
                <a:lnTo>
                  <a:pt x="3973205" y="1706460"/>
                </a:lnTo>
                <a:lnTo>
                  <a:pt x="3956079" y="1706460"/>
                </a:lnTo>
                <a:lnTo>
                  <a:pt x="3938953" y="1706460"/>
                </a:lnTo>
                <a:lnTo>
                  <a:pt x="3921827" y="1706460"/>
                </a:lnTo>
                <a:lnTo>
                  <a:pt x="3904702" y="1706460"/>
                </a:lnTo>
                <a:lnTo>
                  <a:pt x="3887576" y="1706460"/>
                </a:lnTo>
                <a:lnTo>
                  <a:pt x="3870450" y="1706460"/>
                </a:lnTo>
                <a:lnTo>
                  <a:pt x="3853324" y="1706460"/>
                </a:lnTo>
                <a:lnTo>
                  <a:pt x="3836198" y="1706460"/>
                </a:lnTo>
                <a:lnTo>
                  <a:pt x="3819072" y="1706460"/>
                </a:lnTo>
                <a:lnTo>
                  <a:pt x="3801946" y="1706460"/>
                </a:lnTo>
                <a:lnTo>
                  <a:pt x="3784820" y="1706460"/>
                </a:lnTo>
                <a:lnTo>
                  <a:pt x="3767694" y="1706460"/>
                </a:lnTo>
                <a:lnTo>
                  <a:pt x="3750569" y="1706460"/>
                </a:lnTo>
                <a:lnTo>
                  <a:pt x="3733443" y="1706460"/>
                </a:lnTo>
                <a:lnTo>
                  <a:pt x="3716317" y="1706460"/>
                </a:lnTo>
                <a:lnTo>
                  <a:pt x="3699191" y="1706460"/>
                </a:lnTo>
                <a:lnTo>
                  <a:pt x="3682065" y="1706460"/>
                </a:lnTo>
                <a:lnTo>
                  <a:pt x="3664939" y="1706460"/>
                </a:lnTo>
                <a:lnTo>
                  <a:pt x="3647813" y="1706460"/>
                </a:lnTo>
                <a:lnTo>
                  <a:pt x="3630687" y="1706460"/>
                </a:lnTo>
                <a:lnTo>
                  <a:pt x="3613562" y="1706460"/>
                </a:lnTo>
                <a:lnTo>
                  <a:pt x="3596436" y="1706460"/>
                </a:lnTo>
                <a:lnTo>
                  <a:pt x="3579310" y="1706460"/>
                </a:lnTo>
                <a:lnTo>
                  <a:pt x="3562184" y="1706460"/>
                </a:lnTo>
                <a:lnTo>
                  <a:pt x="3545058" y="1706460"/>
                </a:lnTo>
                <a:lnTo>
                  <a:pt x="3527932" y="1706460"/>
                </a:lnTo>
                <a:lnTo>
                  <a:pt x="3510806" y="1706460"/>
                </a:lnTo>
                <a:lnTo>
                  <a:pt x="3493680" y="1706460"/>
                </a:lnTo>
                <a:lnTo>
                  <a:pt x="3476554" y="1706460"/>
                </a:lnTo>
                <a:lnTo>
                  <a:pt x="3459429" y="1706460"/>
                </a:lnTo>
                <a:lnTo>
                  <a:pt x="3442303" y="1706460"/>
                </a:lnTo>
                <a:lnTo>
                  <a:pt x="3425177" y="1706460"/>
                </a:lnTo>
                <a:lnTo>
                  <a:pt x="3408051" y="1706460"/>
                </a:lnTo>
                <a:lnTo>
                  <a:pt x="3390925" y="1706460"/>
                </a:lnTo>
                <a:lnTo>
                  <a:pt x="3373799" y="1706460"/>
                </a:lnTo>
                <a:lnTo>
                  <a:pt x="3356673" y="1706460"/>
                </a:lnTo>
                <a:lnTo>
                  <a:pt x="3339547" y="1706460"/>
                </a:lnTo>
                <a:lnTo>
                  <a:pt x="3322421" y="1706460"/>
                </a:lnTo>
                <a:lnTo>
                  <a:pt x="3305296" y="1706460"/>
                </a:lnTo>
                <a:lnTo>
                  <a:pt x="3288170" y="1706460"/>
                </a:lnTo>
                <a:lnTo>
                  <a:pt x="3271044" y="1706460"/>
                </a:lnTo>
                <a:lnTo>
                  <a:pt x="3253918" y="1706460"/>
                </a:lnTo>
                <a:lnTo>
                  <a:pt x="3236792" y="1706460"/>
                </a:lnTo>
                <a:lnTo>
                  <a:pt x="3219666" y="1706460"/>
                </a:lnTo>
                <a:lnTo>
                  <a:pt x="3202540" y="1706460"/>
                </a:lnTo>
                <a:lnTo>
                  <a:pt x="3185414" y="1706460"/>
                </a:lnTo>
                <a:lnTo>
                  <a:pt x="3168288" y="1706460"/>
                </a:lnTo>
                <a:lnTo>
                  <a:pt x="3151163" y="1706460"/>
                </a:lnTo>
                <a:lnTo>
                  <a:pt x="3134037" y="1706460"/>
                </a:lnTo>
                <a:lnTo>
                  <a:pt x="3116911" y="1706460"/>
                </a:lnTo>
                <a:lnTo>
                  <a:pt x="3099785" y="1706460"/>
                </a:lnTo>
                <a:lnTo>
                  <a:pt x="3082659" y="1706460"/>
                </a:lnTo>
                <a:lnTo>
                  <a:pt x="3065533" y="1706460"/>
                </a:lnTo>
                <a:lnTo>
                  <a:pt x="3048407" y="1706460"/>
                </a:lnTo>
                <a:lnTo>
                  <a:pt x="3031281" y="1706460"/>
                </a:lnTo>
                <a:lnTo>
                  <a:pt x="3014155" y="1706460"/>
                </a:lnTo>
                <a:lnTo>
                  <a:pt x="2997030" y="1706460"/>
                </a:lnTo>
                <a:lnTo>
                  <a:pt x="2979904" y="1706460"/>
                </a:lnTo>
                <a:lnTo>
                  <a:pt x="2962778" y="1706460"/>
                </a:lnTo>
                <a:lnTo>
                  <a:pt x="2945652" y="1706460"/>
                </a:lnTo>
                <a:lnTo>
                  <a:pt x="2928526" y="1706460"/>
                </a:lnTo>
                <a:lnTo>
                  <a:pt x="2911400" y="1706460"/>
                </a:lnTo>
                <a:lnTo>
                  <a:pt x="2894274" y="1706460"/>
                </a:lnTo>
                <a:lnTo>
                  <a:pt x="2877148" y="1706460"/>
                </a:lnTo>
                <a:lnTo>
                  <a:pt x="2860023" y="1706460"/>
                </a:lnTo>
                <a:lnTo>
                  <a:pt x="2842897" y="1706460"/>
                </a:lnTo>
                <a:lnTo>
                  <a:pt x="2825771" y="1706460"/>
                </a:lnTo>
                <a:lnTo>
                  <a:pt x="2808645" y="1706460"/>
                </a:lnTo>
                <a:lnTo>
                  <a:pt x="2791519" y="1706460"/>
                </a:lnTo>
                <a:lnTo>
                  <a:pt x="2774393" y="1706460"/>
                </a:lnTo>
                <a:lnTo>
                  <a:pt x="2757267" y="1706460"/>
                </a:lnTo>
                <a:lnTo>
                  <a:pt x="2740141" y="1706460"/>
                </a:lnTo>
                <a:lnTo>
                  <a:pt x="2723015" y="1706460"/>
                </a:lnTo>
                <a:lnTo>
                  <a:pt x="2705890" y="1706460"/>
                </a:lnTo>
                <a:lnTo>
                  <a:pt x="2688764" y="1706460"/>
                </a:lnTo>
                <a:lnTo>
                  <a:pt x="2671638" y="1706460"/>
                </a:lnTo>
                <a:lnTo>
                  <a:pt x="2654512" y="1706460"/>
                </a:lnTo>
                <a:lnTo>
                  <a:pt x="2637386" y="1706460"/>
                </a:lnTo>
                <a:lnTo>
                  <a:pt x="2620260" y="1706460"/>
                </a:lnTo>
                <a:lnTo>
                  <a:pt x="2603134" y="1706460"/>
                </a:lnTo>
                <a:lnTo>
                  <a:pt x="2586008" y="1706460"/>
                </a:lnTo>
                <a:lnTo>
                  <a:pt x="2568882" y="1706460"/>
                </a:lnTo>
                <a:lnTo>
                  <a:pt x="2551757" y="1706460"/>
                </a:lnTo>
                <a:lnTo>
                  <a:pt x="2534631" y="1706460"/>
                </a:lnTo>
                <a:lnTo>
                  <a:pt x="2517505" y="1706460"/>
                </a:lnTo>
                <a:lnTo>
                  <a:pt x="2500379" y="1706460"/>
                </a:lnTo>
                <a:lnTo>
                  <a:pt x="2483253" y="1706460"/>
                </a:lnTo>
                <a:lnTo>
                  <a:pt x="2466127" y="1706460"/>
                </a:lnTo>
                <a:lnTo>
                  <a:pt x="2449001" y="1706460"/>
                </a:lnTo>
                <a:lnTo>
                  <a:pt x="2431875" y="1706460"/>
                </a:lnTo>
                <a:lnTo>
                  <a:pt x="2414749" y="1706460"/>
                </a:lnTo>
                <a:lnTo>
                  <a:pt x="2397624" y="1706460"/>
                </a:lnTo>
                <a:lnTo>
                  <a:pt x="2380498" y="1706460"/>
                </a:lnTo>
                <a:lnTo>
                  <a:pt x="2363372" y="1706460"/>
                </a:lnTo>
                <a:lnTo>
                  <a:pt x="2346246" y="1706460"/>
                </a:lnTo>
                <a:lnTo>
                  <a:pt x="2329120" y="1706460"/>
                </a:lnTo>
                <a:lnTo>
                  <a:pt x="2311994" y="1706460"/>
                </a:lnTo>
                <a:lnTo>
                  <a:pt x="2294868" y="1706460"/>
                </a:lnTo>
                <a:lnTo>
                  <a:pt x="2277742" y="1706460"/>
                </a:lnTo>
                <a:lnTo>
                  <a:pt x="2260616" y="1706460"/>
                </a:lnTo>
                <a:lnTo>
                  <a:pt x="2243491" y="1706460"/>
                </a:lnTo>
                <a:lnTo>
                  <a:pt x="2226365" y="1706460"/>
                </a:lnTo>
                <a:lnTo>
                  <a:pt x="2209239" y="1706460"/>
                </a:lnTo>
                <a:lnTo>
                  <a:pt x="2192113" y="1706460"/>
                </a:lnTo>
                <a:lnTo>
                  <a:pt x="2174987" y="1706460"/>
                </a:lnTo>
                <a:lnTo>
                  <a:pt x="2157861" y="1706460"/>
                </a:lnTo>
                <a:lnTo>
                  <a:pt x="2140735" y="1706460"/>
                </a:lnTo>
                <a:lnTo>
                  <a:pt x="2123609" y="1706460"/>
                </a:lnTo>
                <a:lnTo>
                  <a:pt x="2106484" y="1706460"/>
                </a:lnTo>
                <a:lnTo>
                  <a:pt x="2089358" y="1706460"/>
                </a:lnTo>
                <a:lnTo>
                  <a:pt x="2072232" y="1706460"/>
                </a:lnTo>
                <a:lnTo>
                  <a:pt x="2055106" y="1706460"/>
                </a:lnTo>
                <a:lnTo>
                  <a:pt x="2037980" y="1706460"/>
                </a:lnTo>
                <a:lnTo>
                  <a:pt x="2020854" y="1706460"/>
                </a:lnTo>
                <a:lnTo>
                  <a:pt x="2003728" y="1706460"/>
                </a:lnTo>
                <a:lnTo>
                  <a:pt x="1986602" y="1706460"/>
                </a:lnTo>
                <a:lnTo>
                  <a:pt x="1969476" y="1706460"/>
                </a:lnTo>
                <a:lnTo>
                  <a:pt x="1952351" y="1706460"/>
                </a:lnTo>
                <a:lnTo>
                  <a:pt x="1935225" y="1706460"/>
                </a:lnTo>
                <a:lnTo>
                  <a:pt x="1918099" y="1706460"/>
                </a:lnTo>
                <a:lnTo>
                  <a:pt x="1900973" y="1706460"/>
                </a:lnTo>
                <a:lnTo>
                  <a:pt x="1883847" y="1706460"/>
                </a:lnTo>
                <a:lnTo>
                  <a:pt x="1866721" y="1706460"/>
                </a:lnTo>
                <a:lnTo>
                  <a:pt x="1849595" y="1706460"/>
                </a:lnTo>
                <a:lnTo>
                  <a:pt x="1832469" y="1706460"/>
                </a:lnTo>
                <a:lnTo>
                  <a:pt x="1815343" y="1706460"/>
                </a:lnTo>
                <a:lnTo>
                  <a:pt x="1798218" y="1706460"/>
                </a:lnTo>
                <a:lnTo>
                  <a:pt x="1781092" y="1706460"/>
                </a:lnTo>
                <a:lnTo>
                  <a:pt x="1763966" y="1706460"/>
                </a:lnTo>
                <a:lnTo>
                  <a:pt x="1746840" y="1706460"/>
                </a:lnTo>
                <a:lnTo>
                  <a:pt x="1729714" y="1706460"/>
                </a:lnTo>
                <a:lnTo>
                  <a:pt x="1712588" y="1706460"/>
                </a:lnTo>
                <a:lnTo>
                  <a:pt x="1695462" y="1706460"/>
                </a:lnTo>
                <a:lnTo>
                  <a:pt x="1678336" y="1706460"/>
                </a:lnTo>
                <a:lnTo>
                  <a:pt x="1661210" y="1706460"/>
                </a:lnTo>
                <a:lnTo>
                  <a:pt x="1644085" y="1706460"/>
                </a:lnTo>
                <a:lnTo>
                  <a:pt x="1626959" y="1706460"/>
                </a:lnTo>
                <a:lnTo>
                  <a:pt x="1609833" y="1706460"/>
                </a:lnTo>
                <a:lnTo>
                  <a:pt x="1592707" y="1706460"/>
                </a:lnTo>
                <a:lnTo>
                  <a:pt x="1575581" y="1706460"/>
                </a:lnTo>
                <a:lnTo>
                  <a:pt x="1558455" y="1706460"/>
                </a:lnTo>
                <a:lnTo>
                  <a:pt x="1541329" y="1706460"/>
                </a:lnTo>
                <a:lnTo>
                  <a:pt x="1524203" y="1706460"/>
                </a:lnTo>
                <a:lnTo>
                  <a:pt x="1507077" y="1706460"/>
                </a:lnTo>
                <a:lnTo>
                  <a:pt x="1489952" y="1706460"/>
                </a:lnTo>
                <a:lnTo>
                  <a:pt x="1472826" y="1706460"/>
                </a:lnTo>
                <a:lnTo>
                  <a:pt x="1455700" y="1706460"/>
                </a:lnTo>
                <a:lnTo>
                  <a:pt x="1438574" y="1706460"/>
                </a:lnTo>
                <a:lnTo>
                  <a:pt x="1421448" y="1706460"/>
                </a:lnTo>
                <a:lnTo>
                  <a:pt x="1404322" y="1706460"/>
                </a:lnTo>
                <a:lnTo>
                  <a:pt x="1387196" y="1706460"/>
                </a:lnTo>
                <a:lnTo>
                  <a:pt x="1370070" y="1706460"/>
                </a:lnTo>
                <a:lnTo>
                  <a:pt x="1352945" y="1706460"/>
                </a:lnTo>
                <a:lnTo>
                  <a:pt x="1335819" y="1706460"/>
                </a:lnTo>
                <a:lnTo>
                  <a:pt x="1318693" y="1706460"/>
                </a:lnTo>
                <a:lnTo>
                  <a:pt x="1301567" y="1706460"/>
                </a:lnTo>
                <a:lnTo>
                  <a:pt x="1284441" y="1706460"/>
                </a:lnTo>
                <a:lnTo>
                  <a:pt x="1267315" y="1706460"/>
                </a:lnTo>
                <a:lnTo>
                  <a:pt x="1250189" y="1706460"/>
                </a:lnTo>
                <a:lnTo>
                  <a:pt x="1233063" y="1706460"/>
                </a:lnTo>
                <a:lnTo>
                  <a:pt x="1215937" y="1706460"/>
                </a:lnTo>
                <a:lnTo>
                  <a:pt x="1198812" y="1706460"/>
                </a:lnTo>
                <a:lnTo>
                  <a:pt x="1181686" y="1706460"/>
                </a:lnTo>
                <a:lnTo>
                  <a:pt x="1164560" y="1706460"/>
                </a:lnTo>
                <a:lnTo>
                  <a:pt x="1147434" y="1706460"/>
                </a:lnTo>
                <a:lnTo>
                  <a:pt x="1130308" y="1706460"/>
                </a:lnTo>
                <a:lnTo>
                  <a:pt x="1113182" y="1706460"/>
                </a:lnTo>
                <a:lnTo>
                  <a:pt x="1096056" y="1706460"/>
                </a:lnTo>
                <a:lnTo>
                  <a:pt x="1078930" y="1706460"/>
                </a:lnTo>
                <a:lnTo>
                  <a:pt x="1061804" y="1706460"/>
                </a:lnTo>
                <a:lnTo>
                  <a:pt x="1044679" y="1706460"/>
                </a:lnTo>
                <a:lnTo>
                  <a:pt x="1027553" y="1706460"/>
                </a:lnTo>
                <a:lnTo>
                  <a:pt x="1010427" y="1706460"/>
                </a:lnTo>
                <a:lnTo>
                  <a:pt x="993301" y="1706460"/>
                </a:lnTo>
                <a:lnTo>
                  <a:pt x="976175" y="1706460"/>
                </a:lnTo>
                <a:lnTo>
                  <a:pt x="959049" y="1706460"/>
                </a:lnTo>
                <a:lnTo>
                  <a:pt x="941923" y="1706460"/>
                </a:lnTo>
                <a:lnTo>
                  <a:pt x="924797" y="1706460"/>
                </a:lnTo>
                <a:lnTo>
                  <a:pt x="907671" y="1706460"/>
                </a:lnTo>
                <a:lnTo>
                  <a:pt x="890546" y="1706460"/>
                </a:lnTo>
                <a:lnTo>
                  <a:pt x="873420" y="1706460"/>
                </a:lnTo>
                <a:lnTo>
                  <a:pt x="856294" y="1706460"/>
                </a:lnTo>
                <a:lnTo>
                  <a:pt x="839168" y="1706460"/>
                </a:lnTo>
                <a:lnTo>
                  <a:pt x="822042" y="1706460"/>
                </a:lnTo>
                <a:lnTo>
                  <a:pt x="804916" y="1706460"/>
                </a:lnTo>
                <a:lnTo>
                  <a:pt x="787790" y="1706460"/>
                </a:lnTo>
                <a:lnTo>
                  <a:pt x="770664" y="1706460"/>
                </a:lnTo>
                <a:lnTo>
                  <a:pt x="753538" y="1706460"/>
                </a:lnTo>
                <a:lnTo>
                  <a:pt x="736413" y="1706460"/>
                </a:lnTo>
                <a:lnTo>
                  <a:pt x="719287" y="1706460"/>
                </a:lnTo>
                <a:lnTo>
                  <a:pt x="702161" y="1706460"/>
                </a:lnTo>
                <a:lnTo>
                  <a:pt x="685035" y="1706460"/>
                </a:lnTo>
                <a:lnTo>
                  <a:pt x="667909" y="1706460"/>
                </a:lnTo>
                <a:lnTo>
                  <a:pt x="650783" y="1706460"/>
                </a:lnTo>
                <a:lnTo>
                  <a:pt x="633657" y="1706460"/>
                </a:lnTo>
                <a:lnTo>
                  <a:pt x="616531" y="1706460"/>
                </a:lnTo>
                <a:lnTo>
                  <a:pt x="599406" y="1706460"/>
                </a:lnTo>
                <a:lnTo>
                  <a:pt x="582280" y="1706460"/>
                </a:lnTo>
                <a:lnTo>
                  <a:pt x="565154" y="1706460"/>
                </a:lnTo>
                <a:lnTo>
                  <a:pt x="548028" y="1706460"/>
                </a:lnTo>
                <a:lnTo>
                  <a:pt x="530902" y="1706460"/>
                </a:lnTo>
                <a:lnTo>
                  <a:pt x="513776" y="1706460"/>
                </a:lnTo>
                <a:lnTo>
                  <a:pt x="496650" y="1706460"/>
                </a:lnTo>
                <a:lnTo>
                  <a:pt x="479524" y="1706460"/>
                </a:lnTo>
                <a:lnTo>
                  <a:pt x="462398" y="1706460"/>
                </a:lnTo>
                <a:lnTo>
                  <a:pt x="445273" y="1706460"/>
                </a:lnTo>
                <a:lnTo>
                  <a:pt x="428147" y="1706460"/>
                </a:lnTo>
                <a:lnTo>
                  <a:pt x="411021" y="1706460"/>
                </a:lnTo>
                <a:lnTo>
                  <a:pt x="393895" y="1706460"/>
                </a:lnTo>
                <a:lnTo>
                  <a:pt x="376769" y="1706460"/>
                </a:lnTo>
                <a:lnTo>
                  <a:pt x="359643" y="1706460"/>
                </a:lnTo>
                <a:lnTo>
                  <a:pt x="342517" y="1706460"/>
                </a:lnTo>
                <a:lnTo>
                  <a:pt x="325391" y="1706460"/>
                </a:lnTo>
                <a:lnTo>
                  <a:pt x="308265" y="1706460"/>
                </a:lnTo>
                <a:lnTo>
                  <a:pt x="291140" y="1706460"/>
                </a:lnTo>
                <a:lnTo>
                  <a:pt x="274014" y="1706460"/>
                </a:lnTo>
                <a:lnTo>
                  <a:pt x="256888" y="1706460"/>
                </a:lnTo>
                <a:lnTo>
                  <a:pt x="239762" y="1706460"/>
                </a:lnTo>
                <a:lnTo>
                  <a:pt x="222636" y="1706460"/>
                </a:lnTo>
                <a:lnTo>
                  <a:pt x="205510" y="1706460"/>
                </a:lnTo>
                <a:lnTo>
                  <a:pt x="188384" y="1706460"/>
                </a:lnTo>
                <a:lnTo>
                  <a:pt x="171258" y="1706460"/>
                </a:lnTo>
                <a:lnTo>
                  <a:pt x="154132" y="1706460"/>
                </a:lnTo>
                <a:lnTo>
                  <a:pt x="137007" y="1706460"/>
                </a:lnTo>
                <a:lnTo>
                  <a:pt x="119881" y="1706460"/>
                </a:lnTo>
                <a:lnTo>
                  <a:pt x="102755" y="1706460"/>
                </a:lnTo>
                <a:lnTo>
                  <a:pt x="85629" y="1706460"/>
                </a:lnTo>
                <a:lnTo>
                  <a:pt x="68503" y="1706460"/>
                </a:lnTo>
                <a:lnTo>
                  <a:pt x="51377" y="1706460"/>
                </a:lnTo>
                <a:lnTo>
                  <a:pt x="34251" y="1706460"/>
                </a:lnTo>
                <a:lnTo>
                  <a:pt x="17125" y="1706460"/>
                </a:lnTo>
                <a:lnTo>
                  <a:pt x="0" y="1706460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02 polygon 31" descr="sci-ppt:o031"/>
          <p:cNvSpPr/>
          <p:nvPr/>
        </p:nvSpPr>
        <p:spPr>
          <a:xfrm>
            <a:off x="868680" y="3322740"/>
            <a:ext cx="5120640" cy="1706460"/>
          </a:xfrm>
          <a:custGeom>
            <a:avLst/>
            <a:gdLst/>
            <a:ahLst/>
            <a:cxnLst/>
            <a:rect l="l" t="t" r="r" b="b"/>
            <a:pathLst>
              <a:path w="5120640" h="1706460">
                <a:moveTo>
                  <a:pt x="0" y="1706460"/>
                </a:moveTo>
                <a:lnTo>
                  <a:pt x="34251" y="1616172"/>
                </a:lnTo>
                <a:lnTo>
                  <a:pt x="68503" y="1526163"/>
                </a:lnTo>
                <a:lnTo>
                  <a:pt x="102755" y="1436711"/>
                </a:lnTo>
                <a:lnTo>
                  <a:pt x="137007" y="1348090"/>
                </a:lnTo>
                <a:lnTo>
                  <a:pt x="171258" y="1260571"/>
                </a:lnTo>
                <a:lnTo>
                  <a:pt x="205510" y="1174418"/>
                </a:lnTo>
                <a:lnTo>
                  <a:pt x="239762" y="1089890"/>
                </a:lnTo>
                <a:lnTo>
                  <a:pt x="274014" y="1007235"/>
                </a:lnTo>
                <a:lnTo>
                  <a:pt x="308265" y="926695"/>
                </a:lnTo>
                <a:lnTo>
                  <a:pt x="342517" y="848498"/>
                </a:lnTo>
                <a:lnTo>
                  <a:pt x="376769" y="772862"/>
                </a:lnTo>
                <a:lnTo>
                  <a:pt x="411021" y="699992"/>
                </a:lnTo>
                <a:lnTo>
                  <a:pt x="445273" y="630079"/>
                </a:lnTo>
                <a:lnTo>
                  <a:pt x="479524" y="563301"/>
                </a:lnTo>
                <a:lnTo>
                  <a:pt x="513776" y="499818"/>
                </a:lnTo>
                <a:lnTo>
                  <a:pt x="548028" y="439777"/>
                </a:lnTo>
                <a:lnTo>
                  <a:pt x="582280" y="383308"/>
                </a:lnTo>
                <a:lnTo>
                  <a:pt x="616531" y="330523"/>
                </a:lnTo>
                <a:lnTo>
                  <a:pt x="650783" y="281518"/>
                </a:lnTo>
                <a:lnTo>
                  <a:pt x="685035" y="236371"/>
                </a:lnTo>
                <a:lnTo>
                  <a:pt x="719287" y="195145"/>
                </a:lnTo>
                <a:lnTo>
                  <a:pt x="753538" y="157882"/>
                </a:lnTo>
                <a:lnTo>
                  <a:pt x="787790" y="124611"/>
                </a:lnTo>
                <a:lnTo>
                  <a:pt x="822042" y="95342"/>
                </a:lnTo>
                <a:lnTo>
                  <a:pt x="856294" y="70067"/>
                </a:lnTo>
                <a:lnTo>
                  <a:pt x="890546" y="48765"/>
                </a:lnTo>
                <a:lnTo>
                  <a:pt x="924797" y="31397"/>
                </a:lnTo>
                <a:lnTo>
                  <a:pt x="959049" y="17911"/>
                </a:lnTo>
                <a:lnTo>
                  <a:pt x="993301" y="8238"/>
                </a:lnTo>
                <a:lnTo>
                  <a:pt x="1027553" y="2299"/>
                </a:lnTo>
                <a:lnTo>
                  <a:pt x="1061804" y="0"/>
                </a:lnTo>
                <a:lnTo>
                  <a:pt x="1096056" y="1234"/>
                </a:lnTo>
                <a:lnTo>
                  <a:pt x="1130308" y="5885"/>
                </a:lnTo>
                <a:lnTo>
                  <a:pt x="1164560" y="13826"/>
                </a:lnTo>
                <a:lnTo>
                  <a:pt x="1198812" y="24923"/>
                </a:lnTo>
                <a:lnTo>
                  <a:pt x="1233063" y="39030"/>
                </a:lnTo>
                <a:lnTo>
                  <a:pt x="1267315" y="55996"/>
                </a:lnTo>
                <a:lnTo>
                  <a:pt x="1301567" y="75666"/>
                </a:lnTo>
                <a:lnTo>
                  <a:pt x="1335819" y="97875"/>
                </a:lnTo>
                <a:lnTo>
                  <a:pt x="1370070" y="122460"/>
                </a:lnTo>
                <a:lnTo>
                  <a:pt x="1404322" y="149249"/>
                </a:lnTo>
                <a:lnTo>
                  <a:pt x="1438574" y="178073"/>
                </a:lnTo>
                <a:lnTo>
                  <a:pt x="1472826" y="208758"/>
                </a:lnTo>
                <a:lnTo>
                  <a:pt x="1507077" y="241132"/>
                </a:lnTo>
                <a:lnTo>
                  <a:pt x="1541329" y="275023"/>
                </a:lnTo>
                <a:lnTo>
                  <a:pt x="1575581" y="310261"/>
                </a:lnTo>
                <a:lnTo>
                  <a:pt x="1609833" y="346678"/>
                </a:lnTo>
                <a:lnTo>
                  <a:pt x="1644085" y="384108"/>
                </a:lnTo>
                <a:lnTo>
                  <a:pt x="1678336" y="422390"/>
                </a:lnTo>
                <a:lnTo>
                  <a:pt x="1712588" y="461368"/>
                </a:lnTo>
                <a:lnTo>
                  <a:pt x="1746840" y="500888"/>
                </a:lnTo>
                <a:lnTo>
                  <a:pt x="1781092" y="540806"/>
                </a:lnTo>
                <a:lnTo>
                  <a:pt x="1815343" y="580979"/>
                </a:lnTo>
                <a:lnTo>
                  <a:pt x="1849595" y="621274"/>
                </a:lnTo>
                <a:lnTo>
                  <a:pt x="1883847" y="661562"/>
                </a:lnTo>
                <a:lnTo>
                  <a:pt x="1918099" y="701724"/>
                </a:lnTo>
                <a:lnTo>
                  <a:pt x="1952351" y="741645"/>
                </a:lnTo>
                <a:lnTo>
                  <a:pt x="1986602" y="781220"/>
                </a:lnTo>
                <a:lnTo>
                  <a:pt x="2020854" y="820349"/>
                </a:lnTo>
                <a:lnTo>
                  <a:pt x="2055106" y="858941"/>
                </a:lnTo>
                <a:lnTo>
                  <a:pt x="2089358" y="896913"/>
                </a:lnTo>
                <a:lnTo>
                  <a:pt x="2123609" y="934187"/>
                </a:lnTo>
                <a:lnTo>
                  <a:pt x="2157861" y="970696"/>
                </a:lnTo>
                <a:lnTo>
                  <a:pt x="2192113" y="1006377"/>
                </a:lnTo>
                <a:lnTo>
                  <a:pt x="2226365" y="1041177"/>
                </a:lnTo>
                <a:lnTo>
                  <a:pt x="2260616" y="1075048"/>
                </a:lnTo>
                <a:lnTo>
                  <a:pt x="2294868" y="1107950"/>
                </a:lnTo>
                <a:lnTo>
                  <a:pt x="2329120" y="1139847"/>
                </a:lnTo>
                <a:lnTo>
                  <a:pt x="2363372" y="1170714"/>
                </a:lnTo>
                <a:lnTo>
                  <a:pt x="2397624" y="1200527"/>
                </a:lnTo>
                <a:lnTo>
                  <a:pt x="2431875" y="1229271"/>
                </a:lnTo>
                <a:lnTo>
                  <a:pt x="2466127" y="1256934"/>
                </a:lnTo>
                <a:lnTo>
                  <a:pt x="2500379" y="1283512"/>
                </a:lnTo>
                <a:lnTo>
                  <a:pt x="2534631" y="1309003"/>
                </a:lnTo>
                <a:lnTo>
                  <a:pt x="2568882" y="1333411"/>
                </a:lnTo>
                <a:lnTo>
                  <a:pt x="2603134" y="1356742"/>
                </a:lnTo>
                <a:lnTo>
                  <a:pt x="2637386" y="1379009"/>
                </a:lnTo>
                <a:lnTo>
                  <a:pt x="2671638" y="1400226"/>
                </a:lnTo>
                <a:lnTo>
                  <a:pt x="2705890" y="1420410"/>
                </a:lnTo>
                <a:lnTo>
                  <a:pt x="2740141" y="1439582"/>
                </a:lnTo>
                <a:lnTo>
                  <a:pt x="2774393" y="1457764"/>
                </a:lnTo>
                <a:lnTo>
                  <a:pt x="2808645" y="1474982"/>
                </a:lnTo>
                <a:lnTo>
                  <a:pt x="2842897" y="1491262"/>
                </a:lnTo>
                <a:lnTo>
                  <a:pt x="2877148" y="1506631"/>
                </a:lnTo>
                <a:lnTo>
                  <a:pt x="2911400" y="1521121"/>
                </a:lnTo>
                <a:lnTo>
                  <a:pt x="2945652" y="1534761"/>
                </a:lnTo>
                <a:lnTo>
                  <a:pt x="2979904" y="1547582"/>
                </a:lnTo>
                <a:lnTo>
                  <a:pt x="3014155" y="1559617"/>
                </a:lnTo>
                <a:lnTo>
                  <a:pt x="3048407" y="1570897"/>
                </a:lnTo>
                <a:lnTo>
                  <a:pt x="3082659" y="1581456"/>
                </a:lnTo>
                <a:lnTo>
                  <a:pt x="3116911" y="1591325"/>
                </a:lnTo>
                <a:lnTo>
                  <a:pt x="3151163" y="1600538"/>
                </a:lnTo>
                <a:lnTo>
                  <a:pt x="3185414" y="1609124"/>
                </a:lnTo>
                <a:lnTo>
                  <a:pt x="3219666" y="1617118"/>
                </a:lnTo>
                <a:lnTo>
                  <a:pt x="3253918" y="1624548"/>
                </a:lnTo>
                <a:lnTo>
                  <a:pt x="3288170" y="1631447"/>
                </a:lnTo>
                <a:lnTo>
                  <a:pt x="3322421" y="1637842"/>
                </a:lnTo>
                <a:lnTo>
                  <a:pt x="3356673" y="1643764"/>
                </a:lnTo>
                <a:lnTo>
                  <a:pt x="3390925" y="1649240"/>
                </a:lnTo>
                <a:lnTo>
                  <a:pt x="3425177" y="1654296"/>
                </a:lnTo>
                <a:lnTo>
                  <a:pt x="3459429" y="1658959"/>
                </a:lnTo>
                <a:lnTo>
                  <a:pt x="3493680" y="1663255"/>
                </a:lnTo>
                <a:lnTo>
                  <a:pt x="3527932" y="1667206"/>
                </a:lnTo>
                <a:lnTo>
                  <a:pt x="3562184" y="1670836"/>
                </a:lnTo>
                <a:lnTo>
                  <a:pt x="3596436" y="1674166"/>
                </a:lnTo>
                <a:lnTo>
                  <a:pt x="3630687" y="1677218"/>
                </a:lnTo>
                <a:lnTo>
                  <a:pt x="3664939" y="1680011"/>
                </a:lnTo>
                <a:lnTo>
                  <a:pt x="3699191" y="1682565"/>
                </a:lnTo>
                <a:lnTo>
                  <a:pt x="3733443" y="1684895"/>
                </a:lnTo>
                <a:lnTo>
                  <a:pt x="3767694" y="1687020"/>
                </a:lnTo>
                <a:lnTo>
                  <a:pt x="3801946" y="1688956"/>
                </a:lnTo>
                <a:lnTo>
                  <a:pt x="3836198" y="1690716"/>
                </a:lnTo>
                <a:lnTo>
                  <a:pt x="3870450" y="1692314"/>
                </a:lnTo>
                <a:lnTo>
                  <a:pt x="3904702" y="1693765"/>
                </a:lnTo>
                <a:lnTo>
                  <a:pt x="3938953" y="1695079"/>
                </a:lnTo>
                <a:lnTo>
                  <a:pt x="3973205" y="1696269"/>
                </a:lnTo>
                <a:lnTo>
                  <a:pt x="4007457" y="1697344"/>
                </a:lnTo>
                <a:lnTo>
                  <a:pt x="4041709" y="1698315"/>
                </a:lnTo>
                <a:lnTo>
                  <a:pt x="4075960" y="1699190"/>
                </a:lnTo>
                <a:lnTo>
                  <a:pt x="4110212" y="1699979"/>
                </a:lnTo>
                <a:lnTo>
                  <a:pt x="4144464" y="1700688"/>
                </a:lnTo>
                <a:lnTo>
                  <a:pt x="4178716" y="1701326"/>
                </a:lnTo>
                <a:lnTo>
                  <a:pt x="4212968" y="1701898"/>
                </a:lnTo>
                <a:lnTo>
                  <a:pt x="4247219" y="1702410"/>
                </a:lnTo>
                <a:lnTo>
                  <a:pt x="4281471" y="1702869"/>
                </a:lnTo>
                <a:lnTo>
                  <a:pt x="4315723" y="1703280"/>
                </a:lnTo>
                <a:lnTo>
                  <a:pt x="4349975" y="1703646"/>
                </a:lnTo>
                <a:lnTo>
                  <a:pt x="4384226" y="1703973"/>
                </a:lnTo>
                <a:lnTo>
                  <a:pt x="4418478" y="1704265"/>
                </a:lnTo>
                <a:lnTo>
                  <a:pt x="4452730" y="1704524"/>
                </a:lnTo>
                <a:lnTo>
                  <a:pt x="4486982" y="1704755"/>
                </a:lnTo>
                <a:lnTo>
                  <a:pt x="4521233" y="1704960"/>
                </a:lnTo>
                <a:lnTo>
                  <a:pt x="4555485" y="1705141"/>
                </a:lnTo>
                <a:lnTo>
                  <a:pt x="4589737" y="1705302"/>
                </a:lnTo>
                <a:lnTo>
                  <a:pt x="4623989" y="1705444"/>
                </a:lnTo>
                <a:lnTo>
                  <a:pt x="4658241" y="1705570"/>
                </a:lnTo>
                <a:lnTo>
                  <a:pt x="4692492" y="1705681"/>
                </a:lnTo>
                <a:lnTo>
                  <a:pt x="4726744" y="1705779"/>
                </a:lnTo>
                <a:lnTo>
                  <a:pt x="4760996" y="1705865"/>
                </a:lnTo>
                <a:lnTo>
                  <a:pt x="4795248" y="1705941"/>
                </a:lnTo>
                <a:lnTo>
                  <a:pt x="4829499" y="1706008"/>
                </a:lnTo>
                <a:lnTo>
                  <a:pt x="4863751" y="1706066"/>
                </a:lnTo>
                <a:lnTo>
                  <a:pt x="4898003" y="1706118"/>
                </a:lnTo>
                <a:lnTo>
                  <a:pt x="4932255" y="1706163"/>
                </a:lnTo>
                <a:lnTo>
                  <a:pt x="4966507" y="1706202"/>
                </a:lnTo>
                <a:lnTo>
                  <a:pt x="5000758" y="1706236"/>
                </a:lnTo>
                <a:lnTo>
                  <a:pt x="5035010" y="1706266"/>
                </a:lnTo>
                <a:lnTo>
                  <a:pt x="5069262" y="1706292"/>
                </a:lnTo>
                <a:lnTo>
                  <a:pt x="5103514" y="1706315"/>
                </a:lnTo>
                <a:lnTo>
                  <a:pt x="5120640" y="170632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2-E02 line 32" descr="sci-ppt:o032"/>
          <p:cNvCxnSpPr/>
          <p:nvPr/>
        </p:nvCxnSpPr>
        <p:spPr>
          <a:xfrm>
            <a:off x="193548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5" name="C2-E02 text 33" descr="sci-ppt:o033"/>
          <p:cNvSpPr txBox="1"/>
          <p:nvPr/>
        </p:nvSpPr>
        <p:spPr>
          <a:xfrm>
            <a:off x="2045208" y="1607233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peak ring at r = w/2</a:t>
            </a:r>
          </a:p>
        </p:txBody>
      </p:sp>
      <p:sp>
        <p:nvSpPr>
          <p:cNvPr id="36" name="C2-E02 text 34" descr="sci-ppt:o034"/>
          <p:cNvSpPr txBox="1"/>
          <p:nvPr/>
        </p:nvSpPr>
        <p:spPr>
          <a:xfrm>
            <a:off x="3288792" y="3249636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area under the curve = E_L</a:t>
            </a:r>
          </a:p>
        </p:txBody>
      </p:sp>
      <p:cxnSp>
        <p:nvCxnSpPr>
          <p:cNvPr id="37" name="C2-E02 line 35" descr="sci-ppt:o035"/>
          <p:cNvCxnSpPr/>
          <p:nvPr/>
        </p:nvCxnSpPr>
        <p:spPr>
          <a:xfrm>
            <a:off x="6675120" y="5029200"/>
            <a:ext cx="512063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8" name="C2-E02 line 36" descr="sci-ppt:o036"/>
          <p:cNvCxnSpPr/>
          <p:nvPr/>
        </p:nvCxnSpPr>
        <p:spPr>
          <a:xfrm>
            <a:off x="667512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9" name="C2-E02 line 37" descr="sci-ppt:o037"/>
          <p:cNvCxnSpPr/>
          <p:nvPr/>
        </p:nvCxnSpPr>
        <p:spPr>
          <a:xfrm>
            <a:off x="6675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2 line 38" descr="sci-ppt:o038"/>
          <p:cNvCxnSpPr/>
          <p:nvPr/>
        </p:nvCxnSpPr>
        <p:spPr>
          <a:xfrm>
            <a:off x="66751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2 text 39" descr="sci-ppt:o039"/>
          <p:cNvSpPr txBox="1"/>
          <p:nvPr/>
        </p:nvSpPr>
        <p:spPr>
          <a:xfrm>
            <a:off x="6217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42" name="C2-E02 line 40" descr="sci-ppt:o040"/>
          <p:cNvCxnSpPr/>
          <p:nvPr/>
        </p:nvCxnSpPr>
        <p:spPr>
          <a:xfrm>
            <a:off x="774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2 line 41" descr="sci-ppt:o041"/>
          <p:cNvCxnSpPr/>
          <p:nvPr/>
        </p:nvCxnSpPr>
        <p:spPr>
          <a:xfrm>
            <a:off x="774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2 text 42" descr="sci-ppt:o042"/>
          <p:cNvSpPr txBox="1"/>
          <p:nvPr/>
        </p:nvSpPr>
        <p:spPr>
          <a:xfrm>
            <a:off x="728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5" name="C2-E02 line 43" descr="sci-ppt:o043"/>
          <p:cNvCxnSpPr/>
          <p:nvPr/>
        </p:nvCxnSpPr>
        <p:spPr>
          <a:xfrm>
            <a:off x="8808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2 line 44" descr="sci-ppt:o044"/>
          <p:cNvCxnSpPr/>
          <p:nvPr/>
        </p:nvCxnSpPr>
        <p:spPr>
          <a:xfrm>
            <a:off x="88087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2 text 45" descr="sci-ppt:o045"/>
          <p:cNvSpPr txBox="1"/>
          <p:nvPr/>
        </p:nvSpPr>
        <p:spPr>
          <a:xfrm>
            <a:off x="8351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48" name="C2-E02 line 46" descr="sci-ppt:o046"/>
          <p:cNvCxnSpPr/>
          <p:nvPr/>
        </p:nvCxnSpPr>
        <p:spPr>
          <a:xfrm>
            <a:off x="9875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2 line 47" descr="sci-ppt:o047"/>
          <p:cNvCxnSpPr/>
          <p:nvPr/>
        </p:nvCxnSpPr>
        <p:spPr>
          <a:xfrm>
            <a:off x="9875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2-E02 text 48" descr="sci-ppt:o048"/>
          <p:cNvSpPr txBox="1"/>
          <p:nvPr/>
        </p:nvSpPr>
        <p:spPr>
          <a:xfrm>
            <a:off x="9418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51" name="C2-E02 line 49" descr="sci-ppt:o049"/>
          <p:cNvCxnSpPr/>
          <p:nvPr/>
        </p:nvCxnSpPr>
        <p:spPr>
          <a:xfrm>
            <a:off x="10942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2-E02 line 50" descr="sci-ppt:o050"/>
          <p:cNvCxnSpPr/>
          <p:nvPr/>
        </p:nvCxnSpPr>
        <p:spPr>
          <a:xfrm>
            <a:off x="10942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2-E02 text 51" descr="sci-ppt:o051"/>
          <p:cNvSpPr txBox="1"/>
          <p:nvPr/>
        </p:nvSpPr>
        <p:spPr>
          <a:xfrm>
            <a:off x="10485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54" name="C2-E02 line 52" descr="sci-ppt:o052"/>
          <p:cNvCxnSpPr/>
          <p:nvPr/>
        </p:nvCxnSpPr>
        <p:spPr>
          <a:xfrm>
            <a:off x="66111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5" name="C2-E02 line 53" descr="sci-ppt:o053"/>
          <p:cNvCxnSpPr/>
          <p:nvPr/>
        </p:nvCxnSpPr>
        <p:spPr>
          <a:xfrm>
            <a:off x="661111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02 line 54" descr="sci-ppt:o054"/>
          <p:cNvCxnSpPr/>
          <p:nvPr/>
        </p:nvCxnSpPr>
        <p:spPr>
          <a:xfrm>
            <a:off x="6675120" y="4158342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02 text 55" descr="sci-ppt:o055"/>
          <p:cNvSpPr txBox="1"/>
          <p:nvPr/>
        </p:nvSpPr>
        <p:spPr>
          <a:xfrm>
            <a:off x="580644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8" name="C2-E02 line 56" descr="sci-ppt:o056"/>
          <p:cNvCxnSpPr/>
          <p:nvPr/>
        </p:nvCxnSpPr>
        <p:spPr>
          <a:xfrm>
            <a:off x="661111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2-E02 line 57" descr="sci-ppt:o057"/>
          <p:cNvCxnSpPr/>
          <p:nvPr/>
        </p:nvCxnSpPr>
        <p:spPr>
          <a:xfrm>
            <a:off x="6675120" y="3287485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2-E02 text 58" descr="sci-ppt:o058"/>
          <p:cNvSpPr txBox="1"/>
          <p:nvPr/>
        </p:nvSpPr>
        <p:spPr>
          <a:xfrm>
            <a:off x="580644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61" name="C2-E02 line 59" descr="sci-ppt:o059"/>
          <p:cNvCxnSpPr/>
          <p:nvPr/>
        </p:nvCxnSpPr>
        <p:spPr>
          <a:xfrm>
            <a:off x="661111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2" name="C2-E02 line 60" descr="sci-ppt:o060"/>
          <p:cNvCxnSpPr/>
          <p:nvPr/>
        </p:nvCxnSpPr>
        <p:spPr>
          <a:xfrm>
            <a:off x="6675120" y="2416628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3" name="C2-E02 text 61" descr="sci-ppt:o061"/>
          <p:cNvSpPr txBox="1"/>
          <p:nvPr/>
        </p:nvSpPr>
        <p:spPr>
          <a:xfrm>
            <a:off x="580644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64" name="C2-E02 line 62" descr="sci-ppt:o062"/>
          <p:cNvCxnSpPr/>
          <p:nvPr/>
        </p:nvCxnSpPr>
        <p:spPr>
          <a:xfrm>
            <a:off x="661111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5" name="C2-E02 line 63" descr="sci-ppt:o063"/>
          <p:cNvCxnSpPr/>
          <p:nvPr/>
        </p:nvCxnSpPr>
        <p:spPr>
          <a:xfrm>
            <a:off x="6675120" y="1545771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6" name="C2-E02 text 64" descr="sci-ppt:o064"/>
          <p:cNvSpPr txBox="1"/>
          <p:nvPr/>
        </p:nvSpPr>
        <p:spPr>
          <a:xfrm>
            <a:off x="580644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7" name="C2-E02 text 65" descr="sci-ppt:o065"/>
          <p:cNvSpPr txBox="1"/>
          <p:nvPr/>
        </p:nvSpPr>
        <p:spPr>
          <a:xfrm>
            <a:off x="6675120" y="531266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w</a:t>
            </a:r>
          </a:p>
        </p:txBody>
      </p:sp>
      <p:sp>
        <p:nvSpPr>
          <p:cNvPr id="68" name="C2-E02 text 66" descr="sci-ppt:o066"/>
          <p:cNvSpPr txBox="1"/>
          <p:nvPr/>
        </p:nvSpPr>
        <p:spPr>
          <a:xfrm>
            <a:off x="612648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inside r  /  E_L</a:t>
            </a:r>
          </a:p>
        </p:txBody>
      </p:sp>
      <p:sp>
        <p:nvSpPr>
          <p:cNvPr id="69" name="C2-E02 polygon 67" descr="sci-ppt:o067"/>
          <p:cNvSpPr/>
          <p:nvPr/>
        </p:nvSpPr>
        <p:spPr>
          <a:xfrm>
            <a:off x="6675120" y="1545806"/>
            <a:ext cx="5120639" cy="3483394"/>
          </a:xfrm>
          <a:custGeom>
            <a:avLst/>
            <a:gdLst/>
            <a:ahLst/>
            <a:cxnLst/>
            <a:rect l="l" t="t" r="r" b="b"/>
            <a:pathLst>
              <a:path w="5120639" h="3483394">
                <a:moveTo>
                  <a:pt x="0" y="3483394"/>
                </a:moveTo>
                <a:lnTo>
                  <a:pt x="34251" y="3481598"/>
                </a:lnTo>
                <a:lnTo>
                  <a:pt x="68503" y="3476219"/>
                </a:lnTo>
                <a:lnTo>
                  <a:pt x="102755" y="3467272"/>
                </a:lnTo>
                <a:lnTo>
                  <a:pt x="137007" y="3454784"/>
                </a:lnTo>
                <a:lnTo>
                  <a:pt x="171258" y="3438795"/>
                </a:lnTo>
                <a:lnTo>
                  <a:pt x="205510" y="3419353"/>
                </a:lnTo>
                <a:lnTo>
                  <a:pt x="239762" y="3396517"/>
                </a:lnTo>
                <a:lnTo>
                  <a:pt x="274014" y="3370358"/>
                </a:lnTo>
                <a:lnTo>
                  <a:pt x="308265" y="3340955"/>
                </a:lnTo>
                <a:lnTo>
                  <a:pt x="342517" y="3308396"/>
                </a:lnTo>
                <a:lnTo>
                  <a:pt x="376769" y="3272778"/>
                </a:lnTo>
                <a:lnTo>
                  <a:pt x="411021" y="3234208"/>
                </a:lnTo>
                <a:lnTo>
                  <a:pt x="445273" y="3192800"/>
                </a:lnTo>
                <a:lnTo>
                  <a:pt x="479524" y="3148674"/>
                </a:lnTo>
                <a:lnTo>
                  <a:pt x="513776" y="3101959"/>
                </a:lnTo>
                <a:lnTo>
                  <a:pt x="548028" y="3052788"/>
                </a:lnTo>
                <a:lnTo>
                  <a:pt x="582280" y="3001301"/>
                </a:lnTo>
                <a:lnTo>
                  <a:pt x="616531" y="2947642"/>
                </a:lnTo>
                <a:lnTo>
                  <a:pt x="650783" y="2891960"/>
                </a:lnTo>
                <a:lnTo>
                  <a:pt x="685035" y="2834406"/>
                </a:lnTo>
                <a:lnTo>
                  <a:pt x="719287" y="2775135"/>
                </a:lnTo>
                <a:lnTo>
                  <a:pt x="753538" y="2714305"/>
                </a:lnTo>
                <a:lnTo>
                  <a:pt x="787790" y="2652072"/>
                </a:lnTo>
                <a:lnTo>
                  <a:pt x="822042" y="2588596"/>
                </a:lnTo>
                <a:lnTo>
                  <a:pt x="856294" y="2524036"/>
                </a:lnTo>
                <a:lnTo>
                  <a:pt x="890546" y="2458550"/>
                </a:lnTo>
                <a:lnTo>
                  <a:pt x="924797" y="2392296"/>
                </a:lnTo>
                <a:lnTo>
                  <a:pt x="959049" y="2325429"/>
                </a:lnTo>
                <a:lnTo>
                  <a:pt x="993301" y="2258102"/>
                </a:lnTo>
                <a:lnTo>
                  <a:pt x="1027553" y="2190464"/>
                </a:lnTo>
                <a:lnTo>
                  <a:pt x="1061804" y="2122664"/>
                </a:lnTo>
                <a:lnTo>
                  <a:pt x="1096056" y="2054842"/>
                </a:lnTo>
                <a:lnTo>
                  <a:pt x="1130308" y="1987138"/>
                </a:lnTo>
                <a:lnTo>
                  <a:pt x="1164560" y="1919685"/>
                </a:lnTo>
                <a:lnTo>
                  <a:pt x="1198812" y="1852611"/>
                </a:lnTo>
                <a:lnTo>
                  <a:pt x="1233063" y="1786038"/>
                </a:lnTo>
                <a:lnTo>
                  <a:pt x="1267315" y="1720083"/>
                </a:lnTo>
                <a:lnTo>
                  <a:pt x="1301567" y="1654856"/>
                </a:lnTo>
                <a:lnTo>
                  <a:pt x="1335819" y="1590463"/>
                </a:lnTo>
                <a:lnTo>
                  <a:pt x="1370070" y="1527000"/>
                </a:lnTo>
                <a:lnTo>
                  <a:pt x="1404322" y="1464559"/>
                </a:lnTo>
                <a:lnTo>
                  <a:pt x="1438574" y="1403224"/>
                </a:lnTo>
                <a:lnTo>
                  <a:pt x="1472826" y="1343073"/>
                </a:lnTo>
                <a:lnTo>
                  <a:pt x="1507077" y="1284175"/>
                </a:lnTo>
                <a:lnTo>
                  <a:pt x="1541329" y="1226595"/>
                </a:lnTo>
                <a:lnTo>
                  <a:pt x="1575581" y="1170389"/>
                </a:lnTo>
                <a:lnTo>
                  <a:pt x="1609833" y="1115608"/>
                </a:lnTo>
                <a:lnTo>
                  <a:pt x="1644085" y="1062296"/>
                </a:lnTo>
                <a:lnTo>
                  <a:pt x="1678336" y="1010488"/>
                </a:lnTo>
                <a:lnTo>
                  <a:pt x="1712588" y="960217"/>
                </a:lnTo>
                <a:lnTo>
                  <a:pt x="1746840" y="911507"/>
                </a:lnTo>
                <a:lnTo>
                  <a:pt x="1781092" y="864376"/>
                </a:lnTo>
                <a:lnTo>
                  <a:pt x="1815343" y="818837"/>
                </a:lnTo>
                <a:lnTo>
                  <a:pt x="1849595" y="774898"/>
                </a:lnTo>
                <a:lnTo>
                  <a:pt x="1883847" y="732561"/>
                </a:lnTo>
                <a:lnTo>
                  <a:pt x="1918099" y="691824"/>
                </a:lnTo>
                <a:lnTo>
                  <a:pt x="1952351" y="652679"/>
                </a:lnTo>
                <a:lnTo>
                  <a:pt x="1986602" y="615114"/>
                </a:lnTo>
                <a:lnTo>
                  <a:pt x="2020854" y="579113"/>
                </a:lnTo>
                <a:lnTo>
                  <a:pt x="2055106" y="544658"/>
                </a:lnTo>
                <a:lnTo>
                  <a:pt x="2089358" y="511725"/>
                </a:lnTo>
                <a:lnTo>
                  <a:pt x="2123609" y="480287"/>
                </a:lnTo>
                <a:lnTo>
                  <a:pt x="2157861" y="450317"/>
                </a:lnTo>
                <a:lnTo>
                  <a:pt x="2192113" y="421781"/>
                </a:lnTo>
                <a:lnTo>
                  <a:pt x="2226365" y="394646"/>
                </a:lnTo>
                <a:lnTo>
                  <a:pt x="2260616" y="368877"/>
                </a:lnTo>
                <a:lnTo>
                  <a:pt x="2294868" y="344434"/>
                </a:lnTo>
                <a:lnTo>
                  <a:pt x="2329120" y="321280"/>
                </a:lnTo>
                <a:lnTo>
                  <a:pt x="2363372" y="299373"/>
                </a:lnTo>
                <a:lnTo>
                  <a:pt x="2397624" y="278672"/>
                </a:lnTo>
                <a:lnTo>
                  <a:pt x="2431875" y="259136"/>
                </a:lnTo>
                <a:lnTo>
                  <a:pt x="2466127" y="240720"/>
                </a:lnTo>
                <a:lnTo>
                  <a:pt x="2500379" y="223383"/>
                </a:lnTo>
                <a:lnTo>
                  <a:pt x="2534631" y="207080"/>
                </a:lnTo>
                <a:lnTo>
                  <a:pt x="2568882" y="191769"/>
                </a:lnTo>
                <a:lnTo>
                  <a:pt x="2603134" y="177407"/>
                </a:lnTo>
                <a:lnTo>
                  <a:pt x="2637386" y="163952"/>
                </a:lnTo>
                <a:lnTo>
                  <a:pt x="2671638" y="151360"/>
                </a:lnTo>
                <a:lnTo>
                  <a:pt x="2705890" y="139591"/>
                </a:lnTo>
                <a:lnTo>
                  <a:pt x="2740141" y="128605"/>
                </a:lnTo>
                <a:lnTo>
                  <a:pt x="2774393" y="118361"/>
                </a:lnTo>
                <a:lnTo>
                  <a:pt x="2808645" y="108820"/>
                </a:lnTo>
                <a:lnTo>
                  <a:pt x="2842897" y="99945"/>
                </a:lnTo>
                <a:lnTo>
                  <a:pt x="2877148" y="91699"/>
                </a:lnTo>
                <a:lnTo>
                  <a:pt x="2911400" y="84046"/>
                </a:lnTo>
                <a:lnTo>
                  <a:pt x="2945652" y="76953"/>
                </a:lnTo>
                <a:lnTo>
                  <a:pt x="2979904" y="70385"/>
                </a:lnTo>
                <a:lnTo>
                  <a:pt x="3014155" y="64311"/>
                </a:lnTo>
                <a:lnTo>
                  <a:pt x="3048407" y="58701"/>
                </a:lnTo>
                <a:lnTo>
                  <a:pt x="3082659" y="53524"/>
                </a:lnTo>
                <a:lnTo>
                  <a:pt x="3116911" y="48753"/>
                </a:lnTo>
                <a:lnTo>
                  <a:pt x="3151163" y="44362"/>
                </a:lnTo>
                <a:lnTo>
                  <a:pt x="3185414" y="40324"/>
                </a:lnTo>
                <a:lnTo>
                  <a:pt x="3219666" y="36615"/>
                </a:lnTo>
                <a:lnTo>
                  <a:pt x="3253918" y="33214"/>
                </a:lnTo>
                <a:lnTo>
                  <a:pt x="3288170" y="30096"/>
                </a:lnTo>
                <a:lnTo>
                  <a:pt x="3322421" y="27243"/>
                </a:lnTo>
                <a:lnTo>
                  <a:pt x="3356673" y="24635"/>
                </a:lnTo>
                <a:lnTo>
                  <a:pt x="3390925" y="22253"/>
                </a:lnTo>
                <a:lnTo>
                  <a:pt x="3425177" y="20080"/>
                </a:lnTo>
                <a:lnTo>
                  <a:pt x="3459429" y="18100"/>
                </a:lnTo>
                <a:lnTo>
                  <a:pt x="3493680" y="16299"/>
                </a:lnTo>
                <a:lnTo>
                  <a:pt x="3527932" y="14661"/>
                </a:lnTo>
                <a:lnTo>
                  <a:pt x="3562184" y="13174"/>
                </a:lnTo>
                <a:lnTo>
                  <a:pt x="3596436" y="11825"/>
                </a:lnTo>
                <a:lnTo>
                  <a:pt x="3630687" y="10603"/>
                </a:lnTo>
                <a:lnTo>
                  <a:pt x="3664939" y="9496"/>
                </a:lnTo>
                <a:lnTo>
                  <a:pt x="3699191" y="8497"/>
                </a:lnTo>
                <a:lnTo>
                  <a:pt x="3733443" y="7594"/>
                </a:lnTo>
                <a:lnTo>
                  <a:pt x="3767694" y="6780"/>
                </a:lnTo>
                <a:lnTo>
                  <a:pt x="3801946" y="6046"/>
                </a:lnTo>
                <a:lnTo>
                  <a:pt x="3836198" y="5386"/>
                </a:lnTo>
                <a:lnTo>
                  <a:pt x="3870450" y="4792"/>
                </a:lnTo>
                <a:lnTo>
                  <a:pt x="3904702" y="4259"/>
                </a:lnTo>
                <a:lnTo>
                  <a:pt x="3938953" y="3781"/>
                </a:lnTo>
                <a:lnTo>
                  <a:pt x="3973205" y="3353"/>
                </a:lnTo>
                <a:lnTo>
                  <a:pt x="4007457" y="2969"/>
                </a:lnTo>
                <a:lnTo>
                  <a:pt x="4041709" y="2627"/>
                </a:lnTo>
                <a:lnTo>
                  <a:pt x="4075960" y="2320"/>
                </a:lnTo>
                <a:lnTo>
                  <a:pt x="4110212" y="2047"/>
                </a:lnTo>
                <a:lnTo>
                  <a:pt x="4144464" y="1804"/>
                </a:lnTo>
                <a:lnTo>
                  <a:pt x="4178716" y="1588"/>
                </a:lnTo>
                <a:lnTo>
                  <a:pt x="4212968" y="1395"/>
                </a:lnTo>
                <a:lnTo>
                  <a:pt x="4247219" y="1224"/>
                </a:lnTo>
                <a:lnTo>
                  <a:pt x="4281471" y="1073"/>
                </a:lnTo>
                <a:lnTo>
                  <a:pt x="4315723" y="938"/>
                </a:lnTo>
                <a:lnTo>
                  <a:pt x="4349975" y="819"/>
                </a:lnTo>
                <a:lnTo>
                  <a:pt x="4384226" y="714"/>
                </a:lnTo>
                <a:lnTo>
                  <a:pt x="4418478" y="621"/>
                </a:lnTo>
                <a:lnTo>
                  <a:pt x="4452730" y="539"/>
                </a:lnTo>
                <a:lnTo>
                  <a:pt x="4486982" y="467"/>
                </a:lnTo>
                <a:lnTo>
                  <a:pt x="4521233" y="403"/>
                </a:lnTo>
                <a:lnTo>
                  <a:pt x="4555485" y="347"/>
                </a:lnTo>
                <a:lnTo>
                  <a:pt x="4589737" y="298"/>
                </a:lnTo>
                <a:lnTo>
                  <a:pt x="4623989" y="255"/>
                </a:lnTo>
                <a:lnTo>
                  <a:pt x="4658241" y="217"/>
                </a:lnTo>
                <a:lnTo>
                  <a:pt x="4692492" y="184"/>
                </a:lnTo>
                <a:lnTo>
                  <a:pt x="4726744" y="155"/>
                </a:lnTo>
                <a:lnTo>
                  <a:pt x="4760996" y="130"/>
                </a:lnTo>
                <a:lnTo>
                  <a:pt x="4795248" y="108"/>
                </a:lnTo>
                <a:lnTo>
                  <a:pt x="4829499" y="88"/>
                </a:lnTo>
                <a:lnTo>
                  <a:pt x="4863751" y="72"/>
                </a:lnTo>
                <a:lnTo>
                  <a:pt x="4898003" y="57"/>
                </a:lnTo>
                <a:lnTo>
                  <a:pt x="4932255" y="44"/>
                </a:lnTo>
                <a:lnTo>
                  <a:pt x="4966507" y="33"/>
                </a:lnTo>
                <a:lnTo>
                  <a:pt x="5000758" y="24"/>
                </a:lnTo>
                <a:lnTo>
                  <a:pt x="5035010" y="16"/>
                </a:lnTo>
                <a:lnTo>
                  <a:pt x="5069262" y="8"/>
                </a:lnTo>
                <a:lnTo>
                  <a:pt x="5103514" y="2"/>
                </a:lnTo>
                <a:lnTo>
                  <a:pt x="5120639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2-E02 ellipse 68" descr="sci-ppt:o068"/>
          <p:cNvSpPr/>
          <p:nvPr/>
        </p:nvSpPr>
        <p:spPr>
          <a:xfrm>
            <a:off x="7668768" y="3585425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2-E02 text 69" descr="sci-ppt:o069"/>
          <p:cNvSpPr txBox="1"/>
          <p:nvPr/>
        </p:nvSpPr>
        <p:spPr>
          <a:xfrm>
            <a:off x="7851647" y="3704297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39 % inside w/2</a:t>
            </a:r>
          </a:p>
        </p:txBody>
      </p:sp>
      <p:sp>
        <p:nvSpPr>
          <p:cNvPr id="72" name="C2-E02 ellipse 70" descr="sci-ppt:o070"/>
          <p:cNvSpPr/>
          <p:nvPr/>
        </p:nvSpPr>
        <p:spPr>
          <a:xfrm>
            <a:off x="8735568" y="1944050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C2-E02 text 71" descr="sci-ppt:o071"/>
          <p:cNvSpPr txBox="1"/>
          <p:nvPr/>
        </p:nvSpPr>
        <p:spPr>
          <a:xfrm>
            <a:off x="8918447" y="2108642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86.5 % inside w</a:t>
            </a:r>
          </a:p>
        </p:txBody>
      </p:sp>
      <p:sp>
        <p:nvSpPr>
          <p:cNvPr id="74" name="C2-E02 text 72" descr="sci-ppt:o072"/>
          <p:cNvSpPr txBox="1"/>
          <p:nvPr/>
        </p:nvSpPr>
        <p:spPr>
          <a:xfrm>
            <a:off x="86868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E_L = 2πF₀ ∫ r e^(−2r²/w²) dr = (πw²F₀/2) ∫ e^(−x) dx = π w² F₀ / 2     (x = 2r²/w²)</a:t>
            </a:r>
          </a:p>
        </p:txBody>
      </p:sp>
      <p:sp>
        <p:nvSpPr>
          <p:cNvPr id="75" name="C2-E02 text 73" descr="sci-ppt:o073"/>
          <p:cNvSpPr txBox="1"/>
          <p:nvPr/>
        </p:nvSpPr>
        <p:spPr>
          <a:xfrm>
            <a:off x="868680" y="61264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Summing annular rings 2πr dr reproduces the closed form; the total is finite although the Gaussian never ends.</a:t>
            </a:r>
          </a:p>
        </p:txBody>
      </p:sp>
      <p:sp>
        <p:nvSpPr>
          <p:cNvPr id="76" name="C2-E02 text 74" descr="sci-ppt:o07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Ring weights and cumulative energy from Eq. C2-E02.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