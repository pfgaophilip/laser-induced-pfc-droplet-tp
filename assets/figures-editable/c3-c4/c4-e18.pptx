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1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C4-E18 · Exact geometric volume integral for the benchmark</a:t>
            </a:r>
          </a:p>
        </p:txBody>
      </p:sp>
      <p:cxnSp>
        <p:nvCxnSpPr>
          <p:cNvPr id="3" name="C4-E18 line 1" descr="sci-ppt:o001"/>
          <p:cNvCxnSpPr/>
          <p:nvPr/>
        </p:nvCxnSpPr>
        <p:spPr>
          <a:xfrm>
            <a:off x="914400" y="4937760"/>
            <a:ext cx="56692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4-E18 line 2" descr="sci-ppt:o002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4-E18 line 3" descr="sci-ppt:o003"/>
          <p:cNvCxnSpPr/>
          <p:nvPr/>
        </p:nvCxnSpPr>
        <p:spPr>
          <a:xfrm>
            <a:off x="9144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4-E18 line 4" descr="sci-ppt:o004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4-E18 text 5" descr="sci-ppt:o005"/>
          <p:cNvSpPr txBox="1"/>
          <p:nvPr/>
        </p:nvSpPr>
        <p:spPr>
          <a:xfrm>
            <a:off x="4572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4-E18 line 6" descr="sci-ppt:o006"/>
          <p:cNvCxnSpPr/>
          <p:nvPr/>
        </p:nvCxnSpPr>
        <p:spPr>
          <a:xfrm>
            <a:off x="233172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4-E18 line 7" descr="sci-ppt:o007"/>
          <p:cNvCxnSpPr/>
          <p:nvPr/>
        </p:nvCxnSpPr>
        <p:spPr>
          <a:xfrm>
            <a:off x="233172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4-E18 text 8" descr="sci-ppt:o008"/>
          <p:cNvSpPr txBox="1"/>
          <p:nvPr/>
        </p:nvSpPr>
        <p:spPr>
          <a:xfrm>
            <a:off x="187451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4-E18 line 9" descr="sci-ppt:o009"/>
          <p:cNvCxnSpPr/>
          <p:nvPr/>
        </p:nvCxnSpPr>
        <p:spPr>
          <a:xfrm>
            <a:off x="374903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4-E18 line 10" descr="sci-ppt:o010"/>
          <p:cNvCxnSpPr/>
          <p:nvPr/>
        </p:nvCxnSpPr>
        <p:spPr>
          <a:xfrm>
            <a:off x="374903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4-E18 text 11" descr="sci-ppt:o011"/>
          <p:cNvSpPr txBox="1"/>
          <p:nvPr/>
        </p:nvSpPr>
        <p:spPr>
          <a:xfrm>
            <a:off x="329183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4-E18 line 12" descr="sci-ppt:o012"/>
          <p:cNvCxnSpPr/>
          <p:nvPr/>
        </p:nvCxnSpPr>
        <p:spPr>
          <a:xfrm>
            <a:off x="516636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4-E18 line 13" descr="sci-ppt:o013"/>
          <p:cNvCxnSpPr/>
          <p:nvPr/>
        </p:nvCxnSpPr>
        <p:spPr>
          <a:xfrm>
            <a:off x="516636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4-E18 text 14" descr="sci-ppt:o014"/>
          <p:cNvSpPr txBox="1"/>
          <p:nvPr/>
        </p:nvSpPr>
        <p:spPr>
          <a:xfrm>
            <a:off x="470916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4-E18 line 15" descr="sci-ppt:o015"/>
          <p:cNvCxnSpPr/>
          <p:nvPr/>
        </p:nvCxnSpPr>
        <p:spPr>
          <a:xfrm>
            <a:off x="658368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4-E18 line 16" descr="sci-ppt:o016"/>
          <p:cNvCxnSpPr/>
          <p:nvPr/>
        </p:nvCxnSpPr>
        <p:spPr>
          <a:xfrm>
            <a:off x="658368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4-E18 text 17" descr="sci-ppt:o017"/>
          <p:cNvSpPr txBox="1"/>
          <p:nvPr/>
        </p:nvSpPr>
        <p:spPr>
          <a:xfrm>
            <a:off x="612648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4-E18 line 18" descr="sci-ppt:o018"/>
          <p:cNvCxnSpPr/>
          <p:nvPr/>
        </p:nvCxnSpPr>
        <p:spPr>
          <a:xfrm>
            <a:off x="850392" y="49377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4-E18 line 19" descr="sci-ppt:o019"/>
          <p:cNvCxnSpPr/>
          <p:nvPr/>
        </p:nvCxnSpPr>
        <p:spPr>
          <a:xfrm>
            <a:off x="850392" y="331677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4-E18 line 20" descr="sci-ppt:o020"/>
          <p:cNvCxnSpPr/>
          <p:nvPr/>
        </p:nvCxnSpPr>
        <p:spPr>
          <a:xfrm>
            <a:off x="914400" y="3316778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4-E18 text 21" descr="sci-ppt:o021"/>
          <p:cNvSpPr txBox="1"/>
          <p:nvPr/>
        </p:nvSpPr>
        <p:spPr>
          <a:xfrm>
            <a:off x="45720" y="323448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4" name="C4-E18 line 22" descr="sci-ppt:o022"/>
          <p:cNvCxnSpPr/>
          <p:nvPr/>
        </p:nvCxnSpPr>
        <p:spPr>
          <a:xfrm>
            <a:off x="850392" y="169579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4-E18 line 23" descr="sci-ppt:o023"/>
          <p:cNvCxnSpPr/>
          <p:nvPr/>
        </p:nvCxnSpPr>
        <p:spPr>
          <a:xfrm>
            <a:off x="914400" y="1695796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4-E18 text 24" descr="sci-ppt:o024"/>
          <p:cNvSpPr txBox="1"/>
          <p:nvPr/>
        </p:nvSpPr>
        <p:spPr>
          <a:xfrm>
            <a:off x="45720" y="161350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sp>
        <p:nvSpPr>
          <p:cNvPr id="27" name="C4-E18 text 25" descr="sci-ppt:o025"/>
          <p:cNvSpPr txBox="1"/>
          <p:nvPr/>
        </p:nvSpPr>
        <p:spPr>
          <a:xfrm>
            <a:off x="914400" y="5221224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b</a:t>
            </a:r>
          </a:p>
        </p:txBody>
      </p:sp>
      <p:sp>
        <p:nvSpPr>
          <p:cNvPr id="28" name="C4-E18 text 26" descr="sci-ppt:o026"/>
          <p:cNvSpPr txBox="1"/>
          <p:nvPr/>
        </p:nvSpPr>
        <p:spPr>
          <a:xfrm>
            <a:off x="365760" y="1024128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integrand 2π w r</a:t>
            </a:r>
          </a:p>
        </p:txBody>
      </p:sp>
      <p:sp>
        <p:nvSpPr>
          <p:cNvPr id="29" name="C4-E18 polygon 27" descr="sci-ppt:o027"/>
          <p:cNvSpPr/>
          <p:nvPr/>
        </p:nvSpPr>
        <p:spPr>
          <a:xfrm>
            <a:off x="914400" y="2022679"/>
            <a:ext cx="5669280" cy="2915081"/>
          </a:xfrm>
          <a:custGeom>
            <a:avLst/>
            <a:gdLst/>
            <a:ahLst/>
            <a:cxnLst/>
            <a:rect l="l" t="t" r="r" b="b"/>
            <a:pathLst>
              <a:path w="5669280" h="2915081">
                <a:moveTo>
                  <a:pt x="0" y="2915081"/>
                </a:moveTo>
                <a:lnTo>
                  <a:pt x="18960" y="2881018"/>
                </a:lnTo>
                <a:lnTo>
                  <a:pt x="37921" y="2846960"/>
                </a:lnTo>
                <a:lnTo>
                  <a:pt x="56882" y="2812911"/>
                </a:lnTo>
                <a:lnTo>
                  <a:pt x="75843" y="2778876"/>
                </a:lnTo>
                <a:lnTo>
                  <a:pt x="94804" y="2744859"/>
                </a:lnTo>
                <a:lnTo>
                  <a:pt x="113764" y="2710865"/>
                </a:lnTo>
                <a:lnTo>
                  <a:pt x="132725" y="2676899"/>
                </a:lnTo>
                <a:lnTo>
                  <a:pt x="151686" y="2642964"/>
                </a:lnTo>
                <a:lnTo>
                  <a:pt x="170647" y="2609066"/>
                </a:lnTo>
                <a:lnTo>
                  <a:pt x="189608" y="2575209"/>
                </a:lnTo>
                <a:lnTo>
                  <a:pt x="208568" y="2541398"/>
                </a:lnTo>
                <a:lnTo>
                  <a:pt x="227529" y="2507637"/>
                </a:lnTo>
                <a:lnTo>
                  <a:pt x="246490" y="2473930"/>
                </a:lnTo>
                <a:lnTo>
                  <a:pt x="265451" y="2440283"/>
                </a:lnTo>
                <a:lnTo>
                  <a:pt x="284412" y="2406700"/>
                </a:lnTo>
                <a:lnTo>
                  <a:pt x="303372" y="2373184"/>
                </a:lnTo>
                <a:lnTo>
                  <a:pt x="322333" y="2339742"/>
                </a:lnTo>
                <a:lnTo>
                  <a:pt x="341294" y="2306377"/>
                </a:lnTo>
                <a:lnTo>
                  <a:pt x="360255" y="2273094"/>
                </a:lnTo>
                <a:lnTo>
                  <a:pt x="379216" y="2239897"/>
                </a:lnTo>
                <a:lnTo>
                  <a:pt x="398176" y="2206791"/>
                </a:lnTo>
                <a:lnTo>
                  <a:pt x="417137" y="2173780"/>
                </a:lnTo>
                <a:lnTo>
                  <a:pt x="436098" y="2140869"/>
                </a:lnTo>
                <a:lnTo>
                  <a:pt x="455059" y="2108062"/>
                </a:lnTo>
                <a:lnTo>
                  <a:pt x="474020" y="2075363"/>
                </a:lnTo>
                <a:lnTo>
                  <a:pt x="492980" y="2042777"/>
                </a:lnTo>
                <a:lnTo>
                  <a:pt x="511941" y="2010309"/>
                </a:lnTo>
                <a:lnTo>
                  <a:pt x="530902" y="1977963"/>
                </a:lnTo>
                <a:lnTo>
                  <a:pt x="549863" y="1945742"/>
                </a:lnTo>
                <a:lnTo>
                  <a:pt x="568824" y="1913653"/>
                </a:lnTo>
                <a:lnTo>
                  <a:pt x="587784" y="1881698"/>
                </a:lnTo>
                <a:lnTo>
                  <a:pt x="606745" y="1849882"/>
                </a:lnTo>
                <a:lnTo>
                  <a:pt x="625706" y="1818210"/>
                </a:lnTo>
                <a:lnTo>
                  <a:pt x="644667" y="1786685"/>
                </a:lnTo>
                <a:lnTo>
                  <a:pt x="663628" y="1755313"/>
                </a:lnTo>
                <a:lnTo>
                  <a:pt x="682588" y="1724097"/>
                </a:lnTo>
                <a:lnTo>
                  <a:pt x="701549" y="1693042"/>
                </a:lnTo>
                <a:lnTo>
                  <a:pt x="720510" y="1662151"/>
                </a:lnTo>
                <a:lnTo>
                  <a:pt x="739471" y="1631430"/>
                </a:lnTo>
                <a:lnTo>
                  <a:pt x="758432" y="1600882"/>
                </a:lnTo>
                <a:lnTo>
                  <a:pt x="777392" y="1570511"/>
                </a:lnTo>
                <a:lnTo>
                  <a:pt x="796353" y="1540322"/>
                </a:lnTo>
                <a:lnTo>
                  <a:pt x="815314" y="1510319"/>
                </a:lnTo>
                <a:lnTo>
                  <a:pt x="834275" y="1480505"/>
                </a:lnTo>
                <a:lnTo>
                  <a:pt x="853236" y="1450886"/>
                </a:lnTo>
                <a:lnTo>
                  <a:pt x="872196" y="1421464"/>
                </a:lnTo>
                <a:lnTo>
                  <a:pt x="891157" y="1392244"/>
                </a:lnTo>
                <a:lnTo>
                  <a:pt x="910118" y="1363231"/>
                </a:lnTo>
                <a:lnTo>
                  <a:pt x="929079" y="1334427"/>
                </a:lnTo>
                <a:lnTo>
                  <a:pt x="948040" y="1305838"/>
                </a:lnTo>
                <a:lnTo>
                  <a:pt x="967000" y="1277466"/>
                </a:lnTo>
                <a:lnTo>
                  <a:pt x="985961" y="1249316"/>
                </a:lnTo>
                <a:lnTo>
                  <a:pt x="1004922" y="1221392"/>
                </a:lnTo>
                <a:lnTo>
                  <a:pt x="1023883" y="1193698"/>
                </a:lnTo>
                <a:lnTo>
                  <a:pt x="1042844" y="1166237"/>
                </a:lnTo>
                <a:lnTo>
                  <a:pt x="1061804" y="1139013"/>
                </a:lnTo>
                <a:lnTo>
                  <a:pt x="1080765" y="1112031"/>
                </a:lnTo>
                <a:lnTo>
                  <a:pt x="1099726" y="1085293"/>
                </a:lnTo>
                <a:lnTo>
                  <a:pt x="1118687" y="1058804"/>
                </a:lnTo>
                <a:lnTo>
                  <a:pt x="1137648" y="1032567"/>
                </a:lnTo>
                <a:lnTo>
                  <a:pt x="1156608" y="1006586"/>
                </a:lnTo>
                <a:lnTo>
                  <a:pt x="1175569" y="980865"/>
                </a:lnTo>
                <a:lnTo>
                  <a:pt x="1194530" y="955407"/>
                </a:lnTo>
                <a:lnTo>
                  <a:pt x="1213491" y="930215"/>
                </a:lnTo>
                <a:lnTo>
                  <a:pt x="1232452" y="905294"/>
                </a:lnTo>
                <a:lnTo>
                  <a:pt x="1251412" y="880647"/>
                </a:lnTo>
                <a:lnTo>
                  <a:pt x="1270373" y="856276"/>
                </a:lnTo>
                <a:lnTo>
                  <a:pt x="1289334" y="832187"/>
                </a:lnTo>
                <a:lnTo>
                  <a:pt x="1308295" y="808382"/>
                </a:lnTo>
                <a:lnTo>
                  <a:pt x="1327256" y="784864"/>
                </a:lnTo>
                <a:lnTo>
                  <a:pt x="1346216" y="761637"/>
                </a:lnTo>
                <a:lnTo>
                  <a:pt x="1365177" y="738704"/>
                </a:lnTo>
                <a:lnTo>
                  <a:pt x="1384138" y="716068"/>
                </a:lnTo>
                <a:lnTo>
                  <a:pt x="1403099" y="693733"/>
                </a:lnTo>
                <a:lnTo>
                  <a:pt x="1422060" y="671702"/>
                </a:lnTo>
                <a:lnTo>
                  <a:pt x="1441021" y="649978"/>
                </a:lnTo>
                <a:lnTo>
                  <a:pt x="1459981" y="628564"/>
                </a:lnTo>
                <a:lnTo>
                  <a:pt x="1478942" y="607462"/>
                </a:lnTo>
                <a:lnTo>
                  <a:pt x="1497903" y="586678"/>
                </a:lnTo>
                <a:lnTo>
                  <a:pt x="1516864" y="566212"/>
                </a:lnTo>
                <a:lnTo>
                  <a:pt x="1535825" y="546068"/>
                </a:lnTo>
                <a:lnTo>
                  <a:pt x="1554785" y="526250"/>
                </a:lnTo>
                <a:lnTo>
                  <a:pt x="1573746" y="506759"/>
                </a:lnTo>
                <a:lnTo>
                  <a:pt x="1592707" y="487600"/>
                </a:lnTo>
                <a:lnTo>
                  <a:pt x="1611668" y="468773"/>
                </a:lnTo>
                <a:lnTo>
                  <a:pt x="1630629" y="450283"/>
                </a:lnTo>
                <a:lnTo>
                  <a:pt x="1649589" y="432132"/>
                </a:lnTo>
                <a:lnTo>
                  <a:pt x="1668550" y="414323"/>
                </a:lnTo>
                <a:lnTo>
                  <a:pt x="1687511" y="396858"/>
                </a:lnTo>
                <a:lnTo>
                  <a:pt x="1706472" y="379740"/>
                </a:lnTo>
                <a:lnTo>
                  <a:pt x="1725433" y="362971"/>
                </a:lnTo>
                <a:lnTo>
                  <a:pt x="1744393" y="346554"/>
                </a:lnTo>
                <a:lnTo>
                  <a:pt x="1763354" y="330491"/>
                </a:lnTo>
                <a:lnTo>
                  <a:pt x="1782315" y="314785"/>
                </a:lnTo>
                <a:lnTo>
                  <a:pt x="1801276" y="299438"/>
                </a:lnTo>
                <a:lnTo>
                  <a:pt x="1820237" y="284452"/>
                </a:lnTo>
                <a:lnTo>
                  <a:pt x="1839197" y="269829"/>
                </a:lnTo>
                <a:lnTo>
                  <a:pt x="1858158" y="255573"/>
                </a:lnTo>
                <a:lnTo>
                  <a:pt x="1877119" y="241684"/>
                </a:lnTo>
                <a:lnTo>
                  <a:pt x="1896080" y="228165"/>
                </a:lnTo>
                <a:lnTo>
                  <a:pt x="1915041" y="215018"/>
                </a:lnTo>
                <a:lnTo>
                  <a:pt x="1934001" y="202245"/>
                </a:lnTo>
                <a:lnTo>
                  <a:pt x="1952962" y="189848"/>
                </a:lnTo>
                <a:lnTo>
                  <a:pt x="1971923" y="177829"/>
                </a:lnTo>
                <a:lnTo>
                  <a:pt x="1990884" y="166189"/>
                </a:lnTo>
                <a:lnTo>
                  <a:pt x="2009845" y="154931"/>
                </a:lnTo>
                <a:lnTo>
                  <a:pt x="2028805" y="144056"/>
                </a:lnTo>
                <a:lnTo>
                  <a:pt x="2047766" y="133566"/>
                </a:lnTo>
                <a:lnTo>
                  <a:pt x="2066727" y="123462"/>
                </a:lnTo>
                <a:lnTo>
                  <a:pt x="2085688" y="113746"/>
                </a:lnTo>
                <a:lnTo>
                  <a:pt x="2104649" y="104420"/>
                </a:lnTo>
                <a:lnTo>
                  <a:pt x="2123609" y="95484"/>
                </a:lnTo>
                <a:lnTo>
                  <a:pt x="2142570" y="86941"/>
                </a:lnTo>
                <a:lnTo>
                  <a:pt x="2161531" y="78791"/>
                </a:lnTo>
                <a:lnTo>
                  <a:pt x="2180492" y="71037"/>
                </a:lnTo>
                <a:lnTo>
                  <a:pt x="2199453" y="63679"/>
                </a:lnTo>
                <a:lnTo>
                  <a:pt x="2218413" y="56718"/>
                </a:lnTo>
                <a:lnTo>
                  <a:pt x="2237374" y="50155"/>
                </a:lnTo>
                <a:lnTo>
                  <a:pt x="2256335" y="43992"/>
                </a:lnTo>
                <a:lnTo>
                  <a:pt x="2275296" y="38229"/>
                </a:lnTo>
                <a:lnTo>
                  <a:pt x="2294257" y="32868"/>
                </a:lnTo>
                <a:lnTo>
                  <a:pt x="2313217" y="27909"/>
                </a:lnTo>
                <a:lnTo>
                  <a:pt x="2332178" y="23353"/>
                </a:lnTo>
                <a:lnTo>
                  <a:pt x="2351139" y="19200"/>
                </a:lnTo>
                <a:lnTo>
                  <a:pt x="2370100" y="15452"/>
                </a:lnTo>
                <a:lnTo>
                  <a:pt x="2389061" y="12110"/>
                </a:lnTo>
                <a:lnTo>
                  <a:pt x="2408021" y="9172"/>
                </a:lnTo>
                <a:lnTo>
                  <a:pt x="2426982" y="6641"/>
                </a:lnTo>
                <a:lnTo>
                  <a:pt x="2445943" y="4516"/>
                </a:lnTo>
                <a:lnTo>
                  <a:pt x="2464904" y="2799"/>
                </a:lnTo>
                <a:lnTo>
                  <a:pt x="2483865" y="1488"/>
                </a:lnTo>
                <a:lnTo>
                  <a:pt x="2502825" y="584"/>
                </a:lnTo>
                <a:lnTo>
                  <a:pt x="2521786" y="88"/>
                </a:lnTo>
                <a:lnTo>
                  <a:pt x="2540747" y="0"/>
                </a:lnTo>
                <a:lnTo>
                  <a:pt x="2559708" y="319"/>
                </a:lnTo>
                <a:lnTo>
                  <a:pt x="2578669" y="1046"/>
                </a:lnTo>
                <a:lnTo>
                  <a:pt x="2597629" y="2180"/>
                </a:lnTo>
                <a:lnTo>
                  <a:pt x="2616590" y="3721"/>
                </a:lnTo>
                <a:lnTo>
                  <a:pt x="2635551" y="5670"/>
                </a:lnTo>
                <a:lnTo>
                  <a:pt x="2654512" y="8025"/>
                </a:lnTo>
                <a:lnTo>
                  <a:pt x="2673473" y="10786"/>
                </a:lnTo>
                <a:lnTo>
                  <a:pt x="2692433" y="13952"/>
                </a:lnTo>
                <a:lnTo>
                  <a:pt x="2711394" y="17524"/>
                </a:lnTo>
                <a:lnTo>
                  <a:pt x="2730355" y="21501"/>
                </a:lnTo>
                <a:lnTo>
                  <a:pt x="2749316" y="25882"/>
                </a:lnTo>
                <a:lnTo>
                  <a:pt x="2768277" y="30665"/>
                </a:lnTo>
                <a:lnTo>
                  <a:pt x="2787237" y="35851"/>
                </a:lnTo>
                <a:lnTo>
                  <a:pt x="2806198" y="41438"/>
                </a:lnTo>
                <a:lnTo>
                  <a:pt x="2825159" y="47426"/>
                </a:lnTo>
                <a:lnTo>
                  <a:pt x="2844120" y="53812"/>
                </a:lnTo>
                <a:lnTo>
                  <a:pt x="2863081" y="60597"/>
                </a:lnTo>
                <a:lnTo>
                  <a:pt x="2882042" y="67779"/>
                </a:lnTo>
                <a:lnTo>
                  <a:pt x="2901002" y="75357"/>
                </a:lnTo>
                <a:lnTo>
                  <a:pt x="2919963" y="83329"/>
                </a:lnTo>
                <a:lnTo>
                  <a:pt x="2938924" y="91693"/>
                </a:lnTo>
                <a:lnTo>
                  <a:pt x="2957885" y="100449"/>
                </a:lnTo>
                <a:lnTo>
                  <a:pt x="2976846" y="109595"/>
                </a:lnTo>
                <a:lnTo>
                  <a:pt x="2995806" y="119128"/>
                </a:lnTo>
                <a:lnTo>
                  <a:pt x="3014767" y="129048"/>
                </a:lnTo>
                <a:lnTo>
                  <a:pt x="3033728" y="139352"/>
                </a:lnTo>
                <a:lnTo>
                  <a:pt x="3052689" y="150038"/>
                </a:lnTo>
                <a:lnTo>
                  <a:pt x="3071650" y="161105"/>
                </a:lnTo>
                <a:lnTo>
                  <a:pt x="3090610" y="172550"/>
                </a:lnTo>
                <a:lnTo>
                  <a:pt x="3109571" y="184371"/>
                </a:lnTo>
                <a:lnTo>
                  <a:pt x="3128532" y="196567"/>
                </a:lnTo>
                <a:lnTo>
                  <a:pt x="3147493" y="209133"/>
                </a:lnTo>
                <a:lnTo>
                  <a:pt x="3166454" y="222069"/>
                </a:lnTo>
                <a:lnTo>
                  <a:pt x="3185414" y="235371"/>
                </a:lnTo>
                <a:lnTo>
                  <a:pt x="3204375" y="249037"/>
                </a:lnTo>
                <a:lnTo>
                  <a:pt x="3223336" y="263065"/>
                </a:lnTo>
                <a:lnTo>
                  <a:pt x="3242297" y="277451"/>
                </a:lnTo>
                <a:lnTo>
                  <a:pt x="3261258" y="292192"/>
                </a:lnTo>
                <a:lnTo>
                  <a:pt x="3280218" y="307287"/>
                </a:lnTo>
                <a:lnTo>
                  <a:pt x="3299179" y="322731"/>
                </a:lnTo>
                <a:lnTo>
                  <a:pt x="3318140" y="338521"/>
                </a:lnTo>
                <a:lnTo>
                  <a:pt x="3337101" y="354655"/>
                </a:lnTo>
                <a:lnTo>
                  <a:pt x="3356062" y="371129"/>
                </a:lnTo>
                <a:lnTo>
                  <a:pt x="3375022" y="387939"/>
                </a:lnTo>
                <a:lnTo>
                  <a:pt x="3393983" y="405082"/>
                </a:lnTo>
                <a:lnTo>
                  <a:pt x="3412944" y="422555"/>
                </a:lnTo>
                <a:lnTo>
                  <a:pt x="3431905" y="440354"/>
                </a:lnTo>
                <a:lnTo>
                  <a:pt x="3450866" y="458475"/>
                </a:lnTo>
                <a:lnTo>
                  <a:pt x="3469826" y="476915"/>
                </a:lnTo>
                <a:lnTo>
                  <a:pt x="3488787" y="495668"/>
                </a:lnTo>
                <a:lnTo>
                  <a:pt x="3507748" y="514732"/>
                </a:lnTo>
                <a:lnTo>
                  <a:pt x="3526709" y="534103"/>
                </a:lnTo>
                <a:lnTo>
                  <a:pt x="3545670" y="553775"/>
                </a:lnTo>
                <a:lnTo>
                  <a:pt x="3564630" y="573744"/>
                </a:lnTo>
                <a:lnTo>
                  <a:pt x="3583591" y="594007"/>
                </a:lnTo>
                <a:lnTo>
                  <a:pt x="3602552" y="614559"/>
                </a:lnTo>
                <a:lnTo>
                  <a:pt x="3621513" y="635394"/>
                </a:lnTo>
                <a:lnTo>
                  <a:pt x="3640474" y="656509"/>
                </a:lnTo>
                <a:lnTo>
                  <a:pt x="3659434" y="677899"/>
                </a:lnTo>
                <a:lnTo>
                  <a:pt x="3678395" y="699558"/>
                </a:lnTo>
                <a:lnTo>
                  <a:pt x="3697356" y="721481"/>
                </a:lnTo>
                <a:lnTo>
                  <a:pt x="3716317" y="743665"/>
                </a:lnTo>
                <a:lnTo>
                  <a:pt x="3735278" y="766102"/>
                </a:lnTo>
                <a:lnTo>
                  <a:pt x="3754238" y="788789"/>
                </a:lnTo>
                <a:lnTo>
                  <a:pt x="3773199" y="811719"/>
                </a:lnTo>
                <a:lnTo>
                  <a:pt x="3792160" y="834888"/>
                </a:lnTo>
                <a:lnTo>
                  <a:pt x="3811121" y="858289"/>
                </a:lnTo>
                <a:lnTo>
                  <a:pt x="3830082" y="881917"/>
                </a:lnTo>
                <a:lnTo>
                  <a:pt x="3849042" y="905766"/>
                </a:lnTo>
                <a:lnTo>
                  <a:pt x="3868003" y="929830"/>
                </a:lnTo>
                <a:lnTo>
                  <a:pt x="3886964" y="954103"/>
                </a:lnTo>
                <a:lnTo>
                  <a:pt x="3905925" y="978579"/>
                </a:lnTo>
                <a:lnTo>
                  <a:pt x="3924886" y="1003251"/>
                </a:lnTo>
                <a:lnTo>
                  <a:pt x="3943846" y="1028114"/>
                </a:lnTo>
                <a:lnTo>
                  <a:pt x="3962807" y="1053161"/>
                </a:lnTo>
                <a:lnTo>
                  <a:pt x="3981768" y="1078386"/>
                </a:lnTo>
                <a:lnTo>
                  <a:pt x="4000729" y="1103781"/>
                </a:lnTo>
                <a:lnTo>
                  <a:pt x="4019690" y="1129340"/>
                </a:lnTo>
                <a:lnTo>
                  <a:pt x="4038650" y="1155057"/>
                </a:lnTo>
                <a:lnTo>
                  <a:pt x="4057611" y="1180923"/>
                </a:lnTo>
                <a:lnTo>
                  <a:pt x="4076572" y="1206933"/>
                </a:lnTo>
                <a:lnTo>
                  <a:pt x="4095533" y="1233079"/>
                </a:lnTo>
                <a:lnTo>
                  <a:pt x="4114494" y="1259353"/>
                </a:lnTo>
                <a:lnTo>
                  <a:pt x="4133454" y="1285748"/>
                </a:lnTo>
                <a:lnTo>
                  <a:pt x="4152415" y="1312257"/>
                </a:lnTo>
                <a:lnTo>
                  <a:pt x="4171376" y="1338872"/>
                </a:lnTo>
                <a:lnTo>
                  <a:pt x="4190337" y="1365585"/>
                </a:lnTo>
                <a:lnTo>
                  <a:pt x="4209298" y="1392389"/>
                </a:lnTo>
                <a:lnTo>
                  <a:pt x="4228258" y="1419275"/>
                </a:lnTo>
                <a:lnTo>
                  <a:pt x="4247219" y="1446235"/>
                </a:lnTo>
                <a:lnTo>
                  <a:pt x="4266180" y="1473262"/>
                </a:lnTo>
                <a:lnTo>
                  <a:pt x="4285141" y="1500346"/>
                </a:lnTo>
                <a:lnTo>
                  <a:pt x="4304102" y="1527480"/>
                </a:lnTo>
                <a:lnTo>
                  <a:pt x="4323063" y="1554655"/>
                </a:lnTo>
                <a:lnTo>
                  <a:pt x="4342023" y="1581862"/>
                </a:lnTo>
                <a:lnTo>
                  <a:pt x="4360984" y="1609092"/>
                </a:lnTo>
                <a:lnTo>
                  <a:pt x="4379945" y="1636336"/>
                </a:lnTo>
                <a:lnTo>
                  <a:pt x="4398906" y="1663587"/>
                </a:lnTo>
                <a:lnTo>
                  <a:pt x="4417867" y="1690833"/>
                </a:lnTo>
                <a:lnTo>
                  <a:pt x="4436827" y="1718067"/>
                </a:lnTo>
                <a:lnTo>
                  <a:pt x="4455788" y="1745278"/>
                </a:lnTo>
                <a:lnTo>
                  <a:pt x="4474749" y="1772458"/>
                </a:lnTo>
                <a:lnTo>
                  <a:pt x="4493710" y="1799596"/>
                </a:lnTo>
                <a:lnTo>
                  <a:pt x="4512671" y="1826684"/>
                </a:lnTo>
                <a:lnTo>
                  <a:pt x="4531631" y="1853710"/>
                </a:lnTo>
                <a:lnTo>
                  <a:pt x="4550592" y="1880665"/>
                </a:lnTo>
                <a:lnTo>
                  <a:pt x="4569553" y="1907540"/>
                </a:lnTo>
                <a:lnTo>
                  <a:pt x="4588514" y="1934323"/>
                </a:lnTo>
                <a:lnTo>
                  <a:pt x="4607475" y="1961005"/>
                </a:lnTo>
                <a:lnTo>
                  <a:pt x="4626435" y="1987574"/>
                </a:lnTo>
                <a:lnTo>
                  <a:pt x="4645396" y="2014021"/>
                </a:lnTo>
                <a:lnTo>
                  <a:pt x="4664357" y="2040335"/>
                </a:lnTo>
                <a:lnTo>
                  <a:pt x="4683318" y="2066504"/>
                </a:lnTo>
                <a:lnTo>
                  <a:pt x="4702279" y="2092518"/>
                </a:lnTo>
                <a:lnTo>
                  <a:pt x="4721239" y="2118366"/>
                </a:lnTo>
                <a:lnTo>
                  <a:pt x="4740200" y="2144037"/>
                </a:lnTo>
                <a:lnTo>
                  <a:pt x="4759161" y="2169519"/>
                </a:lnTo>
                <a:lnTo>
                  <a:pt x="4778122" y="2194800"/>
                </a:lnTo>
                <a:lnTo>
                  <a:pt x="4797083" y="2219870"/>
                </a:lnTo>
                <a:lnTo>
                  <a:pt x="4816043" y="2244716"/>
                </a:lnTo>
                <a:lnTo>
                  <a:pt x="4835004" y="2269326"/>
                </a:lnTo>
                <a:lnTo>
                  <a:pt x="4853965" y="2293690"/>
                </a:lnTo>
                <a:lnTo>
                  <a:pt x="4872926" y="2317793"/>
                </a:lnTo>
                <a:lnTo>
                  <a:pt x="4891887" y="2341625"/>
                </a:lnTo>
                <a:lnTo>
                  <a:pt x="4910847" y="2365172"/>
                </a:lnTo>
                <a:lnTo>
                  <a:pt x="4929808" y="2388423"/>
                </a:lnTo>
                <a:lnTo>
                  <a:pt x="4948769" y="2411364"/>
                </a:lnTo>
                <a:lnTo>
                  <a:pt x="4967730" y="2433984"/>
                </a:lnTo>
                <a:lnTo>
                  <a:pt x="4986691" y="2456268"/>
                </a:lnTo>
                <a:lnTo>
                  <a:pt x="5005651" y="2478204"/>
                </a:lnTo>
                <a:lnTo>
                  <a:pt x="5024612" y="2499779"/>
                </a:lnTo>
                <a:lnTo>
                  <a:pt x="5043573" y="2520979"/>
                </a:lnTo>
                <a:lnTo>
                  <a:pt x="5062534" y="2541791"/>
                </a:lnTo>
                <a:lnTo>
                  <a:pt x="5081495" y="2562201"/>
                </a:lnTo>
                <a:lnTo>
                  <a:pt x="5100455" y="2582196"/>
                </a:lnTo>
                <a:lnTo>
                  <a:pt x="5119416" y="2601762"/>
                </a:lnTo>
                <a:lnTo>
                  <a:pt x="5138377" y="2620884"/>
                </a:lnTo>
                <a:lnTo>
                  <a:pt x="5157338" y="2639549"/>
                </a:lnTo>
                <a:lnTo>
                  <a:pt x="5176299" y="2657743"/>
                </a:lnTo>
                <a:lnTo>
                  <a:pt x="5195259" y="2675450"/>
                </a:lnTo>
                <a:lnTo>
                  <a:pt x="5214220" y="2692657"/>
                </a:lnTo>
                <a:lnTo>
                  <a:pt x="5233181" y="2709348"/>
                </a:lnTo>
                <a:lnTo>
                  <a:pt x="5252142" y="2725509"/>
                </a:lnTo>
                <a:lnTo>
                  <a:pt x="5271103" y="2741125"/>
                </a:lnTo>
                <a:lnTo>
                  <a:pt x="5290063" y="2756181"/>
                </a:lnTo>
                <a:lnTo>
                  <a:pt x="5309024" y="2770661"/>
                </a:lnTo>
                <a:lnTo>
                  <a:pt x="5327985" y="2784551"/>
                </a:lnTo>
                <a:lnTo>
                  <a:pt x="5346946" y="2797834"/>
                </a:lnTo>
                <a:lnTo>
                  <a:pt x="5365907" y="2810494"/>
                </a:lnTo>
                <a:lnTo>
                  <a:pt x="5384867" y="2822517"/>
                </a:lnTo>
                <a:lnTo>
                  <a:pt x="5403828" y="2833886"/>
                </a:lnTo>
                <a:lnTo>
                  <a:pt x="5422789" y="2844584"/>
                </a:lnTo>
                <a:lnTo>
                  <a:pt x="5441750" y="2854596"/>
                </a:lnTo>
                <a:lnTo>
                  <a:pt x="5460711" y="2863906"/>
                </a:lnTo>
                <a:lnTo>
                  <a:pt x="5479671" y="2872496"/>
                </a:lnTo>
                <a:lnTo>
                  <a:pt x="5498632" y="2880350"/>
                </a:lnTo>
                <a:lnTo>
                  <a:pt x="5517593" y="2887451"/>
                </a:lnTo>
                <a:lnTo>
                  <a:pt x="5536554" y="2893782"/>
                </a:lnTo>
                <a:lnTo>
                  <a:pt x="5555515" y="2899326"/>
                </a:lnTo>
                <a:lnTo>
                  <a:pt x="5574475" y="2904065"/>
                </a:lnTo>
                <a:lnTo>
                  <a:pt x="5593436" y="2907983"/>
                </a:lnTo>
                <a:lnTo>
                  <a:pt x="5612397" y="2911061"/>
                </a:lnTo>
                <a:lnTo>
                  <a:pt x="5631358" y="2913282"/>
                </a:lnTo>
                <a:lnTo>
                  <a:pt x="5650319" y="2914628"/>
                </a:lnTo>
                <a:lnTo>
                  <a:pt x="5669280" y="2915081"/>
                </a:lnTo>
                <a:lnTo>
                  <a:pt x="5669280" y="2915081"/>
                </a:lnTo>
                <a:lnTo>
                  <a:pt x="5650319" y="2915081"/>
                </a:lnTo>
                <a:lnTo>
                  <a:pt x="5631358" y="2915081"/>
                </a:lnTo>
                <a:lnTo>
                  <a:pt x="5612397" y="2915081"/>
                </a:lnTo>
                <a:lnTo>
                  <a:pt x="5593436" y="2915081"/>
                </a:lnTo>
                <a:lnTo>
                  <a:pt x="5574475" y="2915081"/>
                </a:lnTo>
                <a:lnTo>
                  <a:pt x="5555515" y="2915081"/>
                </a:lnTo>
                <a:lnTo>
                  <a:pt x="5536554" y="2915081"/>
                </a:lnTo>
                <a:lnTo>
                  <a:pt x="5517593" y="2915081"/>
                </a:lnTo>
                <a:lnTo>
                  <a:pt x="5498632" y="2915081"/>
                </a:lnTo>
                <a:lnTo>
                  <a:pt x="5479671" y="2915081"/>
                </a:lnTo>
                <a:lnTo>
                  <a:pt x="5460711" y="2915081"/>
                </a:lnTo>
                <a:lnTo>
                  <a:pt x="5441750" y="2915081"/>
                </a:lnTo>
                <a:lnTo>
                  <a:pt x="5422789" y="2915081"/>
                </a:lnTo>
                <a:lnTo>
                  <a:pt x="5403828" y="2915081"/>
                </a:lnTo>
                <a:lnTo>
                  <a:pt x="5384867" y="2915081"/>
                </a:lnTo>
                <a:lnTo>
                  <a:pt x="5365907" y="2915081"/>
                </a:lnTo>
                <a:lnTo>
                  <a:pt x="5346946" y="2915081"/>
                </a:lnTo>
                <a:lnTo>
                  <a:pt x="5327985" y="2915081"/>
                </a:lnTo>
                <a:lnTo>
                  <a:pt x="5309024" y="2915081"/>
                </a:lnTo>
                <a:lnTo>
                  <a:pt x="5290063" y="2915081"/>
                </a:lnTo>
                <a:lnTo>
                  <a:pt x="5271103" y="2915081"/>
                </a:lnTo>
                <a:lnTo>
                  <a:pt x="5252142" y="2915081"/>
                </a:lnTo>
                <a:lnTo>
                  <a:pt x="5233181" y="2915081"/>
                </a:lnTo>
                <a:lnTo>
                  <a:pt x="5214220" y="2915081"/>
                </a:lnTo>
                <a:lnTo>
                  <a:pt x="5195259" y="2915081"/>
                </a:lnTo>
                <a:lnTo>
                  <a:pt x="5176299" y="2915081"/>
                </a:lnTo>
                <a:lnTo>
                  <a:pt x="5157338" y="2915081"/>
                </a:lnTo>
                <a:lnTo>
                  <a:pt x="5138377" y="2915081"/>
                </a:lnTo>
                <a:lnTo>
                  <a:pt x="5119416" y="2915081"/>
                </a:lnTo>
                <a:lnTo>
                  <a:pt x="5100455" y="2915081"/>
                </a:lnTo>
                <a:lnTo>
                  <a:pt x="5081495" y="2915081"/>
                </a:lnTo>
                <a:lnTo>
                  <a:pt x="5062534" y="2915081"/>
                </a:lnTo>
                <a:lnTo>
                  <a:pt x="5043573" y="2915081"/>
                </a:lnTo>
                <a:lnTo>
                  <a:pt x="5024612" y="2915081"/>
                </a:lnTo>
                <a:lnTo>
                  <a:pt x="5005651" y="2915081"/>
                </a:lnTo>
                <a:lnTo>
                  <a:pt x="4986691" y="2915081"/>
                </a:lnTo>
                <a:lnTo>
                  <a:pt x="4967730" y="2915081"/>
                </a:lnTo>
                <a:lnTo>
                  <a:pt x="4948769" y="2915081"/>
                </a:lnTo>
                <a:lnTo>
                  <a:pt x="4929808" y="2915081"/>
                </a:lnTo>
                <a:lnTo>
                  <a:pt x="4910847" y="2915081"/>
                </a:lnTo>
                <a:lnTo>
                  <a:pt x="4891887" y="2915081"/>
                </a:lnTo>
                <a:lnTo>
                  <a:pt x="4872926" y="2915081"/>
                </a:lnTo>
                <a:lnTo>
                  <a:pt x="4853965" y="2915081"/>
                </a:lnTo>
                <a:lnTo>
                  <a:pt x="4835004" y="2915081"/>
                </a:lnTo>
                <a:lnTo>
                  <a:pt x="4816043" y="2915081"/>
                </a:lnTo>
                <a:lnTo>
                  <a:pt x="4797083" y="2915081"/>
                </a:lnTo>
                <a:lnTo>
                  <a:pt x="4778122" y="2915081"/>
                </a:lnTo>
                <a:lnTo>
                  <a:pt x="4759161" y="2915081"/>
                </a:lnTo>
                <a:lnTo>
                  <a:pt x="4740200" y="2915081"/>
                </a:lnTo>
                <a:lnTo>
                  <a:pt x="4721239" y="2915081"/>
                </a:lnTo>
                <a:lnTo>
                  <a:pt x="4702279" y="2915081"/>
                </a:lnTo>
                <a:lnTo>
                  <a:pt x="4683318" y="2915081"/>
                </a:lnTo>
                <a:lnTo>
                  <a:pt x="4664357" y="2915081"/>
                </a:lnTo>
                <a:lnTo>
                  <a:pt x="4645396" y="2915081"/>
                </a:lnTo>
                <a:lnTo>
                  <a:pt x="4626435" y="2915081"/>
                </a:lnTo>
                <a:lnTo>
                  <a:pt x="4607475" y="2915081"/>
                </a:lnTo>
                <a:lnTo>
                  <a:pt x="4588514" y="2915081"/>
                </a:lnTo>
                <a:lnTo>
                  <a:pt x="4569553" y="2915081"/>
                </a:lnTo>
                <a:lnTo>
                  <a:pt x="4550592" y="2915081"/>
                </a:lnTo>
                <a:lnTo>
                  <a:pt x="4531631" y="2915081"/>
                </a:lnTo>
                <a:lnTo>
                  <a:pt x="4512671" y="2915081"/>
                </a:lnTo>
                <a:lnTo>
                  <a:pt x="4493710" y="2915081"/>
                </a:lnTo>
                <a:lnTo>
                  <a:pt x="4474749" y="2915081"/>
                </a:lnTo>
                <a:lnTo>
                  <a:pt x="4455788" y="2915081"/>
                </a:lnTo>
                <a:lnTo>
                  <a:pt x="4436827" y="2915081"/>
                </a:lnTo>
                <a:lnTo>
                  <a:pt x="4417867" y="2915081"/>
                </a:lnTo>
                <a:lnTo>
                  <a:pt x="4398906" y="2915081"/>
                </a:lnTo>
                <a:lnTo>
                  <a:pt x="4379945" y="2915081"/>
                </a:lnTo>
                <a:lnTo>
                  <a:pt x="4360984" y="2915081"/>
                </a:lnTo>
                <a:lnTo>
                  <a:pt x="4342023" y="2915081"/>
                </a:lnTo>
                <a:lnTo>
                  <a:pt x="4323063" y="2915081"/>
                </a:lnTo>
                <a:lnTo>
                  <a:pt x="4304102" y="2915081"/>
                </a:lnTo>
                <a:lnTo>
                  <a:pt x="4285141" y="2915081"/>
                </a:lnTo>
                <a:lnTo>
                  <a:pt x="4266180" y="2915081"/>
                </a:lnTo>
                <a:lnTo>
                  <a:pt x="4247219" y="2915081"/>
                </a:lnTo>
                <a:lnTo>
                  <a:pt x="4228258" y="2915081"/>
                </a:lnTo>
                <a:lnTo>
                  <a:pt x="4209298" y="2915081"/>
                </a:lnTo>
                <a:lnTo>
                  <a:pt x="4190337" y="2915081"/>
                </a:lnTo>
                <a:lnTo>
                  <a:pt x="4171376" y="2915081"/>
                </a:lnTo>
                <a:lnTo>
                  <a:pt x="4152415" y="2915081"/>
                </a:lnTo>
                <a:lnTo>
                  <a:pt x="4133454" y="2915081"/>
                </a:lnTo>
                <a:lnTo>
                  <a:pt x="4114494" y="2915081"/>
                </a:lnTo>
                <a:lnTo>
                  <a:pt x="4095533" y="2915081"/>
                </a:lnTo>
                <a:lnTo>
                  <a:pt x="4076572" y="2915081"/>
                </a:lnTo>
                <a:lnTo>
                  <a:pt x="4057611" y="2915081"/>
                </a:lnTo>
                <a:lnTo>
                  <a:pt x="4038650" y="2915081"/>
                </a:lnTo>
                <a:lnTo>
                  <a:pt x="4019690" y="2915081"/>
                </a:lnTo>
                <a:lnTo>
                  <a:pt x="4000729" y="2915081"/>
                </a:lnTo>
                <a:lnTo>
                  <a:pt x="3981768" y="2915081"/>
                </a:lnTo>
                <a:lnTo>
                  <a:pt x="3962807" y="2915081"/>
                </a:lnTo>
                <a:lnTo>
                  <a:pt x="3943846" y="2915081"/>
                </a:lnTo>
                <a:lnTo>
                  <a:pt x="3924886" y="2915081"/>
                </a:lnTo>
                <a:lnTo>
                  <a:pt x="3905925" y="2915081"/>
                </a:lnTo>
                <a:lnTo>
                  <a:pt x="3886964" y="2915081"/>
                </a:lnTo>
                <a:lnTo>
                  <a:pt x="3868003" y="2915081"/>
                </a:lnTo>
                <a:lnTo>
                  <a:pt x="3849042" y="2915081"/>
                </a:lnTo>
                <a:lnTo>
                  <a:pt x="3830082" y="2915081"/>
                </a:lnTo>
                <a:lnTo>
                  <a:pt x="3811121" y="2915081"/>
                </a:lnTo>
                <a:lnTo>
                  <a:pt x="3792160" y="2915081"/>
                </a:lnTo>
                <a:lnTo>
                  <a:pt x="3773199" y="2915081"/>
                </a:lnTo>
                <a:lnTo>
                  <a:pt x="3754238" y="2915081"/>
                </a:lnTo>
                <a:lnTo>
                  <a:pt x="3735278" y="2915081"/>
                </a:lnTo>
                <a:lnTo>
                  <a:pt x="3716317" y="2915081"/>
                </a:lnTo>
                <a:lnTo>
                  <a:pt x="3697356" y="2915081"/>
                </a:lnTo>
                <a:lnTo>
                  <a:pt x="3678395" y="2915081"/>
                </a:lnTo>
                <a:lnTo>
                  <a:pt x="3659434" y="2915081"/>
                </a:lnTo>
                <a:lnTo>
                  <a:pt x="3640474" y="2915081"/>
                </a:lnTo>
                <a:lnTo>
                  <a:pt x="3621513" y="2915081"/>
                </a:lnTo>
                <a:lnTo>
                  <a:pt x="3602552" y="2915081"/>
                </a:lnTo>
                <a:lnTo>
                  <a:pt x="3583591" y="2915081"/>
                </a:lnTo>
                <a:lnTo>
                  <a:pt x="3564630" y="2915081"/>
                </a:lnTo>
                <a:lnTo>
                  <a:pt x="3545670" y="2915081"/>
                </a:lnTo>
                <a:lnTo>
                  <a:pt x="3526709" y="2915081"/>
                </a:lnTo>
                <a:lnTo>
                  <a:pt x="3507748" y="2915081"/>
                </a:lnTo>
                <a:lnTo>
                  <a:pt x="3488787" y="2915081"/>
                </a:lnTo>
                <a:lnTo>
                  <a:pt x="3469826" y="2915081"/>
                </a:lnTo>
                <a:lnTo>
                  <a:pt x="3450866" y="2915081"/>
                </a:lnTo>
                <a:lnTo>
                  <a:pt x="3431905" y="2915081"/>
                </a:lnTo>
                <a:lnTo>
                  <a:pt x="3412944" y="2915081"/>
                </a:lnTo>
                <a:lnTo>
                  <a:pt x="3393983" y="2915081"/>
                </a:lnTo>
                <a:lnTo>
                  <a:pt x="3375022" y="2915081"/>
                </a:lnTo>
                <a:lnTo>
                  <a:pt x="3356062" y="2915081"/>
                </a:lnTo>
                <a:lnTo>
                  <a:pt x="3337101" y="2915081"/>
                </a:lnTo>
                <a:lnTo>
                  <a:pt x="3318140" y="2915081"/>
                </a:lnTo>
                <a:lnTo>
                  <a:pt x="3299179" y="2915081"/>
                </a:lnTo>
                <a:lnTo>
                  <a:pt x="3280218" y="2915081"/>
                </a:lnTo>
                <a:lnTo>
                  <a:pt x="3261258" y="2915081"/>
                </a:lnTo>
                <a:lnTo>
                  <a:pt x="3242297" y="2915081"/>
                </a:lnTo>
                <a:lnTo>
                  <a:pt x="3223336" y="2915081"/>
                </a:lnTo>
                <a:lnTo>
                  <a:pt x="3204375" y="2915081"/>
                </a:lnTo>
                <a:lnTo>
                  <a:pt x="3185414" y="2915081"/>
                </a:lnTo>
                <a:lnTo>
                  <a:pt x="3166454" y="2915081"/>
                </a:lnTo>
                <a:lnTo>
                  <a:pt x="3147493" y="2915081"/>
                </a:lnTo>
                <a:lnTo>
                  <a:pt x="3128532" y="2915081"/>
                </a:lnTo>
                <a:lnTo>
                  <a:pt x="3109571" y="2915081"/>
                </a:lnTo>
                <a:lnTo>
                  <a:pt x="3090610" y="2915081"/>
                </a:lnTo>
                <a:lnTo>
                  <a:pt x="3071650" y="2915081"/>
                </a:lnTo>
                <a:lnTo>
                  <a:pt x="3052689" y="2915081"/>
                </a:lnTo>
                <a:lnTo>
                  <a:pt x="3033728" y="2915081"/>
                </a:lnTo>
                <a:lnTo>
                  <a:pt x="3014767" y="2915081"/>
                </a:lnTo>
                <a:lnTo>
                  <a:pt x="2995806" y="2915081"/>
                </a:lnTo>
                <a:lnTo>
                  <a:pt x="2976846" y="2915081"/>
                </a:lnTo>
                <a:lnTo>
                  <a:pt x="2957885" y="2915081"/>
                </a:lnTo>
                <a:lnTo>
                  <a:pt x="2938924" y="2915081"/>
                </a:lnTo>
                <a:lnTo>
                  <a:pt x="2919963" y="2915081"/>
                </a:lnTo>
                <a:lnTo>
                  <a:pt x="2901002" y="2915081"/>
                </a:lnTo>
                <a:lnTo>
                  <a:pt x="2882042" y="2915081"/>
                </a:lnTo>
                <a:lnTo>
                  <a:pt x="2863081" y="2915081"/>
                </a:lnTo>
                <a:lnTo>
                  <a:pt x="2844120" y="2915081"/>
                </a:lnTo>
                <a:lnTo>
                  <a:pt x="2825159" y="2915081"/>
                </a:lnTo>
                <a:lnTo>
                  <a:pt x="2806198" y="2915081"/>
                </a:lnTo>
                <a:lnTo>
                  <a:pt x="2787237" y="2915081"/>
                </a:lnTo>
                <a:lnTo>
                  <a:pt x="2768277" y="2915081"/>
                </a:lnTo>
                <a:lnTo>
                  <a:pt x="2749316" y="2915081"/>
                </a:lnTo>
                <a:lnTo>
                  <a:pt x="2730355" y="2915081"/>
                </a:lnTo>
                <a:lnTo>
                  <a:pt x="2711394" y="2915081"/>
                </a:lnTo>
                <a:lnTo>
                  <a:pt x="2692433" y="2915081"/>
                </a:lnTo>
                <a:lnTo>
                  <a:pt x="2673473" y="2915081"/>
                </a:lnTo>
                <a:lnTo>
                  <a:pt x="2654512" y="2915081"/>
                </a:lnTo>
                <a:lnTo>
                  <a:pt x="2635551" y="2915081"/>
                </a:lnTo>
                <a:lnTo>
                  <a:pt x="2616590" y="2915081"/>
                </a:lnTo>
                <a:lnTo>
                  <a:pt x="2597629" y="2915081"/>
                </a:lnTo>
                <a:lnTo>
                  <a:pt x="2578669" y="2915081"/>
                </a:lnTo>
                <a:lnTo>
                  <a:pt x="2559708" y="2915081"/>
                </a:lnTo>
                <a:lnTo>
                  <a:pt x="2540747" y="2915081"/>
                </a:lnTo>
                <a:lnTo>
                  <a:pt x="2521786" y="2915081"/>
                </a:lnTo>
                <a:lnTo>
                  <a:pt x="2502825" y="2915081"/>
                </a:lnTo>
                <a:lnTo>
                  <a:pt x="2483865" y="2915081"/>
                </a:lnTo>
                <a:lnTo>
                  <a:pt x="2464904" y="2915081"/>
                </a:lnTo>
                <a:lnTo>
                  <a:pt x="2445943" y="2915081"/>
                </a:lnTo>
                <a:lnTo>
                  <a:pt x="2426982" y="2915081"/>
                </a:lnTo>
                <a:lnTo>
                  <a:pt x="2408021" y="2915081"/>
                </a:lnTo>
                <a:lnTo>
                  <a:pt x="2389061" y="2915081"/>
                </a:lnTo>
                <a:lnTo>
                  <a:pt x="2370100" y="2915081"/>
                </a:lnTo>
                <a:lnTo>
                  <a:pt x="2351139" y="2915081"/>
                </a:lnTo>
                <a:lnTo>
                  <a:pt x="2332178" y="2915081"/>
                </a:lnTo>
                <a:lnTo>
                  <a:pt x="2313217" y="2915081"/>
                </a:lnTo>
                <a:lnTo>
                  <a:pt x="2294257" y="2915081"/>
                </a:lnTo>
                <a:lnTo>
                  <a:pt x="2275296" y="2915081"/>
                </a:lnTo>
                <a:lnTo>
                  <a:pt x="2256335" y="2915081"/>
                </a:lnTo>
                <a:lnTo>
                  <a:pt x="2237374" y="2915081"/>
                </a:lnTo>
                <a:lnTo>
                  <a:pt x="2218413" y="2915081"/>
                </a:lnTo>
                <a:lnTo>
                  <a:pt x="2199453" y="2915081"/>
                </a:lnTo>
                <a:lnTo>
                  <a:pt x="2180492" y="2915081"/>
                </a:lnTo>
                <a:lnTo>
                  <a:pt x="2161531" y="2915081"/>
                </a:lnTo>
                <a:lnTo>
                  <a:pt x="2142570" y="2915081"/>
                </a:lnTo>
                <a:lnTo>
                  <a:pt x="2123609" y="2915081"/>
                </a:lnTo>
                <a:lnTo>
                  <a:pt x="2104649" y="2915081"/>
                </a:lnTo>
                <a:lnTo>
                  <a:pt x="2085688" y="2915081"/>
                </a:lnTo>
                <a:lnTo>
                  <a:pt x="2066727" y="2915081"/>
                </a:lnTo>
                <a:lnTo>
                  <a:pt x="2047766" y="2915081"/>
                </a:lnTo>
                <a:lnTo>
                  <a:pt x="2028805" y="2915081"/>
                </a:lnTo>
                <a:lnTo>
                  <a:pt x="2009845" y="2915081"/>
                </a:lnTo>
                <a:lnTo>
                  <a:pt x="1990884" y="2915081"/>
                </a:lnTo>
                <a:lnTo>
                  <a:pt x="1971923" y="2915081"/>
                </a:lnTo>
                <a:lnTo>
                  <a:pt x="1952962" y="2915081"/>
                </a:lnTo>
                <a:lnTo>
                  <a:pt x="1934001" y="2915081"/>
                </a:lnTo>
                <a:lnTo>
                  <a:pt x="1915041" y="2915081"/>
                </a:lnTo>
                <a:lnTo>
                  <a:pt x="1896080" y="2915081"/>
                </a:lnTo>
                <a:lnTo>
                  <a:pt x="1877119" y="2915081"/>
                </a:lnTo>
                <a:lnTo>
                  <a:pt x="1858158" y="2915081"/>
                </a:lnTo>
                <a:lnTo>
                  <a:pt x="1839197" y="2915081"/>
                </a:lnTo>
                <a:lnTo>
                  <a:pt x="1820237" y="2915081"/>
                </a:lnTo>
                <a:lnTo>
                  <a:pt x="1801276" y="2915081"/>
                </a:lnTo>
                <a:lnTo>
                  <a:pt x="1782315" y="2915081"/>
                </a:lnTo>
                <a:lnTo>
                  <a:pt x="1763354" y="2915081"/>
                </a:lnTo>
                <a:lnTo>
                  <a:pt x="1744393" y="2915081"/>
                </a:lnTo>
                <a:lnTo>
                  <a:pt x="1725433" y="2915081"/>
                </a:lnTo>
                <a:lnTo>
                  <a:pt x="1706472" y="2915081"/>
                </a:lnTo>
                <a:lnTo>
                  <a:pt x="1687511" y="2915081"/>
                </a:lnTo>
                <a:lnTo>
                  <a:pt x="1668550" y="2915081"/>
                </a:lnTo>
                <a:lnTo>
                  <a:pt x="1649589" y="2915081"/>
                </a:lnTo>
                <a:lnTo>
                  <a:pt x="1630629" y="2915081"/>
                </a:lnTo>
                <a:lnTo>
                  <a:pt x="1611668" y="2915081"/>
                </a:lnTo>
                <a:lnTo>
                  <a:pt x="1592707" y="2915081"/>
                </a:lnTo>
                <a:lnTo>
                  <a:pt x="1573746" y="2915081"/>
                </a:lnTo>
                <a:lnTo>
                  <a:pt x="1554785" y="2915081"/>
                </a:lnTo>
                <a:lnTo>
                  <a:pt x="1535825" y="2915081"/>
                </a:lnTo>
                <a:lnTo>
                  <a:pt x="1516864" y="2915081"/>
                </a:lnTo>
                <a:lnTo>
                  <a:pt x="1497903" y="2915081"/>
                </a:lnTo>
                <a:lnTo>
                  <a:pt x="1478942" y="2915081"/>
                </a:lnTo>
                <a:lnTo>
                  <a:pt x="1459981" y="2915081"/>
                </a:lnTo>
                <a:lnTo>
                  <a:pt x="1441021" y="2915081"/>
                </a:lnTo>
                <a:lnTo>
                  <a:pt x="1422060" y="2915081"/>
                </a:lnTo>
                <a:lnTo>
                  <a:pt x="1403099" y="2915081"/>
                </a:lnTo>
                <a:lnTo>
                  <a:pt x="1384138" y="2915081"/>
                </a:lnTo>
                <a:lnTo>
                  <a:pt x="1365177" y="2915081"/>
                </a:lnTo>
                <a:lnTo>
                  <a:pt x="1346216" y="2915081"/>
                </a:lnTo>
                <a:lnTo>
                  <a:pt x="1327256" y="2915081"/>
                </a:lnTo>
                <a:lnTo>
                  <a:pt x="1308295" y="2915081"/>
                </a:lnTo>
                <a:lnTo>
                  <a:pt x="1289334" y="2915081"/>
                </a:lnTo>
                <a:lnTo>
                  <a:pt x="1270373" y="2915081"/>
                </a:lnTo>
                <a:lnTo>
                  <a:pt x="1251412" y="2915081"/>
                </a:lnTo>
                <a:lnTo>
                  <a:pt x="1232452" y="2915081"/>
                </a:lnTo>
                <a:lnTo>
                  <a:pt x="1213491" y="2915081"/>
                </a:lnTo>
                <a:lnTo>
                  <a:pt x="1194530" y="2915081"/>
                </a:lnTo>
                <a:lnTo>
                  <a:pt x="1175569" y="2915081"/>
                </a:lnTo>
                <a:lnTo>
                  <a:pt x="1156608" y="2915081"/>
                </a:lnTo>
                <a:lnTo>
                  <a:pt x="1137648" y="2915081"/>
                </a:lnTo>
                <a:lnTo>
                  <a:pt x="1118687" y="2915081"/>
                </a:lnTo>
                <a:lnTo>
                  <a:pt x="1099726" y="2915081"/>
                </a:lnTo>
                <a:lnTo>
                  <a:pt x="1080765" y="2915081"/>
                </a:lnTo>
                <a:lnTo>
                  <a:pt x="1061804" y="2915081"/>
                </a:lnTo>
                <a:lnTo>
                  <a:pt x="1042844" y="2915081"/>
                </a:lnTo>
                <a:lnTo>
                  <a:pt x="1023883" y="2915081"/>
                </a:lnTo>
                <a:lnTo>
                  <a:pt x="1004922" y="2915081"/>
                </a:lnTo>
                <a:lnTo>
                  <a:pt x="985961" y="2915081"/>
                </a:lnTo>
                <a:lnTo>
                  <a:pt x="967000" y="2915081"/>
                </a:lnTo>
                <a:lnTo>
                  <a:pt x="948040" y="2915081"/>
                </a:lnTo>
                <a:lnTo>
                  <a:pt x="929079" y="2915081"/>
                </a:lnTo>
                <a:lnTo>
                  <a:pt x="910118" y="2915081"/>
                </a:lnTo>
                <a:lnTo>
                  <a:pt x="891157" y="2915081"/>
                </a:lnTo>
                <a:lnTo>
                  <a:pt x="872196" y="2915081"/>
                </a:lnTo>
                <a:lnTo>
                  <a:pt x="853236" y="2915081"/>
                </a:lnTo>
                <a:lnTo>
                  <a:pt x="834275" y="2915081"/>
                </a:lnTo>
                <a:lnTo>
                  <a:pt x="815314" y="2915081"/>
                </a:lnTo>
                <a:lnTo>
                  <a:pt x="796353" y="2915081"/>
                </a:lnTo>
                <a:lnTo>
                  <a:pt x="777392" y="2915081"/>
                </a:lnTo>
                <a:lnTo>
                  <a:pt x="758432" y="2915081"/>
                </a:lnTo>
                <a:lnTo>
                  <a:pt x="739471" y="2915081"/>
                </a:lnTo>
                <a:lnTo>
                  <a:pt x="720510" y="2915081"/>
                </a:lnTo>
                <a:lnTo>
                  <a:pt x="701549" y="2915081"/>
                </a:lnTo>
                <a:lnTo>
                  <a:pt x="682588" y="2915081"/>
                </a:lnTo>
                <a:lnTo>
                  <a:pt x="663628" y="2915081"/>
                </a:lnTo>
                <a:lnTo>
                  <a:pt x="644667" y="2915081"/>
                </a:lnTo>
                <a:lnTo>
                  <a:pt x="625706" y="2915081"/>
                </a:lnTo>
                <a:lnTo>
                  <a:pt x="606745" y="2915081"/>
                </a:lnTo>
                <a:lnTo>
                  <a:pt x="587784" y="2915081"/>
                </a:lnTo>
                <a:lnTo>
                  <a:pt x="568824" y="2915081"/>
                </a:lnTo>
                <a:lnTo>
                  <a:pt x="549863" y="2915081"/>
                </a:lnTo>
                <a:lnTo>
                  <a:pt x="530902" y="2915081"/>
                </a:lnTo>
                <a:lnTo>
                  <a:pt x="511941" y="2915081"/>
                </a:lnTo>
                <a:lnTo>
                  <a:pt x="492980" y="2915081"/>
                </a:lnTo>
                <a:lnTo>
                  <a:pt x="474020" y="2915081"/>
                </a:lnTo>
                <a:lnTo>
                  <a:pt x="455059" y="2915081"/>
                </a:lnTo>
                <a:lnTo>
                  <a:pt x="436098" y="2915081"/>
                </a:lnTo>
                <a:lnTo>
                  <a:pt x="417137" y="2915081"/>
                </a:lnTo>
                <a:lnTo>
                  <a:pt x="398176" y="2915081"/>
                </a:lnTo>
                <a:lnTo>
                  <a:pt x="379216" y="2915081"/>
                </a:lnTo>
                <a:lnTo>
                  <a:pt x="360255" y="2915081"/>
                </a:lnTo>
                <a:lnTo>
                  <a:pt x="341294" y="2915081"/>
                </a:lnTo>
                <a:lnTo>
                  <a:pt x="322333" y="2915081"/>
                </a:lnTo>
                <a:lnTo>
                  <a:pt x="303372" y="2915081"/>
                </a:lnTo>
                <a:lnTo>
                  <a:pt x="284412" y="2915081"/>
                </a:lnTo>
                <a:lnTo>
                  <a:pt x="265451" y="2915081"/>
                </a:lnTo>
                <a:lnTo>
                  <a:pt x="246490" y="2915081"/>
                </a:lnTo>
                <a:lnTo>
                  <a:pt x="227529" y="2915081"/>
                </a:lnTo>
                <a:lnTo>
                  <a:pt x="208568" y="2915081"/>
                </a:lnTo>
                <a:lnTo>
                  <a:pt x="189608" y="2915081"/>
                </a:lnTo>
                <a:lnTo>
                  <a:pt x="170647" y="2915081"/>
                </a:lnTo>
                <a:lnTo>
                  <a:pt x="151686" y="2915081"/>
                </a:lnTo>
                <a:lnTo>
                  <a:pt x="132725" y="2915081"/>
                </a:lnTo>
                <a:lnTo>
                  <a:pt x="113764" y="2915081"/>
                </a:lnTo>
                <a:lnTo>
                  <a:pt x="94804" y="2915081"/>
                </a:lnTo>
                <a:lnTo>
                  <a:pt x="75843" y="2915081"/>
                </a:lnTo>
                <a:lnTo>
                  <a:pt x="56882" y="2915081"/>
                </a:lnTo>
                <a:lnTo>
                  <a:pt x="37921" y="2915081"/>
                </a:lnTo>
                <a:lnTo>
                  <a:pt x="18960" y="2915081"/>
                </a:lnTo>
                <a:lnTo>
                  <a:pt x="0" y="2915081"/>
                </a:lnTo>
                <a:close/>
              </a:path>
            </a:pathLst>
          </a:custGeom>
          <a:solidFill>
            <a:srgbClr val="8EDBD4">
              <a:alpha val="30000"/>
            </a:srgbClr>
          </a:solidFill>
          <a:ln w="10160">
            <a:solidFill>
              <a:srgbClr val="8EDBD4">
                <a:alpha val="3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4-E18 polygon 28" descr="sci-ppt:o028"/>
          <p:cNvSpPr/>
          <p:nvPr/>
        </p:nvSpPr>
        <p:spPr>
          <a:xfrm>
            <a:off x="914400" y="2022679"/>
            <a:ext cx="5669280" cy="2915081"/>
          </a:xfrm>
          <a:custGeom>
            <a:avLst/>
            <a:gdLst/>
            <a:ahLst/>
            <a:cxnLst/>
            <a:rect l="l" t="t" r="r" b="b"/>
            <a:pathLst>
              <a:path w="5669280" h="2915081">
                <a:moveTo>
                  <a:pt x="0" y="2915081"/>
                </a:moveTo>
                <a:lnTo>
                  <a:pt x="37921" y="2846960"/>
                </a:lnTo>
                <a:lnTo>
                  <a:pt x="75843" y="2778876"/>
                </a:lnTo>
                <a:lnTo>
                  <a:pt x="113764" y="2710865"/>
                </a:lnTo>
                <a:lnTo>
                  <a:pt x="151686" y="2642964"/>
                </a:lnTo>
                <a:lnTo>
                  <a:pt x="189608" y="2575209"/>
                </a:lnTo>
                <a:lnTo>
                  <a:pt x="227529" y="2507637"/>
                </a:lnTo>
                <a:lnTo>
                  <a:pt x="265451" y="2440283"/>
                </a:lnTo>
                <a:lnTo>
                  <a:pt x="303372" y="2373184"/>
                </a:lnTo>
                <a:lnTo>
                  <a:pt x="341294" y="2306377"/>
                </a:lnTo>
                <a:lnTo>
                  <a:pt x="379216" y="2239897"/>
                </a:lnTo>
                <a:lnTo>
                  <a:pt x="417137" y="2173780"/>
                </a:lnTo>
                <a:lnTo>
                  <a:pt x="455059" y="2108062"/>
                </a:lnTo>
                <a:lnTo>
                  <a:pt x="492980" y="2042777"/>
                </a:lnTo>
                <a:lnTo>
                  <a:pt x="530902" y="1977963"/>
                </a:lnTo>
                <a:lnTo>
                  <a:pt x="568824" y="1913653"/>
                </a:lnTo>
                <a:lnTo>
                  <a:pt x="606745" y="1849882"/>
                </a:lnTo>
                <a:lnTo>
                  <a:pt x="644667" y="1786685"/>
                </a:lnTo>
                <a:lnTo>
                  <a:pt x="682588" y="1724097"/>
                </a:lnTo>
                <a:lnTo>
                  <a:pt x="720510" y="1662151"/>
                </a:lnTo>
                <a:lnTo>
                  <a:pt x="758432" y="1600882"/>
                </a:lnTo>
                <a:lnTo>
                  <a:pt x="796353" y="1540322"/>
                </a:lnTo>
                <a:lnTo>
                  <a:pt x="834275" y="1480505"/>
                </a:lnTo>
                <a:lnTo>
                  <a:pt x="872196" y="1421464"/>
                </a:lnTo>
                <a:lnTo>
                  <a:pt x="910118" y="1363231"/>
                </a:lnTo>
                <a:lnTo>
                  <a:pt x="948040" y="1305838"/>
                </a:lnTo>
                <a:lnTo>
                  <a:pt x="985961" y="1249316"/>
                </a:lnTo>
                <a:lnTo>
                  <a:pt x="1023883" y="1193698"/>
                </a:lnTo>
                <a:lnTo>
                  <a:pt x="1061804" y="1139013"/>
                </a:lnTo>
                <a:lnTo>
                  <a:pt x="1099726" y="1085293"/>
                </a:lnTo>
                <a:lnTo>
                  <a:pt x="1137648" y="1032567"/>
                </a:lnTo>
                <a:lnTo>
                  <a:pt x="1175569" y="980865"/>
                </a:lnTo>
                <a:lnTo>
                  <a:pt x="1213491" y="930215"/>
                </a:lnTo>
                <a:lnTo>
                  <a:pt x="1251412" y="880647"/>
                </a:lnTo>
                <a:lnTo>
                  <a:pt x="1289334" y="832187"/>
                </a:lnTo>
                <a:lnTo>
                  <a:pt x="1327256" y="784864"/>
                </a:lnTo>
                <a:lnTo>
                  <a:pt x="1365177" y="738704"/>
                </a:lnTo>
                <a:lnTo>
                  <a:pt x="1403099" y="693733"/>
                </a:lnTo>
                <a:lnTo>
                  <a:pt x="1441021" y="649978"/>
                </a:lnTo>
                <a:lnTo>
                  <a:pt x="1478942" y="607462"/>
                </a:lnTo>
                <a:lnTo>
                  <a:pt x="1516864" y="566212"/>
                </a:lnTo>
                <a:lnTo>
                  <a:pt x="1554785" y="526250"/>
                </a:lnTo>
                <a:lnTo>
                  <a:pt x="1592707" y="487600"/>
                </a:lnTo>
                <a:lnTo>
                  <a:pt x="1630629" y="450283"/>
                </a:lnTo>
                <a:lnTo>
                  <a:pt x="1668550" y="414323"/>
                </a:lnTo>
                <a:lnTo>
                  <a:pt x="1706472" y="379740"/>
                </a:lnTo>
                <a:lnTo>
                  <a:pt x="1744393" y="346554"/>
                </a:lnTo>
                <a:lnTo>
                  <a:pt x="1782315" y="314785"/>
                </a:lnTo>
                <a:lnTo>
                  <a:pt x="1820237" y="284452"/>
                </a:lnTo>
                <a:lnTo>
                  <a:pt x="1858158" y="255573"/>
                </a:lnTo>
                <a:lnTo>
                  <a:pt x="1896080" y="228165"/>
                </a:lnTo>
                <a:lnTo>
                  <a:pt x="1934001" y="202245"/>
                </a:lnTo>
                <a:lnTo>
                  <a:pt x="1971923" y="177829"/>
                </a:lnTo>
                <a:lnTo>
                  <a:pt x="2009845" y="154931"/>
                </a:lnTo>
                <a:lnTo>
                  <a:pt x="2047766" y="133566"/>
                </a:lnTo>
                <a:lnTo>
                  <a:pt x="2085688" y="113746"/>
                </a:lnTo>
                <a:lnTo>
                  <a:pt x="2123609" y="95484"/>
                </a:lnTo>
                <a:lnTo>
                  <a:pt x="2161531" y="78791"/>
                </a:lnTo>
                <a:lnTo>
                  <a:pt x="2199453" y="63679"/>
                </a:lnTo>
                <a:lnTo>
                  <a:pt x="2237374" y="50155"/>
                </a:lnTo>
                <a:lnTo>
                  <a:pt x="2275296" y="38229"/>
                </a:lnTo>
                <a:lnTo>
                  <a:pt x="2313217" y="27909"/>
                </a:lnTo>
                <a:lnTo>
                  <a:pt x="2351139" y="19200"/>
                </a:lnTo>
                <a:lnTo>
                  <a:pt x="2389061" y="12110"/>
                </a:lnTo>
                <a:lnTo>
                  <a:pt x="2426982" y="6641"/>
                </a:lnTo>
                <a:lnTo>
                  <a:pt x="2464904" y="2799"/>
                </a:lnTo>
                <a:lnTo>
                  <a:pt x="2502825" y="584"/>
                </a:lnTo>
                <a:lnTo>
                  <a:pt x="2540747" y="0"/>
                </a:lnTo>
                <a:lnTo>
                  <a:pt x="2578669" y="1046"/>
                </a:lnTo>
                <a:lnTo>
                  <a:pt x="2616590" y="3721"/>
                </a:lnTo>
                <a:lnTo>
                  <a:pt x="2654512" y="8025"/>
                </a:lnTo>
                <a:lnTo>
                  <a:pt x="2692433" y="13952"/>
                </a:lnTo>
                <a:lnTo>
                  <a:pt x="2730355" y="21501"/>
                </a:lnTo>
                <a:lnTo>
                  <a:pt x="2768277" y="30665"/>
                </a:lnTo>
                <a:lnTo>
                  <a:pt x="2806198" y="41438"/>
                </a:lnTo>
                <a:lnTo>
                  <a:pt x="2844120" y="53812"/>
                </a:lnTo>
                <a:lnTo>
                  <a:pt x="2882042" y="67779"/>
                </a:lnTo>
                <a:lnTo>
                  <a:pt x="2919963" y="83329"/>
                </a:lnTo>
                <a:lnTo>
                  <a:pt x="2957885" y="100449"/>
                </a:lnTo>
                <a:lnTo>
                  <a:pt x="2995806" y="119128"/>
                </a:lnTo>
                <a:lnTo>
                  <a:pt x="3033728" y="139352"/>
                </a:lnTo>
                <a:lnTo>
                  <a:pt x="3071650" y="161105"/>
                </a:lnTo>
                <a:lnTo>
                  <a:pt x="3109571" y="184371"/>
                </a:lnTo>
                <a:lnTo>
                  <a:pt x="3147493" y="209133"/>
                </a:lnTo>
                <a:lnTo>
                  <a:pt x="3185414" y="235371"/>
                </a:lnTo>
                <a:lnTo>
                  <a:pt x="3223336" y="263065"/>
                </a:lnTo>
                <a:lnTo>
                  <a:pt x="3261258" y="292192"/>
                </a:lnTo>
                <a:lnTo>
                  <a:pt x="3299179" y="322731"/>
                </a:lnTo>
                <a:lnTo>
                  <a:pt x="3337101" y="354655"/>
                </a:lnTo>
                <a:lnTo>
                  <a:pt x="3375022" y="387939"/>
                </a:lnTo>
                <a:lnTo>
                  <a:pt x="3412944" y="422555"/>
                </a:lnTo>
                <a:lnTo>
                  <a:pt x="3450866" y="458475"/>
                </a:lnTo>
                <a:lnTo>
                  <a:pt x="3488787" y="495668"/>
                </a:lnTo>
                <a:lnTo>
                  <a:pt x="3526709" y="534103"/>
                </a:lnTo>
                <a:lnTo>
                  <a:pt x="3564630" y="573744"/>
                </a:lnTo>
                <a:lnTo>
                  <a:pt x="3602552" y="614559"/>
                </a:lnTo>
                <a:lnTo>
                  <a:pt x="3640474" y="656509"/>
                </a:lnTo>
                <a:lnTo>
                  <a:pt x="3678395" y="699558"/>
                </a:lnTo>
                <a:lnTo>
                  <a:pt x="3716317" y="743665"/>
                </a:lnTo>
                <a:lnTo>
                  <a:pt x="3754238" y="788789"/>
                </a:lnTo>
                <a:lnTo>
                  <a:pt x="3792160" y="834888"/>
                </a:lnTo>
                <a:lnTo>
                  <a:pt x="3830082" y="881917"/>
                </a:lnTo>
                <a:lnTo>
                  <a:pt x="3868003" y="929830"/>
                </a:lnTo>
                <a:lnTo>
                  <a:pt x="3905925" y="978579"/>
                </a:lnTo>
                <a:lnTo>
                  <a:pt x="3943846" y="1028114"/>
                </a:lnTo>
                <a:lnTo>
                  <a:pt x="3981768" y="1078386"/>
                </a:lnTo>
                <a:lnTo>
                  <a:pt x="4019690" y="1129340"/>
                </a:lnTo>
                <a:lnTo>
                  <a:pt x="4057611" y="1180923"/>
                </a:lnTo>
                <a:lnTo>
                  <a:pt x="4095533" y="1233079"/>
                </a:lnTo>
                <a:lnTo>
                  <a:pt x="4133454" y="1285748"/>
                </a:lnTo>
                <a:lnTo>
                  <a:pt x="4171376" y="1338872"/>
                </a:lnTo>
                <a:lnTo>
                  <a:pt x="4209298" y="1392389"/>
                </a:lnTo>
                <a:lnTo>
                  <a:pt x="4247219" y="1446235"/>
                </a:lnTo>
                <a:lnTo>
                  <a:pt x="4285141" y="1500346"/>
                </a:lnTo>
                <a:lnTo>
                  <a:pt x="4323063" y="1554655"/>
                </a:lnTo>
                <a:lnTo>
                  <a:pt x="4360984" y="1609092"/>
                </a:lnTo>
                <a:lnTo>
                  <a:pt x="4398906" y="1663587"/>
                </a:lnTo>
                <a:lnTo>
                  <a:pt x="4436827" y="1718067"/>
                </a:lnTo>
                <a:lnTo>
                  <a:pt x="4474749" y="1772458"/>
                </a:lnTo>
                <a:lnTo>
                  <a:pt x="4512671" y="1826684"/>
                </a:lnTo>
                <a:lnTo>
                  <a:pt x="4550592" y="1880665"/>
                </a:lnTo>
                <a:lnTo>
                  <a:pt x="4588514" y="1934323"/>
                </a:lnTo>
                <a:lnTo>
                  <a:pt x="4626435" y="1987574"/>
                </a:lnTo>
                <a:lnTo>
                  <a:pt x="4664357" y="2040335"/>
                </a:lnTo>
                <a:lnTo>
                  <a:pt x="4702279" y="2092518"/>
                </a:lnTo>
                <a:lnTo>
                  <a:pt x="4740200" y="2144037"/>
                </a:lnTo>
                <a:lnTo>
                  <a:pt x="4778122" y="2194800"/>
                </a:lnTo>
                <a:lnTo>
                  <a:pt x="4816043" y="2244716"/>
                </a:lnTo>
                <a:lnTo>
                  <a:pt x="4853965" y="2293690"/>
                </a:lnTo>
                <a:lnTo>
                  <a:pt x="4891887" y="2341625"/>
                </a:lnTo>
                <a:lnTo>
                  <a:pt x="4929808" y="2388423"/>
                </a:lnTo>
                <a:lnTo>
                  <a:pt x="4967730" y="2433984"/>
                </a:lnTo>
                <a:lnTo>
                  <a:pt x="5005651" y="2478204"/>
                </a:lnTo>
                <a:lnTo>
                  <a:pt x="5043573" y="2520979"/>
                </a:lnTo>
                <a:lnTo>
                  <a:pt x="5081495" y="2562201"/>
                </a:lnTo>
                <a:lnTo>
                  <a:pt x="5119416" y="2601762"/>
                </a:lnTo>
                <a:lnTo>
                  <a:pt x="5157338" y="2639549"/>
                </a:lnTo>
                <a:lnTo>
                  <a:pt x="5195259" y="2675450"/>
                </a:lnTo>
                <a:lnTo>
                  <a:pt x="5233181" y="2709348"/>
                </a:lnTo>
                <a:lnTo>
                  <a:pt x="5271103" y="2741125"/>
                </a:lnTo>
                <a:lnTo>
                  <a:pt x="5309024" y="2770661"/>
                </a:lnTo>
                <a:lnTo>
                  <a:pt x="5346946" y="2797834"/>
                </a:lnTo>
                <a:lnTo>
                  <a:pt x="5384867" y="2822517"/>
                </a:lnTo>
                <a:lnTo>
                  <a:pt x="5422789" y="2844584"/>
                </a:lnTo>
                <a:lnTo>
                  <a:pt x="5460711" y="2863906"/>
                </a:lnTo>
                <a:lnTo>
                  <a:pt x="5498632" y="2880350"/>
                </a:lnTo>
                <a:lnTo>
                  <a:pt x="5536554" y="2893782"/>
                </a:lnTo>
                <a:lnTo>
                  <a:pt x="5574475" y="2904065"/>
                </a:lnTo>
                <a:lnTo>
                  <a:pt x="5612397" y="2911061"/>
                </a:lnTo>
                <a:lnTo>
                  <a:pt x="5650319" y="2914628"/>
                </a:lnTo>
                <a:lnTo>
                  <a:pt x="5669280" y="2915081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4-E18 text 29" descr="sci-ppt:o029"/>
          <p:cNvSpPr txBox="1"/>
          <p:nvPr/>
        </p:nvSpPr>
        <p:spPr>
          <a:xfrm>
            <a:off x="4105656" y="1280160"/>
            <a:ext cx="25603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area = π/3 = 1.0472</a:t>
            </a:r>
          </a:p>
        </p:txBody>
      </p:sp>
      <p:sp>
        <p:nvSpPr>
          <p:cNvPr id="32" name="C4-E18 round_rect 30" descr="sci-ppt:o030"/>
          <p:cNvSpPr/>
          <p:nvPr/>
        </p:nvSpPr>
        <p:spPr>
          <a:xfrm>
            <a:off x="6858000" y="1371600"/>
            <a:ext cx="4983480" cy="35661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4-E18 text 31" descr="sci-ppt:o031"/>
          <p:cNvSpPr txBox="1"/>
          <p:nvPr/>
        </p:nvSpPr>
        <p:spPr>
          <a:xfrm>
            <a:off x="6967728" y="1426464"/>
            <a:ext cx="47640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Blister volume</a:t>
            </a:r>
          </a:p>
        </p:txBody>
      </p:sp>
      <p:sp>
        <p:nvSpPr>
          <p:cNvPr id="34" name="C4-E18 text 32" descr="sci-ppt:o032"/>
          <p:cNvSpPr txBox="1"/>
          <p:nvPr/>
        </p:nvSpPr>
        <p:spPr>
          <a:xfrm>
            <a:off x="6995160" y="1828800"/>
            <a:ext cx="475488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V_bl = 2π ∫₀ᵇ w r dr</a:t>
            </a:r>
          </a:p>
        </p:txBody>
      </p:sp>
      <p:sp>
        <p:nvSpPr>
          <p:cNvPr id="35" name="C4-E18 text 33" descr="sci-ppt:o033"/>
          <p:cNvSpPr txBox="1"/>
          <p:nvPr/>
        </p:nvSpPr>
        <p:spPr>
          <a:xfrm>
            <a:off x="6995160" y="2331720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= π p₀ / (32D_f) ∫ (b⁴r − 2b²r³ + r⁵) dr</a:t>
            </a:r>
          </a:p>
        </p:txBody>
      </p:sp>
      <p:sp>
        <p:nvSpPr>
          <p:cNvPr id="36" name="C4-E18 text 34" descr="sci-ppt:o034"/>
          <p:cNvSpPr txBox="1"/>
          <p:nvPr/>
        </p:nvSpPr>
        <p:spPr>
          <a:xfrm>
            <a:off x="6995160" y="2834640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bracket at r = b:  b⁶ (1/2 − 1/2 + 1/6) = b⁶/6</a:t>
            </a:r>
          </a:p>
        </p:txBody>
      </p:sp>
      <p:sp>
        <p:nvSpPr>
          <p:cNvPr id="37" name="C4-E18 text 35" descr="sci-ppt:o035"/>
          <p:cNvSpPr txBox="1"/>
          <p:nvPr/>
        </p:nvSpPr>
        <p:spPr>
          <a:xfrm>
            <a:off x="6995160" y="3383280"/>
            <a:ext cx="475488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V_bl = π p₀ b⁶ / (192 D_f)</a:t>
            </a:r>
          </a:p>
        </p:txBody>
      </p:sp>
      <p:sp>
        <p:nvSpPr>
          <p:cNvPr id="38" name="C4-E18 text 36" descr="sci-ppt:o036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volume sums the opening of all concentric annuli; the numerical area under 2π w r reproduces the closed form.</a:t>
            </a:r>
          </a:p>
        </p:txBody>
      </p:sp>
      <p:sp>
        <p:nvSpPr>
          <p:cNvPr id="39" name="C4-E18 text 37" descr="sci-ppt:o037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Volume integral of Eq. C4-E18 (normalised: w/w(0) = (1 − x²)², x = r/b, area π/3 in units w(0)b²).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