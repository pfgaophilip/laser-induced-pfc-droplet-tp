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0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C4-E02 · Exact mechanical definitions</a:t>
            </a:r>
          </a:p>
        </p:txBody>
      </p:sp>
      <p:cxnSp>
        <p:nvCxnSpPr>
          <p:cNvPr id="3" name="C4-E02 line 1" descr="sci-ppt:o001"/>
          <p:cNvCxnSpPr/>
          <p:nvPr/>
        </p:nvCxnSpPr>
        <p:spPr>
          <a:xfrm>
            <a:off x="914400" y="466344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02 line 2" descr="sci-ppt:o002"/>
          <p:cNvCxnSpPr/>
          <p:nvPr/>
        </p:nvCxnSpPr>
        <p:spPr>
          <a:xfrm>
            <a:off x="914400" y="1371600"/>
            <a:ext cx="0" cy="329184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02 line 3" descr="sci-ppt:o003"/>
          <p:cNvCxnSpPr/>
          <p:nvPr/>
        </p:nvCxnSpPr>
        <p:spPr>
          <a:xfrm>
            <a:off x="91440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02 line 4" descr="sci-ppt:o004"/>
          <p:cNvCxnSpPr/>
          <p:nvPr/>
        </p:nvCxnSpPr>
        <p:spPr>
          <a:xfrm>
            <a:off x="91440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02 text 5" descr="sci-ppt:o005"/>
          <p:cNvSpPr txBox="1"/>
          <p:nvPr/>
        </p:nvSpPr>
        <p:spPr>
          <a:xfrm>
            <a:off x="45720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4-E02 line 6" descr="sci-ppt:o006"/>
          <p:cNvCxnSpPr/>
          <p:nvPr/>
        </p:nvCxnSpPr>
        <p:spPr>
          <a:xfrm>
            <a:off x="237744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02 line 7" descr="sci-ppt:o007"/>
          <p:cNvCxnSpPr/>
          <p:nvPr/>
        </p:nvCxnSpPr>
        <p:spPr>
          <a:xfrm>
            <a:off x="237744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02 text 8" descr="sci-ppt:o008"/>
          <p:cNvSpPr txBox="1"/>
          <p:nvPr/>
        </p:nvSpPr>
        <p:spPr>
          <a:xfrm>
            <a:off x="192024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11" name="C4-E02 line 9" descr="sci-ppt:o009"/>
          <p:cNvCxnSpPr/>
          <p:nvPr/>
        </p:nvCxnSpPr>
        <p:spPr>
          <a:xfrm>
            <a:off x="384048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02 line 10" descr="sci-ppt:o010"/>
          <p:cNvCxnSpPr/>
          <p:nvPr/>
        </p:nvCxnSpPr>
        <p:spPr>
          <a:xfrm>
            <a:off x="384048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02 text 11" descr="sci-ppt:o011"/>
          <p:cNvSpPr txBox="1"/>
          <p:nvPr/>
        </p:nvSpPr>
        <p:spPr>
          <a:xfrm>
            <a:off x="338328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14" name="C4-E02 line 12" descr="sci-ppt:o012"/>
          <p:cNvCxnSpPr/>
          <p:nvPr/>
        </p:nvCxnSpPr>
        <p:spPr>
          <a:xfrm>
            <a:off x="530352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02 line 13" descr="sci-ppt:o013"/>
          <p:cNvCxnSpPr/>
          <p:nvPr/>
        </p:nvCxnSpPr>
        <p:spPr>
          <a:xfrm>
            <a:off x="530352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4-E02 text 14" descr="sci-ppt:o014"/>
          <p:cNvSpPr txBox="1"/>
          <p:nvPr/>
        </p:nvSpPr>
        <p:spPr>
          <a:xfrm>
            <a:off x="484632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</a:t>
            </a:r>
          </a:p>
        </p:txBody>
      </p:sp>
      <p:cxnSp>
        <p:nvCxnSpPr>
          <p:cNvPr id="17" name="C4-E02 line 15" descr="sci-ppt:o015"/>
          <p:cNvCxnSpPr/>
          <p:nvPr/>
        </p:nvCxnSpPr>
        <p:spPr>
          <a:xfrm>
            <a:off x="676656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02 line 16" descr="sci-ppt:o016"/>
          <p:cNvCxnSpPr/>
          <p:nvPr/>
        </p:nvCxnSpPr>
        <p:spPr>
          <a:xfrm>
            <a:off x="676656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02 text 17" descr="sci-ppt:o017"/>
          <p:cNvSpPr txBox="1"/>
          <p:nvPr/>
        </p:nvSpPr>
        <p:spPr>
          <a:xfrm>
            <a:off x="630936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40</a:t>
            </a:r>
          </a:p>
        </p:txBody>
      </p:sp>
      <p:cxnSp>
        <p:nvCxnSpPr>
          <p:cNvPr id="20" name="C4-E02 line 18" descr="sci-ppt:o018"/>
          <p:cNvCxnSpPr/>
          <p:nvPr/>
        </p:nvCxnSpPr>
        <p:spPr>
          <a:xfrm>
            <a:off x="850392" y="46634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02 line 19" descr="sci-ppt:o019"/>
          <p:cNvCxnSpPr/>
          <p:nvPr/>
        </p:nvCxnSpPr>
        <p:spPr>
          <a:xfrm>
            <a:off x="850392" y="329183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4-E02 line 20" descr="sci-ppt:o020"/>
          <p:cNvCxnSpPr/>
          <p:nvPr/>
        </p:nvCxnSpPr>
        <p:spPr>
          <a:xfrm>
            <a:off x="914400" y="3291839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4-E02 text 21" descr="sci-ppt:o021"/>
          <p:cNvSpPr txBox="1"/>
          <p:nvPr/>
        </p:nvSpPr>
        <p:spPr>
          <a:xfrm>
            <a:off x="45720" y="32095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4" name="C4-E02 line 22" descr="sci-ppt:o022"/>
          <p:cNvCxnSpPr/>
          <p:nvPr/>
        </p:nvCxnSpPr>
        <p:spPr>
          <a:xfrm>
            <a:off x="850392" y="192023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4-E02 line 23" descr="sci-ppt:o023"/>
          <p:cNvCxnSpPr/>
          <p:nvPr/>
        </p:nvCxnSpPr>
        <p:spPr>
          <a:xfrm>
            <a:off x="914400" y="1920239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4-E02 text 24" descr="sci-ppt:o024"/>
          <p:cNvSpPr txBox="1"/>
          <p:nvPr/>
        </p:nvSpPr>
        <p:spPr>
          <a:xfrm>
            <a:off x="45720" y="183794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27" name="C4-E02 text 25" descr="sci-ppt:o025"/>
          <p:cNvSpPr txBox="1"/>
          <p:nvPr/>
        </p:nvSpPr>
        <p:spPr>
          <a:xfrm>
            <a:off x="914400" y="4946903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time  (ns)</a:t>
            </a:r>
          </a:p>
        </p:txBody>
      </p:sp>
      <p:sp>
        <p:nvSpPr>
          <p:cNvPr id="28" name="C4-E02 text 26" descr="sci-ppt:o026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Fₗ(t) (relative)</a:t>
            </a:r>
          </a:p>
        </p:txBody>
      </p:sp>
      <p:sp>
        <p:nvSpPr>
          <p:cNvPr id="29" name="C4-E02 polygon 27" descr="sci-ppt:o027"/>
          <p:cNvSpPr/>
          <p:nvPr/>
        </p:nvSpPr>
        <p:spPr>
          <a:xfrm>
            <a:off x="914400" y="1920240"/>
            <a:ext cx="5852160" cy="2743200"/>
          </a:xfrm>
          <a:custGeom>
            <a:avLst/>
            <a:gdLst/>
            <a:ahLst/>
            <a:cxnLst/>
            <a:rect l="l" t="t" r="r" b="b"/>
            <a:pathLst>
              <a:path w="5852160" h="2743200">
                <a:moveTo>
                  <a:pt x="0" y="2743200"/>
                </a:moveTo>
                <a:lnTo>
                  <a:pt x="19572" y="2509137"/>
                </a:lnTo>
                <a:lnTo>
                  <a:pt x="39144" y="2295045"/>
                </a:lnTo>
                <a:lnTo>
                  <a:pt x="58717" y="2099221"/>
                </a:lnTo>
                <a:lnTo>
                  <a:pt x="78289" y="1920106"/>
                </a:lnTo>
                <a:lnTo>
                  <a:pt x="97862" y="1756273"/>
                </a:lnTo>
                <a:lnTo>
                  <a:pt x="117434" y="1606419"/>
                </a:lnTo>
                <a:lnTo>
                  <a:pt x="137007" y="1469352"/>
                </a:lnTo>
                <a:lnTo>
                  <a:pt x="156579" y="1343980"/>
                </a:lnTo>
                <a:lnTo>
                  <a:pt x="176151" y="1229305"/>
                </a:lnTo>
                <a:lnTo>
                  <a:pt x="195724" y="1124415"/>
                </a:lnTo>
                <a:lnTo>
                  <a:pt x="215296" y="1028475"/>
                </a:lnTo>
                <a:lnTo>
                  <a:pt x="234869" y="940720"/>
                </a:lnTo>
                <a:lnTo>
                  <a:pt x="254441" y="860453"/>
                </a:lnTo>
                <a:lnTo>
                  <a:pt x="274014" y="787035"/>
                </a:lnTo>
                <a:lnTo>
                  <a:pt x="293586" y="719882"/>
                </a:lnTo>
                <a:lnTo>
                  <a:pt x="313159" y="658458"/>
                </a:lnTo>
                <a:lnTo>
                  <a:pt x="332731" y="602275"/>
                </a:lnTo>
                <a:lnTo>
                  <a:pt x="352303" y="550886"/>
                </a:lnTo>
                <a:lnTo>
                  <a:pt x="371876" y="503882"/>
                </a:lnTo>
                <a:lnTo>
                  <a:pt x="391448" y="460888"/>
                </a:lnTo>
                <a:lnTo>
                  <a:pt x="411021" y="421563"/>
                </a:lnTo>
                <a:lnTo>
                  <a:pt x="430593" y="385593"/>
                </a:lnTo>
                <a:lnTo>
                  <a:pt x="450166" y="352693"/>
                </a:lnTo>
                <a:lnTo>
                  <a:pt x="469738" y="322599"/>
                </a:lnTo>
                <a:lnTo>
                  <a:pt x="489311" y="295073"/>
                </a:lnTo>
                <a:lnTo>
                  <a:pt x="508883" y="269896"/>
                </a:lnTo>
                <a:lnTo>
                  <a:pt x="528455" y="246867"/>
                </a:lnTo>
                <a:lnTo>
                  <a:pt x="548028" y="225804"/>
                </a:lnTo>
                <a:lnTo>
                  <a:pt x="567600" y="206537"/>
                </a:lnTo>
                <a:lnTo>
                  <a:pt x="587173" y="188914"/>
                </a:lnTo>
                <a:lnTo>
                  <a:pt x="606745" y="172795"/>
                </a:lnTo>
                <a:lnTo>
                  <a:pt x="626318" y="158051"/>
                </a:lnTo>
                <a:lnTo>
                  <a:pt x="645890" y="144566"/>
                </a:lnTo>
                <a:lnTo>
                  <a:pt x="665463" y="132231"/>
                </a:lnTo>
                <a:lnTo>
                  <a:pt x="685035" y="120948"/>
                </a:lnTo>
                <a:lnTo>
                  <a:pt x="704607" y="110628"/>
                </a:lnTo>
                <a:lnTo>
                  <a:pt x="724180" y="101189"/>
                </a:lnTo>
                <a:lnTo>
                  <a:pt x="743752" y="92555"/>
                </a:lnTo>
                <a:lnTo>
                  <a:pt x="763325" y="84657"/>
                </a:lnTo>
                <a:lnTo>
                  <a:pt x="782897" y="77434"/>
                </a:lnTo>
                <a:lnTo>
                  <a:pt x="802470" y="70827"/>
                </a:lnTo>
                <a:lnTo>
                  <a:pt x="822042" y="64784"/>
                </a:lnTo>
                <a:lnTo>
                  <a:pt x="841614" y="59256"/>
                </a:lnTo>
                <a:lnTo>
                  <a:pt x="861187" y="54200"/>
                </a:lnTo>
                <a:lnTo>
                  <a:pt x="880759" y="49575"/>
                </a:lnTo>
                <a:lnTo>
                  <a:pt x="900332" y="45345"/>
                </a:lnTo>
                <a:lnTo>
                  <a:pt x="919904" y="41476"/>
                </a:lnTo>
                <a:lnTo>
                  <a:pt x="939477" y="37937"/>
                </a:lnTo>
                <a:lnTo>
                  <a:pt x="959049" y="34700"/>
                </a:lnTo>
                <a:lnTo>
                  <a:pt x="978622" y="31739"/>
                </a:lnTo>
                <a:lnTo>
                  <a:pt x="998194" y="29031"/>
                </a:lnTo>
                <a:lnTo>
                  <a:pt x="1017766" y="26554"/>
                </a:lnTo>
                <a:lnTo>
                  <a:pt x="1037339" y="24288"/>
                </a:lnTo>
                <a:lnTo>
                  <a:pt x="1056911" y="22216"/>
                </a:lnTo>
                <a:lnTo>
                  <a:pt x="1076484" y="20320"/>
                </a:lnTo>
                <a:lnTo>
                  <a:pt x="1096056" y="18586"/>
                </a:lnTo>
                <a:lnTo>
                  <a:pt x="1115629" y="17000"/>
                </a:lnTo>
                <a:lnTo>
                  <a:pt x="1135201" y="15550"/>
                </a:lnTo>
                <a:lnTo>
                  <a:pt x="1154774" y="14223"/>
                </a:lnTo>
                <a:lnTo>
                  <a:pt x="1174346" y="13009"/>
                </a:lnTo>
                <a:lnTo>
                  <a:pt x="1193918" y="11899"/>
                </a:lnTo>
                <a:lnTo>
                  <a:pt x="1213491" y="10884"/>
                </a:lnTo>
                <a:lnTo>
                  <a:pt x="1233063" y="9955"/>
                </a:lnTo>
                <a:lnTo>
                  <a:pt x="1252636" y="9106"/>
                </a:lnTo>
                <a:lnTo>
                  <a:pt x="1272208" y="8329"/>
                </a:lnTo>
                <a:lnTo>
                  <a:pt x="1291781" y="7618"/>
                </a:lnTo>
                <a:lnTo>
                  <a:pt x="1311353" y="6968"/>
                </a:lnTo>
                <a:lnTo>
                  <a:pt x="1330926" y="6373"/>
                </a:lnTo>
                <a:lnTo>
                  <a:pt x="1350498" y="5830"/>
                </a:lnTo>
                <a:lnTo>
                  <a:pt x="1370070" y="5332"/>
                </a:lnTo>
                <a:lnTo>
                  <a:pt x="1389643" y="4877"/>
                </a:lnTo>
                <a:lnTo>
                  <a:pt x="1409215" y="4461"/>
                </a:lnTo>
                <a:lnTo>
                  <a:pt x="1428788" y="4080"/>
                </a:lnTo>
                <a:lnTo>
                  <a:pt x="1448360" y="3732"/>
                </a:lnTo>
                <a:lnTo>
                  <a:pt x="1467933" y="3414"/>
                </a:lnTo>
                <a:lnTo>
                  <a:pt x="1487505" y="3122"/>
                </a:lnTo>
                <a:lnTo>
                  <a:pt x="1507077" y="2856"/>
                </a:lnTo>
                <a:lnTo>
                  <a:pt x="1526650" y="2612"/>
                </a:lnTo>
                <a:lnTo>
                  <a:pt x="1546222" y="2389"/>
                </a:lnTo>
                <a:lnTo>
                  <a:pt x="1565795" y="2185"/>
                </a:lnTo>
                <a:lnTo>
                  <a:pt x="1585367" y="1999"/>
                </a:lnTo>
                <a:lnTo>
                  <a:pt x="1604940" y="1828"/>
                </a:lnTo>
                <a:lnTo>
                  <a:pt x="1624512" y="1672"/>
                </a:lnTo>
                <a:lnTo>
                  <a:pt x="1644085" y="1529"/>
                </a:lnTo>
                <a:lnTo>
                  <a:pt x="1663657" y="1399"/>
                </a:lnTo>
                <a:lnTo>
                  <a:pt x="1683229" y="1280"/>
                </a:lnTo>
                <a:lnTo>
                  <a:pt x="1702802" y="1170"/>
                </a:lnTo>
                <a:lnTo>
                  <a:pt x="1722374" y="1070"/>
                </a:lnTo>
                <a:lnTo>
                  <a:pt x="1741947" y="979"/>
                </a:lnTo>
                <a:lnTo>
                  <a:pt x="1761519" y="895"/>
                </a:lnTo>
                <a:lnTo>
                  <a:pt x="1781092" y="819"/>
                </a:lnTo>
                <a:lnTo>
                  <a:pt x="1800664" y="749"/>
                </a:lnTo>
                <a:lnTo>
                  <a:pt x="1820237" y="685"/>
                </a:lnTo>
                <a:lnTo>
                  <a:pt x="1839809" y="627"/>
                </a:lnTo>
                <a:lnTo>
                  <a:pt x="1859381" y="573"/>
                </a:lnTo>
                <a:lnTo>
                  <a:pt x="1878954" y="524"/>
                </a:lnTo>
                <a:lnTo>
                  <a:pt x="1898526" y="479"/>
                </a:lnTo>
                <a:lnTo>
                  <a:pt x="1918099" y="438"/>
                </a:lnTo>
                <a:lnTo>
                  <a:pt x="1937671" y="401"/>
                </a:lnTo>
                <a:lnTo>
                  <a:pt x="1957244" y="367"/>
                </a:lnTo>
                <a:lnTo>
                  <a:pt x="1976816" y="335"/>
                </a:lnTo>
                <a:lnTo>
                  <a:pt x="1996389" y="307"/>
                </a:lnTo>
                <a:lnTo>
                  <a:pt x="2015961" y="281"/>
                </a:lnTo>
                <a:lnTo>
                  <a:pt x="2035533" y="257"/>
                </a:lnTo>
                <a:lnTo>
                  <a:pt x="2055106" y="235"/>
                </a:lnTo>
                <a:lnTo>
                  <a:pt x="2074678" y="215"/>
                </a:lnTo>
                <a:lnTo>
                  <a:pt x="2094251" y="196"/>
                </a:lnTo>
                <a:lnTo>
                  <a:pt x="2113823" y="179"/>
                </a:lnTo>
                <a:lnTo>
                  <a:pt x="2133396" y="164"/>
                </a:lnTo>
                <a:lnTo>
                  <a:pt x="2152968" y="150"/>
                </a:lnTo>
                <a:lnTo>
                  <a:pt x="2172541" y="137"/>
                </a:lnTo>
                <a:lnTo>
                  <a:pt x="2192113" y="125"/>
                </a:lnTo>
                <a:lnTo>
                  <a:pt x="2211685" y="115"/>
                </a:lnTo>
                <a:lnTo>
                  <a:pt x="2231258" y="105"/>
                </a:lnTo>
                <a:lnTo>
                  <a:pt x="2250830" y="96"/>
                </a:lnTo>
                <a:lnTo>
                  <a:pt x="2270403" y="88"/>
                </a:lnTo>
                <a:lnTo>
                  <a:pt x="2289975" y="80"/>
                </a:lnTo>
                <a:lnTo>
                  <a:pt x="2309548" y="73"/>
                </a:lnTo>
                <a:lnTo>
                  <a:pt x="2329120" y="67"/>
                </a:lnTo>
                <a:lnTo>
                  <a:pt x="2348692" y="61"/>
                </a:lnTo>
                <a:lnTo>
                  <a:pt x="2368265" y="56"/>
                </a:lnTo>
                <a:lnTo>
                  <a:pt x="2387837" y="51"/>
                </a:lnTo>
                <a:lnTo>
                  <a:pt x="2407410" y="47"/>
                </a:lnTo>
                <a:lnTo>
                  <a:pt x="2426982" y="43"/>
                </a:lnTo>
                <a:lnTo>
                  <a:pt x="2446555" y="39"/>
                </a:lnTo>
                <a:lnTo>
                  <a:pt x="2466127" y="36"/>
                </a:lnTo>
                <a:lnTo>
                  <a:pt x="2485700" y="33"/>
                </a:lnTo>
                <a:lnTo>
                  <a:pt x="2505272" y="30"/>
                </a:lnTo>
                <a:lnTo>
                  <a:pt x="2524844" y="27"/>
                </a:lnTo>
                <a:lnTo>
                  <a:pt x="2544417" y="25"/>
                </a:lnTo>
                <a:lnTo>
                  <a:pt x="2563989" y="23"/>
                </a:lnTo>
                <a:lnTo>
                  <a:pt x="2583562" y="21"/>
                </a:lnTo>
                <a:lnTo>
                  <a:pt x="2603134" y="19"/>
                </a:lnTo>
                <a:lnTo>
                  <a:pt x="2622707" y="17"/>
                </a:lnTo>
                <a:lnTo>
                  <a:pt x="2642279" y="16"/>
                </a:lnTo>
                <a:lnTo>
                  <a:pt x="2661852" y="14"/>
                </a:lnTo>
                <a:lnTo>
                  <a:pt x="2681424" y="13"/>
                </a:lnTo>
                <a:lnTo>
                  <a:pt x="2700996" y="12"/>
                </a:lnTo>
                <a:lnTo>
                  <a:pt x="2720569" y="11"/>
                </a:lnTo>
                <a:lnTo>
                  <a:pt x="2740141" y="10"/>
                </a:lnTo>
                <a:lnTo>
                  <a:pt x="2759714" y="9"/>
                </a:lnTo>
                <a:lnTo>
                  <a:pt x="2779286" y="8"/>
                </a:lnTo>
                <a:lnTo>
                  <a:pt x="2798859" y="7"/>
                </a:lnTo>
                <a:lnTo>
                  <a:pt x="2818431" y="7"/>
                </a:lnTo>
                <a:lnTo>
                  <a:pt x="2838004" y="6"/>
                </a:lnTo>
                <a:lnTo>
                  <a:pt x="2857576" y="6"/>
                </a:lnTo>
                <a:lnTo>
                  <a:pt x="2877148" y="5"/>
                </a:lnTo>
                <a:lnTo>
                  <a:pt x="2896721" y="5"/>
                </a:lnTo>
                <a:lnTo>
                  <a:pt x="2916293" y="4"/>
                </a:lnTo>
                <a:lnTo>
                  <a:pt x="2935866" y="4"/>
                </a:lnTo>
                <a:lnTo>
                  <a:pt x="2955438" y="3"/>
                </a:lnTo>
                <a:lnTo>
                  <a:pt x="2975011" y="3"/>
                </a:lnTo>
                <a:lnTo>
                  <a:pt x="2994583" y="3"/>
                </a:lnTo>
                <a:lnTo>
                  <a:pt x="3014155" y="2"/>
                </a:lnTo>
                <a:lnTo>
                  <a:pt x="3033728" y="2"/>
                </a:lnTo>
                <a:lnTo>
                  <a:pt x="3053300" y="2"/>
                </a:lnTo>
                <a:lnTo>
                  <a:pt x="3072873" y="2"/>
                </a:lnTo>
                <a:lnTo>
                  <a:pt x="3092445" y="2"/>
                </a:lnTo>
                <a:lnTo>
                  <a:pt x="3112018" y="1"/>
                </a:lnTo>
                <a:lnTo>
                  <a:pt x="3131590" y="1"/>
                </a:lnTo>
                <a:lnTo>
                  <a:pt x="3151163" y="1"/>
                </a:lnTo>
                <a:lnTo>
                  <a:pt x="3170735" y="1"/>
                </a:lnTo>
                <a:lnTo>
                  <a:pt x="3190307" y="1"/>
                </a:lnTo>
                <a:lnTo>
                  <a:pt x="3209880" y="1"/>
                </a:lnTo>
                <a:lnTo>
                  <a:pt x="3229452" y="1"/>
                </a:lnTo>
                <a:lnTo>
                  <a:pt x="3249025" y="1"/>
                </a:lnTo>
                <a:lnTo>
                  <a:pt x="3268597" y="0"/>
                </a:lnTo>
                <a:lnTo>
                  <a:pt x="3288170" y="0"/>
                </a:lnTo>
                <a:lnTo>
                  <a:pt x="3307742" y="0"/>
                </a:lnTo>
                <a:lnTo>
                  <a:pt x="3327315" y="0"/>
                </a:lnTo>
                <a:lnTo>
                  <a:pt x="3346887" y="0"/>
                </a:lnTo>
                <a:lnTo>
                  <a:pt x="3366459" y="0"/>
                </a:lnTo>
                <a:lnTo>
                  <a:pt x="3386032" y="0"/>
                </a:lnTo>
                <a:lnTo>
                  <a:pt x="3405604" y="0"/>
                </a:lnTo>
                <a:lnTo>
                  <a:pt x="3425177" y="0"/>
                </a:lnTo>
                <a:lnTo>
                  <a:pt x="3444749" y="0"/>
                </a:lnTo>
                <a:lnTo>
                  <a:pt x="3464322" y="0"/>
                </a:lnTo>
                <a:lnTo>
                  <a:pt x="3483894" y="0"/>
                </a:lnTo>
                <a:lnTo>
                  <a:pt x="3503467" y="0"/>
                </a:lnTo>
                <a:lnTo>
                  <a:pt x="3523039" y="0"/>
                </a:lnTo>
                <a:lnTo>
                  <a:pt x="3542611" y="0"/>
                </a:lnTo>
                <a:lnTo>
                  <a:pt x="3562184" y="0"/>
                </a:lnTo>
                <a:lnTo>
                  <a:pt x="3581756" y="0"/>
                </a:lnTo>
                <a:lnTo>
                  <a:pt x="3601329" y="0"/>
                </a:lnTo>
                <a:lnTo>
                  <a:pt x="3620901" y="0"/>
                </a:lnTo>
                <a:lnTo>
                  <a:pt x="3640474" y="0"/>
                </a:lnTo>
                <a:lnTo>
                  <a:pt x="3660046" y="0"/>
                </a:lnTo>
                <a:lnTo>
                  <a:pt x="3679618" y="0"/>
                </a:lnTo>
                <a:lnTo>
                  <a:pt x="3699191" y="0"/>
                </a:lnTo>
                <a:lnTo>
                  <a:pt x="3718763" y="0"/>
                </a:lnTo>
                <a:lnTo>
                  <a:pt x="3738336" y="0"/>
                </a:lnTo>
                <a:lnTo>
                  <a:pt x="3757908" y="0"/>
                </a:lnTo>
                <a:lnTo>
                  <a:pt x="3777481" y="0"/>
                </a:lnTo>
                <a:lnTo>
                  <a:pt x="3797053" y="0"/>
                </a:lnTo>
                <a:lnTo>
                  <a:pt x="3816626" y="0"/>
                </a:lnTo>
                <a:lnTo>
                  <a:pt x="3836198" y="0"/>
                </a:lnTo>
                <a:lnTo>
                  <a:pt x="3855770" y="0"/>
                </a:lnTo>
                <a:lnTo>
                  <a:pt x="3875343" y="0"/>
                </a:lnTo>
                <a:lnTo>
                  <a:pt x="3894915" y="0"/>
                </a:lnTo>
                <a:lnTo>
                  <a:pt x="3914488" y="0"/>
                </a:lnTo>
                <a:lnTo>
                  <a:pt x="3934060" y="0"/>
                </a:lnTo>
                <a:lnTo>
                  <a:pt x="3953633" y="0"/>
                </a:lnTo>
                <a:lnTo>
                  <a:pt x="3973205" y="0"/>
                </a:lnTo>
                <a:lnTo>
                  <a:pt x="3992778" y="0"/>
                </a:lnTo>
                <a:lnTo>
                  <a:pt x="4012350" y="0"/>
                </a:lnTo>
                <a:lnTo>
                  <a:pt x="4031922" y="0"/>
                </a:lnTo>
                <a:lnTo>
                  <a:pt x="4051495" y="0"/>
                </a:lnTo>
                <a:lnTo>
                  <a:pt x="4071067" y="0"/>
                </a:lnTo>
                <a:lnTo>
                  <a:pt x="4090640" y="0"/>
                </a:lnTo>
                <a:lnTo>
                  <a:pt x="4110212" y="0"/>
                </a:lnTo>
                <a:lnTo>
                  <a:pt x="4129785" y="0"/>
                </a:lnTo>
                <a:lnTo>
                  <a:pt x="4149357" y="0"/>
                </a:lnTo>
                <a:lnTo>
                  <a:pt x="4168930" y="0"/>
                </a:lnTo>
                <a:lnTo>
                  <a:pt x="4188502" y="0"/>
                </a:lnTo>
                <a:lnTo>
                  <a:pt x="4208074" y="0"/>
                </a:lnTo>
                <a:lnTo>
                  <a:pt x="4227647" y="0"/>
                </a:lnTo>
                <a:lnTo>
                  <a:pt x="4247219" y="0"/>
                </a:lnTo>
                <a:lnTo>
                  <a:pt x="4266792" y="0"/>
                </a:lnTo>
                <a:lnTo>
                  <a:pt x="4286364" y="0"/>
                </a:lnTo>
                <a:lnTo>
                  <a:pt x="4305937" y="0"/>
                </a:lnTo>
                <a:lnTo>
                  <a:pt x="4325509" y="0"/>
                </a:lnTo>
                <a:lnTo>
                  <a:pt x="4345082" y="0"/>
                </a:lnTo>
                <a:lnTo>
                  <a:pt x="4364654" y="0"/>
                </a:lnTo>
                <a:lnTo>
                  <a:pt x="4384226" y="0"/>
                </a:lnTo>
                <a:lnTo>
                  <a:pt x="4403799" y="0"/>
                </a:lnTo>
                <a:lnTo>
                  <a:pt x="4423371" y="0"/>
                </a:lnTo>
                <a:lnTo>
                  <a:pt x="4442944" y="0"/>
                </a:lnTo>
                <a:lnTo>
                  <a:pt x="4462516" y="0"/>
                </a:lnTo>
                <a:lnTo>
                  <a:pt x="4482089" y="0"/>
                </a:lnTo>
                <a:lnTo>
                  <a:pt x="4501661" y="0"/>
                </a:lnTo>
                <a:lnTo>
                  <a:pt x="4521233" y="0"/>
                </a:lnTo>
                <a:lnTo>
                  <a:pt x="4540806" y="0"/>
                </a:lnTo>
                <a:lnTo>
                  <a:pt x="4560378" y="0"/>
                </a:lnTo>
                <a:lnTo>
                  <a:pt x="4579951" y="0"/>
                </a:lnTo>
                <a:lnTo>
                  <a:pt x="4599523" y="0"/>
                </a:lnTo>
                <a:lnTo>
                  <a:pt x="4619096" y="0"/>
                </a:lnTo>
                <a:lnTo>
                  <a:pt x="4638668" y="0"/>
                </a:lnTo>
                <a:lnTo>
                  <a:pt x="4658241" y="0"/>
                </a:lnTo>
                <a:lnTo>
                  <a:pt x="4677813" y="0"/>
                </a:lnTo>
                <a:lnTo>
                  <a:pt x="4697385" y="0"/>
                </a:lnTo>
                <a:lnTo>
                  <a:pt x="4716958" y="0"/>
                </a:lnTo>
                <a:lnTo>
                  <a:pt x="4736530" y="0"/>
                </a:lnTo>
                <a:lnTo>
                  <a:pt x="4756103" y="0"/>
                </a:lnTo>
                <a:lnTo>
                  <a:pt x="4775675" y="0"/>
                </a:lnTo>
                <a:lnTo>
                  <a:pt x="4795248" y="0"/>
                </a:lnTo>
                <a:lnTo>
                  <a:pt x="4814820" y="0"/>
                </a:lnTo>
                <a:lnTo>
                  <a:pt x="4834393" y="0"/>
                </a:lnTo>
                <a:lnTo>
                  <a:pt x="4853965" y="0"/>
                </a:lnTo>
                <a:lnTo>
                  <a:pt x="4873537" y="0"/>
                </a:lnTo>
                <a:lnTo>
                  <a:pt x="4893110" y="0"/>
                </a:lnTo>
                <a:lnTo>
                  <a:pt x="4912682" y="0"/>
                </a:lnTo>
                <a:lnTo>
                  <a:pt x="4932255" y="0"/>
                </a:lnTo>
                <a:lnTo>
                  <a:pt x="4951827" y="0"/>
                </a:lnTo>
                <a:lnTo>
                  <a:pt x="4971400" y="0"/>
                </a:lnTo>
                <a:lnTo>
                  <a:pt x="4990972" y="2743200"/>
                </a:lnTo>
                <a:lnTo>
                  <a:pt x="5010545" y="2743200"/>
                </a:lnTo>
                <a:lnTo>
                  <a:pt x="5030117" y="2743200"/>
                </a:lnTo>
                <a:lnTo>
                  <a:pt x="5049689" y="2743200"/>
                </a:lnTo>
                <a:lnTo>
                  <a:pt x="5069262" y="2743200"/>
                </a:lnTo>
                <a:lnTo>
                  <a:pt x="5088834" y="2743200"/>
                </a:lnTo>
                <a:lnTo>
                  <a:pt x="5108407" y="2743200"/>
                </a:lnTo>
                <a:lnTo>
                  <a:pt x="5127979" y="2743200"/>
                </a:lnTo>
                <a:lnTo>
                  <a:pt x="5147552" y="2743200"/>
                </a:lnTo>
                <a:lnTo>
                  <a:pt x="5167124" y="2743200"/>
                </a:lnTo>
                <a:lnTo>
                  <a:pt x="5186696" y="2743200"/>
                </a:lnTo>
                <a:lnTo>
                  <a:pt x="5206269" y="2743200"/>
                </a:lnTo>
                <a:lnTo>
                  <a:pt x="5225841" y="2743200"/>
                </a:lnTo>
                <a:lnTo>
                  <a:pt x="5245414" y="2743200"/>
                </a:lnTo>
                <a:lnTo>
                  <a:pt x="5264986" y="2743200"/>
                </a:lnTo>
                <a:lnTo>
                  <a:pt x="5284559" y="2743200"/>
                </a:lnTo>
                <a:lnTo>
                  <a:pt x="5304131" y="2743200"/>
                </a:lnTo>
                <a:lnTo>
                  <a:pt x="5323704" y="2743200"/>
                </a:lnTo>
                <a:lnTo>
                  <a:pt x="5343276" y="2743200"/>
                </a:lnTo>
                <a:lnTo>
                  <a:pt x="5362848" y="2743200"/>
                </a:lnTo>
                <a:lnTo>
                  <a:pt x="5382421" y="2743200"/>
                </a:lnTo>
                <a:lnTo>
                  <a:pt x="5401993" y="2743200"/>
                </a:lnTo>
                <a:lnTo>
                  <a:pt x="5421566" y="2743200"/>
                </a:lnTo>
                <a:lnTo>
                  <a:pt x="5441138" y="2743200"/>
                </a:lnTo>
                <a:lnTo>
                  <a:pt x="5460711" y="2743200"/>
                </a:lnTo>
                <a:lnTo>
                  <a:pt x="5480283" y="2743200"/>
                </a:lnTo>
                <a:lnTo>
                  <a:pt x="5499856" y="2743200"/>
                </a:lnTo>
                <a:lnTo>
                  <a:pt x="5519428" y="2743200"/>
                </a:lnTo>
                <a:lnTo>
                  <a:pt x="5539000" y="2743200"/>
                </a:lnTo>
                <a:lnTo>
                  <a:pt x="5558573" y="2743200"/>
                </a:lnTo>
                <a:lnTo>
                  <a:pt x="5578145" y="2743200"/>
                </a:lnTo>
                <a:lnTo>
                  <a:pt x="5597718" y="2743200"/>
                </a:lnTo>
                <a:lnTo>
                  <a:pt x="5617290" y="2743200"/>
                </a:lnTo>
                <a:lnTo>
                  <a:pt x="5636863" y="2743200"/>
                </a:lnTo>
                <a:lnTo>
                  <a:pt x="5656435" y="2743200"/>
                </a:lnTo>
                <a:lnTo>
                  <a:pt x="5676008" y="2743200"/>
                </a:lnTo>
                <a:lnTo>
                  <a:pt x="5695580" y="2743200"/>
                </a:lnTo>
                <a:lnTo>
                  <a:pt x="5715152" y="2743200"/>
                </a:lnTo>
                <a:lnTo>
                  <a:pt x="5734725" y="2743200"/>
                </a:lnTo>
                <a:lnTo>
                  <a:pt x="5754297" y="2743200"/>
                </a:lnTo>
                <a:lnTo>
                  <a:pt x="5773870" y="2743200"/>
                </a:lnTo>
                <a:lnTo>
                  <a:pt x="5793442" y="2743200"/>
                </a:lnTo>
                <a:lnTo>
                  <a:pt x="5813015" y="2743200"/>
                </a:lnTo>
                <a:lnTo>
                  <a:pt x="5832587" y="2743200"/>
                </a:lnTo>
                <a:lnTo>
                  <a:pt x="5852160" y="2743200"/>
                </a:lnTo>
                <a:lnTo>
                  <a:pt x="5852160" y="2743200"/>
                </a:lnTo>
                <a:lnTo>
                  <a:pt x="5832587" y="2743200"/>
                </a:lnTo>
                <a:lnTo>
                  <a:pt x="5813015" y="2743200"/>
                </a:lnTo>
                <a:lnTo>
                  <a:pt x="5793442" y="2743200"/>
                </a:lnTo>
                <a:lnTo>
                  <a:pt x="5773870" y="2743200"/>
                </a:lnTo>
                <a:lnTo>
                  <a:pt x="5754297" y="2743200"/>
                </a:lnTo>
                <a:lnTo>
                  <a:pt x="5734725" y="2743200"/>
                </a:lnTo>
                <a:lnTo>
                  <a:pt x="5715152" y="2743200"/>
                </a:lnTo>
                <a:lnTo>
                  <a:pt x="5695580" y="2743200"/>
                </a:lnTo>
                <a:lnTo>
                  <a:pt x="5676008" y="2743200"/>
                </a:lnTo>
                <a:lnTo>
                  <a:pt x="5656435" y="2743200"/>
                </a:lnTo>
                <a:lnTo>
                  <a:pt x="5636863" y="2743200"/>
                </a:lnTo>
                <a:lnTo>
                  <a:pt x="5617290" y="2743200"/>
                </a:lnTo>
                <a:lnTo>
                  <a:pt x="5597718" y="2743200"/>
                </a:lnTo>
                <a:lnTo>
                  <a:pt x="5578145" y="2743200"/>
                </a:lnTo>
                <a:lnTo>
                  <a:pt x="5558573" y="2743200"/>
                </a:lnTo>
                <a:lnTo>
                  <a:pt x="5539000" y="2743200"/>
                </a:lnTo>
                <a:lnTo>
                  <a:pt x="5519428" y="2743200"/>
                </a:lnTo>
                <a:lnTo>
                  <a:pt x="5499856" y="2743200"/>
                </a:lnTo>
                <a:lnTo>
                  <a:pt x="5480283" y="2743200"/>
                </a:lnTo>
                <a:lnTo>
                  <a:pt x="5460711" y="2743200"/>
                </a:lnTo>
                <a:lnTo>
                  <a:pt x="5441138" y="2743200"/>
                </a:lnTo>
                <a:lnTo>
                  <a:pt x="5421566" y="2743200"/>
                </a:lnTo>
                <a:lnTo>
                  <a:pt x="5401993" y="2743200"/>
                </a:lnTo>
                <a:lnTo>
                  <a:pt x="5382421" y="2743200"/>
                </a:lnTo>
                <a:lnTo>
                  <a:pt x="5362848" y="2743200"/>
                </a:lnTo>
                <a:lnTo>
                  <a:pt x="5343276" y="2743200"/>
                </a:lnTo>
                <a:lnTo>
                  <a:pt x="5323704" y="2743200"/>
                </a:lnTo>
                <a:lnTo>
                  <a:pt x="5304131" y="2743200"/>
                </a:lnTo>
                <a:lnTo>
                  <a:pt x="5284559" y="2743200"/>
                </a:lnTo>
                <a:lnTo>
                  <a:pt x="5264986" y="2743200"/>
                </a:lnTo>
                <a:lnTo>
                  <a:pt x="5245414" y="2743200"/>
                </a:lnTo>
                <a:lnTo>
                  <a:pt x="5225841" y="2743200"/>
                </a:lnTo>
                <a:lnTo>
                  <a:pt x="5206269" y="2743200"/>
                </a:lnTo>
                <a:lnTo>
                  <a:pt x="5186696" y="2743200"/>
                </a:lnTo>
                <a:lnTo>
                  <a:pt x="5167124" y="2743200"/>
                </a:lnTo>
                <a:lnTo>
                  <a:pt x="5147552" y="2743200"/>
                </a:lnTo>
                <a:lnTo>
                  <a:pt x="5127979" y="2743200"/>
                </a:lnTo>
                <a:lnTo>
                  <a:pt x="5108407" y="2743200"/>
                </a:lnTo>
                <a:lnTo>
                  <a:pt x="5088834" y="2743200"/>
                </a:lnTo>
                <a:lnTo>
                  <a:pt x="5069262" y="2743200"/>
                </a:lnTo>
                <a:lnTo>
                  <a:pt x="5049689" y="2743200"/>
                </a:lnTo>
                <a:lnTo>
                  <a:pt x="5030117" y="2743200"/>
                </a:lnTo>
                <a:lnTo>
                  <a:pt x="5010545" y="2743200"/>
                </a:lnTo>
                <a:lnTo>
                  <a:pt x="4990972" y="2743200"/>
                </a:lnTo>
                <a:lnTo>
                  <a:pt x="4971400" y="2743200"/>
                </a:lnTo>
                <a:lnTo>
                  <a:pt x="4951827" y="2743200"/>
                </a:lnTo>
                <a:lnTo>
                  <a:pt x="4932255" y="2743200"/>
                </a:lnTo>
                <a:lnTo>
                  <a:pt x="4912682" y="2743200"/>
                </a:lnTo>
                <a:lnTo>
                  <a:pt x="4893110" y="2743200"/>
                </a:lnTo>
                <a:lnTo>
                  <a:pt x="4873537" y="2743200"/>
                </a:lnTo>
                <a:lnTo>
                  <a:pt x="4853965" y="2743200"/>
                </a:lnTo>
                <a:lnTo>
                  <a:pt x="4834393" y="2743200"/>
                </a:lnTo>
                <a:lnTo>
                  <a:pt x="4814820" y="2743200"/>
                </a:lnTo>
                <a:lnTo>
                  <a:pt x="4795248" y="2743200"/>
                </a:lnTo>
                <a:lnTo>
                  <a:pt x="4775675" y="2743200"/>
                </a:lnTo>
                <a:lnTo>
                  <a:pt x="4756103" y="2743200"/>
                </a:lnTo>
                <a:lnTo>
                  <a:pt x="4736530" y="2743200"/>
                </a:lnTo>
                <a:lnTo>
                  <a:pt x="4716958" y="2743200"/>
                </a:lnTo>
                <a:lnTo>
                  <a:pt x="4697385" y="2743200"/>
                </a:lnTo>
                <a:lnTo>
                  <a:pt x="4677813" y="2743200"/>
                </a:lnTo>
                <a:lnTo>
                  <a:pt x="4658241" y="2743200"/>
                </a:lnTo>
                <a:lnTo>
                  <a:pt x="4638668" y="2743200"/>
                </a:lnTo>
                <a:lnTo>
                  <a:pt x="4619096" y="2743200"/>
                </a:lnTo>
                <a:lnTo>
                  <a:pt x="4599523" y="2743200"/>
                </a:lnTo>
                <a:lnTo>
                  <a:pt x="4579951" y="2743200"/>
                </a:lnTo>
                <a:lnTo>
                  <a:pt x="4560378" y="2743200"/>
                </a:lnTo>
                <a:lnTo>
                  <a:pt x="4540806" y="2743200"/>
                </a:lnTo>
                <a:lnTo>
                  <a:pt x="4521233" y="2743200"/>
                </a:lnTo>
                <a:lnTo>
                  <a:pt x="4501661" y="2743200"/>
                </a:lnTo>
                <a:lnTo>
                  <a:pt x="4482089" y="2743200"/>
                </a:lnTo>
                <a:lnTo>
                  <a:pt x="4462516" y="2743200"/>
                </a:lnTo>
                <a:lnTo>
                  <a:pt x="4442944" y="2743200"/>
                </a:lnTo>
                <a:lnTo>
                  <a:pt x="4423371" y="2743200"/>
                </a:lnTo>
                <a:lnTo>
                  <a:pt x="4403799" y="2743200"/>
                </a:lnTo>
                <a:lnTo>
                  <a:pt x="4384226" y="2743200"/>
                </a:lnTo>
                <a:lnTo>
                  <a:pt x="4364654" y="2743200"/>
                </a:lnTo>
                <a:lnTo>
                  <a:pt x="4345082" y="2743200"/>
                </a:lnTo>
                <a:lnTo>
                  <a:pt x="4325509" y="2743200"/>
                </a:lnTo>
                <a:lnTo>
                  <a:pt x="4305937" y="2743200"/>
                </a:lnTo>
                <a:lnTo>
                  <a:pt x="4286364" y="2743200"/>
                </a:lnTo>
                <a:lnTo>
                  <a:pt x="4266792" y="2743200"/>
                </a:lnTo>
                <a:lnTo>
                  <a:pt x="4247219" y="2743200"/>
                </a:lnTo>
                <a:lnTo>
                  <a:pt x="4227647" y="2743200"/>
                </a:lnTo>
                <a:lnTo>
                  <a:pt x="4208074" y="2743200"/>
                </a:lnTo>
                <a:lnTo>
                  <a:pt x="4188502" y="2743200"/>
                </a:lnTo>
                <a:lnTo>
                  <a:pt x="4168930" y="2743200"/>
                </a:lnTo>
                <a:lnTo>
                  <a:pt x="4149357" y="2743200"/>
                </a:lnTo>
                <a:lnTo>
                  <a:pt x="4129785" y="2743200"/>
                </a:lnTo>
                <a:lnTo>
                  <a:pt x="4110212" y="2743200"/>
                </a:lnTo>
                <a:lnTo>
                  <a:pt x="4090640" y="2743200"/>
                </a:lnTo>
                <a:lnTo>
                  <a:pt x="4071067" y="2743200"/>
                </a:lnTo>
                <a:lnTo>
                  <a:pt x="4051495" y="2743200"/>
                </a:lnTo>
                <a:lnTo>
                  <a:pt x="4031922" y="2743200"/>
                </a:lnTo>
                <a:lnTo>
                  <a:pt x="4012350" y="2743200"/>
                </a:lnTo>
                <a:lnTo>
                  <a:pt x="3992778" y="2743200"/>
                </a:lnTo>
                <a:lnTo>
                  <a:pt x="3973205" y="2743200"/>
                </a:lnTo>
                <a:lnTo>
                  <a:pt x="3953633" y="2743200"/>
                </a:lnTo>
                <a:lnTo>
                  <a:pt x="3934060" y="2743200"/>
                </a:lnTo>
                <a:lnTo>
                  <a:pt x="3914488" y="2743200"/>
                </a:lnTo>
                <a:lnTo>
                  <a:pt x="3894915" y="2743200"/>
                </a:lnTo>
                <a:lnTo>
                  <a:pt x="3875343" y="2743200"/>
                </a:lnTo>
                <a:lnTo>
                  <a:pt x="3855770" y="2743200"/>
                </a:lnTo>
                <a:lnTo>
                  <a:pt x="3836198" y="2743200"/>
                </a:lnTo>
                <a:lnTo>
                  <a:pt x="3816626" y="2743200"/>
                </a:lnTo>
                <a:lnTo>
                  <a:pt x="3797053" y="2743200"/>
                </a:lnTo>
                <a:lnTo>
                  <a:pt x="3777481" y="2743200"/>
                </a:lnTo>
                <a:lnTo>
                  <a:pt x="3757908" y="2743200"/>
                </a:lnTo>
                <a:lnTo>
                  <a:pt x="3738336" y="2743200"/>
                </a:lnTo>
                <a:lnTo>
                  <a:pt x="3718763" y="2743200"/>
                </a:lnTo>
                <a:lnTo>
                  <a:pt x="3699191" y="2743200"/>
                </a:lnTo>
                <a:lnTo>
                  <a:pt x="3679618" y="2743200"/>
                </a:lnTo>
                <a:lnTo>
                  <a:pt x="3660046" y="2743200"/>
                </a:lnTo>
                <a:lnTo>
                  <a:pt x="3640474" y="2743200"/>
                </a:lnTo>
                <a:lnTo>
                  <a:pt x="3620901" y="2743200"/>
                </a:lnTo>
                <a:lnTo>
                  <a:pt x="3601329" y="2743200"/>
                </a:lnTo>
                <a:lnTo>
                  <a:pt x="3581756" y="2743200"/>
                </a:lnTo>
                <a:lnTo>
                  <a:pt x="3562184" y="2743200"/>
                </a:lnTo>
                <a:lnTo>
                  <a:pt x="3542611" y="2743200"/>
                </a:lnTo>
                <a:lnTo>
                  <a:pt x="3523039" y="2743200"/>
                </a:lnTo>
                <a:lnTo>
                  <a:pt x="3503467" y="2743200"/>
                </a:lnTo>
                <a:lnTo>
                  <a:pt x="3483894" y="2743200"/>
                </a:lnTo>
                <a:lnTo>
                  <a:pt x="3464322" y="2743200"/>
                </a:lnTo>
                <a:lnTo>
                  <a:pt x="3444749" y="2743200"/>
                </a:lnTo>
                <a:lnTo>
                  <a:pt x="3425177" y="2743200"/>
                </a:lnTo>
                <a:lnTo>
                  <a:pt x="3405604" y="2743200"/>
                </a:lnTo>
                <a:lnTo>
                  <a:pt x="3386032" y="2743200"/>
                </a:lnTo>
                <a:lnTo>
                  <a:pt x="3366459" y="2743200"/>
                </a:lnTo>
                <a:lnTo>
                  <a:pt x="3346887" y="2743200"/>
                </a:lnTo>
                <a:lnTo>
                  <a:pt x="3327315" y="2743200"/>
                </a:lnTo>
                <a:lnTo>
                  <a:pt x="3307742" y="2743200"/>
                </a:lnTo>
                <a:lnTo>
                  <a:pt x="3288170" y="2743200"/>
                </a:lnTo>
                <a:lnTo>
                  <a:pt x="3268597" y="2743200"/>
                </a:lnTo>
                <a:lnTo>
                  <a:pt x="3249025" y="2743200"/>
                </a:lnTo>
                <a:lnTo>
                  <a:pt x="3229452" y="2743200"/>
                </a:lnTo>
                <a:lnTo>
                  <a:pt x="3209880" y="2743200"/>
                </a:lnTo>
                <a:lnTo>
                  <a:pt x="3190307" y="2743200"/>
                </a:lnTo>
                <a:lnTo>
                  <a:pt x="3170735" y="2743200"/>
                </a:lnTo>
                <a:lnTo>
                  <a:pt x="3151163" y="2743200"/>
                </a:lnTo>
                <a:lnTo>
                  <a:pt x="3131590" y="2743200"/>
                </a:lnTo>
                <a:lnTo>
                  <a:pt x="3112018" y="2743200"/>
                </a:lnTo>
                <a:lnTo>
                  <a:pt x="3092445" y="2743200"/>
                </a:lnTo>
                <a:lnTo>
                  <a:pt x="3072873" y="2743200"/>
                </a:lnTo>
                <a:lnTo>
                  <a:pt x="3053300" y="2743200"/>
                </a:lnTo>
                <a:lnTo>
                  <a:pt x="3033728" y="2743200"/>
                </a:lnTo>
                <a:lnTo>
                  <a:pt x="3014155" y="2743200"/>
                </a:lnTo>
                <a:lnTo>
                  <a:pt x="2994583" y="2743200"/>
                </a:lnTo>
                <a:lnTo>
                  <a:pt x="2975011" y="2743200"/>
                </a:lnTo>
                <a:lnTo>
                  <a:pt x="2955438" y="2743200"/>
                </a:lnTo>
                <a:lnTo>
                  <a:pt x="2935866" y="2743200"/>
                </a:lnTo>
                <a:lnTo>
                  <a:pt x="2916293" y="2743200"/>
                </a:lnTo>
                <a:lnTo>
                  <a:pt x="2896721" y="2743200"/>
                </a:lnTo>
                <a:lnTo>
                  <a:pt x="2877148" y="2743200"/>
                </a:lnTo>
                <a:lnTo>
                  <a:pt x="2857576" y="2743200"/>
                </a:lnTo>
                <a:lnTo>
                  <a:pt x="2838004" y="2743200"/>
                </a:lnTo>
                <a:lnTo>
                  <a:pt x="2818431" y="2743200"/>
                </a:lnTo>
                <a:lnTo>
                  <a:pt x="2798859" y="2743200"/>
                </a:lnTo>
                <a:lnTo>
                  <a:pt x="2779286" y="2743200"/>
                </a:lnTo>
                <a:lnTo>
                  <a:pt x="2759714" y="2743200"/>
                </a:lnTo>
                <a:lnTo>
                  <a:pt x="2740141" y="2743200"/>
                </a:lnTo>
                <a:lnTo>
                  <a:pt x="2720569" y="2743200"/>
                </a:lnTo>
                <a:lnTo>
                  <a:pt x="2700996" y="2743200"/>
                </a:lnTo>
                <a:lnTo>
                  <a:pt x="2681424" y="2743200"/>
                </a:lnTo>
                <a:lnTo>
                  <a:pt x="2661852" y="2743200"/>
                </a:lnTo>
                <a:lnTo>
                  <a:pt x="2642279" y="2743200"/>
                </a:lnTo>
                <a:lnTo>
                  <a:pt x="2622707" y="2743200"/>
                </a:lnTo>
                <a:lnTo>
                  <a:pt x="2603134" y="2743200"/>
                </a:lnTo>
                <a:lnTo>
                  <a:pt x="2583562" y="2743200"/>
                </a:lnTo>
                <a:lnTo>
                  <a:pt x="2563989" y="2743200"/>
                </a:lnTo>
                <a:lnTo>
                  <a:pt x="2544417" y="2743200"/>
                </a:lnTo>
                <a:lnTo>
                  <a:pt x="2524844" y="2743200"/>
                </a:lnTo>
                <a:lnTo>
                  <a:pt x="2505272" y="2743200"/>
                </a:lnTo>
                <a:lnTo>
                  <a:pt x="2485700" y="2743200"/>
                </a:lnTo>
                <a:lnTo>
                  <a:pt x="2466127" y="2743200"/>
                </a:lnTo>
                <a:lnTo>
                  <a:pt x="2446555" y="2743200"/>
                </a:lnTo>
                <a:lnTo>
                  <a:pt x="2426982" y="2743200"/>
                </a:lnTo>
                <a:lnTo>
                  <a:pt x="2407410" y="2743200"/>
                </a:lnTo>
                <a:lnTo>
                  <a:pt x="2387837" y="2743200"/>
                </a:lnTo>
                <a:lnTo>
                  <a:pt x="2368265" y="2743200"/>
                </a:lnTo>
                <a:lnTo>
                  <a:pt x="2348692" y="2743200"/>
                </a:lnTo>
                <a:lnTo>
                  <a:pt x="2329120" y="2743200"/>
                </a:lnTo>
                <a:lnTo>
                  <a:pt x="2309548" y="2743200"/>
                </a:lnTo>
                <a:lnTo>
                  <a:pt x="2289975" y="2743200"/>
                </a:lnTo>
                <a:lnTo>
                  <a:pt x="2270403" y="2743200"/>
                </a:lnTo>
                <a:lnTo>
                  <a:pt x="2250830" y="2743200"/>
                </a:lnTo>
                <a:lnTo>
                  <a:pt x="2231258" y="2743200"/>
                </a:lnTo>
                <a:lnTo>
                  <a:pt x="2211685" y="2743200"/>
                </a:lnTo>
                <a:lnTo>
                  <a:pt x="2192113" y="2743200"/>
                </a:lnTo>
                <a:lnTo>
                  <a:pt x="2172541" y="2743200"/>
                </a:lnTo>
                <a:lnTo>
                  <a:pt x="2152968" y="2743200"/>
                </a:lnTo>
                <a:lnTo>
                  <a:pt x="2133396" y="2743200"/>
                </a:lnTo>
                <a:lnTo>
                  <a:pt x="2113823" y="2743200"/>
                </a:lnTo>
                <a:lnTo>
                  <a:pt x="2094251" y="2743200"/>
                </a:lnTo>
                <a:lnTo>
                  <a:pt x="2074678" y="2743200"/>
                </a:lnTo>
                <a:lnTo>
                  <a:pt x="2055106" y="2743200"/>
                </a:lnTo>
                <a:lnTo>
                  <a:pt x="2035533" y="2743200"/>
                </a:lnTo>
                <a:lnTo>
                  <a:pt x="2015961" y="2743200"/>
                </a:lnTo>
                <a:lnTo>
                  <a:pt x="1996389" y="2743200"/>
                </a:lnTo>
                <a:lnTo>
                  <a:pt x="1976816" y="2743200"/>
                </a:lnTo>
                <a:lnTo>
                  <a:pt x="1957244" y="2743200"/>
                </a:lnTo>
                <a:lnTo>
                  <a:pt x="1937671" y="2743200"/>
                </a:lnTo>
                <a:lnTo>
                  <a:pt x="1918099" y="2743200"/>
                </a:lnTo>
                <a:lnTo>
                  <a:pt x="1898526" y="2743200"/>
                </a:lnTo>
                <a:lnTo>
                  <a:pt x="1878954" y="2743200"/>
                </a:lnTo>
                <a:lnTo>
                  <a:pt x="1859381" y="2743200"/>
                </a:lnTo>
                <a:lnTo>
                  <a:pt x="1839809" y="2743200"/>
                </a:lnTo>
                <a:lnTo>
                  <a:pt x="1820237" y="2743200"/>
                </a:lnTo>
                <a:lnTo>
                  <a:pt x="1800664" y="2743200"/>
                </a:lnTo>
                <a:lnTo>
                  <a:pt x="1781092" y="2743200"/>
                </a:lnTo>
                <a:lnTo>
                  <a:pt x="1761519" y="2743200"/>
                </a:lnTo>
                <a:lnTo>
                  <a:pt x="1741947" y="2743200"/>
                </a:lnTo>
                <a:lnTo>
                  <a:pt x="1722374" y="2743200"/>
                </a:lnTo>
                <a:lnTo>
                  <a:pt x="1702802" y="2743200"/>
                </a:lnTo>
                <a:lnTo>
                  <a:pt x="1683229" y="2743200"/>
                </a:lnTo>
                <a:lnTo>
                  <a:pt x="1663657" y="2743200"/>
                </a:lnTo>
                <a:lnTo>
                  <a:pt x="1644085" y="2743200"/>
                </a:lnTo>
                <a:lnTo>
                  <a:pt x="1624512" y="2743200"/>
                </a:lnTo>
                <a:lnTo>
                  <a:pt x="1604940" y="2743200"/>
                </a:lnTo>
                <a:lnTo>
                  <a:pt x="1585367" y="2743200"/>
                </a:lnTo>
                <a:lnTo>
                  <a:pt x="1565795" y="2743200"/>
                </a:lnTo>
                <a:lnTo>
                  <a:pt x="1546222" y="2743200"/>
                </a:lnTo>
                <a:lnTo>
                  <a:pt x="1526650" y="2743200"/>
                </a:lnTo>
                <a:lnTo>
                  <a:pt x="1507077" y="2743200"/>
                </a:lnTo>
                <a:lnTo>
                  <a:pt x="1487505" y="2743200"/>
                </a:lnTo>
                <a:lnTo>
                  <a:pt x="1467933" y="2743200"/>
                </a:lnTo>
                <a:lnTo>
                  <a:pt x="1448360" y="2743200"/>
                </a:lnTo>
                <a:lnTo>
                  <a:pt x="1428788" y="2743200"/>
                </a:lnTo>
                <a:lnTo>
                  <a:pt x="1409215" y="2743200"/>
                </a:lnTo>
                <a:lnTo>
                  <a:pt x="1389643" y="2743200"/>
                </a:lnTo>
                <a:lnTo>
                  <a:pt x="1370070" y="2743200"/>
                </a:lnTo>
                <a:lnTo>
                  <a:pt x="1350498" y="2743200"/>
                </a:lnTo>
                <a:lnTo>
                  <a:pt x="1330926" y="2743200"/>
                </a:lnTo>
                <a:lnTo>
                  <a:pt x="1311353" y="2743200"/>
                </a:lnTo>
                <a:lnTo>
                  <a:pt x="1291781" y="2743200"/>
                </a:lnTo>
                <a:lnTo>
                  <a:pt x="1272208" y="2743200"/>
                </a:lnTo>
                <a:lnTo>
                  <a:pt x="1252636" y="2743200"/>
                </a:lnTo>
                <a:lnTo>
                  <a:pt x="1233063" y="2743200"/>
                </a:lnTo>
                <a:lnTo>
                  <a:pt x="1213491" y="2743200"/>
                </a:lnTo>
                <a:lnTo>
                  <a:pt x="1193918" y="2743200"/>
                </a:lnTo>
                <a:lnTo>
                  <a:pt x="1174346" y="2743200"/>
                </a:lnTo>
                <a:lnTo>
                  <a:pt x="1154774" y="2743200"/>
                </a:lnTo>
                <a:lnTo>
                  <a:pt x="1135201" y="2743200"/>
                </a:lnTo>
                <a:lnTo>
                  <a:pt x="1115629" y="2743200"/>
                </a:lnTo>
                <a:lnTo>
                  <a:pt x="1096056" y="2743200"/>
                </a:lnTo>
                <a:lnTo>
                  <a:pt x="1076484" y="2743200"/>
                </a:lnTo>
                <a:lnTo>
                  <a:pt x="1056911" y="2743200"/>
                </a:lnTo>
                <a:lnTo>
                  <a:pt x="1037339" y="2743200"/>
                </a:lnTo>
                <a:lnTo>
                  <a:pt x="1017766" y="2743200"/>
                </a:lnTo>
                <a:lnTo>
                  <a:pt x="998194" y="2743200"/>
                </a:lnTo>
                <a:lnTo>
                  <a:pt x="978622" y="2743200"/>
                </a:lnTo>
                <a:lnTo>
                  <a:pt x="959049" y="2743200"/>
                </a:lnTo>
                <a:lnTo>
                  <a:pt x="939477" y="2743200"/>
                </a:lnTo>
                <a:lnTo>
                  <a:pt x="919904" y="2743200"/>
                </a:lnTo>
                <a:lnTo>
                  <a:pt x="900332" y="2743200"/>
                </a:lnTo>
                <a:lnTo>
                  <a:pt x="880759" y="2743200"/>
                </a:lnTo>
                <a:lnTo>
                  <a:pt x="861187" y="2743200"/>
                </a:lnTo>
                <a:lnTo>
                  <a:pt x="841614" y="2743200"/>
                </a:lnTo>
                <a:lnTo>
                  <a:pt x="822042" y="2743200"/>
                </a:lnTo>
                <a:lnTo>
                  <a:pt x="802470" y="2743200"/>
                </a:lnTo>
                <a:lnTo>
                  <a:pt x="782897" y="2743200"/>
                </a:lnTo>
                <a:lnTo>
                  <a:pt x="763325" y="2743200"/>
                </a:lnTo>
                <a:lnTo>
                  <a:pt x="743752" y="2743200"/>
                </a:lnTo>
                <a:lnTo>
                  <a:pt x="724180" y="2743200"/>
                </a:lnTo>
                <a:lnTo>
                  <a:pt x="704607" y="2743200"/>
                </a:lnTo>
                <a:lnTo>
                  <a:pt x="685035" y="2743200"/>
                </a:lnTo>
                <a:lnTo>
                  <a:pt x="665463" y="2743200"/>
                </a:lnTo>
                <a:lnTo>
                  <a:pt x="645890" y="2743200"/>
                </a:lnTo>
                <a:lnTo>
                  <a:pt x="626318" y="2743200"/>
                </a:lnTo>
                <a:lnTo>
                  <a:pt x="606745" y="2743200"/>
                </a:lnTo>
                <a:lnTo>
                  <a:pt x="587173" y="2743200"/>
                </a:lnTo>
                <a:lnTo>
                  <a:pt x="567600" y="2743200"/>
                </a:lnTo>
                <a:lnTo>
                  <a:pt x="548028" y="2743200"/>
                </a:lnTo>
                <a:lnTo>
                  <a:pt x="528455" y="2743200"/>
                </a:lnTo>
                <a:lnTo>
                  <a:pt x="508883" y="2743200"/>
                </a:lnTo>
                <a:lnTo>
                  <a:pt x="489311" y="2743200"/>
                </a:lnTo>
                <a:lnTo>
                  <a:pt x="469738" y="2743200"/>
                </a:lnTo>
                <a:lnTo>
                  <a:pt x="450166" y="2743200"/>
                </a:lnTo>
                <a:lnTo>
                  <a:pt x="430593" y="2743200"/>
                </a:lnTo>
                <a:lnTo>
                  <a:pt x="411021" y="2743200"/>
                </a:lnTo>
                <a:lnTo>
                  <a:pt x="391448" y="2743200"/>
                </a:lnTo>
                <a:lnTo>
                  <a:pt x="371876" y="2743200"/>
                </a:lnTo>
                <a:lnTo>
                  <a:pt x="352303" y="2743200"/>
                </a:lnTo>
                <a:lnTo>
                  <a:pt x="332731" y="2743200"/>
                </a:lnTo>
                <a:lnTo>
                  <a:pt x="313159" y="2743200"/>
                </a:lnTo>
                <a:lnTo>
                  <a:pt x="293586" y="2743200"/>
                </a:lnTo>
                <a:lnTo>
                  <a:pt x="274014" y="2743200"/>
                </a:lnTo>
                <a:lnTo>
                  <a:pt x="254441" y="2743200"/>
                </a:lnTo>
                <a:lnTo>
                  <a:pt x="234869" y="2743200"/>
                </a:lnTo>
                <a:lnTo>
                  <a:pt x="215296" y="2743200"/>
                </a:lnTo>
                <a:lnTo>
                  <a:pt x="195724" y="2743200"/>
                </a:lnTo>
                <a:lnTo>
                  <a:pt x="176151" y="2743200"/>
                </a:lnTo>
                <a:lnTo>
                  <a:pt x="156579" y="2743200"/>
                </a:lnTo>
                <a:lnTo>
                  <a:pt x="137007" y="2743200"/>
                </a:lnTo>
                <a:lnTo>
                  <a:pt x="117434" y="2743200"/>
                </a:lnTo>
                <a:lnTo>
                  <a:pt x="97862" y="2743200"/>
                </a:lnTo>
                <a:lnTo>
                  <a:pt x="78289" y="2743200"/>
                </a:lnTo>
                <a:lnTo>
                  <a:pt x="58717" y="2743200"/>
                </a:lnTo>
                <a:lnTo>
                  <a:pt x="39144" y="2743200"/>
                </a:lnTo>
                <a:lnTo>
                  <a:pt x="19572" y="2743200"/>
                </a:lnTo>
                <a:lnTo>
                  <a:pt x="0" y="2743200"/>
                </a:lnTo>
                <a:close/>
              </a:path>
            </a:pathLst>
          </a:custGeom>
          <a:solidFill>
            <a:srgbClr val="8EDBD4">
              <a:alpha val="25000"/>
            </a:srgbClr>
          </a:solidFill>
          <a:ln w="10160">
            <a:solidFill>
              <a:srgbClr val="8EDBD4">
                <a:alpha val="2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4-E02 polygon 28" descr="sci-ppt:o028"/>
          <p:cNvSpPr/>
          <p:nvPr/>
        </p:nvSpPr>
        <p:spPr>
          <a:xfrm>
            <a:off x="914400" y="1920240"/>
            <a:ext cx="5852160" cy="2743200"/>
          </a:xfrm>
          <a:custGeom>
            <a:avLst/>
            <a:gdLst/>
            <a:ahLst/>
            <a:cxnLst/>
            <a:rect l="l" t="t" r="r" b="b"/>
            <a:pathLst>
              <a:path w="5852160" h="2743200">
                <a:moveTo>
                  <a:pt x="0" y="2743200"/>
                </a:moveTo>
                <a:lnTo>
                  <a:pt x="39144" y="2295045"/>
                </a:lnTo>
                <a:lnTo>
                  <a:pt x="78289" y="1920106"/>
                </a:lnTo>
                <a:lnTo>
                  <a:pt x="117434" y="1606419"/>
                </a:lnTo>
                <a:lnTo>
                  <a:pt x="156579" y="1343980"/>
                </a:lnTo>
                <a:lnTo>
                  <a:pt x="195724" y="1124415"/>
                </a:lnTo>
                <a:lnTo>
                  <a:pt x="234869" y="940720"/>
                </a:lnTo>
                <a:lnTo>
                  <a:pt x="274014" y="787035"/>
                </a:lnTo>
                <a:lnTo>
                  <a:pt x="313159" y="658458"/>
                </a:lnTo>
                <a:lnTo>
                  <a:pt x="352303" y="550886"/>
                </a:lnTo>
                <a:lnTo>
                  <a:pt x="391448" y="460888"/>
                </a:lnTo>
                <a:lnTo>
                  <a:pt x="430593" y="385593"/>
                </a:lnTo>
                <a:lnTo>
                  <a:pt x="469738" y="322599"/>
                </a:lnTo>
                <a:lnTo>
                  <a:pt x="508883" y="269896"/>
                </a:lnTo>
                <a:lnTo>
                  <a:pt x="548028" y="225804"/>
                </a:lnTo>
                <a:lnTo>
                  <a:pt x="587173" y="188914"/>
                </a:lnTo>
                <a:lnTo>
                  <a:pt x="626318" y="158051"/>
                </a:lnTo>
                <a:lnTo>
                  <a:pt x="665463" y="132231"/>
                </a:lnTo>
                <a:lnTo>
                  <a:pt x="704607" y="110628"/>
                </a:lnTo>
                <a:lnTo>
                  <a:pt x="743752" y="92555"/>
                </a:lnTo>
                <a:lnTo>
                  <a:pt x="782897" y="77434"/>
                </a:lnTo>
                <a:lnTo>
                  <a:pt x="822042" y="64784"/>
                </a:lnTo>
                <a:lnTo>
                  <a:pt x="861187" y="54200"/>
                </a:lnTo>
                <a:lnTo>
                  <a:pt x="900332" y="45345"/>
                </a:lnTo>
                <a:lnTo>
                  <a:pt x="939477" y="37937"/>
                </a:lnTo>
                <a:lnTo>
                  <a:pt x="978622" y="31739"/>
                </a:lnTo>
                <a:lnTo>
                  <a:pt x="1017766" y="26554"/>
                </a:lnTo>
                <a:lnTo>
                  <a:pt x="1056911" y="22216"/>
                </a:lnTo>
                <a:lnTo>
                  <a:pt x="1096056" y="18586"/>
                </a:lnTo>
                <a:lnTo>
                  <a:pt x="1135201" y="15550"/>
                </a:lnTo>
                <a:lnTo>
                  <a:pt x="1174346" y="13009"/>
                </a:lnTo>
                <a:lnTo>
                  <a:pt x="1213491" y="10884"/>
                </a:lnTo>
                <a:lnTo>
                  <a:pt x="1252636" y="9106"/>
                </a:lnTo>
                <a:lnTo>
                  <a:pt x="1291781" y="7618"/>
                </a:lnTo>
                <a:lnTo>
                  <a:pt x="1330926" y="6373"/>
                </a:lnTo>
                <a:lnTo>
                  <a:pt x="1370070" y="5332"/>
                </a:lnTo>
                <a:lnTo>
                  <a:pt x="1409215" y="4461"/>
                </a:lnTo>
                <a:lnTo>
                  <a:pt x="1448360" y="3732"/>
                </a:lnTo>
                <a:lnTo>
                  <a:pt x="1487505" y="3122"/>
                </a:lnTo>
                <a:lnTo>
                  <a:pt x="1526650" y="2612"/>
                </a:lnTo>
                <a:lnTo>
                  <a:pt x="1565795" y="2185"/>
                </a:lnTo>
                <a:lnTo>
                  <a:pt x="1604940" y="1828"/>
                </a:lnTo>
                <a:lnTo>
                  <a:pt x="1644085" y="1529"/>
                </a:lnTo>
                <a:lnTo>
                  <a:pt x="1683229" y="1280"/>
                </a:lnTo>
                <a:lnTo>
                  <a:pt x="1722374" y="1070"/>
                </a:lnTo>
                <a:lnTo>
                  <a:pt x="1761519" y="895"/>
                </a:lnTo>
                <a:lnTo>
                  <a:pt x="1800664" y="749"/>
                </a:lnTo>
                <a:lnTo>
                  <a:pt x="1839809" y="627"/>
                </a:lnTo>
                <a:lnTo>
                  <a:pt x="1878954" y="524"/>
                </a:lnTo>
                <a:lnTo>
                  <a:pt x="1918099" y="438"/>
                </a:lnTo>
                <a:lnTo>
                  <a:pt x="1957244" y="367"/>
                </a:lnTo>
                <a:lnTo>
                  <a:pt x="1996389" y="307"/>
                </a:lnTo>
                <a:lnTo>
                  <a:pt x="2035533" y="257"/>
                </a:lnTo>
                <a:lnTo>
                  <a:pt x="2074678" y="215"/>
                </a:lnTo>
                <a:lnTo>
                  <a:pt x="2113823" y="179"/>
                </a:lnTo>
                <a:lnTo>
                  <a:pt x="2152968" y="150"/>
                </a:lnTo>
                <a:lnTo>
                  <a:pt x="2192113" y="125"/>
                </a:lnTo>
                <a:lnTo>
                  <a:pt x="2231258" y="105"/>
                </a:lnTo>
                <a:lnTo>
                  <a:pt x="2270403" y="88"/>
                </a:lnTo>
                <a:lnTo>
                  <a:pt x="2309548" y="73"/>
                </a:lnTo>
                <a:lnTo>
                  <a:pt x="2348692" y="61"/>
                </a:lnTo>
                <a:lnTo>
                  <a:pt x="2387837" y="51"/>
                </a:lnTo>
                <a:lnTo>
                  <a:pt x="2426982" y="43"/>
                </a:lnTo>
                <a:lnTo>
                  <a:pt x="2466127" y="36"/>
                </a:lnTo>
                <a:lnTo>
                  <a:pt x="2505272" y="30"/>
                </a:lnTo>
                <a:lnTo>
                  <a:pt x="2544417" y="25"/>
                </a:lnTo>
                <a:lnTo>
                  <a:pt x="2583562" y="21"/>
                </a:lnTo>
                <a:lnTo>
                  <a:pt x="2622707" y="17"/>
                </a:lnTo>
                <a:lnTo>
                  <a:pt x="2661852" y="14"/>
                </a:lnTo>
                <a:lnTo>
                  <a:pt x="2700996" y="12"/>
                </a:lnTo>
                <a:lnTo>
                  <a:pt x="2740141" y="10"/>
                </a:lnTo>
                <a:lnTo>
                  <a:pt x="2779286" y="8"/>
                </a:lnTo>
                <a:lnTo>
                  <a:pt x="2818431" y="7"/>
                </a:lnTo>
                <a:lnTo>
                  <a:pt x="2857576" y="6"/>
                </a:lnTo>
                <a:lnTo>
                  <a:pt x="2896721" y="5"/>
                </a:lnTo>
                <a:lnTo>
                  <a:pt x="2935866" y="4"/>
                </a:lnTo>
                <a:lnTo>
                  <a:pt x="2975011" y="3"/>
                </a:lnTo>
                <a:lnTo>
                  <a:pt x="3014155" y="2"/>
                </a:lnTo>
                <a:lnTo>
                  <a:pt x="3053300" y="2"/>
                </a:lnTo>
                <a:lnTo>
                  <a:pt x="3092445" y="2"/>
                </a:lnTo>
                <a:lnTo>
                  <a:pt x="3131590" y="1"/>
                </a:lnTo>
                <a:lnTo>
                  <a:pt x="3170735" y="1"/>
                </a:lnTo>
                <a:lnTo>
                  <a:pt x="3209880" y="1"/>
                </a:lnTo>
                <a:lnTo>
                  <a:pt x="3249025" y="1"/>
                </a:lnTo>
                <a:lnTo>
                  <a:pt x="3288170" y="0"/>
                </a:lnTo>
                <a:lnTo>
                  <a:pt x="3327315" y="0"/>
                </a:lnTo>
                <a:lnTo>
                  <a:pt x="3366459" y="0"/>
                </a:lnTo>
                <a:lnTo>
                  <a:pt x="3405604" y="0"/>
                </a:lnTo>
                <a:lnTo>
                  <a:pt x="3444749" y="0"/>
                </a:lnTo>
                <a:lnTo>
                  <a:pt x="3483894" y="0"/>
                </a:lnTo>
                <a:lnTo>
                  <a:pt x="3523039" y="0"/>
                </a:lnTo>
                <a:lnTo>
                  <a:pt x="3562184" y="0"/>
                </a:lnTo>
                <a:lnTo>
                  <a:pt x="3601329" y="0"/>
                </a:lnTo>
                <a:lnTo>
                  <a:pt x="3640474" y="0"/>
                </a:lnTo>
                <a:lnTo>
                  <a:pt x="3679618" y="0"/>
                </a:lnTo>
                <a:lnTo>
                  <a:pt x="3718763" y="0"/>
                </a:lnTo>
                <a:lnTo>
                  <a:pt x="3757908" y="0"/>
                </a:lnTo>
                <a:lnTo>
                  <a:pt x="3797053" y="0"/>
                </a:lnTo>
                <a:lnTo>
                  <a:pt x="3836198" y="0"/>
                </a:lnTo>
                <a:lnTo>
                  <a:pt x="3875343" y="0"/>
                </a:lnTo>
                <a:lnTo>
                  <a:pt x="3914488" y="0"/>
                </a:lnTo>
                <a:lnTo>
                  <a:pt x="3953633" y="0"/>
                </a:lnTo>
                <a:lnTo>
                  <a:pt x="3992778" y="0"/>
                </a:lnTo>
                <a:lnTo>
                  <a:pt x="4031922" y="0"/>
                </a:lnTo>
                <a:lnTo>
                  <a:pt x="4071067" y="0"/>
                </a:lnTo>
                <a:lnTo>
                  <a:pt x="4110212" y="0"/>
                </a:lnTo>
                <a:lnTo>
                  <a:pt x="4149357" y="0"/>
                </a:lnTo>
                <a:lnTo>
                  <a:pt x="4188502" y="0"/>
                </a:lnTo>
                <a:lnTo>
                  <a:pt x="4227647" y="0"/>
                </a:lnTo>
                <a:lnTo>
                  <a:pt x="4266792" y="0"/>
                </a:lnTo>
                <a:lnTo>
                  <a:pt x="4305937" y="0"/>
                </a:lnTo>
                <a:lnTo>
                  <a:pt x="4345082" y="0"/>
                </a:lnTo>
                <a:lnTo>
                  <a:pt x="4384226" y="0"/>
                </a:lnTo>
                <a:lnTo>
                  <a:pt x="4423371" y="0"/>
                </a:lnTo>
                <a:lnTo>
                  <a:pt x="4462516" y="0"/>
                </a:lnTo>
                <a:lnTo>
                  <a:pt x="4501661" y="0"/>
                </a:lnTo>
                <a:lnTo>
                  <a:pt x="4540806" y="0"/>
                </a:lnTo>
                <a:lnTo>
                  <a:pt x="4579951" y="0"/>
                </a:lnTo>
                <a:lnTo>
                  <a:pt x="4619096" y="0"/>
                </a:lnTo>
                <a:lnTo>
                  <a:pt x="4658241" y="0"/>
                </a:lnTo>
                <a:lnTo>
                  <a:pt x="4697385" y="0"/>
                </a:lnTo>
                <a:lnTo>
                  <a:pt x="4736530" y="0"/>
                </a:lnTo>
                <a:lnTo>
                  <a:pt x="4775675" y="0"/>
                </a:lnTo>
                <a:lnTo>
                  <a:pt x="4814820" y="0"/>
                </a:lnTo>
                <a:lnTo>
                  <a:pt x="4853965" y="0"/>
                </a:lnTo>
                <a:lnTo>
                  <a:pt x="4893110" y="0"/>
                </a:lnTo>
                <a:lnTo>
                  <a:pt x="4932255" y="0"/>
                </a:lnTo>
                <a:lnTo>
                  <a:pt x="4971400" y="0"/>
                </a:lnTo>
                <a:lnTo>
                  <a:pt x="5010545" y="2743200"/>
                </a:lnTo>
                <a:lnTo>
                  <a:pt x="5049689" y="2743200"/>
                </a:lnTo>
                <a:lnTo>
                  <a:pt x="5088834" y="2743200"/>
                </a:lnTo>
                <a:lnTo>
                  <a:pt x="5127979" y="2743200"/>
                </a:lnTo>
                <a:lnTo>
                  <a:pt x="5167124" y="2743200"/>
                </a:lnTo>
                <a:lnTo>
                  <a:pt x="5206269" y="2743200"/>
                </a:lnTo>
                <a:lnTo>
                  <a:pt x="5245414" y="2743200"/>
                </a:lnTo>
                <a:lnTo>
                  <a:pt x="5284559" y="2743200"/>
                </a:lnTo>
                <a:lnTo>
                  <a:pt x="5323704" y="2743200"/>
                </a:lnTo>
                <a:lnTo>
                  <a:pt x="5362848" y="2743200"/>
                </a:lnTo>
                <a:lnTo>
                  <a:pt x="5401993" y="2743200"/>
                </a:lnTo>
                <a:lnTo>
                  <a:pt x="5441138" y="2743200"/>
                </a:lnTo>
                <a:lnTo>
                  <a:pt x="5480283" y="2743200"/>
                </a:lnTo>
                <a:lnTo>
                  <a:pt x="5519428" y="2743200"/>
                </a:lnTo>
                <a:lnTo>
                  <a:pt x="5558573" y="2743200"/>
                </a:lnTo>
                <a:lnTo>
                  <a:pt x="5597718" y="2743200"/>
                </a:lnTo>
                <a:lnTo>
                  <a:pt x="5636863" y="2743200"/>
                </a:lnTo>
                <a:lnTo>
                  <a:pt x="5676008" y="2743200"/>
                </a:lnTo>
                <a:lnTo>
                  <a:pt x="5715152" y="2743200"/>
                </a:lnTo>
                <a:lnTo>
                  <a:pt x="5754297" y="2743200"/>
                </a:lnTo>
                <a:lnTo>
                  <a:pt x="5793442" y="2743200"/>
                </a:lnTo>
                <a:lnTo>
                  <a:pt x="5832587" y="2743200"/>
                </a:lnTo>
                <a:lnTo>
                  <a:pt x="5852160" y="274320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4-E02 line 29" descr="sci-ppt:o029"/>
          <p:cNvCxnSpPr/>
          <p:nvPr/>
        </p:nvCxnSpPr>
        <p:spPr>
          <a:xfrm>
            <a:off x="914400" y="1371600"/>
            <a:ext cx="0" cy="3291840"/>
          </a:xfrm>
          <a:prstGeom prst="line">
            <a:avLst/>
          </a:prstGeom>
          <a:ln w="16510">
            <a:solidFill>
              <a:srgbClr val="B4C7D2"/>
            </a:solidFill>
            <a:prstDash val="dash"/>
          </a:ln>
          <a:effectLst/>
        </p:spPr>
      </p:cxnSp>
      <p:sp>
        <p:nvSpPr>
          <p:cNvPr id="32" name="C4-E02 text 30" descr="sci-ppt:o030"/>
          <p:cNvSpPr txBox="1"/>
          <p:nvPr/>
        </p:nvSpPr>
        <p:spPr>
          <a:xfrm>
            <a:off x="1938528" y="3200399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area = impulse Iₗ = ∫F dt</a:t>
            </a:r>
          </a:p>
        </p:txBody>
      </p:sp>
      <p:sp>
        <p:nvSpPr>
          <p:cNvPr id="33" name="C4-E02 text 31" descr="sci-ppt:o031"/>
          <p:cNvSpPr txBox="1"/>
          <p:nvPr/>
        </p:nvSpPr>
        <p:spPr>
          <a:xfrm>
            <a:off x="5376672" y="1499615"/>
            <a:ext cx="4572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t_b</a:t>
            </a:r>
          </a:p>
        </p:txBody>
      </p:sp>
      <p:sp>
        <p:nvSpPr>
          <p:cNvPr id="34" name="C4-E02 round_rect 32" descr="sci-ppt:o032"/>
          <p:cNvSpPr/>
          <p:nvPr/>
        </p:nvSpPr>
        <p:spPr>
          <a:xfrm>
            <a:off x="7040880" y="1371600"/>
            <a:ext cx="4800600" cy="32918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4-E02 text 33" descr="sci-ppt:o033"/>
          <p:cNvSpPr txBox="1"/>
          <p:nvPr/>
        </p:nvSpPr>
        <p:spPr>
          <a:xfrm>
            <a:off x="7150608" y="142646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Three different integrals</a:t>
            </a:r>
          </a:p>
        </p:txBody>
      </p:sp>
      <p:sp>
        <p:nvSpPr>
          <p:cNvPr id="36" name="C4-E02 text 34" descr="sci-ppt:o034"/>
          <p:cNvSpPr txBox="1"/>
          <p:nvPr/>
        </p:nvSpPr>
        <p:spPr>
          <a:xfrm>
            <a:off x="7178040" y="1874519"/>
            <a:ext cx="1097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7FC8F8"/>
                </a:solidFill>
                <a:latin typeface="Arial"/>
              </a:rPr>
              <a:t>force</a:t>
            </a:r>
          </a:p>
        </p:txBody>
      </p:sp>
      <p:sp>
        <p:nvSpPr>
          <p:cNvPr id="37" name="C4-E02 text 35" descr="sci-ppt:o035"/>
          <p:cNvSpPr txBox="1"/>
          <p:nvPr/>
        </p:nvSpPr>
        <p:spPr>
          <a:xfrm>
            <a:off x="8229600" y="1874519"/>
            <a:ext cx="34747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Fₗ = ∫ tₗ dA</a:t>
            </a:r>
          </a:p>
        </p:txBody>
      </p:sp>
      <p:sp>
        <p:nvSpPr>
          <p:cNvPr id="38" name="C4-E02 text 36" descr="sci-ppt:o036"/>
          <p:cNvSpPr txBox="1"/>
          <p:nvPr/>
        </p:nvSpPr>
        <p:spPr>
          <a:xfrm>
            <a:off x="7178040" y="2587752"/>
            <a:ext cx="1097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impulse</a:t>
            </a:r>
          </a:p>
        </p:txBody>
      </p:sp>
      <p:sp>
        <p:nvSpPr>
          <p:cNvPr id="39" name="C4-E02 text 37" descr="sci-ppt:o037"/>
          <p:cNvSpPr txBox="1"/>
          <p:nvPr/>
        </p:nvSpPr>
        <p:spPr>
          <a:xfrm>
            <a:off x="8229600" y="2587752"/>
            <a:ext cx="34747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Iₗ = ∫ Fₗ dt</a:t>
            </a:r>
          </a:p>
        </p:txBody>
      </p:sp>
      <p:sp>
        <p:nvSpPr>
          <p:cNvPr id="40" name="C4-E02 text 38" descr="sci-ppt:o038"/>
          <p:cNvSpPr txBox="1"/>
          <p:nvPr/>
        </p:nvSpPr>
        <p:spPr>
          <a:xfrm>
            <a:off x="7178040" y="3300984"/>
            <a:ext cx="1097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8BA0"/>
                </a:solidFill>
                <a:latin typeface="Arial"/>
              </a:rPr>
              <a:t>work</a:t>
            </a:r>
          </a:p>
        </p:txBody>
      </p:sp>
      <p:sp>
        <p:nvSpPr>
          <p:cNvPr id="41" name="C4-E02 text 39" descr="sci-ppt:o039"/>
          <p:cNvSpPr txBox="1"/>
          <p:nvPr/>
        </p:nvSpPr>
        <p:spPr>
          <a:xfrm>
            <a:off x="8229600" y="3300984"/>
            <a:ext cx="34747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Wₗ = ∫∫ tₗ·v_f dA dt</a:t>
            </a:r>
          </a:p>
        </p:txBody>
      </p:sp>
      <p:sp>
        <p:nvSpPr>
          <p:cNvPr id="42" name="C4-E02 text 40" descr="sci-ppt:o040"/>
          <p:cNvSpPr txBox="1"/>
          <p:nvPr/>
        </p:nvSpPr>
        <p:spPr>
          <a:xfrm>
            <a:off x="7178040" y="3977639"/>
            <a:ext cx="44805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Work needs the surface velocity v_f; force and impulse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do not.</a:t>
            </a:r>
          </a:p>
        </p:txBody>
      </p:sp>
      <p:sp>
        <p:nvSpPr>
          <p:cNvPr id="43" name="C4-E02 text 41" descr="sci-ppt:o041"/>
          <p:cNvSpPr txBox="1"/>
          <p:nvPr/>
        </p:nvSpPr>
        <p:spPr>
          <a:xfrm>
            <a:off x="914400" y="548640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same footprint A_f(t) supplies force and impulse. A load on a wall that does not move delivers impulse but no work.</a:t>
            </a:r>
          </a:p>
        </p:txBody>
      </p:sp>
      <p:sp>
        <p:nvSpPr>
          <p:cNvPr id="44" name="C4-E02 text 42" descr="sci-ppt:o042"/>
          <p:cNvSpPr txBox="1"/>
          <p:nvPr/>
        </p:nvSpPr>
        <p:spPr>
          <a:xfrm>
            <a:off x="914400" y="5943600"/>
            <a:ext cx="10972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Event window: tₐ to t_b.</a:t>
            </a:r>
          </a:p>
        </p:txBody>
      </p:sp>
      <p:sp>
        <p:nvSpPr>
          <p:cNvPr id="45" name="C4-E02 text 43" descr="sci-ppt:o04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Exact definitions of Eq. C4-E02; curve is a schematic force history.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